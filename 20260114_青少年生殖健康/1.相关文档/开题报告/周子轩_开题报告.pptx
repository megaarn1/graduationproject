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8"/>
  </p:notesMasterIdLst>
  <p:sldIdLst>
    <p:sldId id="330" r:id="rId2"/>
    <p:sldId id="318" r:id="rId3"/>
    <p:sldId id="333" r:id="rId4"/>
    <p:sldId id="401" r:id="rId5"/>
    <p:sldId id="563" r:id="rId6"/>
    <p:sldId id="537" r:id="rId7"/>
    <p:sldId id="530" r:id="rId8"/>
    <p:sldId id="541" r:id="rId9"/>
    <p:sldId id="571" r:id="rId10"/>
    <p:sldId id="567" r:id="rId11"/>
    <p:sldId id="525" r:id="rId12"/>
    <p:sldId id="546" r:id="rId13"/>
    <p:sldId id="550" r:id="rId14"/>
    <p:sldId id="569" r:id="rId15"/>
    <p:sldId id="542" r:id="rId16"/>
    <p:sldId id="526" r:id="rId17"/>
    <p:sldId id="557" r:id="rId18"/>
    <p:sldId id="556" r:id="rId19"/>
    <p:sldId id="527" r:id="rId20"/>
    <p:sldId id="528" r:id="rId21"/>
    <p:sldId id="558" r:id="rId22"/>
    <p:sldId id="540" r:id="rId23"/>
    <p:sldId id="561" r:id="rId24"/>
    <p:sldId id="562" r:id="rId25"/>
    <p:sldId id="570" r:id="rId26"/>
    <p:sldId id="276" r:id="rId27"/>
  </p:sldIdLst>
  <p:sldSz cx="12192000" cy="6858000"/>
  <p:notesSz cx="6858000" cy="9144000"/>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3" orient="horz" pos="640" userDrawn="1">
          <p15:clr>
            <a:srgbClr val="A4A3A4"/>
          </p15:clr>
        </p15:guide>
        <p15:guide id="4" orient="horz" pos="709" userDrawn="1">
          <p15:clr>
            <a:srgbClr val="A4A3A4"/>
          </p15:clr>
        </p15:guide>
        <p15:guide id="5" orient="horz" pos="3929" userDrawn="1">
          <p15:clr>
            <a:srgbClr val="A4A3A4"/>
          </p15:clr>
        </p15:guide>
        <p15:guide id="6" orient="horz" pos="3861" userDrawn="1">
          <p15:clr>
            <a:srgbClr val="A4A3A4"/>
          </p15:clr>
        </p15:guide>
        <p15:guide id="7" pos="72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AEAC"/>
    <a:srgbClr val="FF5050"/>
    <a:srgbClr val="FF3300"/>
    <a:srgbClr val="CC3300"/>
    <a:srgbClr val="FF9999"/>
    <a:srgbClr val="A4B7D4"/>
    <a:srgbClr val="EDEDED"/>
    <a:srgbClr val="9A574D"/>
    <a:srgbClr val="F5C97A"/>
    <a:srgbClr val="F0B4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41" autoAdjust="0"/>
    <p:restoredTop sz="83361" autoAdjust="0"/>
  </p:normalViewPr>
  <p:slideViewPr>
    <p:cSldViewPr snapToGrid="0" showGuides="1">
      <p:cViewPr varScale="1">
        <p:scale>
          <a:sx n="80" d="100"/>
          <a:sy n="80" d="100"/>
        </p:scale>
        <p:origin x="1245" y="40"/>
      </p:cViewPr>
      <p:guideLst>
        <p:guide pos="415"/>
        <p:guide orient="horz" pos="640"/>
        <p:guide orient="horz" pos="709"/>
        <p:guide orient="horz" pos="3929"/>
        <p:guide orient="horz" pos="3861"/>
        <p:guide pos="7265"/>
      </p:guideLst>
    </p:cSldViewPr>
  </p:slideViewPr>
  <p:outlineViewPr>
    <p:cViewPr>
      <p:scale>
        <a:sx n="33" d="100"/>
        <a:sy n="33" d="100"/>
      </p:scale>
      <p:origin x="0" y="-960"/>
    </p:cViewPr>
  </p:outlineViewPr>
  <p:notesTextViewPr>
    <p:cViewPr>
      <p:scale>
        <a:sx n="125" d="100"/>
        <a:sy n="125" d="100"/>
      </p:scale>
      <p:origin x="0" y="-584"/>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AD6DE1-5658-4429-AF77-F3D6C82C5589}" type="doc">
      <dgm:prSet loTypeId="urn:microsoft.com/office/officeart/2005/8/layout/cycle8" loCatId="cycle" qsTypeId="urn:microsoft.com/office/officeart/2005/8/quickstyle/simple5" qsCatId="simple" csTypeId="urn:microsoft.com/office/officeart/2005/8/colors/colorful1" csCatId="colorful" phldr="1"/>
      <dgm:spPr/>
    </dgm:pt>
    <dgm:pt modelId="{42E24444-F353-471E-A0A9-43D9146CDFB4}">
      <dgm:prSet phldrT="[文本]" custT="1"/>
      <dgm:spPr/>
      <dgm:t>
        <a:bodyPr/>
        <a:lstStyle/>
        <a:p>
          <a:pPr>
            <a:buNone/>
          </a:pPr>
          <a:r>
            <a:rPr lang="zh-CN" altLang="en-US" sz="1600" b="0" dirty="0">
              <a:latin typeface="华文中宋" panose="02010600040101010101" pitchFamily="2" charset="-122"/>
              <a:ea typeface="华文中宋" panose="02010600040101010101" pitchFamily="2" charset="-122"/>
            </a:rPr>
            <a:t>避孕知识</a:t>
          </a:r>
        </a:p>
      </dgm:t>
    </dgm:pt>
    <dgm:pt modelId="{672CB3C7-2C20-4A5F-AA4B-0CDF2E34043A}" type="parTrans" cxnId="{D406D223-E6F2-4A37-8253-5763D1DE5908}">
      <dgm:prSet/>
      <dgm:spPr/>
      <dgm:t>
        <a:bodyPr/>
        <a:lstStyle/>
        <a:p>
          <a:endParaRPr lang="zh-CN" altLang="en-US"/>
        </a:p>
      </dgm:t>
    </dgm:pt>
    <dgm:pt modelId="{5982AC08-90E2-47F1-BAFF-BE833F1E76C1}" type="sibTrans" cxnId="{D406D223-E6F2-4A37-8253-5763D1DE5908}">
      <dgm:prSet/>
      <dgm:spPr/>
      <dgm:t>
        <a:bodyPr/>
        <a:lstStyle/>
        <a:p>
          <a:endParaRPr lang="zh-CN" altLang="en-US"/>
        </a:p>
      </dgm:t>
    </dgm:pt>
    <dgm:pt modelId="{CDC8F4BC-583C-4EDD-8D41-D76D3638C0E7}">
      <dgm:prSet phldrT="[文本]"/>
      <dgm:spPr/>
      <dgm:t>
        <a:bodyPr/>
        <a:lstStyle/>
        <a:p>
          <a:pPr>
            <a:buNone/>
          </a:pPr>
          <a:r>
            <a:rPr lang="zh-CN" dirty="0">
              <a:latin typeface="华文中宋" panose="02010600040101010101" pitchFamily="2" charset="-122"/>
              <a:ea typeface="华文中宋" panose="02010600040101010101" pitchFamily="2" charset="-122"/>
            </a:rPr>
            <a:t>安全流产服务</a:t>
          </a:r>
          <a:endParaRPr lang="zh-CN" altLang="en-US" dirty="0">
            <a:latin typeface="华文中宋" panose="02010600040101010101" pitchFamily="2" charset="-122"/>
            <a:ea typeface="华文中宋" panose="02010600040101010101" pitchFamily="2" charset="-122"/>
          </a:endParaRPr>
        </a:p>
      </dgm:t>
    </dgm:pt>
    <dgm:pt modelId="{7C8D817E-62E5-4785-A03F-D2EC7DBC5395}" type="parTrans" cxnId="{CC8F3C5D-199E-4293-8428-322302A640C4}">
      <dgm:prSet/>
      <dgm:spPr/>
      <dgm:t>
        <a:bodyPr/>
        <a:lstStyle/>
        <a:p>
          <a:endParaRPr lang="zh-CN" altLang="en-US"/>
        </a:p>
      </dgm:t>
    </dgm:pt>
    <dgm:pt modelId="{90E4B58F-1FF5-4587-B61A-A5DBFDCC394B}" type="sibTrans" cxnId="{CC8F3C5D-199E-4293-8428-322302A640C4}">
      <dgm:prSet/>
      <dgm:spPr/>
      <dgm:t>
        <a:bodyPr/>
        <a:lstStyle/>
        <a:p>
          <a:endParaRPr lang="zh-CN" altLang="en-US"/>
        </a:p>
      </dgm:t>
    </dgm:pt>
    <dgm:pt modelId="{1415AB33-14C5-4161-970A-63C0A7C63E5B}">
      <dgm:prSet phldrT="[文本]"/>
      <dgm:spPr/>
      <dgm:t>
        <a:bodyPr/>
        <a:lstStyle/>
        <a:p>
          <a:r>
            <a:rPr lang="zh-CN" dirty="0">
              <a:latin typeface="华文中宋" panose="02010600040101010101" pitchFamily="2" charset="-122"/>
              <a:ea typeface="华文中宋" panose="02010600040101010101" pitchFamily="2" charset="-122"/>
            </a:rPr>
            <a:t>性传播疾病预防</a:t>
          </a:r>
          <a:endParaRPr lang="zh-CN" altLang="en-US" dirty="0">
            <a:latin typeface="华文中宋" panose="02010600040101010101" pitchFamily="2" charset="-122"/>
            <a:ea typeface="华文中宋" panose="02010600040101010101" pitchFamily="2" charset="-122"/>
          </a:endParaRPr>
        </a:p>
      </dgm:t>
    </dgm:pt>
    <dgm:pt modelId="{6227525E-28F9-438A-A3C0-F162D9F81A71}" type="parTrans" cxnId="{7CA0E31B-96D9-417B-BF83-86FD36F61C68}">
      <dgm:prSet/>
      <dgm:spPr/>
      <dgm:t>
        <a:bodyPr/>
        <a:lstStyle/>
        <a:p>
          <a:endParaRPr lang="zh-CN" altLang="en-US"/>
        </a:p>
      </dgm:t>
    </dgm:pt>
    <dgm:pt modelId="{71583DDD-DCA8-4F6C-80FA-2B92EAF196C5}" type="sibTrans" cxnId="{7CA0E31B-96D9-417B-BF83-86FD36F61C68}">
      <dgm:prSet/>
      <dgm:spPr/>
      <dgm:t>
        <a:bodyPr/>
        <a:lstStyle/>
        <a:p>
          <a:endParaRPr lang="zh-CN" altLang="en-US"/>
        </a:p>
      </dgm:t>
    </dgm:pt>
    <dgm:pt modelId="{EB720F71-A870-499E-8882-54F9B462C965}">
      <dgm:prSet phldrT="[文本]"/>
      <dgm:spPr/>
      <dgm:t>
        <a:bodyPr/>
        <a:lstStyle/>
        <a:p>
          <a:r>
            <a:rPr lang="zh-CN" dirty="0">
              <a:latin typeface="华文中宋" panose="02010600040101010101" pitchFamily="2" charset="-122"/>
              <a:ea typeface="华文中宋" panose="02010600040101010101" pitchFamily="2" charset="-122"/>
            </a:rPr>
            <a:t>情感教育</a:t>
          </a:r>
          <a:endParaRPr lang="zh-CN" altLang="en-US" dirty="0">
            <a:latin typeface="华文中宋" panose="02010600040101010101" pitchFamily="2" charset="-122"/>
            <a:ea typeface="华文中宋" panose="02010600040101010101" pitchFamily="2" charset="-122"/>
          </a:endParaRPr>
        </a:p>
      </dgm:t>
    </dgm:pt>
    <dgm:pt modelId="{5FCE5DC1-3A50-4EA6-B110-3751FDF8AA6E}" type="parTrans" cxnId="{4D9EAEB9-CAD6-46CD-BE5A-432D124C6210}">
      <dgm:prSet/>
      <dgm:spPr/>
      <dgm:t>
        <a:bodyPr/>
        <a:lstStyle/>
        <a:p>
          <a:endParaRPr lang="zh-CN" altLang="en-US"/>
        </a:p>
      </dgm:t>
    </dgm:pt>
    <dgm:pt modelId="{13F9827C-7C17-4556-8697-69E9174C6024}" type="sibTrans" cxnId="{4D9EAEB9-CAD6-46CD-BE5A-432D124C6210}">
      <dgm:prSet/>
      <dgm:spPr/>
      <dgm:t>
        <a:bodyPr/>
        <a:lstStyle/>
        <a:p>
          <a:endParaRPr lang="zh-CN" altLang="en-US"/>
        </a:p>
      </dgm:t>
    </dgm:pt>
    <dgm:pt modelId="{B5B521D3-824E-4857-92CF-C4A918CFD170}">
      <dgm:prSet phldrT="[文本]"/>
      <dgm:spPr/>
      <dgm:t>
        <a:bodyPr/>
        <a:lstStyle/>
        <a:p>
          <a:r>
            <a:rPr lang="zh-CN" dirty="0">
              <a:latin typeface="华文中宋" panose="02010600040101010101" pitchFamily="2" charset="-122"/>
              <a:ea typeface="华文中宋" panose="02010600040101010101" pitchFamily="2" charset="-122"/>
            </a:rPr>
            <a:t>健康意识培养</a:t>
          </a:r>
          <a:endParaRPr lang="zh-CN" altLang="en-US" dirty="0">
            <a:latin typeface="华文中宋" panose="02010600040101010101" pitchFamily="2" charset="-122"/>
            <a:ea typeface="华文中宋" panose="02010600040101010101" pitchFamily="2" charset="-122"/>
          </a:endParaRPr>
        </a:p>
      </dgm:t>
    </dgm:pt>
    <dgm:pt modelId="{11F712F9-E1EA-4633-BDF4-0F49EDE5FEE1}" type="parTrans" cxnId="{1F4DC3C6-5483-4920-A6C4-23C759CD5EAA}">
      <dgm:prSet/>
      <dgm:spPr/>
      <dgm:t>
        <a:bodyPr/>
        <a:lstStyle/>
        <a:p>
          <a:endParaRPr lang="zh-CN" altLang="en-US"/>
        </a:p>
      </dgm:t>
    </dgm:pt>
    <dgm:pt modelId="{A6180D9B-0010-42B5-880D-44D13BA85E87}" type="sibTrans" cxnId="{1F4DC3C6-5483-4920-A6C4-23C759CD5EAA}">
      <dgm:prSet/>
      <dgm:spPr/>
      <dgm:t>
        <a:bodyPr/>
        <a:lstStyle/>
        <a:p>
          <a:endParaRPr lang="zh-CN" altLang="en-US"/>
        </a:p>
      </dgm:t>
    </dgm:pt>
    <dgm:pt modelId="{87826E0B-9EB5-4BCE-B6FA-7E3CC9B858AA}">
      <dgm:prSet phldrT="[文本]"/>
      <dgm:spPr/>
      <dgm:t>
        <a:bodyPr/>
        <a:lstStyle/>
        <a:p>
          <a:r>
            <a:rPr lang="en-US" altLang="zh-CN" dirty="0"/>
            <a:t>…</a:t>
          </a:r>
          <a:endParaRPr lang="zh-CN" altLang="en-US" dirty="0"/>
        </a:p>
      </dgm:t>
    </dgm:pt>
    <dgm:pt modelId="{4129E7FF-D434-4A1C-B4D2-64E660E731E4}" type="parTrans" cxnId="{BD9046A3-E62D-4FFE-B45F-19452561BC74}">
      <dgm:prSet/>
      <dgm:spPr/>
      <dgm:t>
        <a:bodyPr/>
        <a:lstStyle/>
        <a:p>
          <a:endParaRPr lang="zh-CN" altLang="en-US"/>
        </a:p>
      </dgm:t>
    </dgm:pt>
    <dgm:pt modelId="{B648E743-B938-4E4A-AB37-049E0334FAF6}" type="sibTrans" cxnId="{BD9046A3-E62D-4FFE-B45F-19452561BC74}">
      <dgm:prSet/>
      <dgm:spPr/>
      <dgm:t>
        <a:bodyPr/>
        <a:lstStyle/>
        <a:p>
          <a:endParaRPr lang="zh-CN" altLang="en-US"/>
        </a:p>
      </dgm:t>
    </dgm:pt>
    <dgm:pt modelId="{9BACC461-9988-4307-9447-CE00EC11F9B4}" type="pres">
      <dgm:prSet presAssocID="{8AAD6DE1-5658-4429-AF77-F3D6C82C5589}" presName="compositeShape" presStyleCnt="0">
        <dgm:presLayoutVars>
          <dgm:chMax val="7"/>
          <dgm:dir/>
          <dgm:resizeHandles val="exact"/>
        </dgm:presLayoutVars>
      </dgm:prSet>
      <dgm:spPr/>
    </dgm:pt>
    <dgm:pt modelId="{A6E589CE-91EC-44AB-95D7-3DBFE130312F}" type="pres">
      <dgm:prSet presAssocID="{8AAD6DE1-5658-4429-AF77-F3D6C82C5589}" presName="wedge1" presStyleLbl="node1" presStyleIdx="0" presStyleCnt="6"/>
      <dgm:spPr/>
    </dgm:pt>
    <dgm:pt modelId="{81AF51F2-C9EE-4BEA-B699-2A4FE66D63F9}" type="pres">
      <dgm:prSet presAssocID="{8AAD6DE1-5658-4429-AF77-F3D6C82C5589}" presName="dummy1a" presStyleCnt="0"/>
      <dgm:spPr/>
    </dgm:pt>
    <dgm:pt modelId="{FCEFF223-EC58-4906-B5BF-66B3319FBF9A}" type="pres">
      <dgm:prSet presAssocID="{8AAD6DE1-5658-4429-AF77-F3D6C82C5589}" presName="dummy1b" presStyleCnt="0"/>
      <dgm:spPr/>
    </dgm:pt>
    <dgm:pt modelId="{0719E22F-1805-4516-A391-51171EBAC8CC}" type="pres">
      <dgm:prSet presAssocID="{8AAD6DE1-5658-4429-AF77-F3D6C82C5589}" presName="wedge1Tx" presStyleLbl="node1" presStyleIdx="0" presStyleCnt="6">
        <dgm:presLayoutVars>
          <dgm:chMax val="0"/>
          <dgm:chPref val="0"/>
          <dgm:bulletEnabled val="1"/>
        </dgm:presLayoutVars>
      </dgm:prSet>
      <dgm:spPr/>
    </dgm:pt>
    <dgm:pt modelId="{6ED5E37B-C75F-4AF5-9384-08E28D6826A7}" type="pres">
      <dgm:prSet presAssocID="{8AAD6DE1-5658-4429-AF77-F3D6C82C5589}" presName="wedge2" presStyleLbl="node1" presStyleIdx="1" presStyleCnt="6" custLinFactNeighborX="-359" custLinFactNeighborY="36"/>
      <dgm:spPr/>
    </dgm:pt>
    <dgm:pt modelId="{26022B2F-8A36-4F01-8FDF-C4043C2C7BC7}" type="pres">
      <dgm:prSet presAssocID="{8AAD6DE1-5658-4429-AF77-F3D6C82C5589}" presName="dummy2a" presStyleCnt="0"/>
      <dgm:spPr/>
    </dgm:pt>
    <dgm:pt modelId="{37566A81-B6BC-4802-97E8-5E32EEDD5519}" type="pres">
      <dgm:prSet presAssocID="{8AAD6DE1-5658-4429-AF77-F3D6C82C5589}" presName="dummy2b" presStyleCnt="0"/>
      <dgm:spPr/>
    </dgm:pt>
    <dgm:pt modelId="{B5089FA6-5DE8-4521-9ACF-1F95CD5F9C08}" type="pres">
      <dgm:prSet presAssocID="{8AAD6DE1-5658-4429-AF77-F3D6C82C5589}" presName="wedge2Tx" presStyleLbl="node1" presStyleIdx="1" presStyleCnt="6">
        <dgm:presLayoutVars>
          <dgm:chMax val="0"/>
          <dgm:chPref val="0"/>
          <dgm:bulletEnabled val="1"/>
        </dgm:presLayoutVars>
      </dgm:prSet>
      <dgm:spPr/>
    </dgm:pt>
    <dgm:pt modelId="{BD73F72A-A4BD-4DA4-B95A-B015B3A7C69F}" type="pres">
      <dgm:prSet presAssocID="{8AAD6DE1-5658-4429-AF77-F3D6C82C5589}" presName="wedge3" presStyleLbl="node1" presStyleIdx="2" presStyleCnt="6"/>
      <dgm:spPr/>
    </dgm:pt>
    <dgm:pt modelId="{5498FDE3-F16E-4AA1-BCEF-DEF474EEBCFA}" type="pres">
      <dgm:prSet presAssocID="{8AAD6DE1-5658-4429-AF77-F3D6C82C5589}" presName="dummy3a" presStyleCnt="0"/>
      <dgm:spPr/>
    </dgm:pt>
    <dgm:pt modelId="{304B3B6C-4CE5-4EF1-9292-4ED31BC5EC7C}" type="pres">
      <dgm:prSet presAssocID="{8AAD6DE1-5658-4429-AF77-F3D6C82C5589}" presName="dummy3b" presStyleCnt="0"/>
      <dgm:spPr/>
    </dgm:pt>
    <dgm:pt modelId="{A5EE1239-84AA-47E8-A74D-5ADF94EC4725}" type="pres">
      <dgm:prSet presAssocID="{8AAD6DE1-5658-4429-AF77-F3D6C82C5589}" presName="wedge3Tx" presStyleLbl="node1" presStyleIdx="2" presStyleCnt="6">
        <dgm:presLayoutVars>
          <dgm:chMax val="0"/>
          <dgm:chPref val="0"/>
          <dgm:bulletEnabled val="1"/>
        </dgm:presLayoutVars>
      </dgm:prSet>
      <dgm:spPr/>
    </dgm:pt>
    <dgm:pt modelId="{DB40CBFC-3C64-4187-B61E-33DF8C381CD2}" type="pres">
      <dgm:prSet presAssocID="{8AAD6DE1-5658-4429-AF77-F3D6C82C5589}" presName="wedge4" presStyleLbl="node1" presStyleIdx="3" presStyleCnt="6"/>
      <dgm:spPr/>
    </dgm:pt>
    <dgm:pt modelId="{8CA1D398-9F72-402B-9189-5269389D220D}" type="pres">
      <dgm:prSet presAssocID="{8AAD6DE1-5658-4429-AF77-F3D6C82C5589}" presName="dummy4a" presStyleCnt="0"/>
      <dgm:spPr/>
    </dgm:pt>
    <dgm:pt modelId="{59DB5F2D-66E6-496C-8BE0-FCBC64D3BA7C}" type="pres">
      <dgm:prSet presAssocID="{8AAD6DE1-5658-4429-AF77-F3D6C82C5589}" presName="dummy4b" presStyleCnt="0"/>
      <dgm:spPr/>
    </dgm:pt>
    <dgm:pt modelId="{4D5F6D16-42A0-4AFB-9F9D-842C415E6283}" type="pres">
      <dgm:prSet presAssocID="{8AAD6DE1-5658-4429-AF77-F3D6C82C5589}" presName="wedge4Tx" presStyleLbl="node1" presStyleIdx="3" presStyleCnt="6">
        <dgm:presLayoutVars>
          <dgm:chMax val="0"/>
          <dgm:chPref val="0"/>
          <dgm:bulletEnabled val="1"/>
        </dgm:presLayoutVars>
      </dgm:prSet>
      <dgm:spPr/>
    </dgm:pt>
    <dgm:pt modelId="{4D886CDD-9080-4097-879A-A7010D43DD88}" type="pres">
      <dgm:prSet presAssocID="{8AAD6DE1-5658-4429-AF77-F3D6C82C5589}" presName="wedge5" presStyleLbl="node1" presStyleIdx="4" presStyleCnt="6"/>
      <dgm:spPr/>
    </dgm:pt>
    <dgm:pt modelId="{FF9AFE54-0422-4F5F-A90A-334BF6599E57}" type="pres">
      <dgm:prSet presAssocID="{8AAD6DE1-5658-4429-AF77-F3D6C82C5589}" presName="dummy5a" presStyleCnt="0"/>
      <dgm:spPr/>
    </dgm:pt>
    <dgm:pt modelId="{A222467B-E60F-4659-8814-A3085388CE74}" type="pres">
      <dgm:prSet presAssocID="{8AAD6DE1-5658-4429-AF77-F3D6C82C5589}" presName="dummy5b" presStyleCnt="0"/>
      <dgm:spPr/>
    </dgm:pt>
    <dgm:pt modelId="{B5A67973-E297-4B57-AC33-3A28A2816F80}" type="pres">
      <dgm:prSet presAssocID="{8AAD6DE1-5658-4429-AF77-F3D6C82C5589}" presName="wedge5Tx" presStyleLbl="node1" presStyleIdx="4" presStyleCnt="6">
        <dgm:presLayoutVars>
          <dgm:chMax val="0"/>
          <dgm:chPref val="0"/>
          <dgm:bulletEnabled val="1"/>
        </dgm:presLayoutVars>
      </dgm:prSet>
      <dgm:spPr/>
    </dgm:pt>
    <dgm:pt modelId="{2077BC4C-0330-47B5-A6D1-A173AEA8B950}" type="pres">
      <dgm:prSet presAssocID="{8AAD6DE1-5658-4429-AF77-F3D6C82C5589}" presName="wedge6" presStyleLbl="node1" presStyleIdx="5" presStyleCnt="6" custLinFactNeighborX="1191" custLinFactNeighborY="-239"/>
      <dgm:spPr/>
    </dgm:pt>
    <dgm:pt modelId="{B9040667-F62A-45BF-80E7-EA844CF99DCB}" type="pres">
      <dgm:prSet presAssocID="{8AAD6DE1-5658-4429-AF77-F3D6C82C5589}" presName="dummy6a" presStyleCnt="0"/>
      <dgm:spPr/>
    </dgm:pt>
    <dgm:pt modelId="{1EA875AE-E098-40E7-9A45-72427C588E28}" type="pres">
      <dgm:prSet presAssocID="{8AAD6DE1-5658-4429-AF77-F3D6C82C5589}" presName="dummy6b" presStyleCnt="0"/>
      <dgm:spPr/>
    </dgm:pt>
    <dgm:pt modelId="{4855EFB4-6339-450C-9DBD-11B79E8C0A3E}" type="pres">
      <dgm:prSet presAssocID="{8AAD6DE1-5658-4429-AF77-F3D6C82C5589}" presName="wedge6Tx" presStyleLbl="node1" presStyleIdx="5" presStyleCnt="6">
        <dgm:presLayoutVars>
          <dgm:chMax val="0"/>
          <dgm:chPref val="0"/>
          <dgm:bulletEnabled val="1"/>
        </dgm:presLayoutVars>
      </dgm:prSet>
      <dgm:spPr/>
    </dgm:pt>
    <dgm:pt modelId="{3F270E1E-C17A-4C96-9C34-0CE19CB53F3D}" type="pres">
      <dgm:prSet presAssocID="{5982AC08-90E2-47F1-BAFF-BE833F1E76C1}" presName="arrowWedge1" presStyleLbl="fgSibTrans2D1" presStyleIdx="0" presStyleCnt="6"/>
      <dgm:spPr/>
    </dgm:pt>
    <dgm:pt modelId="{EA4BD369-777C-427A-B28F-79FDE9010739}" type="pres">
      <dgm:prSet presAssocID="{90E4B58F-1FF5-4587-B61A-A5DBFDCC394B}" presName="arrowWedge2" presStyleLbl="fgSibTrans2D1" presStyleIdx="1" presStyleCnt="6"/>
      <dgm:spPr/>
    </dgm:pt>
    <dgm:pt modelId="{048A60B1-6940-480F-8113-1D8292199455}" type="pres">
      <dgm:prSet presAssocID="{71583DDD-DCA8-4F6C-80FA-2B92EAF196C5}" presName="arrowWedge3" presStyleLbl="fgSibTrans2D1" presStyleIdx="2" presStyleCnt="6"/>
      <dgm:spPr/>
    </dgm:pt>
    <dgm:pt modelId="{2BCC7011-6BAA-47A0-840A-0702E428FF3E}" type="pres">
      <dgm:prSet presAssocID="{13F9827C-7C17-4556-8697-69E9174C6024}" presName="arrowWedge4" presStyleLbl="fgSibTrans2D1" presStyleIdx="3" presStyleCnt="6"/>
      <dgm:spPr/>
    </dgm:pt>
    <dgm:pt modelId="{03AD93FC-A440-483A-81E9-FE35E8C83112}" type="pres">
      <dgm:prSet presAssocID="{A6180D9B-0010-42B5-880D-44D13BA85E87}" presName="arrowWedge5" presStyleLbl="fgSibTrans2D1" presStyleIdx="4" presStyleCnt="6"/>
      <dgm:spPr/>
    </dgm:pt>
    <dgm:pt modelId="{B7F83677-A4BC-47E8-866F-99C84A6DDBC5}" type="pres">
      <dgm:prSet presAssocID="{B648E743-B938-4E4A-AB37-049E0334FAF6}" presName="arrowWedge6" presStyleLbl="fgSibTrans2D1" presStyleIdx="5" presStyleCnt="6"/>
      <dgm:spPr/>
    </dgm:pt>
  </dgm:ptLst>
  <dgm:cxnLst>
    <dgm:cxn modelId="{9FFCDF0B-DFA8-4614-8A05-F3AFF8073DD4}" type="presOf" srcId="{87826E0B-9EB5-4BCE-B6FA-7E3CC9B858AA}" destId="{2077BC4C-0330-47B5-A6D1-A173AEA8B950}" srcOrd="0" destOrd="0" presId="urn:microsoft.com/office/officeart/2005/8/layout/cycle8"/>
    <dgm:cxn modelId="{7CA0E31B-96D9-417B-BF83-86FD36F61C68}" srcId="{8AAD6DE1-5658-4429-AF77-F3D6C82C5589}" destId="{1415AB33-14C5-4161-970A-63C0A7C63E5B}" srcOrd="2" destOrd="0" parTransId="{6227525E-28F9-438A-A3C0-F162D9F81A71}" sibTransId="{71583DDD-DCA8-4F6C-80FA-2B92EAF196C5}"/>
    <dgm:cxn modelId="{D406D223-E6F2-4A37-8253-5763D1DE5908}" srcId="{8AAD6DE1-5658-4429-AF77-F3D6C82C5589}" destId="{42E24444-F353-471E-A0A9-43D9146CDFB4}" srcOrd="0" destOrd="0" parTransId="{672CB3C7-2C20-4A5F-AA4B-0CDF2E34043A}" sibTransId="{5982AC08-90E2-47F1-BAFF-BE833F1E76C1}"/>
    <dgm:cxn modelId="{19B73F32-8B78-491B-B942-D415FEDC906D}" type="presOf" srcId="{CDC8F4BC-583C-4EDD-8D41-D76D3638C0E7}" destId="{B5089FA6-5DE8-4521-9ACF-1F95CD5F9C08}" srcOrd="1" destOrd="0" presId="urn:microsoft.com/office/officeart/2005/8/layout/cycle8"/>
    <dgm:cxn modelId="{E2256C3A-29E2-4FC5-82C3-C718614C9F1E}" type="presOf" srcId="{1415AB33-14C5-4161-970A-63C0A7C63E5B}" destId="{BD73F72A-A4BD-4DA4-B95A-B015B3A7C69F}" srcOrd="0" destOrd="0" presId="urn:microsoft.com/office/officeart/2005/8/layout/cycle8"/>
    <dgm:cxn modelId="{8013A73D-032D-40DF-9445-4FEDCC68704C}" type="presOf" srcId="{EB720F71-A870-499E-8882-54F9B462C965}" destId="{4D5F6D16-42A0-4AFB-9F9D-842C415E6283}" srcOrd="1" destOrd="0" presId="urn:microsoft.com/office/officeart/2005/8/layout/cycle8"/>
    <dgm:cxn modelId="{CC8F3C5D-199E-4293-8428-322302A640C4}" srcId="{8AAD6DE1-5658-4429-AF77-F3D6C82C5589}" destId="{CDC8F4BC-583C-4EDD-8D41-D76D3638C0E7}" srcOrd="1" destOrd="0" parTransId="{7C8D817E-62E5-4785-A03F-D2EC7DBC5395}" sibTransId="{90E4B58F-1FF5-4587-B61A-A5DBFDCC394B}"/>
    <dgm:cxn modelId="{BD89F55F-EF1F-450B-8268-A440E295A12C}" type="presOf" srcId="{B5B521D3-824E-4857-92CF-C4A918CFD170}" destId="{B5A67973-E297-4B57-AC33-3A28A2816F80}" srcOrd="1" destOrd="0" presId="urn:microsoft.com/office/officeart/2005/8/layout/cycle8"/>
    <dgm:cxn modelId="{E6E3634B-50E8-425A-904D-57161DA5487E}" type="presOf" srcId="{42E24444-F353-471E-A0A9-43D9146CDFB4}" destId="{A6E589CE-91EC-44AB-95D7-3DBFE130312F}" srcOrd="0" destOrd="0" presId="urn:microsoft.com/office/officeart/2005/8/layout/cycle8"/>
    <dgm:cxn modelId="{B680E94C-9D09-4555-9BB0-6B6262F9FD8C}" type="presOf" srcId="{B5B521D3-824E-4857-92CF-C4A918CFD170}" destId="{4D886CDD-9080-4097-879A-A7010D43DD88}" srcOrd="0" destOrd="0" presId="urn:microsoft.com/office/officeart/2005/8/layout/cycle8"/>
    <dgm:cxn modelId="{F62F667E-6097-44CC-A9C3-F0954F7DB550}" type="presOf" srcId="{87826E0B-9EB5-4BCE-B6FA-7E3CC9B858AA}" destId="{4855EFB4-6339-450C-9DBD-11B79E8C0A3E}" srcOrd="1" destOrd="0" presId="urn:microsoft.com/office/officeart/2005/8/layout/cycle8"/>
    <dgm:cxn modelId="{BD9046A3-E62D-4FFE-B45F-19452561BC74}" srcId="{8AAD6DE1-5658-4429-AF77-F3D6C82C5589}" destId="{87826E0B-9EB5-4BCE-B6FA-7E3CC9B858AA}" srcOrd="5" destOrd="0" parTransId="{4129E7FF-D434-4A1C-B4D2-64E660E731E4}" sibTransId="{B648E743-B938-4E4A-AB37-049E0334FAF6}"/>
    <dgm:cxn modelId="{D20986B1-9AB4-49ED-A3AA-9786C6FE408E}" type="presOf" srcId="{EB720F71-A870-499E-8882-54F9B462C965}" destId="{DB40CBFC-3C64-4187-B61E-33DF8C381CD2}" srcOrd="0" destOrd="0" presId="urn:microsoft.com/office/officeart/2005/8/layout/cycle8"/>
    <dgm:cxn modelId="{4D9EAEB9-CAD6-46CD-BE5A-432D124C6210}" srcId="{8AAD6DE1-5658-4429-AF77-F3D6C82C5589}" destId="{EB720F71-A870-499E-8882-54F9B462C965}" srcOrd="3" destOrd="0" parTransId="{5FCE5DC1-3A50-4EA6-B110-3751FDF8AA6E}" sibTransId="{13F9827C-7C17-4556-8697-69E9174C6024}"/>
    <dgm:cxn modelId="{1F4DC3C6-5483-4920-A6C4-23C759CD5EAA}" srcId="{8AAD6DE1-5658-4429-AF77-F3D6C82C5589}" destId="{B5B521D3-824E-4857-92CF-C4A918CFD170}" srcOrd="4" destOrd="0" parTransId="{11F712F9-E1EA-4633-BDF4-0F49EDE5FEE1}" sibTransId="{A6180D9B-0010-42B5-880D-44D13BA85E87}"/>
    <dgm:cxn modelId="{F9775ED0-A19D-49C5-B54B-63E6118893A4}" type="presOf" srcId="{42E24444-F353-471E-A0A9-43D9146CDFB4}" destId="{0719E22F-1805-4516-A391-51171EBAC8CC}" srcOrd="1" destOrd="0" presId="urn:microsoft.com/office/officeart/2005/8/layout/cycle8"/>
    <dgm:cxn modelId="{632A24E3-6149-438C-B879-D72698BB3BE3}" type="presOf" srcId="{CDC8F4BC-583C-4EDD-8D41-D76D3638C0E7}" destId="{6ED5E37B-C75F-4AF5-9384-08E28D6826A7}" srcOrd="0" destOrd="0" presId="urn:microsoft.com/office/officeart/2005/8/layout/cycle8"/>
    <dgm:cxn modelId="{4974DFE3-AA53-422A-8A91-4DDD0F19483C}" type="presOf" srcId="{8AAD6DE1-5658-4429-AF77-F3D6C82C5589}" destId="{9BACC461-9988-4307-9447-CE00EC11F9B4}" srcOrd="0" destOrd="0" presId="urn:microsoft.com/office/officeart/2005/8/layout/cycle8"/>
    <dgm:cxn modelId="{12A444FB-82C3-4370-9497-05D5FB69D6FA}" type="presOf" srcId="{1415AB33-14C5-4161-970A-63C0A7C63E5B}" destId="{A5EE1239-84AA-47E8-A74D-5ADF94EC4725}" srcOrd="1" destOrd="0" presId="urn:microsoft.com/office/officeart/2005/8/layout/cycle8"/>
    <dgm:cxn modelId="{6CCDE5C7-F7A0-43F3-A3E8-8D4D65A8C424}" type="presParOf" srcId="{9BACC461-9988-4307-9447-CE00EC11F9B4}" destId="{A6E589CE-91EC-44AB-95D7-3DBFE130312F}" srcOrd="0" destOrd="0" presId="urn:microsoft.com/office/officeart/2005/8/layout/cycle8"/>
    <dgm:cxn modelId="{47791DB9-61EE-4C28-B7DA-47A82AF20129}" type="presParOf" srcId="{9BACC461-9988-4307-9447-CE00EC11F9B4}" destId="{81AF51F2-C9EE-4BEA-B699-2A4FE66D63F9}" srcOrd="1" destOrd="0" presId="urn:microsoft.com/office/officeart/2005/8/layout/cycle8"/>
    <dgm:cxn modelId="{5A08CF05-DDAD-4FED-98BD-4FA551F3D815}" type="presParOf" srcId="{9BACC461-9988-4307-9447-CE00EC11F9B4}" destId="{FCEFF223-EC58-4906-B5BF-66B3319FBF9A}" srcOrd="2" destOrd="0" presId="urn:microsoft.com/office/officeart/2005/8/layout/cycle8"/>
    <dgm:cxn modelId="{9DEF3320-6E52-46EB-9CFE-E7EAE51D9AF4}" type="presParOf" srcId="{9BACC461-9988-4307-9447-CE00EC11F9B4}" destId="{0719E22F-1805-4516-A391-51171EBAC8CC}" srcOrd="3" destOrd="0" presId="urn:microsoft.com/office/officeart/2005/8/layout/cycle8"/>
    <dgm:cxn modelId="{E91728EC-E08E-4905-9E14-585A2C17504C}" type="presParOf" srcId="{9BACC461-9988-4307-9447-CE00EC11F9B4}" destId="{6ED5E37B-C75F-4AF5-9384-08E28D6826A7}" srcOrd="4" destOrd="0" presId="urn:microsoft.com/office/officeart/2005/8/layout/cycle8"/>
    <dgm:cxn modelId="{299C597F-E3E3-441C-B676-E626AB9E5B47}" type="presParOf" srcId="{9BACC461-9988-4307-9447-CE00EC11F9B4}" destId="{26022B2F-8A36-4F01-8FDF-C4043C2C7BC7}" srcOrd="5" destOrd="0" presId="urn:microsoft.com/office/officeart/2005/8/layout/cycle8"/>
    <dgm:cxn modelId="{5F17E1D3-AF7E-4A37-95F9-A96FEDE2981A}" type="presParOf" srcId="{9BACC461-9988-4307-9447-CE00EC11F9B4}" destId="{37566A81-B6BC-4802-97E8-5E32EEDD5519}" srcOrd="6" destOrd="0" presId="urn:microsoft.com/office/officeart/2005/8/layout/cycle8"/>
    <dgm:cxn modelId="{BFA2A62F-04F6-4FAF-A84E-71D69DB09FF2}" type="presParOf" srcId="{9BACC461-9988-4307-9447-CE00EC11F9B4}" destId="{B5089FA6-5DE8-4521-9ACF-1F95CD5F9C08}" srcOrd="7" destOrd="0" presId="urn:microsoft.com/office/officeart/2005/8/layout/cycle8"/>
    <dgm:cxn modelId="{25CA020A-D124-4E88-9102-431BBE3DAE4D}" type="presParOf" srcId="{9BACC461-9988-4307-9447-CE00EC11F9B4}" destId="{BD73F72A-A4BD-4DA4-B95A-B015B3A7C69F}" srcOrd="8" destOrd="0" presId="urn:microsoft.com/office/officeart/2005/8/layout/cycle8"/>
    <dgm:cxn modelId="{6CA9C9B1-95A7-442B-AE43-99EF17592513}" type="presParOf" srcId="{9BACC461-9988-4307-9447-CE00EC11F9B4}" destId="{5498FDE3-F16E-4AA1-BCEF-DEF474EEBCFA}" srcOrd="9" destOrd="0" presId="urn:microsoft.com/office/officeart/2005/8/layout/cycle8"/>
    <dgm:cxn modelId="{391FB03B-9ADB-4424-ADEB-7EA5C6D26E5C}" type="presParOf" srcId="{9BACC461-9988-4307-9447-CE00EC11F9B4}" destId="{304B3B6C-4CE5-4EF1-9292-4ED31BC5EC7C}" srcOrd="10" destOrd="0" presId="urn:microsoft.com/office/officeart/2005/8/layout/cycle8"/>
    <dgm:cxn modelId="{4E08F6B1-B2F0-4048-A137-1802D1E95AF1}" type="presParOf" srcId="{9BACC461-9988-4307-9447-CE00EC11F9B4}" destId="{A5EE1239-84AA-47E8-A74D-5ADF94EC4725}" srcOrd="11" destOrd="0" presId="urn:microsoft.com/office/officeart/2005/8/layout/cycle8"/>
    <dgm:cxn modelId="{73CE168D-5B74-4A2A-AF0E-D96EAA572679}" type="presParOf" srcId="{9BACC461-9988-4307-9447-CE00EC11F9B4}" destId="{DB40CBFC-3C64-4187-B61E-33DF8C381CD2}" srcOrd="12" destOrd="0" presId="urn:microsoft.com/office/officeart/2005/8/layout/cycle8"/>
    <dgm:cxn modelId="{7F23EE92-42F5-48C4-907D-3011BF2C68D9}" type="presParOf" srcId="{9BACC461-9988-4307-9447-CE00EC11F9B4}" destId="{8CA1D398-9F72-402B-9189-5269389D220D}" srcOrd="13" destOrd="0" presId="urn:microsoft.com/office/officeart/2005/8/layout/cycle8"/>
    <dgm:cxn modelId="{AD06EAA6-53E4-42F5-8BB1-97433756220D}" type="presParOf" srcId="{9BACC461-9988-4307-9447-CE00EC11F9B4}" destId="{59DB5F2D-66E6-496C-8BE0-FCBC64D3BA7C}" srcOrd="14" destOrd="0" presId="urn:microsoft.com/office/officeart/2005/8/layout/cycle8"/>
    <dgm:cxn modelId="{69C4EA6E-5CAB-475D-B1BC-451138E496BF}" type="presParOf" srcId="{9BACC461-9988-4307-9447-CE00EC11F9B4}" destId="{4D5F6D16-42A0-4AFB-9F9D-842C415E6283}" srcOrd="15" destOrd="0" presId="urn:microsoft.com/office/officeart/2005/8/layout/cycle8"/>
    <dgm:cxn modelId="{C95D3C70-658E-4DDF-B494-34AA5D6C4B8F}" type="presParOf" srcId="{9BACC461-9988-4307-9447-CE00EC11F9B4}" destId="{4D886CDD-9080-4097-879A-A7010D43DD88}" srcOrd="16" destOrd="0" presId="urn:microsoft.com/office/officeart/2005/8/layout/cycle8"/>
    <dgm:cxn modelId="{047583E0-BE31-46C6-A298-7830E8E5B08D}" type="presParOf" srcId="{9BACC461-9988-4307-9447-CE00EC11F9B4}" destId="{FF9AFE54-0422-4F5F-A90A-334BF6599E57}" srcOrd="17" destOrd="0" presId="urn:microsoft.com/office/officeart/2005/8/layout/cycle8"/>
    <dgm:cxn modelId="{4D6938FD-A5F4-4F76-9E0E-DD15D6359FAC}" type="presParOf" srcId="{9BACC461-9988-4307-9447-CE00EC11F9B4}" destId="{A222467B-E60F-4659-8814-A3085388CE74}" srcOrd="18" destOrd="0" presId="urn:microsoft.com/office/officeart/2005/8/layout/cycle8"/>
    <dgm:cxn modelId="{96BE1F17-B570-4B44-B02C-046EDDC8793B}" type="presParOf" srcId="{9BACC461-9988-4307-9447-CE00EC11F9B4}" destId="{B5A67973-E297-4B57-AC33-3A28A2816F80}" srcOrd="19" destOrd="0" presId="urn:microsoft.com/office/officeart/2005/8/layout/cycle8"/>
    <dgm:cxn modelId="{44E45526-CAD7-485E-B581-837FEF63B334}" type="presParOf" srcId="{9BACC461-9988-4307-9447-CE00EC11F9B4}" destId="{2077BC4C-0330-47B5-A6D1-A173AEA8B950}" srcOrd="20" destOrd="0" presId="urn:microsoft.com/office/officeart/2005/8/layout/cycle8"/>
    <dgm:cxn modelId="{E9F20303-52BE-4BD5-89C2-A32CE2A974B0}" type="presParOf" srcId="{9BACC461-9988-4307-9447-CE00EC11F9B4}" destId="{B9040667-F62A-45BF-80E7-EA844CF99DCB}" srcOrd="21" destOrd="0" presId="urn:microsoft.com/office/officeart/2005/8/layout/cycle8"/>
    <dgm:cxn modelId="{F1BA4D78-44BD-4DD7-8E53-3824D6EEC87A}" type="presParOf" srcId="{9BACC461-9988-4307-9447-CE00EC11F9B4}" destId="{1EA875AE-E098-40E7-9A45-72427C588E28}" srcOrd="22" destOrd="0" presId="urn:microsoft.com/office/officeart/2005/8/layout/cycle8"/>
    <dgm:cxn modelId="{622FF974-0A60-4C2E-8470-E1D5D7DCFCC3}" type="presParOf" srcId="{9BACC461-9988-4307-9447-CE00EC11F9B4}" destId="{4855EFB4-6339-450C-9DBD-11B79E8C0A3E}" srcOrd="23" destOrd="0" presId="urn:microsoft.com/office/officeart/2005/8/layout/cycle8"/>
    <dgm:cxn modelId="{98A2B02F-DA3D-4F79-A72B-B6238EA0B3F0}" type="presParOf" srcId="{9BACC461-9988-4307-9447-CE00EC11F9B4}" destId="{3F270E1E-C17A-4C96-9C34-0CE19CB53F3D}" srcOrd="24" destOrd="0" presId="urn:microsoft.com/office/officeart/2005/8/layout/cycle8"/>
    <dgm:cxn modelId="{5E164E90-F6B6-4C99-AC47-DF2DC1AEAD6F}" type="presParOf" srcId="{9BACC461-9988-4307-9447-CE00EC11F9B4}" destId="{EA4BD369-777C-427A-B28F-79FDE9010739}" srcOrd="25" destOrd="0" presId="urn:microsoft.com/office/officeart/2005/8/layout/cycle8"/>
    <dgm:cxn modelId="{7655ADAE-6ADF-4150-9637-3CACC11EE270}" type="presParOf" srcId="{9BACC461-9988-4307-9447-CE00EC11F9B4}" destId="{048A60B1-6940-480F-8113-1D8292199455}" srcOrd="26" destOrd="0" presId="urn:microsoft.com/office/officeart/2005/8/layout/cycle8"/>
    <dgm:cxn modelId="{5ADF3688-E9AF-4502-A822-550D22A8C5D5}" type="presParOf" srcId="{9BACC461-9988-4307-9447-CE00EC11F9B4}" destId="{2BCC7011-6BAA-47A0-840A-0702E428FF3E}" srcOrd="27" destOrd="0" presId="urn:microsoft.com/office/officeart/2005/8/layout/cycle8"/>
    <dgm:cxn modelId="{7CE9585C-ECE1-4B02-9F32-2220EC915CF3}" type="presParOf" srcId="{9BACC461-9988-4307-9447-CE00EC11F9B4}" destId="{03AD93FC-A440-483A-81E9-FE35E8C83112}" srcOrd="28" destOrd="0" presId="urn:microsoft.com/office/officeart/2005/8/layout/cycle8"/>
    <dgm:cxn modelId="{6D601C89-F8A4-4E2B-AEA2-2A07AD1B7DA3}" type="presParOf" srcId="{9BACC461-9988-4307-9447-CE00EC11F9B4}" destId="{B7F83677-A4BC-47E8-866F-99C84A6DDBC5}" srcOrd="29"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CBCABE-6655-45A9-9A49-28BE4AC85EB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0EC8FAB7-BB56-4949-A002-C4F6CBAD0148}">
      <dgm:prSet/>
      <dgm:spPr/>
      <dgm:t>
        <a:bodyPr/>
        <a:lstStyle/>
        <a:p>
          <a:r>
            <a:rPr lang="zh-CN" altLang="en-US" dirty="0">
              <a:latin typeface="华文中宋" panose="02010600040101010101" pitchFamily="2" charset="-122"/>
              <a:ea typeface="华文中宋" panose="02010600040101010101" pitchFamily="2" charset="-122"/>
            </a:rPr>
            <a:t>挖掘青少年真实问题</a:t>
          </a:r>
        </a:p>
      </dgm:t>
    </dgm:pt>
    <dgm:pt modelId="{FD854629-6954-42B3-B662-B87F34AF26FB}" type="parTrans" cxnId="{0B88F285-B261-4B70-A870-F36FD05EF313}">
      <dgm:prSet/>
      <dgm:spPr/>
      <dgm:t>
        <a:bodyPr/>
        <a:lstStyle/>
        <a:p>
          <a:endParaRPr lang="zh-CN" altLang="en-US"/>
        </a:p>
      </dgm:t>
    </dgm:pt>
    <dgm:pt modelId="{F356F68C-B66C-4BAD-8BD7-EB95258529AC}" type="sibTrans" cxnId="{0B88F285-B261-4B70-A870-F36FD05EF313}">
      <dgm:prSet/>
      <dgm:spPr/>
      <dgm:t>
        <a:bodyPr/>
        <a:lstStyle/>
        <a:p>
          <a:endParaRPr lang="zh-CN" altLang="en-US"/>
        </a:p>
      </dgm:t>
    </dgm:pt>
    <dgm:pt modelId="{B5EB7A6C-0C37-45F9-A222-091BF7CED449}">
      <dgm:prSet/>
      <dgm:spPr/>
      <dgm:t>
        <a:bodyPr/>
        <a:lstStyle/>
        <a:p>
          <a:r>
            <a:rPr lang="zh-CN" altLang="en-US" dirty="0">
              <a:latin typeface="华文中宋" panose="02010600040101010101" pitchFamily="2" charset="-122"/>
              <a:ea typeface="华文中宋" panose="02010600040101010101" pitchFamily="2" charset="-122"/>
            </a:rPr>
            <a:t>构建高质量结构化知识</a:t>
          </a:r>
        </a:p>
      </dgm:t>
    </dgm:pt>
    <dgm:pt modelId="{EB4C96F0-D901-419F-8F39-AB81CE51F7B5}" type="parTrans" cxnId="{BE594A93-36B9-4984-BFD7-F8B546120D66}">
      <dgm:prSet/>
      <dgm:spPr/>
      <dgm:t>
        <a:bodyPr/>
        <a:lstStyle/>
        <a:p>
          <a:endParaRPr lang="zh-CN" altLang="en-US"/>
        </a:p>
      </dgm:t>
    </dgm:pt>
    <dgm:pt modelId="{90B0BC68-FEB8-437C-9501-F28CA065AE2F}" type="sibTrans" cxnId="{BE594A93-36B9-4984-BFD7-F8B546120D66}">
      <dgm:prSet/>
      <dgm:spPr/>
      <dgm:t>
        <a:bodyPr/>
        <a:lstStyle/>
        <a:p>
          <a:endParaRPr lang="zh-CN" altLang="en-US"/>
        </a:p>
      </dgm:t>
    </dgm:pt>
    <dgm:pt modelId="{1B45143B-553B-4C79-9D33-86199CBDE5D1}">
      <dgm:prSet/>
      <dgm:spPr/>
      <dgm:t>
        <a:bodyPr/>
        <a:lstStyle/>
        <a:p>
          <a:r>
            <a:rPr lang="zh-CN" altLang="en-US" dirty="0">
              <a:latin typeface="华文中宋" panose="02010600040101010101" pitchFamily="2" charset="-122"/>
              <a:ea typeface="华文中宋" panose="02010600040101010101" pitchFamily="2" charset="-122"/>
            </a:rPr>
            <a:t>赋能智能化问答服务</a:t>
          </a:r>
        </a:p>
      </dgm:t>
    </dgm:pt>
    <dgm:pt modelId="{46EFCB14-C820-4E56-9D91-324173C5A9C9}" type="parTrans" cxnId="{351F2801-998F-4546-AC37-1B9C4AAB75B5}">
      <dgm:prSet/>
      <dgm:spPr/>
      <dgm:t>
        <a:bodyPr/>
        <a:lstStyle/>
        <a:p>
          <a:endParaRPr lang="zh-CN" altLang="en-US"/>
        </a:p>
      </dgm:t>
    </dgm:pt>
    <dgm:pt modelId="{D97BDB7F-8353-41C5-A60E-94DBEE4E3F8F}" type="sibTrans" cxnId="{351F2801-998F-4546-AC37-1B9C4AAB75B5}">
      <dgm:prSet/>
      <dgm:spPr/>
      <dgm:t>
        <a:bodyPr/>
        <a:lstStyle/>
        <a:p>
          <a:endParaRPr lang="zh-CN" altLang="en-US"/>
        </a:p>
      </dgm:t>
    </dgm:pt>
    <dgm:pt modelId="{3A4F2077-8F68-4580-826F-5F7AE78830D1}">
      <dgm:prSet custT="1"/>
      <dgm:spPr/>
      <dgm:t>
        <a:bodyPr/>
        <a:lstStyle/>
        <a:p>
          <a:pPr algn="just">
            <a:lnSpc>
              <a:spcPts val="3000"/>
            </a:lnSpc>
            <a:spcAft>
              <a:spcPts val="4200"/>
            </a:spcAft>
          </a:pPr>
          <a:r>
            <a:rPr lang="zh-CN" altLang="en-US" sz="2200" kern="0" spc="0" baseline="0" dirty="0">
              <a:latin typeface="华文中宋" panose="02010600040101010101" pitchFamily="2" charset="-122"/>
              <a:ea typeface="华文中宋" panose="02010600040101010101" pitchFamily="2" charset="-122"/>
            </a:rPr>
            <a:t>主动分析海量、真实的青少年评论与弹幕，构建真实“问题语料库”。
从非结构化文本中自动识别、提取并分类用户的真实健康问题。</a:t>
          </a:r>
        </a:p>
      </dgm:t>
    </dgm:pt>
    <dgm:pt modelId="{A67D5FAC-0956-49F7-8480-536C5A665328}" type="parTrans" cxnId="{A0F667A3-3080-441D-9960-AB8D1BC644D8}">
      <dgm:prSet/>
      <dgm:spPr/>
      <dgm:t>
        <a:bodyPr/>
        <a:lstStyle/>
        <a:p>
          <a:endParaRPr lang="zh-CN" altLang="en-US"/>
        </a:p>
      </dgm:t>
    </dgm:pt>
    <dgm:pt modelId="{B592FBE8-D45C-4816-A7FE-741D69E491F5}" type="sibTrans" cxnId="{A0F667A3-3080-441D-9960-AB8D1BC644D8}">
      <dgm:prSet/>
      <dgm:spPr/>
      <dgm:t>
        <a:bodyPr/>
        <a:lstStyle/>
        <a:p>
          <a:endParaRPr lang="zh-CN" altLang="en-US"/>
        </a:p>
      </dgm:t>
    </dgm:pt>
    <dgm:pt modelId="{20C027E6-0B19-4CC3-B347-CCFFAE15624E}">
      <dgm:prSet custT="1"/>
      <dgm:spPr/>
      <dgm:t>
        <a:bodyPr/>
        <a:lstStyle/>
        <a:p>
          <a:pPr algn="just">
            <a:lnSpc>
              <a:spcPts val="3000"/>
            </a:lnSpc>
            <a:spcBef>
              <a:spcPts val="1200"/>
            </a:spcBef>
            <a:spcAft>
              <a:spcPts val="3200"/>
            </a:spcAft>
          </a:pPr>
          <a:r>
            <a:rPr lang="zh-CN" altLang="en-US" sz="2200" kern="0" spc="0" baseline="0" dirty="0">
              <a:solidFill>
                <a:prstClr val="black">
                  <a:hueOff val="0"/>
                  <a:satOff val="0"/>
                  <a:lumOff val="0"/>
                  <a:alphaOff val="0"/>
                </a:prstClr>
              </a:solidFill>
              <a:latin typeface="华文中宋" panose="02010600040101010101" pitchFamily="2" charset="-122"/>
              <a:ea typeface="华文中宋" panose="02010600040101010101" pitchFamily="2" charset="-122"/>
              <a:cs typeface="+mn-cs"/>
            </a:rPr>
            <a:t>借助大语言模型，将口语化、非正式的问题进行规范化整理。
生成科学、准确、易于理解的答案，构建源于社交媒体真实场景的青少年生殖健康问答数据集。</a:t>
          </a:r>
        </a:p>
      </dgm:t>
    </dgm:pt>
    <dgm:pt modelId="{0846E6C8-6074-457F-A68B-3ECFA0A9B764}" type="parTrans" cxnId="{C8350C76-BF00-40FC-9E97-D66735273420}">
      <dgm:prSet/>
      <dgm:spPr/>
      <dgm:t>
        <a:bodyPr/>
        <a:lstStyle/>
        <a:p>
          <a:endParaRPr lang="zh-CN" altLang="en-US"/>
        </a:p>
      </dgm:t>
    </dgm:pt>
    <dgm:pt modelId="{C0442DFC-ED49-41D8-B23B-8FC22C5DD36F}" type="sibTrans" cxnId="{C8350C76-BF00-40FC-9E97-D66735273420}">
      <dgm:prSet/>
      <dgm:spPr/>
      <dgm:t>
        <a:bodyPr/>
        <a:lstStyle/>
        <a:p>
          <a:endParaRPr lang="zh-CN" altLang="en-US"/>
        </a:p>
      </dgm:t>
    </dgm:pt>
    <dgm:pt modelId="{4272F69B-BCCB-4128-BF35-62FC914D3A2B}">
      <dgm:prSet custT="1"/>
      <dgm:spPr/>
      <dgm:t>
        <a:bodyPr/>
        <a:lstStyle/>
        <a:p>
          <a:pPr algn="just">
            <a:lnSpc>
              <a:spcPts val="2800"/>
            </a:lnSpc>
            <a:spcAft>
              <a:spcPts val="2400"/>
            </a:spcAft>
          </a:pPr>
          <a:r>
            <a:rPr lang="zh-CN" altLang="en-US" sz="2200" spc="0" baseline="0" dirty="0">
              <a:latin typeface="华文中宋" panose="02010600040101010101" pitchFamily="2" charset="-122"/>
              <a:ea typeface="华文中宋" panose="02010600040101010101" pitchFamily="2" charset="-122"/>
            </a:rPr>
            <a:t>基于构建的数据集，对开源大语言模型进行领域微调，提升其在专业健康问答任务中的性能。
为开发智能问答机器人、优化平台内容推荐提供科学的依据和实践基础。</a:t>
          </a:r>
        </a:p>
      </dgm:t>
    </dgm:pt>
    <dgm:pt modelId="{4BD5E602-F655-4E63-BCEF-C0D81AAE47CB}" type="parTrans" cxnId="{E253BCB8-814F-4CF8-94CD-B399EC486FCA}">
      <dgm:prSet/>
      <dgm:spPr/>
      <dgm:t>
        <a:bodyPr/>
        <a:lstStyle/>
        <a:p>
          <a:endParaRPr lang="zh-CN" altLang="en-US"/>
        </a:p>
      </dgm:t>
    </dgm:pt>
    <dgm:pt modelId="{63995873-F604-4EA3-AC90-2C298EA35741}" type="sibTrans" cxnId="{E253BCB8-814F-4CF8-94CD-B399EC486FCA}">
      <dgm:prSet/>
      <dgm:spPr/>
      <dgm:t>
        <a:bodyPr/>
        <a:lstStyle/>
        <a:p>
          <a:endParaRPr lang="zh-CN" altLang="en-US"/>
        </a:p>
      </dgm:t>
    </dgm:pt>
    <dgm:pt modelId="{95B13B5A-C291-443F-AE1E-9B0DCF273F67}">
      <dgm:prSet/>
      <dgm:spPr/>
      <dgm:t>
        <a:bodyPr/>
        <a:lstStyle/>
        <a:p>
          <a:pPr algn="just">
            <a:lnSpc>
              <a:spcPct val="90000"/>
            </a:lnSpc>
            <a:spcAft>
              <a:spcPct val="15000"/>
            </a:spcAft>
          </a:pPr>
          <a:endParaRPr lang="zh-CN" altLang="en-US" sz="2100" spc="0" baseline="0" dirty="0">
            <a:latin typeface="华文中宋" panose="02010600040101010101" pitchFamily="2" charset="-122"/>
            <a:ea typeface="华文中宋" panose="02010600040101010101" pitchFamily="2" charset="-122"/>
          </a:endParaRPr>
        </a:p>
      </dgm:t>
    </dgm:pt>
    <dgm:pt modelId="{E9A49780-CE57-432F-9DC0-066F68D55BE6}" type="parTrans" cxnId="{C6B577EF-4F23-4168-929A-BEA1A2E0A4F2}">
      <dgm:prSet/>
      <dgm:spPr/>
      <dgm:t>
        <a:bodyPr/>
        <a:lstStyle/>
        <a:p>
          <a:endParaRPr lang="zh-CN" altLang="en-US"/>
        </a:p>
      </dgm:t>
    </dgm:pt>
    <dgm:pt modelId="{32B3A52F-3666-41BD-BEE4-C82D70A4EC6C}" type="sibTrans" cxnId="{C6B577EF-4F23-4168-929A-BEA1A2E0A4F2}">
      <dgm:prSet/>
      <dgm:spPr/>
      <dgm:t>
        <a:bodyPr/>
        <a:lstStyle/>
        <a:p>
          <a:endParaRPr lang="zh-CN" altLang="en-US"/>
        </a:p>
      </dgm:t>
    </dgm:pt>
    <dgm:pt modelId="{C992D404-D68D-453B-AEC7-4306DCD78A97}" type="pres">
      <dgm:prSet presAssocID="{EBCBCABE-6655-45A9-9A49-28BE4AC85EB3}" presName="Name0" presStyleCnt="0">
        <dgm:presLayoutVars>
          <dgm:dir/>
          <dgm:animLvl val="lvl"/>
          <dgm:resizeHandles val="exact"/>
        </dgm:presLayoutVars>
      </dgm:prSet>
      <dgm:spPr/>
    </dgm:pt>
    <dgm:pt modelId="{5C910787-14EE-4F86-92B4-B2115B7F6441}" type="pres">
      <dgm:prSet presAssocID="{0EC8FAB7-BB56-4949-A002-C4F6CBAD0148}" presName="composite" presStyleCnt="0"/>
      <dgm:spPr/>
    </dgm:pt>
    <dgm:pt modelId="{18C06062-79E0-43A8-9301-CB603815E915}" type="pres">
      <dgm:prSet presAssocID="{0EC8FAB7-BB56-4949-A002-C4F6CBAD0148}" presName="parTx" presStyleLbl="alignNode1" presStyleIdx="0" presStyleCnt="3" custScaleY="97826">
        <dgm:presLayoutVars>
          <dgm:chMax val="0"/>
          <dgm:chPref val="0"/>
          <dgm:bulletEnabled val="1"/>
        </dgm:presLayoutVars>
      </dgm:prSet>
      <dgm:spPr/>
    </dgm:pt>
    <dgm:pt modelId="{1BD5CC07-FA65-4355-BB6C-8B80F7CD6F3F}" type="pres">
      <dgm:prSet presAssocID="{0EC8FAB7-BB56-4949-A002-C4F6CBAD0148}" presName="desTx" presStyleLbl="alignAccFollowNode1" presStyleIdx="0" presStyleCnt="3">
        <dgm:presLayoutVars>
          <dgm:bulletEnabled val="1"/>
        </dgm:presLayoutVars>
      </dgm:prSet>
      <dgm:spPr/>
    </dgm:pt>
    <dgm:pt modelId="{3A3C9414-68BD-45C5-892E-497780652649}" type="pres">
      <dgm:prSet presAssocID="{F356F68C-B66C-4BAD-8BD7-EB95258529AC}" presName="space" presStyleCnt="0"/>
      <dgm:spPr/>
    </dgm:pt>
    <dgm:pt modelId="{AB346AD3-6C2B-4205-82F7-4897ABBD89A8}" type="pres">
      <dgm:prSet presAssocID="{B5EB7A6C-0C37-45F9-A222-091BF7CED449}" presName="composite" presStyleCnt="0"/>
      <dgm:spPr/>
    </dgm:pt>
    <dgm:pt modelId="{433C0324-9C09-4459-A088-746672A95D50}" type="pres">
      <dgm:prSet presAssocID="{B5EB7A6C-0C37-45F9-A222-091BF7CED449}" presName="parTx" presStyleLbl="alignNode1" presStyleIdx="1" presStyleCnt="3" custScaleY="97826" custLinFactNeighborX="0" custLinFactNeighborY="-608">
        <dgm:presLayoutVars>
          <dgm:chMax val="0"/>
          <dgm:chPref val="0"/>
          <dgm:bulletEnabled val="1"/>
        </dgm:presLayoutVars>
      </dgm:prSet>
      <dgm:spPr/>
    </dgm:pt>
    <dgm:pt modelId="{06CF3C8B-ECA8-4F87-8643-C42C96714A45}" type="pres">
      <dgm:prSet presAssocID="{B5EB7A6C-0C37-45F9-A222-091BF7CED449}" presName="desTx" presStyleLbl="alignAccFollowNode1" presStyleIdx="1" presStyleCnt="3" custLinFactNeighborY="-410">
        <dgm:presLayoutVars>
          <dgm:bulletEnabled val="1"/>
        </dgm:presLayoutVars>
      </dgm:prSet>
      <dgm:spPr/>
    </dgm:pt>
    <dgm:pt modelId="{874FD747-21FA-4B37-A557-A424AC89EA37}" type="pres">
      <dgm:prSet presAssocID="{90B0BC68-FEB8-437C-9501-F28CA065AE2F}" presName="space" presStyleCnt="0"/>
      <dgm:spPr/>
    </dgm:pt>
    <dgm:pt modelId="{5DB26605-619C-47FD-9766-26EB56F37896}" type="pres">
      <dgm:prSet presAssocID="{1B45143B-553B-4C79-9D33-86199CBDE5D1}" presName="composite" presStyleCnt="0"/>
      <dgm:spPr/>
    </dgm:pt>
    <dgm:pt modelId="{57B4119B-CC71-4618-B1A0-651758CAB5ED}" type="pres">
      <dgm:prSet presAssocID="{1B45143B-553B-4C79-9D33-86199CBDE5D1}" presName="parTx" presStyleLbl="alignNode1" presStyleIdx="2" presStyleCnt="3" custScaleY="97826">
        <dgm:presLayoutVars>
          <dgm:chMax val="0"/>
          <dgm:chPref val="0"/>
          <dgm:bulletEnabled val="1"/>
        </dgm:presLayoutVars>
      </dgm:prSet>
      <dgm:spPr/>
    </dgm:pt>
    <dgm:pt modelId="{B4791110-5961-4752-9AAE-B778067160D9}" type="pres">
      <dgm:prSet presAssocID="{1B45143B-553B-4C79-9D33-86199CBDE5D1}" presName="desTx" presStyleLbl="alignAccFollowNode1" presStyleIdx="2" presStyleCnt="3">
        <dgm:presLayoutVars>
          <dgm:bulletEnabled val="1"/>
        </dgm:presLayoutVars>
      </dgm:prSet>
      <dgm:spPr/>
    </dgm:pt>
  </dgm:ptLst>
  <dgm:cxnLst>
    <dgm:cxn modelId="{351F2801-998F-4546-AC37-1B9C4AAB75B5}" srcId="{EBCBCABE-6655-45A9-9A49-28BE4AC85EB3}" destId="{1B45143B-553B-4C79-9D33-86199CBDE5D1}" srcOrd="2" destOrd="0" parTransId="{46EFCB14-C820-4E56-9D91-324173C5A9C9}" sibTransId="{D97BDB7F-8353-41C5-A60E-94DBEE4E3F8F}"/>
    <dgm:cxn modelId="{A0D9371D-9069-4FE7-AF2D-056874933BD6}" type="presOf" srcId="{B5EB7A6C-0C37-45F9-A222-091BF7CED449}" destId="{433C0324-9C09-4459-A088-746672A95D50}" srcOrd="0" destOrd="0" presId="urn:microsoft.com/office/officeart/2005/8/layout/hList1"/>
    <dgm:cxn modelId="{A0C44E1E-CD21-4740-AE7C-9F19E62D01B2}" type="presOf" srcId="{EBCBCABE-6655-45A9-9A49-28BE4AC85EB3}" destId="{C992D404-D68D-453B-AEC7-4306DCD78A97}" srcOrd="0" destOrd="0" presId="urn:microsoft.com/office/officeart/2005/8/layout/hList1"/>
    <dgm:cxn modelId="{F3202428-3E72-4B7C-9D7F-43EEB69A5D73}" type="presOf" srcId="{3A4F2077-8F68-4580-826F-5F7AE78830D1}" destId="{1BD5CC07-FA65-4355-BB6C-8B80F7CD6F3F}" srcOrd="0" destOrd="0" presId="urn:microsoft.com/office/officeart/2005/8/layout/hList1"/>
    <dgm:cxn modelId="{C8350C76-BF00-40FC-9E97-D66735273420}" srcId="{B5EB7A6C-0C37-45F9-A222-091BF7CED449}" destId="{20C027E6-0B19-4CC3-B347-CCFFAE15624E}" srcOrd="0" destOrd="0" parTransId="{0846E6C8-6074-457F-A68B-3ECFA0A9B764}" sibTransId="{C0442DFC-ED49-41D8-B23B-8FC22C5DD36F}"/>
    <dgm:cxn modelId="{0B88F285-B261-4B70-A870-F36FD05EF313}" srcId="{EBCBCABE-6655-45A9-9A49-28BE4AC85EB3}" destId="{0EC8FAB7-BB56-4949-A002-C4F6CBAD0148}" srcOrd="0" destOrd="0" parTransId="{FD854629-6954-42B3-B662-B87F34AF26FB}" sibTransId="{F356F68C-B66C-4BAD-8BD7-EB95258529AC}"/>
    <dgm:cxn modelId="{BE594A93-36B9-4984-BFD7-F8B546120D66}" srcId="{EBCBCABE-6655-45A9-9A49-28BE4AC85EB3}" destId="{B5EB7A6C-0C37-45F9-A222-091BF7CED449}" srcOrd="1" destOrd="0" parTransId="{EB4C96F0-D901-419F-8F39-AB81CE51F7B5}" sibTransId="{90B0BC68-FEB8-437C-9501-F28CA065AE2F}"/>
    <dgm:cxn modelId="{D3842794-1418-4458-BDFC-4C7008A8D550}" type="presOf" srcId="{4272F69B-BCCB-4128-BF35-62FC914D3A2B}" destId="{B4791110-5961-4752-9AAE-B778067160D9}" srcOrd="0" destOrd="0" presId="urn:microsoft.com/office/officeart/2005/8/layout/hList1"/>
    <dgm:cxn modelId="{A0F667A3-3080-441D-9960-AB8D1BC644D8}" srcId="{0EC8FAB7-BB56-4949-A002-C4F6CBAD0148}" destId="{3A4F2077-8F68-4580-826F-5F7AE78830D1}" srcOrd="0" destOrd="0" parTransId="{A67D5FAC-0956-49F7-8480-536C5A665328}" sibTransId="{B592FBE8-D45C-4816-A7FE-741D69E491F5}"/>
    <dgm:cxn modelId="{E253BCB8-814F-4CF8-94CD-B399EC486FCA}" srcId="{1B45143B-553B-4C79-9D33-86199CBDE5D1}" destId="{4272F69B-BCCB-4128-BF35-62FC914D3A2B}" srcOrd="0" destOrd="0" parTransId="{4BD5E602-F655-4E63-BCEF-C0D81AAE47CB}" sibTransId="{63995873-F604-4EA3-AC90-2C298EA35741}"/>
    <dgm:cxn modelId="{A2B8BEC8-6454-4015-A845-6949A7542AD3}" type="presOf" srcId="{0EC8FAB7-BB56-4949-A002-C4F6CBAD0148}" destId="{18C06062-79E0-43A8-9301-CB603815E915}" srcOrd="0" destOrd="0" presId="urn:microsoft.com/office/officeart/2005/8/layout/hList1"/>
    <dgm:cxn modelId="{7FB541CF-3D3E-4BFA-9598-27584538B4A3}" type="presOf" srcId="{1B45143B-553B-4C79-9D33-86199CBDE5D1}" destId="{57B4119B-CC71-4618-B1A0-651758CAB5ED}" srcOrd="0" destOrd="0" presId="urn:microsoft.com/office/officeart/2005/8/layout/hList1"/>
    <dgm:cxn modelId="{984655DC-9640-4C92-B956-D411E81FD756}" type="presOf" srcId="{95B13B5A-C291-443F-AE1E-9B0DCF273F67}" destId="{B4791110-5961-4752-9AAE-B778067160D9}" srcOrd="0" destOrd="1" presId="urn:microsoft.com/office/officeart/2005/8/layout/hList1"/>
    <dgm:cxn modelId="{C6B577EF-4F23-4168-929A-BEA1A2E0A4F2}" srcId="{1B45143B-553B-4C79-9D33-86199CBDE5D1}" destId="{95B13B5A-C291-443F-AE1E-9B0DCF273F67}" srcOrd="1" destOrd="0" parTransId="{E9A49780-CE57-432F-9DC0-066F68D55BE6}" sibTransId="{32B3A52F-3666-41BD-BEE4-C82D70A4EC6C}"/>
    <dgm:cxn modelId="{4C4835F5-9069-4E42-8191-53398B717583}" type="presOf" srcId="{20C027E6-0B19-4CC3-B347-CCFFAE15624E}" destId="{06CF3C8B-ECA8-4F87-8643-C42C96714A45}" srcOrd="0" destOrd="0" presId="urn:microsoft.com/office/officeart/2005/8/layout/hList1"/>
    <dgm:cxn modelId="{99EE82F3-A874-42D9-B9DB-3E1E6211B3A2}" type="presParOf" srcId="{C992D404-D68D-453B-AEC7-4306DCD78A97}" destId="{5C910787-14EE-4F86-92B4-B2115B7F6441}" srcOrd="0" destOrd="0" presId="urn:microsoft.com/office/officeart/2005/8/layout/hList1"/>
    <dgm:cxn modelId="{F269E7DD-5E14-4151-9D57-F92007E22B03}" type="presParOf" srcId="{5C910787-14EE-4F86-92B4-B2115B7F6441}" destId="{18C06062-79E0-43A8-9301-CB603815E915}" srcOrd="0" destOrd="0" presId="urn:microsoft.com/office/officeart/2005/8/layout/hList1"/>
    <dgm:cxn modelId="{30A1A590-7F5C-4D6E-8A71-913C9BAC012C}" type="presParOf" srcId="{5C910787-14EE-4F86-92B4-B2115B7F6441}" destId="{1BD5CC07-FA65-4355-BB6C-8B80F7CD6F3F}" srcOrd="1" destOrd="0" presId="urn:microsoft.com/office/officeart/2005/8/layout/hList1"/>
    <dgm:cxn modelId="{90636E7A-6327-4260-8169-59B476526D7E}" type="presParOf" srcId="{C992D404-D68D-453B-AEC7-4306DCD78A97}" destId="{3A3C9414-68BD-45C5-892E-497780652649}" srcOrd="1" destOrd="0" presId="urn:microsoft.com/office/officeart/2005/8/layout/hList1"/>
    <dgm:cxn modelId="{AEB3B1D6-E1A9-4653-BCA4-1940DF02C504}" type="presParOf" srcId="{C992D404-D68D-453B-AEC7-4306DCD78A97}" destId="{AB346AD3-6C2B-4205-82F7-4897ABBD89A8}" srcOrd="2" destOrd="0" presId="urn:microsoft.com/office/officeart/2005/8/layout/hList1"/>
    <dgm:cxn modelId="{0F591DA2-4933-4BC8-AE99-FE10F5BC28AB}" type="presParOf" srcId="{AB346AD3-6C2B-4205-82F7-4897ABBD89A8}" destId="{433C0324-9C09-4459-A088-746672A95D50}" srcOrd="0" destOrd="0" presId="urn:microsoft.com/office/officeart/2005/8/layout/hList1"/>
    <dgm:cxn modelId="{2ADE16F6-A783-4E64-8765-E6753AECE82B}" type="presParOf" srcId="{AB346AD3-6C2B-4205-82F7-4897ABBD89A8}" destId="{06CF3C8B-ECA8-4F87-8643-C42C96714A45}" srcOrd="1" destOrd="0" presId="urn:microsoft.com/office/officeart/2005/8/layout/hList1"/>
    <dgm:cxn modelId="{0D7AD031-6949-4D31-AECA-61DF24B50C66}" type="presParOf" srcId="{C992D404-D68D-453B-AEC7-4306DCD78A97}" destId="{874FD747-21FA-4B37-A557-A424AC89EA37}" srcOrd="3" destOrd="0" presId="urn:microsoft.com/office/officeart/2005/8/layout/hList1"/>
    <dgm:cxn modelId="{67398668-B25C-4B56-A0E6-17B78057A29F}" type="presParOf" srcId="{C992D404-D68D-453B-AEC7-4306DCD78A97}" destId="{5DB26605-619C-47FD-9766-26EB56F37896}" srcOrd="4" destOrd="0" presId="urn:microsoft.com/office/officeart/2005/8/layout/hList1"/>
    <dgm:cxn modelId="{BFD7E454-40F6-4D0A-A1D3-1FF011D3ADC3}" type="presParOf" srcId="{5DB26605-619C-47FD-9766-26EB56F37896}" destId="{57B4119B-CC71-4618-B1A0-651758CAB5ED}" srcOrd="0" destOrd="0" presId="urn:microsoft.com/office/officeart/2005/8/layout/hList1"/>
    <dgm:cxn modelId="{C60D636E-5C1C-40E2-9BAF-196BD0E952DF}" type="presParOf" srcId="{5DB26605-619C-47FD-9766-26EB56F37896}" destId="{B4791110-5961-4752-9AAE-B778067160D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0DBC71-8D8E-42BB-867E-196CD4992CBB}" type="doc">
      <dgm:prSet loTypeId="urn:microsoft.com/office/officeart/2005/8/layout/vList6" loCatId="list" qsTypeId="urn:microsoft.com/office/officeart/2005/8/quickstyle/3d1" qsCatId="3D" csTypeId="urn:microsoft.com/office/officeart/2005/8/colors/colorful2" csCatId="colorful" phldr="1"/>
      <dgm:spPr/>
      <dgm:t>
        <a:bodyPr/>
        <a:lstStyle/>
        <a:p>
          <a:endParaRPr lang="zh-CN" altLang="en-US"/>
        </a:p>
      </dgm:t>
    </dgm:pt>
    <dgm:pt modelId="{350F6308-6580-4677-AA72-208400C5E52D}">
      <dgm:prSet phldrT="[文本]" custT="1"/>
      <dgm:spPr/>
      <dgm:t>
        <a:bodyPr/>
        <a:lstStyle/>
        <a:p>
          <a:r>
            <a:rPr lang="zh-CN" altLang="en-US" sz="2400" dirty="0">
              <a:latin typeface="华文中宋" panose="02010600040101010101" pitchFamily="2" charset="-122"/>
              <a:ea typeface="华文中宋" panose="02010600040101010101" pitchFamily="2" charset="-122"/>
            </a:rPr>
            <a:t>趋势</a:t>
          </a:r>
        </a:p>
      </dgm:t>
    </dgm:pt>
    <dgm:pt modelId="{69BE687A-7E1F-4C62-AFBE-5CEEA5FB963D}" type="parTrans" cxnId="{1E684C42-D3CE-4961-8537-96F45BFBCB7D}">
      <dgm:prSet/>
      <dgm:spPr/>
      <dgm:t>
        <a:bodyPr/>
        <a:lstStyle/>
        <a:p>
          <a:endParaRPr lang="zh-CN" altLang="en-US"/>
        </a:p>
      </dgm:t>
    </dgm:pt>
    <dgm:pt modelId="{2F6810AE-A3C1-4238-A327-A32A17E5B813}" type="sibTrans" cxnId="{1E684C42-D3CE-4961-8537-96F45BFBCB7D}">
      <dgm:prSet/>
      <dgm:spPr/>
      <dgm:t>
        <a:bodyPr/>
        <a:lstStyle/>
        <a:p>
          <a:endParaRPr lang="zh-CN" altLang="en-US"/>
        </a:p>
      </dgm:t>
    </dgm:pt>
    <dgm:pt modelId="{D28589BB-FA07-488C-BEB8-7567C3A0FD42}">
      <dgm:prSet phldrT="[文本]" custT="1"/>
      <dgm:spPr/>
      <dgm:t>
        <a:bodyPr anchor="ctr"/>
        <a:lstStyle/>
        <a:p>
          <a:pPr algn="just">
            <a:lnSpc>
              <a:spcPts val="2600"/>
            </a:lnSpc>
          </a:pPr>
          <a:r>
            <a:rPr lang="zh-CN" altLang="en-US" sz="2000" b="1" dirty="0">
              <a:latin typeface="华文中宋" panose="02010600040101010101" pitchFamily="2" charset="-122"/>
              <a:ea typeface="华文中宋" panose="02010600040101010101" pitchFamily="2" charset="-122"/>
            </a:rPr>
            <a:t>背景</a:t>
          </a:r>
          <a:r>
            <a:rPr lang="zh-CN" altLang="en-US" sz="2000" b="0" dirty="0">
              <a:latin typeface="华文中宋" panose="02010600040101010101" pitchFamily="2" charset="-122"/>
              <a:ea typeface="华文中宋" panose="02010600040101010101" pitchFamily="2" charset="-122"/>
            </a:rPr>
            <a:t>：</a:t>
          </a:r>
          <a:r>
            <a:rPr lang="zh-CN" altLang="en-US" sz="2000" b="1" dirty="0">
              <a:latin typeface="华文中宋" panose="02010600040101010101" pitchFamily="2" charset="-122"/>
              <a:ea typeface="华文中宋" panose="02010600040101010101" pitchFamily="2" charset="-122"/>
            </a:rPr>
            <a:t> </a:t>
          </a:r>
          <a:r>
            <a:rPr lang="zh-CN" altLang="en-US" sz="2000" dirty="0">
              <a:latin typeface="华文中宋" panose="02010600040101010101" pitchFamily="2" charset="-122"/>
              <a:ea typeface="华文中宋" panose="02010600040101010101" pitchFamily="2" charset="-122"/>
            </a:rPr>
            <a:t>传统学校教育存在敏感话题规避、覆盖不足等问题，青少年日益转向</a:t>
          </a:r>
          <a:r>
            <a:rPr lang="en-US" altLang="en-US" sz="2000" dirty="0" err="1">
              <a:latin typeface="华文中宋" panose="02010600040101010101" pitchFamily="2" charset="-122"/>
              <a:ea typeface="华文中宋" panose="02010600040101010101" pitchFamily="2" charset="-122"/>
            </a:rPr>
            <a:t>Bilibili</a:t>
          </a:r>
          <a:r>
            <a:rPr lang="zh-CN" altLang="en-US" sz="2000" dirty="0">
              <a:latin typeface="华文中宋" panose="02010600040101010101" pitchFamily="2" charset="-122"/>
              <a:ea typeface="华文中宋" panose="02010600040101010101" pitchFamily="2" charset="-122"/>
            </a:rPr>
            <a:t>、抖音等数字平台“自学”生殖健康知识。
</a:t>
          </a:r>
          <a:r>
            <a:rPr lang="zh-CN" altLang="en-US" sz="2000" b="1" dirty="0">
              <a:latin typeface="华文中宋" panose="02010600040101010101" pitchFamily="2" charset="-122"/>
              <a:ea typeface="华文中宋" panose="02010600040101010101" pitchFamily="2" charset="-122"/>
            </a:rPr>
            <a:t>挑战</a:t>
          </a:r>
          <a:r>
            <a:rPr lang="zh-CN" altLang="en-US" sz="2000" dirty="0">
              <a:latin typeface="华文中宋" panose="02010600040101010101" pitchFamily="2" charset="-122"/>
              <a:ea typeface="华文中宋" panose="02010600040101010101" pitchFamily="2" charset="-122"/>
            </a:rPr>
            <a:t>： 研究发现，社交媒体平台的用户生成内容（</a:t>
          </a:r>
          <a:r>
            <a:rPr lang="en-US" altLang="zh-CN" sz="2000" dirty="0">
              <a:latin typeface="华文中宋" panose="02010600040101010101" pitchFamily="2" charset="-122"/>
              <a:ea typeface="华文中宋" panose="02010600040101010101" pitchFamily="2" charset="-122"/>
            </a:rPr>
            <a:t>UGC</a:t>
          </a:r>
          <a:r>
            <a:rPr lang="zh-CN" altLang="en-US" sz="2000" dirty="0">
              <a:latin typeface="华文中宋" panose="02010600040101010101" pitchFamily="2" charset="-122"/>
              <a:ea typeface="华文中宋" panose="02010600040101010101" pitchFamily="2" charset="-122"/>
            </a:rPr>
            <a:t>）质量参差不齐，存在信息“失真”、过度娱乐化和商业化等风险。</a:t>
          </a:r>
        </a:p>
      </dgm:t>
    </dgm:pt>
    <dgm:pt modelId="{BBEF5E6D-0FCB-4070-9604-CF69652DD5AA}" type="parTrans" cxnId="{8875B1E6-5B96-4571-9F65-9623E1460850}">
      <dgm:prSet/>
      <dgm:spPr/>
      <dgm:t>
        <a:bodyPr/>
        <a:lstStyle/>
        <a:p>
          <a:endParaRPr lang="zh-CN" altLang="en-US"/>
        </a:p>
      </dgm:t>
    </dgm:pt>
    <dgm:pt modelId="{2F94B35B-C151-4AA1-9096-1137E4422F99}" type="sibTrans" cxnId="{8875B1E6-5B96-4571-9F65-9623E1460850}">
      <dgm:prSet/>
      <dgm:spPr/>
      <dgm:t>
        <a:bodyPr/>
        <a:lstStyle/>
        <a:p>
          <a:endParaRPr lang="zh-CN" altLang="en-US"/>
        </a:p>
      </dgm:t>
    </dgm:pt>
    <dgm:pt modelId="{107A314A-6860-41B1-AD56-F350D5D05344}">
      <dgm:prSet phldrT="[文本]" custT="1"/>
      <dgm:spPr/>
      <dgm:t>
        <a:bodyPr/>
        <a:lstStyle/>
        <a:p>
          <a:r>
            <a:rPr lang="zh-CN" altLang="en-US" sz="2400" dirty="0">
              <a:latin typeface="华文中宋" panose="02010600040101010101" pitchFamily="2" charset="-122"/>
              <a:ea typeface="华文中宋" panose="02010600040101010101" pitchFamily="2" charset="-122"/>
            </a:rPr>
            <a:t>进展</a:t>
          </a:r>
        </a:p>
      </dgm:t>
    </dgm:pt>
    <dgm:pt modelId="{6301CD2D-80A9-45CE-BDAC-DB7703A626B4}" type="parTrans" cxnId="{7D59AF52-E02A-4364-B847-E0E15BAFF096}">
      <dgm:prSet/>
      <dgm:spPr/>
      <dgm:t>
        <a:bodyPr/>
        <a:lstStyle/>
        <a:p>
          <a:endParaRPr lang="zh-CN" altLang="en-US"/>
        </a:p>
      </dgm:t>
    </dgm:pt>
    <dgm:pt modelId="{BBEC9632-D235-40C3-B5D5-DB7C7FF52FA1}" type="sibTrans" cxnId="{7D59AF52-E02A-4364-B847-E0E15BAFF096}">
      <dgm:prSet/>
      <dgm:spPr/>
      <dgm:t>
        <a:bodyPr/>
        <a:lstStyle/>
        <a:p>
          <a:endParaRPr lang="zh-CN" altLang="en-US"/>
        </a:p>
      </dgm:t>
    </dgm:pt>
    <dgm:pt modelId="{8AC29984-F7B9-49BD-97BC-839A7B69E66D}">
      <dgm:prSet phldrT="[文本]" custT="1"/>
      <dgm:spPr/>
      <dgm:t>
        <a:bodyPr anchor="ctr"/>
        <a:lstStyle/>
        <a:p>
          <a:pPr algn="just">
            <a:lnSpc>
              <a:spcPts val="2400"/>
            </a:lnSpc>
            <a:spcAft>
              <a:spcPts val="800"/>
            </a:spcAft>
          </a:pPr>
          <a:r>
            <a:rPr lang="zh-CN" altLang="en-US" sz="2000" b="1" dirty="0">
              <a:latin typeface="华文中宋" panose="02010600040101010101" pitchFamily="2" charset="-122"/>
              <a:ea typeface="华文中宋" panose="02010600040101010101" pitchFamily="2" charset="-122"/>
            </a:rPr>
            <a:t>聚焦本土平台</a:t>
          </a:r>
          <a:r>
            <a:rPr lang="zh-CN" altLang="en-US" sz="2000" dirty="0">
              <a:latin typeface="华文中宋" panose="02010600040101010101" pitchFamily="2" charset="-122"/>
              <a:ea typeface="华文中宋" panose="02010600040101010101" pitchFamily="2" charset="-122"/>
            </a:rPr>
            <a:t>： 针对</a:t>
          </a:r>
          <a:r>
            <a:rPr lang="en-US" altLang="en-US" sz="2000" dirty="0">
              <a:latin typeface="华文中宋" panose="02010600040101010101" pitchFamily="2" charset="-122"/>
              <a:ea typeface="华文中宋" panose="02010600040101010101" pitchFamily="2" charset="-122"/>
            </a:rPr>
            <a:t>B</a:t>
          </a:r>
          <a:r>
            <a:rPr lang="zh-CN" altLang="en-US" sz="2000" dirty="0">
              <a:latin typeface="华文中宋" panose="02010600040101010101" pitchFamily="2" charset="-122"/>
              <a:ea typeface="华文中宋" panose="02010600040101010101" pitchFamily="2" charset="-122"/>
            </a:rPr>
            <a:t>站等本土平台的研究逐渐深入。一项对</a:t>
          </a:r>
          <a:r>
            <a:rPr lang="en-US" altLang="en-US" sz="2000" dirty="0">
              <a:latin typeface="华文中宋" panose="02010600040101010101" pitchFamily="2" charset="-122"/>
              <a:ea typeface="华文中宋" panose="02010600040101010101" pitchFamily="2" charset="-122"/>
            </a:rPr>
            <a:t>B</a:t>
          </a:r>
          <a:r>
            <a:rPr lang="zh-CN" altLang="en-US" sz="2000" dirty="0">
              <a:latin typeface="华文中宋" panose="02010600040101010101" pitchFamily="2" charset="-122"/>
              <a:ea typeface="华文中宋" panose="02010600040101010101" pitchFamily="2" charset="-122"/>
            </a:rPr>
            <a:t>站弹幕的研究发现，弹幕是承载青少年真实困惑、情感诉求和知识缺口的“富矿” 。
</a:t>
          </a:r>
          <a:r>
            <a:rPr lang="zh-CN" altLang="en-US" sz="2000" b="1" dirty="0">
              <a:latin typeface="华文中宋" panose="02010600040101010101" pitchFamily="2" charset="-122"/>
              <a:ea typeface="华文中宋" panose="02010600040101010101" pitchFamily="2" charset="-122"/>
            </a:rPr>
            <a:t>探索</a:t>
          </a:r>
          <a:r>
            <a:rPr lang="en-US" altLang="zh-CN" sz="2000" b="1" dirty="0">
              <a:latin typeface="华文中宋" panose="02010600040101010101" pitchFamily="2" charset="-122"/>
              <a:ea typeface="华文中宋" panose="02010600040101010101" pitchFamily="2" charset="-122"/>
            </a:rPr>
            <a:t>AI</a:t>
          </a:r>
          <a:r>
            <a:rPr lang="zh-CN" altLang="en-US" sz="2000" b="1" dirty="0">
              <a:latin typeface="华文中宋" panose="02010600040101010101" pitchFamily="2" charset="-122"/>
              <a:ea typeface="华文中宋" panose="02010600040101010101" pitchFamily="2" charset="-122"/>
            </a:rPr>
            <a:t>本土应用</a:t>
          </a:r>
          <a:r>
            <a:rPr lang="zh-CN" altLang="en-US" sz="2000" dirty="0">
              <a:latin typeface="华文中宋" panose="02010600040101010101" pitchFamily="2" charset="-122"/>
              <a:ea typeface="华文中宋" panose="02010600040101010101" pitchFamily="2" charset="-122"/>
            </a:rPr>
            <a:t>： 专注于中文医疗领域的垂域大模型（如“仲景”），通过专家反馈和真实医患对话进行微调，显著提升了模型在中文医学问答任务上的准确性和专业性。</a:t>
          </a:r>
        </a:p>
      </dgm:t>
    </dgm:pt>
    <dgm:pt modelId="{7C488543-510D-4306-BC75-AF2D568D585F}" type="parTrans" cxnId="{02E6792B-C7C0-4221-95ED-F1B7D2AD6E33}">
      <dgm:prSet/>
      <dgm:spPr/>
      <dgm:t>
        <a:bodyPr/>
        <a:lstStyle/>
        <a:p>
          <a:endParaRPr lang="zh-CN" altLang="en-US"/>
        </a:p>
      </dgm:t>
    </dgm:pt>
    <dgm:pt modelId="{C0EE3B80-B13C-45F1-9D7C-06B32640A8EC}" type="sibTrans" cxnId="{02E6792B-C7C0-4221-95ED-F1B7D2AD6E33}">
      <dgm:prSet/>
      <dgm:spPr/>
      <dgm:t>
        <a:bodyPr/>
        <a:lstStyle/>
        <a:p>
          <a:endParaRPr lang="zh-CN" altLang="en-US"/>
        </a:p>
      </dgm:t>
    </dgm:pt>
    <dgm:pt modelId="{25DD39DC-3A8C-49B5-A25F-8C3980449D53}" type="pres">
      <dgm:prSet presAssocID="{990DBC71-8D8E-42BB-867E-196CD4992CBB}" presName="Name0" presStyleCnt="0">
        <dgm:presLayoutVars>
          <dgm:dir/>
          <dgm:animLvl val="lvl"/>
          <dgm:resizeHandles/>
        </dgm:presLayoutVars>
      </dgm:prSet>
      <dgm:spPr/>
    </dgm:pt>
    <dgm:pt modelId="{65A7EB0D-D09C-4F53-B991-A58D71D608F3}" type="pres">
      <dgm:prSet presAssocID="{350F6308-6580-4677-AA72-208400C5E52D}" presName="linNode" presStyleCnt="0"/>
      <dgm:spPr/>
    </dgm:pt>
    <dgm:pt modelId="{A5BEFEA1-D7C1-4622-8153-BF4E17BDB373}" type="pres">
      <dgm:prSet presAssocID="{350F6308-6580-4677-AA72-208400C5E52D}" presName="parentShp" presStyleLbl="node1" presStyleIdx="0" presStyleCnt="2" custScaleX="34034" custScaleY="101937">
        <dgm:presLayoutVars>
          <dgm:bulletEnabled val="1"/>
        </dgm:presLayoutVars>
      </dgm:prSet>
      <dgm:spPr/>
    </dgm:pt>
    <dgm:pt modelId="{3E388DF4-FFF6-4FD4-907B-ED073FB2B67B}" type="pres">
      <dgm:prSet presAssocID="{350F6308-6580-4677-AA72-208400C5E52D}" presName="childShp" presStyleLbl="bgAccFollowNode1" presStyleIdx="0" presStyleCnt="2" custScaleX="139055" custScaleY="362951">
        <dgm:presLayoutVars>
          <dgm:bulletEnabled val="1"/>
        </dgm:presLayoutVars>
      </dgm:prSet>
      <dgm:spPr/>
    </dgm:pt>
    <dgm:pt modelId="{3A71693B-AAF1-44B4-80E2-C0D153240EC3}" type="pres">
      <dgm:prSet presAssocID="{2F6810AE-A3C1-4238-A327-A32A17E5B813}" presName="spacing" presStyleCnt="0"/>
      <dgm:spPr/>
    </dgm:pt>
    <dgm:pt modelId="{D42CD277-88ED-43AF-A218-E0C9FD976FF2}" type="pres">
      <dgm:prSet presAssocID="{107A314A-6860-41B1-AD56-F350D5D05344}" presName="linNode" presStyleCnt="0"/>
      <dgm:spPr/>
    </dgm:pt>
    <dgm:pt modelId="{08AC7C70-4F4F-4CEF-944B-CFC277546BFE}" type="pres">
      <dgm:prSet presAssocID="{107A314A-6860-41B1-AD56-F350D5D05344}" presName="parentShp" presStyleLbl="node1" presStyleIdx="1" presStyleCnt="2" custScaleX="34034" custScaleY="95522">
        <dgm:presLayoutVars>
          <dgm:bulletEnabled val="1"/>
        </dgm:presLayoutVars>
      </dgm:prSet>
      <dgm:spPr/>
    </dgm:pt>
    <dgm:pt modelId="{FE05AEF6-0A19-4D35-AC64-94F1B6FB0277}" type="pres">
      <dgm:prSet presAssocID="{107A314A-6860-41B1-AD56-F350D5D05344}" presName="childShp" presStyleLbl="bgAccFollowNode1" presStyleIdx="1" presStyleCnt="2" custScaleX="139055" custScaleY="393317">
        <dgm:presLayoutVars>
          <dgm:bulletEnabled val="1"/>
        </dgm:presLayoutVars>
      </dgm:prSet>
      <dgm:spPr/>
    </dgm:pt>
  </dgm:ptLst>
  <dgm:cxnLst>
    <dgm:cxn modelId="{42CD3C11-2836-49D1-AC54-ABC5569A0B63}" type="presOf" srcId="{8AC29984-F7B9-49BD-97BC-839A7B69E66D}" destId="{FE05AEF6-0A19-4D35-AC64-94F1B6FB0277}" srcOrd="0" destOrd="0" presId="urn:microsoft.com/office/officeart/2005/8/layout/vList6"/>
    <dgm:cxn modelId="{02E6792B-C7C0-4221-95ED-F1B7D2AD6E33}" srcId="{107A314A-6860-41B1-AD56-F350D5D05344}" destId="{8AC29984-F7B9-49BD-97BC-839A7B69E66D}" srcOrd="0" destOrd="0" parTransId="{7C488543-510D-4306-BC75-AF2D568D585F}" sibTransId="{C0EE3B80-B13C-45F1-9D7C-06B32640A8EC}"/>
    <dgm:cxn modelId="{FE2E632D-9BB6-4EE4-9C8F-DBE33FF8A148}" type="presOf" srcId="{107A314A-6860-41B1-AD56-F350D5D05344}" destId="{08AC7C70-4F4F-4CEF-944B-CFC277546BFE}" srcOrd="0" destOrd="0" presId="urn:microsoft.com/office/officeart/2005/8/layout/vList6"/>
    <dgm:cxn modelId="{1E684C42-D3CE-4961-8537-96F45BFBCB7D}" srcId="{990DBC71-8D8E-42BB-867E-196CD4992CBB}" destId="{350F6308-6580-4677-AA72-208400C5E52D}" srcOrd="0" destOrd="0" parTransId="{69BE687A-7E1F-4C62-AFBE-5CEEA5FB963D}" sibTransId="{2F6810AE-A3C1-4238-A327-A32A17E5B813}"/>
    <dgm:cxn modelId="{7D59AF52-E02A-4364-B847-E0E15BAFF096}" srcId="{990DBC71-8D8E-42BB-867E-196CD4992CBB}" destId="{107A314A-6860-41B1-AD56-F350D5D05344}" srcOrd="1" destOrd="0" parTransId="{6301CD2D-80A9-45CE-BDAC-DB7703A626B4}" sibTransId="{BBEC9632-D235-40C3-B5D5-DB7C7FF52FA1}"/>
    <dgm:cxn modelId="{0E06CD80-2F4B-4BA1-AFE4-ED0AF938B03B}" type="presOf" srcId="{350F6308-6580-4677-AA72-208400C5E52D}" destId="{A5BEFEA1-D7C1-4622-8153-BF4E17BDB373}" srcOrd="0" destOrd="0" presId="urn:microsoft.com/office/officeart/2005/8/layout/vList6"/>
    <dgm:cxn modelId="{BA962EAB-2948-4A6B-9225-BA5779AEEB15}" type="presOf" srcId="{D28589BB-FA07-488C-BEB8-7567C3A0FD42}" destId="{3E388DF4-FFF6-4FD4-907B-ED073FB2B67B}" srcOrd="0" destOrd="0" presId="urn:microsoft.com/office/officeart/2005/8/layout/vList6"/>
    <dgm:cxn modelId="{E0812DCF-F347-4D1A-92AA-15C8DFC7AC23}" type="presOf" srcId="{990DBC71-8D8E-42BB-867E-196CD4992CBB}" destId="{25DD39DC-3A8C-49B5-A25F-8C3980449D53}" srcOrd="0" destOrd="0" presId="urn:microsoft.com/office/officeart/2005/8/layout/vList6"/>
    <dgm:cxn modelId="{8875B1E6-5B96-4571-9F65-9623E1460850}" srcId="{350F6308-6580-4677-AA72-208400C5E52D}" destId="{D28589BB-FA07-488C-BEB8-7567C3A0FD42}" srcOrd="0" destOrd="0" parTransId="{BBEF5E6D-0FCB-4070-9604-CF69652DD5AA}" sibTransId="{2F94B35B-C151-4AA1-9096-1137E4422F99}"/>
    <dgm:cxn modelId="{567909D1-901A-4F15-BE13-9F2CEB1B13E6}" type="presParOf" srcId="{25DD39DC-3A8C-49B5-A25F-8C3980449D53}" destId="{65A7EB0D-D09C-4F53-B991-A58D71D608F3}" srcOrd="0" destOrd="0" presId="urn:microsoft.com/office/officeart/2005/8/layout/vList6"/>
    <dgm:cxn modelId="{BCC97D62-22CC-4067-8E1B-4ADE981EDEC3}" type="presParOf" srcId="{65A7EB0D-D09C-4F53-B991-A58D71D608F3}" destId="{A5BEFEA1-D7C1-4622-8153-BF4E17BDB373}" srcOrd="0" destOrd="0" presId="urn:microsoft.com/office/officeart/2005/8/layout/vList6"/>
    <dgm:cxn modelId="{CF57769B-4220-4527-BC82-521209BBA6F4}" type="presParOf" srcId="{65A7EB0D-D09C-4F53-B991-A58D71D608F3}" destId="{3E388DF4-FFF6-4FD4-907B-ED073FB2B67B}" srcOrd="1" destOrd="0" presId="urn:microsoft.com/office/officeart/2005/8/layout/vList6"/>
    <dgm:cxn modelId="{149306FB-A4FD-48F3-BD2B-1687A3038F68}" type="presParOf" srcId="{25DD39DC-3A8C-49B5-A25F-8C3980449D53}" destId="{3A71693B-AAF1-44B4-80E2-C0D153240EC3}" srcOrd="1" destOrd="0" presId="urn:microsoft.com/office/officeart/2005/8/layout/vList6"/>
    <dgm:cxn modelId="{959BDE9C-9C4F-47CC-B056-D1EB62496CA6}" type="presParOf" srcId="{25DD39DC-3A8C-49B5-A25F-8C3980449D53}" destId="{D42CD277-88ED-43AF-A218-E0C9FD976FF2}" srcOrd="2" destOrd="0" presId="urn:microsoft.com/office/officeart/2005/8/layout/vList6"/>
    <dgm:cxn modelId="{DFF28617-66E3-4041-9206-B74F98517999}" type="presParOf" srcId="{D42CD277-88ED-43AF-A218-E0C9FD976FF2}" destId="{08AC7C70-4F4F-4CEF-944B-CFC277546BFE}" srcOrd="0" destOrd="0" presId="urn:microsoft.com/office/officeart/2005/8/layout/vList6"/>
    <dgm:cxn modelId="{3E8DDA2B-A9D3-42B0-B187-F9D488DF476F}" type="presParOf" srcId="{D42CD277-88ED-43AF-A218-E0C9FD976FF2}" destId="{FE05AEF6-0A19-4D35-AC64-94F1B6FB0277}"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00F66BE-9F8D-4CF6-A74F-C2B1F99D57D6}"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zh-CN" altLang="en-US"/>
        </a:p>
      </dgm:t>
    </dgm:pt>
    <dgm:pt modelId="{646B41C8-CF36-42B9-82E5-137D39ECA9D7}">
      <dgm:prSet phldrT="[文本]" custT="1"/>
      <dgm:spPr/>
      <dgm:t>
        <a:bodyPr/>
        <a:lstStyle/>
        <a:p>
          <a:pPr>
            <a:spcAft>
              <a:spcPts val="1200"/>
            </a:spcAft>
          </a:pPr>
          <a:endParaRPr lang="zh-CN" altLang="en-US" sz="2800" dirty="0">
            <a:latin typeface="华文中宋" panose="02010600040101010101" pitchFamily="2" charset="-122"/>
            <a:ea typeface="华文中宋" panose="02010600040101010101" pitchFamily="2" charset="-122"/>
          </a:endParaRPr>
        </a:p>
      </dgm:t>
    </dgm:pt>
    <dgm:pt modelId="{19C87085-D818-4FF4-B47D-419B29096192}" type="parTrans" cxnId="{88EBE5C9-01CC-4447-983A-1185FA9ECA86}">
      <dgm:prSet/>
      <dgm:spPr/>
      <dgm:t>
        <a:bodyPr/>
        <a:lstStyle/>
        <a:p>
          <a:endParaRPr lang="zh-CN" altLang="en-US"/>
        </a:p>
      </dgm:t>
    </dgm:pt>
    <dgm:pt modelId="{4622BDA8-9D08-4EE4-B0E2-712B2FF7F8F9}" type="sibTrans" cxnId="{88EBE5C9-01CC-4447-983A-1185FA9ECA86}">
      <dgm:prSet/>
      <dgm:spPr/>
      <dgm:t>
        <a:bodyPr/>
        <a:lstStyle/>
        <a:p>
          <a:endParaRPr lang="zh-CN" altLang="en-US"/>
        </a:p>
      </dgm:t>
    </dgm:pt>
    <dgm:pt modelId="{8C3E1195-F9D1-4837-BDA8-B70854BF5E63}">
      <dgm:prSet phldrT="[文本]" custT="1"/>
      <dgm:spPr/>
      <dgm:t>
        <a:bodyPr/>
        <a:lstStyle/>
        <a:p>
          <a:pPr algn="just">
            <a:lnSpc>
              <a:spcPts val="3200"/>
            </a:lnSpc>
          </a:pPr>
          <a:r>
            <a:rPr lang="zh-CN" altLang="en-US" sz="2400" b="1" dirty="0">
              <a:latin typeface="华文中宋" panose="02010600040101010101" pitchFamily="2" charset="-122"/>
              <a:ea typeface="华文中宋" panose="02010600040101010101" pitchFamily="2" charset="-122"/>
            </a:rPr>
            <a:t>现有研究存在断层</a:t>
          </a:r>
          <a:r>
            <a:rPr lang="zh-CN" altLang="en-US" sz="2400" dirty="0">
              <a:latin typeface="华文中宋" panose="02010600040101010101" pitchFamily="2" charset="-122"/>
              <a:ea typeface="华文中宋" panose="02010600040101010101" pitchFamily="2" charset="-122"/>
            </a:rPr>
            <a:t>： 分析用户行为的研究多停留在现象描述和特征总结，而探索</a:t>
          </a:r>
          <a:r>
            <a:rPr lang="en-US" altLang="en-US" sz="2400" dirty="0">
              <a:latin typeface="华文中宋" panose="02010600040101010101" pitchFamily="2" charset="-122"/>
              <a:ea typeface="华文中宋" panose="02010600040101010101" pitchFamily="2" charset="-122"/>
            </a:rPr>
            <a:t>AI</a:t>
          </a:r>
          <a:r>
            <a:rPr lang="zh-CN" altLang="en-US" sz="2400" dirty="0">
              <a:latin typeface="华文中宋" panose="02010600040101010101" pitchFamily="2" charset="-122"/>
              <a:ea typeface="华文中宋" panose="02010600040101010101" pitchFamily="2" charset="-122"/>
            </a:rPr>
            <a:t>应用的研究又较少扎根于社交媒体海量的、真实的青少年话语体系。</a:t>
          </a:r>
        </a:p>
      </dgm:t>
    </dgm:pt>
    <dgm:pt modelId="{AF454382-9220-4FAA-9285-02724CBEC10C}" type="parTrans" cxnId="{CA463E90-ED5C-4390-AD46-FA5CBCA3F421}">
      <dgm:prSet/>
      <dgm:spPr/>
      <dgm:t>
        <a:bodyPr/>
        <a:lstStyle/>
        <a:p>
          <a:endParaRPr lang="zh-CN" altLang="en-US"/>
        </a:p>
      </dgm:t>
    </dgm:pt>
    <dgm:pt modelId="{A704BD30-87C5-4349-B4E1-AAB7C59B383B}" type="sibTrans" cxnId="{CA463E90-ED5C-4390-AD46-FA5CBCA3F421}">
      <dgm:prSet/>
      <dgm:spPr/>
      <dgm:t>
        <a:bodyPr/>
        <a:lstStyle/>
        <a:p>
          <a:endParaRPr lang="zh-CN" altLang="en-US"/>
        </a:p>
      </dgm:t>
    </dgm:pt>
    <dgm:pt modelId="{95C59531-3B55-4A65-8F70-BD3F9FEAC1CB}">
      <dgm:prSet phldrT="[文本]" custT="1"/>
      <dgm:spPr/>
      <dgm:t>
        <a:bodyPr/>
        <a:lstStyle/>
        <a:p>
          <a:pPr algn="just">
            <a:lnSpc>
              <a:spcPts val="3200"/>
            </a:lnSpc>
          </a:pPr>
          <a:r>
            <a:rPr lang="zh-CN" altLang="en-US" sz="2400" b="1" dirty="0">
              <a:latin typeface="华文中宋" panose="02010600040101010101" pitchFamily="2" charset="-122"/>
              <a:ea typeface="华文中宋" panose="02010600040101010101" pitchFamily="2" charset="-122"/>
            </a:rPr>
            <a:t>本研究的创新</a:t>
          </a:r>
          <a:r>
            <a:rPr lang="zh-CN" altLang="en-US" sz="2400" dirty="0">
              <a:latin typeface="华文中宋" panose="02010600040101010101" pitchFamily="2" charset="-122"/>
              <a:ea typeface="华文中宋" panose="02010600040101010101" pitchFamily="2" charset="-122"/>
            </a:rPr>
            <a:t>： 系统性地将大语言模型作为核心工具，打通从“非结构化用户评论分类分析” 到“高质量结构化问答数据集”再到“模型微调优化”的全链路，填补了当前研究的空白。</a:t>
          </a:r>
        </a:p>
      </dgm:t>
    </dgm:pt>
    <dgm:pt modelId="{0E00699E-4324-4DB4-BE34-2FEB7316B9D9}" type="parTrans" cxnId="{0F4A38F9-E70B-470D-A086-7E34B35925DC}">
      <dgm:prSet/>
      <dgm:spPr/>
      <dgm:t>
        <a:bodyPr/>
        <a:lstStyle/>
        <a:p>
          <a:endParaRPr lang="zh-CN" altLang="en-US"/>
        </a:p>
      </dgm:t>
    </dgm:pt>
    <dgm:pt modelId="{4F196160-B99B-49AE-B14B-6125F1321BF0}" type="sibTrans" cxnId="{0F4A38F9-E70B-470D-A086-7E34B35925DC}">
      <dgm:prSet/>
      <dgm:spPr/>
      <dgm:t>
        <a:bodyPr/>
        <a:lstStyle/>
        <a:p>
          <a:endParaRPr lang="zh-CN" altLang="en-US"/>
        </a:p>
      </dgm:t>
    </dgm:pt>
    <dgm:pt modelId="{C646273D-0CF0-4D40-8E5E-9153352B0AF3}" type="pres">
      <dgm:prSet presAssocID="{000F66BE-9F8D-4CF6-A74F-C2B1F99D57D6}" presName="theList" presStyleCnt="0">
        <dgm:presLayoutVars>
          <dgm:dir/>
          <dgm:animLvl val="lvl"/>
          <dgm:resizeHandles val="exact"/>
        </dgm:presLayoutVars>
      </dgm:prSet>
      <dgm:spPr/>
    </dgm:pt>
    <dgm:pt modelId="{469E7B19-4DBD-4C04-A3F3-5EB23EDE232F}" type="pres">
      <dgm:prSet presAssocID="{646B41C8-CF36-42B9-82E5-137D39ECA9D7}" presName="compNode" presStyleCnt="0"/>
      <dgm:spPr/>
    </dgm:pt>
    <dgm:pt modelId="{1AE8A186-22F7-4EF3-9A7B-AEAAB70A7520}" type="pres">
      <dgm:prSet presAssocID="{646B41C8-CF36-42B9-82E5-137D39ECA9D7}" presName="aNode" presStyleLbl="bgShp" presStyleIdx="0" presStyleCnt="1"/>
      <dgm:spPr/>
    </dgm:pt>
    <dgm:pt modelId="{02D08EFE-D363-4556-93F0-5C17191BAEE0}" type="pres">
      <dgm:prSet presAssocID="{646B41C8-CF36-42B9-82E5-137D39ECA9D7}" presName="textNode" presStyleLbl="bgShp" presStyleIdx="0" presStyleCnt="1"/>
      <dgm:spPr/>
    </dgm:pt>
    <dgm:pt modelId="{E4F210C6-C6FA-4607-B033-1D4C38220F48}" type="pres">
      <dgm:prSet presAssocID="{646B41C8-CF36-42B9-82E5-137D39ECA9D7}" presName="compChildNode" presStyleCnt="0"/>
      <dgm:spPr/>
    </dgm:pt>
    <dgm:pt modelId="{DE231AE4-7B09-4215-B870-50B92295A673}" type="pres">
      <dgm:prSet presAssocID="{646B41C8-CF36-42B9-82E5-137D39ECA9D7}" presName="theInnerList" presStyleCnt="0"/>
      <dgm:spPr/>
    </dgm:pt>
    <dgm:pt modelId="{F08A6B58-A7CB-4520-8FC0-27DAC3D79C09}" type="pres">
      <dgm:prSet presAssocID="{8C3E1195-F9D1-4837-BDA8-B70854BF5E63}" presName="childNode" presStyleLbl="node1" presStyleIdx="0" presStyleCnt="2" custScaleX="107330" custScaleY="2000000" custLinFactY="-1000000" custLinFactNeighborX="0" custLinFactNeighborY="-1024216">
        <dgm:presLayoutVars>
          <dgm:bulletEnabled val="1"/>
        </dgm:presLayoutVars>
      </dgm:prSet>
      <dgm:spPr/>
    </dgm:pt>
    <dgm:pt modelId="{E74DF2EC-149F-4063-89C8-2D348FD42598}" type="pres">
      <dgm:prSet presAssocID="{8C3E1195-F9D1-4837-BDA8-B70854BF5E63}" presName="aSpace2" presStyleCnt="0"/>
      <dgm:spPr/>
    </dgm:pt>
    <dgm:pt modelId="{34B78192-D4D2-4198-B7B9-2DADC0EA5A34}" type="pres">
      <dgm:prSet presAssocID="{95C59531-3B55-4A65-8F70-BD3F9FEAC1CB}" presName="childNode" presStyleLbl="node1" presStyleIdx="1" presStyleCnt="2" custScaleX="107626" custScaleY="2000000" custLinFactY="-359060" custLinFactNeighborY="-400000">
        <dgm:presLayoutVars>
          <dgm:bulletEnabled val="1"/>
        </dgm:presLayoutVars>
      </dgm:prSet>
      <dgm:spPr/>
    </dgm:pt>
  </dgm:ptLst>
  <dgm:cxnLst>
    <dgm:cxn modelId="{D41A6E4A-DFAB-44AC-9095-56EF478AFB55}" type="presOf" srcId="{646B41C8-CF36-42B9-82E5-137D39ECA9D7}" destId="{02D08EFE-D363-4556-93F0-5C17191BAEE0}" srcOrd="1" destOrd="0" presId="urn:microsoft.com/office/officeart/2005/8/layout/lProcess2"/>
    <dgm:cxn modelId="{8DA6AE4E-8CAF-4CFC-886A-E367DF31548C}" type="presOf" srcId="{8C3E1195-F9D1-4837-BDA8-B70854BF5E63}" destId="{F08A6B58-A7CB-4520-8FC0-27DAC3D79C09}" srcOrd="0" destOrd="0" presId="urn:microsoft.com/office/officeart/2005/8/layout/lProcess2"/>
    <dgm:cxn modelId="{CA463E90-ED5C-4390-AD46-FA5CBCA3F421}" srcId="{646B41C8-CF36-42B9-82E5-137D39ECA9D7}" destId="{8C3E1195-F9D1-4837-BDA8-B70854BF5E63}" srcOrd="0" destOrd="0" parTransId="{AF454382-9220-4FAA-9285-02724CBEC10C}" sibTransId="{A704BD30-87C5-4349-B4E1-AAB7C59B383B}"/>
    <dgm:cxn modelId="{3D0AC7AB-D183-4FEB-9E02-7A16AA80A32F}" type="presOf" srcId="{646B41C8-CF36-42B9-82E5-137D39ECA9D7}" destId="{1AE8A186-22F7-4EF3-9A7B-AEAAB70A7520}" srcOrd="0" destOrd="0" presId="urn:microsoft.com/office/officeart/2005/8/layout/lProcess2"/>
    <dgm:cxn modelId="{99C799B3-488B-49F0-BB12-599FE6807722}" type="presOf" srcId="{95C59531-3B55-4A65-8F70-BD3F9FEAC1CB}" destId="{34B78192-D4D2-4198-B7B9-2DADC0EA5A34}" srcOrd="0" destOrd="0" presId="urn:microsoft.com/office/officeart/2005/8/layout/lProcess2"/>
    <dgm:cxn modelId="{88EBE5C9-01CC-4447-983A-1185FA9ECA86}" srcId="{000F66BE-9F8D-4CF6-A74F-C2B1F99D57D6}" destId="{646B41C8-CF36-42B9-82E5-137D39ECA9D7}" srcOrd="0" destOrd="0" parTransId="{19C87085-D818-4FF4-B47D-419B29096192}" sibTransId="{4622BDA8-9D08-4EE4-B0E2-712B2FF7F8F9}"/>
    <dgm:cxn modelId="{90C1E0CD-F188-41DD-96E8-C6A4ADD615E6}" type="presOf" srcId="{000F66BE-9F8D-4CF6-A74F-C2B1F99D57D6}" destId="{C646273D-0CF0-4D40-8E5E-9153352B0AF3}" srcOrd="0" destOrd="0" presId="urn:microsoft.com/office/officeart/2005/8/layout/lProcess2"/>
    <dgm:cxn modelId="{0F4A38F9-E70B-470D-A086-7E34B35925DC}" srcId="{646B41C8-CF36-42B9-82E5-137D39ECA9D7}" destId="{95C59531-3B55-4A65-8F70-BD3F9FEAC1CB}" srcOrd="1" destOrd="0" parTransId="{0E00699E-4324-4DB4-BE34-2FEB7316B9D9}" sibTransId="{4F196160-B99B-49AE-B14B-6125F1321BF0}"/>
    <dgm:cxn modelId="{57A356D4-3004-4292-907D-BE7014D6DF79}" type="presParOf" srcId="{C646273D-0CF0-4D40-8E5E-9153352B0AF3}" destId="{469E7B19-4DBD-4C04-A3F3-5EB23EDE232F}" srcOrd="0" destOrd="0" presId="urn:microsoft.com/office/officeart/2005/8/layout/lProcess2"/>
    <dgm:cxn modelId="{67C9AECE-95D9-4EC8-9F0D-94E7B89FD029}" type="presParOf" srcId="{469E7B19-4DBD-4C04-A3F3-5EB23EDE232F}" destId="{1AE8A186-22F7-4EF3-9A7B-AEAAB70A7520}" srcOrd="0" destOrd="0" presId="urn:microsoft.com/office/officeart/2005/8/layout/lProcess2"/>
    <dgm:cxn modelId="{30DF09DC-C06A-43F6-B570-9F3DF8310B9E}" type="presParOf" srcId="{469E7B19-4DBD-4C04-A3F3-5EB23EDE232F}" destId="{02D08EFE-D363-4556-93F0-5C17191BAEE0}" srcOrd="1" destOrd="0" presId="urn:microsoft.com/office/officeart/2005/8/layout/lProcess2"/>
    <dgm:cxn modelId="{215BCCC8-6635-4F0A-8679-8E8C48092DDD}" type="presParOf" srcId="{469E7B19-4DBD-4C04-A3F3-5EB23EDE232F}" destId="{E4F210C6-C6FA-4607-B033-1D4C38220F48}" srcOrd="2" destOrd="0" presId="urn:microsoft.com/office/officeart/2005/8/layout/lProcess2"/>
    <dgm:cxn modelId="{D4FC25AF-B8D5-4AB3-943C-E1ECC0124850}" type="presParOf" srcId="{E4F210C6-C6FA-4607-B033-1D4C38220F48}" destId="{DE231AE4-7B09-4215-B870-50B92295A673}" srcOrd="0" destOrd="0" presId="urn:microsoft.com/office/officeart/2005/8/layout/lProcess2"/>
    <dgm:cxn modelId="{2514C9FF-4DBD-4BEA-A434-F6A0282AB63E}" type="presParOf" srcId="{DE231AE4-7B09-4215-B870-50B92295A673}" destId="{F08A6B58-A7CB-4520-8FC0-27DAC3D79C09}" srcOrd="0" destOrd="0" presId="urn:microsoft.com/office/officeart/2005/8/layout/lProcess2"/>
    <dgm:cxn modelId="{E56EDE84-E5DF-47CB-94B7-6BD814771E2C}" type="presParOf" srcId="{DE231AE4-7B09-4215-B870-50B92295A673}" destId="{E74DF2EC-149F-4063-89C8-2D348FD42598}" srcOrd="1" destOrd="0" presId="urn:microsoft.com/office/officeart/2005/8/layout/lProcess2"/>
    <dgm:cxn modelId="{2A6E5F89-267E-439F-807C-754F19749EC6}" type="presParOf" srcId="{DE231AE4-7B09-4215-B870-50B92295A673}" destId="{34B78192-D4D2-4198-B7B9-2DADC0EA5A34}"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00F66BE-9F8D-4CF6-A74F-C2B1F99D57D6}"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zh-CN" altLang="en-US"/>
        </a:p>
      </dgm:t>
    </dgm:pt>
    <dgm:pt modelId="{646B41C8-CF36-42B9-82E5-137D39ECA9D7}">
      <dgm:prSet phldrT="[文本]" custT="1"/>
      <dgm:spPr/>
      <dgm:t>
        <a:bodyPr/>
        <a:lstStyle/>
        <a:p>
          <a:r>
            <a:rPr lang="zh-CN" altLang="en-US" sz="2400" dirty="0">
              <a:latin typeface="华文中宋" panose="02010600040101010101" pitchFamily="2" charset="-122"/>
              <a:ea typeface="华文中宋" panose="02010600040101010101" pitchFamily="2" charset="-122"/>
            </a:rPr>
            <a:t>为政策制定提供数据支撑</a:t>
          </a:r>
        </a:p>
      </dgm:t>
    </dgm:pt>
    <dgm:pt modelId="{19C87085-D818-4FF4-B47D-419B29096192}" type="parTrans" cxnId="{88EBE5C9-01CC-4447-983A-1185FA9ECA86}">
      <dgm:prSet/>
      <dgm:spPr/>
      <dgm:t>
        <a:bodyPr/>
        <a:lstStyle/>
        <a:p>
          <a:endParaRPr lang="zh-CN" altLang="en-US"/>
        </a:p>
      </dgm:t>
    </dgm:pt>
    <dgm:pt modelId="{4622BDA8-9D08-4EE4-B0E2-712B2FF7F8F9}" type="sibTrans" cxnId="{88EBE5C9-01CC-4447-983A-1185FA9ECA86}">
      <dgm:prSet/>
      <dgm:spPr/>
      <dgm:t>
        <a:bodyPr/>
        <a:lstStyle/>
        <a:p>
          <a:endParaRPr lang="zh-CN" altLang="en-US"/>
        </a:p>
      </dgm:t>
    </dgm:pt>
    <dgm:pt modelId="{D9577A7F-8BDE-458B-819F-D558888F2BD8}">
      <dgm:prSet phldrT="[文本]" custT="1"/>
      <dgm:spPr/>
      <dgm:t>
        <a:bodyPr/>
        <a:lstStyle/>
        <a:p>
          <a:pPr algn="just"/>
          <a:r>
            <a:rPr lang="zh-CN" altLang="en-US" sz="1800" dirty="0">
              <a:latin typeface="华文中宋" panose="02010600040101010101" pitchFamily="2" charset="-122"/>
              <a:ea typeface="华文中宋" panose="02010600040101010101" pitchFamily="2" charset="-122"/>
            </a:rPr>
            <a:t>构建青少年生殖健康需求的“数据画像”，弥补传统问卷调查的局限</a:t>
          </a:r>
        </a:p>
      </dgm:t>
    </dgm:pt>
    <dgm:pt modelId="{6F1BE40D-A87B-4E74-B2AA-861B2B8F1A7B}" type="parTrans" cxnId="{0B6C662A-F6FD-4DC0-B571-B17C53233083}">
      <dgm:prSet/>
      <dgm:spPr/>
      <dgm:t>
        <a:bodyPr/>
        <a:lstStyle/>
        <a:p>
          <a:endParaRPr lang="zh-CN" altLang="en-US"/>
        </a:p>
      </dgm:t>
    </dgm:pt>
    <dgm:pt modelId="{9D052A6D-F52D-4F50-A0AD-211D621BD5AD}" type="sibTrans" cxnId="{0B6C662A-F6FD-4DC0-B571-B17C53233083}">
      <dgm:prSet/>
      <dgm:spPr/>
      <dgm:t>
        <a:bodyPr/>
        <a:lstStyle/>
        <a:p>
          <a:endParaRPr lang="zh-CN" altLang="en-US"/>
        </a:p>
      </dgm:t>
    </dgm:pt>
    <dgm:pt modelId="{8C3E1195-F9D1-4837-BDA8-B70854BF5E63}">
      <dgm:prSet phldrT="[文本]" custT="1"/>
      <dgm:spPr/>
      <dgm:t>
        <a:bodyPr/>
        <a:lstStyle/>
        <a:p>
          <a:pPr algn="just"/>
          <a:r>
            <a:rPr lang="zh-CN" altLang="en-US" sz="1800" dirty="0">
              <a:latin typeface="华文中宋" panose="02010600040101010101" pitchFamily="2" charset="-122"/>
              <a:ea typeface="华文中宋" panose="02010600040101010101" pitchFamily="2" charset="-122"/>
            </a:rPr>
            <a:t>精准定位教育重点与知识盲区，推动健康教育从“普适性宣教”向“精准化干预”转变</a:t>
          </a:r>
        </a:p>
      </dgm:t>
    </dgm:pt>
    <dgm:pt modelId="{AF454382-9220-4FAA-9285-02724CBEC10C}" type="parTrans" cxnId="{CA463E90-ED5C-4390-AD46-FA5CBCA3F421}">
      <dgm:prSet/>
      <dgm:spPr/>
      <dgm:t>
        <a:bodyPr/>
        <a:lstStyle/>
        <a:p>
          <a:endParaRPr lang="zh-CN" altLang="en-US"/>
        </a:p>
      </dgm:t>
    </dgm:pt>
    <dgm:pt modelId="{A704BD30-87C5-4349-B4E1-AAB7C59B383B}" type="sibTrans" cxnId="{CA463E90-ED5C-4390-AD46-FA5CBCA3F421}">
      <dgm:prSet/>
      <dgm:spPr/>
      <dgm:t>
        <a:bodyPr/>
        <a:lstStyle/>
        <a:p>
          <a:endParaRPr lang="zh-CN" altLang="en-US"/>
        </a:p>
      </dgm:t>
    </dgm:pt>
    <dgm:pt modelId="{2BB9A37F-D214-424C-A8CD-A1C5D0BDB2CE}">
      <dgm:prSet phldrT="[文本]" custT="1"/>
      <dgm:spPr/>
      <dgm:t>
        <a:bodyPr/>
        <a:lstStyle/>
        <a:p>
          <a:r>
            <a:rPr lang="zh-CN" altLang="en-US" sz="2400" dirty="0">
              <a:latin typeface="华文中宋" panose="02010600040101010101" pitchFamily="2" charset="-122"/>
              <a:ea typeface="华文中宋" panose="02010600040101010101" pitchFamily="2" charset="-122"/>
            </a:rPr>
            <a:t> 赋能专业内容创作与传播</a:t>
          </a:r>
        </a:p>
      </dgm:t>
    </dgm:pt>
    <dgm:pt modelId="{38D65439-BC72-4FC4-A097-3EE810D78489}" type="parTrans" cxnId="{DF36DA2E-D90F-4108-93DF-465A5358EC1E}">
      <dgm:prSet/>
      <dgm:spPr/>
      <dgm:t>
        <a:bodyPr/>
        <a:lstStyle/>
        <a:p>
          <a:endParaRPr lang="zh-CN" altLang="en-US"/>
        </a:p>
      </dgm:t>
    </dgm:pt>
    <dgm:pt modelId="{AAA9E5E9-79B3-4207-B625-FAEEB501C29B}" type="sibTrans" cxnId="{DF36DA2E-D90F-4108-93DF-465A5358EC1E}">
      <dgm:prSet/>
      <dgm:spPr/>
      <dgm:t>
        <a:bodyPr/>
        <a:lstStyle/>
        <a:p>
          <a:endParaRPr lang="zh-CN" altLang="en-US"/>
        </a:p>
      </dgm:t>
    </dgm:pt>
    <dgm:pt modelId="{17446CFA-8305-4DBD-86CB-4A91DDABE8D1}">
      <dgm:prSet phldrT="[文本]" custT="1"/>
      <dgm:spPr/>
      <dgm:t>
        <a:bodyPr/>
        <a:lstStyle/>
        <a:p>
          <a:pPr algn="just"/>
          <a:r>
            <a:rPr lang="zh-CN" altLang="en-US" sz="1800" dirty="0">
              <a:latin typeface="华文中宋" panose="02010600040101010101" pitchFamily="2" charset="-122"/>
              <a:ea typeface="华文中宋" panose="02010600040101010101" pitchFamily="2" charset="-122"/>
            </a:rPr>
            <a:t>提供科学指南，揭示何种内容与叙事风格更受年轻用户欢迎</a:t>
          </a:r>
        </a:p>
      </dgm:t>
    </dgm:pt>
    <dgm:pt modelId="{A4DA352C-0FEB-4F8F-94AE-30250FC28903}" type="parTrans" cxnId="{214922F1-58BE-4895-B14E-956318C9C283}">
      <dgm:prSet/>
      <dgm:spPr/>
      <dgm:t>
        <a:bodyPr/>
        <a:lstStyle/>
        <a:p>
          <a:endParaRPr lang="zh-CN" altLang="en-US"/>
        </a:p>
      </dgm:t>
    </dgm:pt>
    <dgm:pt modelId="{38A9F5EF-EA94-4889-9C3F-9A9D02766644}" type="sibTrans" cxnId="{214922F1-58BE-4895-B14E-956318C9C283}">
      <dgm:prSet/>
      <dgm:spPr/>
      <dgm:t>
        <a:bodyPr/>
        <a:lstStyle/>
        <a:p>
          <a:endParaRPr lang="zh-CN" altLang="en-US"/>
        </a:p>
      </dgm:t>
    </dgm:pt>
    <dgm:pt modelId="{8979E34E-CDB7-47F7-A150-BFDB9D61F301}">
      <dgm:prSet phldrT="[文本]" custT="1"/>
      <dgm:spPr/>
      <dgm:t>
        <a:bodyPr/>
        <a:lstStyle/>
        <a:p>
          <a:pPr algn="just"/>
          <a:r>
            <a:rPr lang="zh-CN" altLang="en-US" sz="1800" dirty="0">
              <a:latin typeface="华文中宋" panose="02010600040101010101" pitchFamily="2" charset="-122"/>
              <a:ea typeface="华文中宋" panose="02010600040101010101" pitchFamily="2" charset="-122"/>
            </a:rPr>
            <a:t>协助更贴近青少年真实需求的科普内容创作，有效对抗网络谣言</a:t>
          </a:r>
        </a:p>
      </dgm:t>
    </dgm:pt>
    <dgm:pt modelId="{CE600ABB-C019-4BAC-9324-92CAA4F692AC}" type="parTrans" cxnId="{1854FB4A-C94C-4472-B6C8-24DB66DCD930}">
      <dgm:prSet/>
      <dgm:spPr/>
      <dgm:t>
        <a:bodyPr/>
        <a:lstStyle/>
        <a:p>
          <a:endParaRPr lang="zh-CN" altLang="en-US"/>
        </a:p>
      </dgm:t>
    </dgm:pt>
    <dgm:pt modelId="{237B45A0-72B4-41A7-9BD4-D3C8DFE4B827}" type="sibTrans" cxnId="{1854FB4A-C94C-4472-B6C8-24DB66DCD930}">
      <dgm:prSet/>
      <dgm:spPr/>
      <dgm:t>
        <a:bodyPr/>
        <a:lstStyle/>
        <a:p>
          <a:endParaRPr lang="zh-CN" altLang="en-US"/>
        </a:p>
      </dgm:t>
    </dgm:pt>
    <dgm:pt modelId="{7E4F929A-CF98-4776-B81F-3E5EBCB01F96}">
      <dgm:prSet phldrT="[文本]" custT="1"/>
      <dgm:spPr/>
      <dgm:t>
        <a:bodyPr/>
        <a:lstStyle/>
        <a:p>
          <a:r>
            <a:rPr lang="zh-CN" altLang="en-US" sz="2400" dirty="0">
              <a:latin typeface="华文中宋" panose="02010600040101010101" pitchFamily="2" charset="-122"/>
              <a:ea typeface="华文中宋" panose="02010600040101010101" pitchFamily="2" charset="-122"/>
            </a:rPr>
            <a:t>驱动智能化健康服务</a:t>
          </a:r>
          <a:br>
            <a:rPr lang="en-US" altLang="zh-CN" sz="2400" dirty="0">
              <a:latin typeface="华文中宋" panose="02010600040101010101" pitchFamily="2" charset="-122"/>
              <a:ea typeface="华文中宋" panose="02010600040101010101" pitchFamily="2" charset="-122"/>
            </a:rPr>
          </a:br>
          <a:r>
            <a:rPr lang="zh-CN" altLang="en-US" sz="2400" dirty="0">
              <a:latin typeface="华文中宋" panose="02010600040101010101" pitchFamily="2" charset="-122"/>
              <a:ea typeface="华文中宋" panose="02010600040101010101" pitchFamily="2" charset="-122"/>
            </a:rPr>
            <a:t>与平台优化</a:t>
          </a:r>
        </a:p>
      </dgm:t>
    </dgm:pt>
    <dgm:pt modelId="{62747107-C69F-4B92-A1BE-3F14B5C83F6F}" type="parTrans" cxnId="{D56D7700-C490-4437-8591-89EE16D34C50}">
      <dgm:prSet/>
      <dgm:spPr/>
      <dgm:t>
        <a:bodyPr/>
        <a:lstStyle/>
        <a:p>
          <a:endParaRPr lang="zh-CN" altLang="en-US"/>
        </a:p>
      </dgm:t>
    </dgm:pt>
    <dgm:pt modelId="{009144E5-1EE1-46B4-81F6-1EB9D7A3DF51}" type="sibTrans" cxnId="{D56D7700-C490-4437-8591-89EE16D34C50}">
      <dgm:prSet/>
      <dgm:spPr/>
      <dgm:t>
        <a:bodyPr/>
        <a:lstStyle/>
        <a:p>
          <a:endParaRPr lang="zh-CN" altLang="en-US"/>
        </a:p>
      </dgm:t>
    </dgm:pt>
    <dgm:pt modelId="{5554395F-A85B-4B87-A0EA-AE0EAE9335B9}">
      <dgm:prSet phldrT="[文本]" custT="1"/>
      <dgm:spPr/>
      <dgm:t>
        <a:bodyPr/>
        <a:lstStyle/>
        <a:p>
          <a:pPr algn="just"/>
          <a:r>
            <a:rPr lang="zh-CN" altLang="en-US" sz="1800" dirty="0">
              <a:latin typeface="华文中宋" panose="02010600040101010101" pitchFamily="2" charset="-122"/>
              <a:ea typeface="华文中宋" panose="02010600040101010101" pitchFamily="2" charset="-122"/>
            </a:rPr>
            <a:t>助力下一代“</a:t>
          </a:r>
          <a:r>
            <a:rPr lang="en-US" altLang="en-US" sz="1800" dirty="0">
              <a:latin typeface="华文中宋" panose="02010600040101010101" pitchFamily="2" charset="-122"/>
              <a:ea typeface="华文中宋" panose="02010600040101010101" pitchFamily="2" charset="-122"/>
            </a:rPr>
            <a:t>AI</a:t>
          </a:r>
          <a:r>
            <a:rPr lang="zh-CN" altLang="en-US" sz="1800" dirty="0">
              <a:latin typeface="华文中宋" panose="02010600040101010101" pitchFamily="2" charset="-122"/>
              <a:ea typeface="华文中宋" panose="02010600040101010101" pitchFamily="2" charset="-122"/>
            </a:rPr>
            <a:t>健康助手”开发，为青少年提供私密、安全、全天候的专业问答服务。</a:t>
          </a:r>
        </a:p>
      </dgm:t>
    </dgm:pt>
    <dgm:pt modelId="{3C84DC64-0EDB-4503-BA06-C031DB982511}" type="parTrans" cxnId="{40A237DF-5C37-4FD3-98FC-FB35A3E60D35}">
      <dgm:prSet/>
      <dgm:spPr/>
      <dgm:t>
        <a:bodyPr/>
        <a:lstStyle/>
        <a:p>
          <a:endParaRPr lang="zh-CN" altLang="en-US"/>
        </a:p>
      </dgm:t>
    </dgm:pt>
    <dgm:pt modelId="{91B5716E-67D9-4DD5-B593-5B65206BAD02}" type="sibTrans" cxnId="{40A237DF-5C37-4FD3-98FC-FB35A3E60D35}">
      <dgm:prSet/>
      <dgm:spPr/>
      <dgm:t>
        <a:bodyPr/>
        <a:lstStyle/>
        <a:p>
          <a:endParaRPr lang="zh-CN" altLang="en-US"/>
        </a:p>
      </dgm:t>
    </dgm:pt>
    <dgm:pt modelId="{355FDF35-BE11-4E04-A74E-505E73374992}">
      <dgm:prSet phldrT="[文本]" custT="1"/>
      <dgm:spPr/>
      <dgm:t>
        <a:bodyPr/>
        <a:lstStyle/>
        <a:p>
          <a:pPr algn="just"/>
          <a:r>
            <a:rPr lang="zh-CN" altLang="en-US" sz="1800" dirty="0">
              <a:latin typeface="华文中宋" panose="02010600040101010101" pitchFamily="2" charset="-122"/>
              <a:ea typeface="华文中宋" panose="02010600040101010101" pitchFamily="2" charset="-122"/>
            </a:rPr>
            <a:t>为社交媒体平台</a:t>
          </a:r>
          <a:r>
            <a:rPr lang="zh-CN" altLang="en-US" sz="1800" b="0" dirty="0">
              <a:latin typeface="华文中宋" panose="02010600040101010101" pitchFamily="2" charset="-122"/>
              <a:ea typeface="华文中宋" panose="02010600040101010101" pitchFamily="2" charset="-122"/>
            </a:rPr>
            <a:t>优化推荐算法</a:t>
          </a:r>
          <a:r>
            <a:rPr lang="zh-CN" altLang="en-US" sz="1800" dirty="0">
              <a:latin typeface="华文中宋" panose="02010600040101010101" pitchFamily="2" charset="-122"/>
              <a:ea typeface="华文中宋" panose="02010600040101010101" pitchFamily="2" charset="-122"/>
            </a:rPr>
            <a:t>提供依据，改善平台内容生态。</a:t>
          </a:r>
        </a:p>
      </dgm:t>
    </dgm:pt>
    <dgm:pt modelId="{B9263A91-6947-4BA1-ADDF-DFFE8726418E}" type="parTrans" cxnId="{84B34473-0059-4DEB-AD55-750A0D9E15A0}">
      <dgm:prSet/>
      <dgm:spPr/>
      <dgm:t>
        <a:bodyPr/>
        <a:lstStyle/>
        <a:p>
          <a:endParaRPr lang="zh-CN" altLang="en-US"/>
        </a:p>
      </dgm:t>
    </dgm:pt>
    <dgm:pt modelId="{0C347FD9-2F1F-4E8A-948E-104CFFD04D18}" type="sibTrans" cxnId="{84B34473-0059-4DEB-AD55-750A0D9E15A0}">
      <dgm:prSet/>
      <dgm:spPr/>
      <dgm:t>
        <a:bodyPr/>
        <a:lstStyle/>
        <a:p>
          <a:endParaRPr lang="zh-CN" altLang="en-US"/>
        </a:p>
      </dgm:t>
    </dgm:pt>
    <dgm:pt modelId="{C646273D-0CF0-4D40-8E5E-9153352B0AF3}" type="pres">
      <dgm:prSet presAssocID="{000F66BE-9F8D-4CF6-A74F-C2B1F99D57D6}" presName="theList" presStyleCnt="0">
        <dgm:presLayoutVars>
          <dgm:dir/>
          <dgm:animLvl val="lvl"/>
          <dgm:resizeHandles val="exact"/>
        </dgm:presLayoutVars>
      </dgm:prSet>
      <dgm:spPr/>
    </dgm:pt>
    <dgm:pt modelId="{469E7B19-4DBD-4C04-A3F3-5EB23EDE232F}" type="pres">
      <dgm:prSet presAssocID="{646B41C8-CF36-42B9-82E5-137D39ECA9D7}" presName="compNode" presStyleCnt="0"/>
      <dgm:spPr/>
    </dgm:pt>
    <dgm:pt modelId="{1AE8A186-22F7-4EF3-9A7B-AEAAB70A7520}" type="pres">
      <dgm:prSet presAssocID="{646B41C8-CF36-42B9-82E5-137D39ECA9D7}" presName="aNode" presStyleLbl="bgShp" presStyleIdx="0" presStyleCnt="3"/>
      <dgm:spPr/>
    </dgm:pt>
    <dgm:pt modelId="{02D08EFE-D363-4556-93F0-5C17191BAEE0}" type="pres">
      <dgm:prSet presAssocID="{646B41C8-CF36-42B9-82E5-137D39ECA9D7}" presName="textNode" presStyleLbl="bgShp" presStyleIdx="0" presStyleCnt="3"/>
      <dgm:spPr/>
    </dgm:pt>
    <dgm:pt modelId="{E4F210C6-C6FA-4607-B033-1D4C38220F48}" type="pres">
      <dgm:prSet presAssocID="{646B41C8-CF36-42B9-82E5-137D39ECA9D7}" presName="compChildNode" presStyleCnt="0"/>
      <dgm:spPr/>
    </dgm:pt>
    <dgm:pt modelId="{DE231AE4-7B09-4215-B870-50B92295A673}" type="pres">
      <dgm:prSet presAssocID="{646B41C8-CF36-42B9-82E5-137D39ECA9D7}" presName="theInnerList" presStyleCnt="0"/>
      <dgm:spPr/>
    </dgm:pt>
    <dgm:pt modelId="{C9B9C523-73A4-4D58-8931-C9DE3C14DB59}" type="pres">
      <dgm:prSet presAssocID="{D9577A7F-8BDE-458B-819F-D558888F2BD8}" presName="childNode" presStyleLbl="node1" presStyleIdx="0" presStyleCnt="6" custScaleX="106574">
        <dgm:presLayoutVars>
          <dgm:bulletEnabled val="1"/>
        </dgm:presLayoutVars>
      </dgm:prSet>
      <dgm:spPr/>
    </dgm:pt>
    <dgm:pt modelId="{C995EC78-ED7A-4C2D-BCA9-DD97BA8527A0}" type="pres">
      <dgm:prSet presAssocID="{D9577A7F-8BDE-458B-819F-D558888F2BD8}" presName="aSpace2" presStyleCnt="0"/>
      <dgm:spPr/>
    </dgm:pt>
    <dgm:pt modelId="{F08A6B58-A7CB-4520-8FC0-27DAC3D79C09}" type="pres">
      <dgm:prSet presAssocID="{8C3E1195-F9D1-4837-BDA8-B70854BF5E63}" presName="childNode" presStyleLbl="node1" presStyleIdx="1" presStyleCnt="6" custScaleX="107330">
        <dgm:presLayoutVars>
          <dgm:bulletEnabled val="1"/>
        </dgm:presLayoutVars>
      </dgm:prSet>
      <dgm:spPr/>
    </dgm:pt>
    <dgm:pt modelId="{1239A331-426F-42C3-9FFE-61230F84B527}" type="pres">
      <dgm:prSet presAssocID="{646B41C8-CF36-42B9-82E5-137D39ECA9D7}" presName="aSpace" presStyleCnt="0"/>
      <dgm:spPr/>
    </dgm:pt>
    <dgm:pt modelId="{C8A35594-7458-4863-A09B-CAD5F0A67FD1}" type="pres">
      <dgm:prSet presAssocID="{2BB9A37F-D214-424C-A8CD-A1C5D0BDB2CE}" presName="compNode" presStyleCnt="0"/>
      <dgm:spPr/>
    </dgm:pt>
    <dgm:pt modelId="{540E6624-4889-45F8-A439-C69C2A50C0F1}" type="pres">
      <dgm:prSet presAssocID="{2BB9A37F-D214-424C-A8CD-A1C5D0BDB2CE}" presName="aNode" presStyleLbl="bgShp" presStyleIdx="1" presStyleCnt="3"/>
      <dgm:spPr/>
    </dgm:pt>
    <dgm:pt modelId="{F6EBDF56-649A-45E2-B56E-E384779A0DFC}" type="pres">
      <dgm:prSet presAssocID="{2BB9A37F-D214-424C-A8CD-A1C5D0BDB2CE}" presName="textNode" presStyleLbl="bgShp" presStyleIdx="1" presStyleCnt="3"/>
      <dgm:spPr/>
    </dgm:pt>
    <dgm:pt modelId="{35E63ABC-0DBC-48BC-898B-4022AD8B4101}" type="pres">
      <dgm:prSet presAssocID="{2BB9A37F-D214-424C-A8CD-A1C5D0BDB2CE}" presName="compChildNode" presStyleCnt="0"/>
      <dgm:spPr/>
    </dgm:pt>
    <dgm:pt modelId="{25379323-46F1-43B1-8DF2-739EAB672A22}" type="pres">
      <dgm:prSet presAssocID="{2BB9A37F-D214-424C-A8CD-A1C5D0BDB2CE}" presName="theInnerList" presStyleCnt="0"/>
      <dgm:spPr/>
    </dgm:pt>
    <dgm:pt modelId="{3F0212C9-4861-4F58-BFB5-CE42A802F86B}" type="pres">
      <dgm:prSet presAssocID="{17446CFA-8305-4DBD-86CB-4A91DDABE8D1}" presName="childNode" presStyleLbl="node1" presStyleIdx="2" presStyleCnt="6" custScaleX="109660">
        <dgm:presLayoutVars>
          <dgm:bulletEnabled val="1"/>
        </dgm:presLayoutVars>
      </dgm:prSet>
      <dgm:spPr/>
    </dgm:pt>
    <dgm:pt modelId="{B4E58ED0-7312-47DE-BFAE-6E48C09E0307}" type="pres">
      <dgm:prSet presAssocID="{17446CFA-8305-4DBD-86CB-4A91DDABE8D1}" presName="aSpace2" presStyleCnt="0"/>
      <dgm:spPr/>
    </dgm:pt>
    <dgm:pt modelId="{870A79F6-C966-4818-BEF7-232067AE5087}" type="pres">
      <dgm:prSet presAssocID="{8979E34E-CDB7-47F7-A150-BFDB9D61F301}" presName="childNode" presStyleLbl="node1" presStyleIdx="3" presStyleCnt="6" custScaleX="109660">
        <dgm:presLayoutVars>
          <dgm:bulletEnabled val="1"/>
        </dgm:presLayoutVars>
      </dgm:prSet>
      <dgm:spPr/>
    </dgm:pt>
    <dgm:pt modelId="{0E5A98C5-B1F9-45E2-9264-4636207AE52A}" type="pres">
      <dgm:prSet presAssocID="{2BB9A37F-D214-424C-A8CD-A1C5D0BDB2CE}" presName="aSpace" presStyleCnt="0"/>
      <dgm:spPr/>
    </dgm:pt>
    <dgm:pt modelId="{834B1672-8716-4180-95AF-83D83DD479CD}" type="pres">
      <dgm:prSet presAssocID="{7E4F929A-CF98-4776-B81F-3E5EBCB01F96}" presName="compNode" presStyleCnt="0"/>
      <dgm:spPr/>
    </dgm:pt>
    <dgm:pt modelId="{6E58F5BF-862B-4F43-8CAD-05E11CE2426E}" type="pres">
      <dgm:prSet presAssocID="{7E4F929A-CF98-4776-B81F-3E5EBCB01F96}" presName="aNode" presStyleLbl="bgShp" presStyleIdx="2" presStyleCnt="3"/>
      <dgm:spPr/>
    </dgm:pt>
    <dgm:pt modelId="{EDBDFBE5-0CF1-432D-B93B-4662415E3ABC}" type="pres">
      <dgm:prSet presAssocID="{7E4F929A-CF98-4776-B81F-3E5EBCB01F96}" presName="textNode" presStyleLbl="bgShp" presStyleIdx="2" presStyleCnt="3"/>
      <dgm:spPr/>
    </dgm:pt>
    <dgm:pt modelId="{14F97F88-3417-4DD3-A3DC-7FAD78626805}" type="pres">
      <dgm:prSet presAssocID="{7E4F929A-CF98-4776-B81F-3E5EBCB01F96}" presName="compChildNode" presStyleCnt="0"/>
      <dgm:spPr/>
    </dgm:pt>
    <dgm:pt modelId="{EB09420A-E179-4E85-878E-4CA013371CFA}" type="pres">
      <dgm:prSet presAssocID="{7E4F929A-CF98-4776-B81F-3E5EBCB01F96}" presName="theInnerList" presStyleCnt="0"/>
      <dgm:spPr/>
    </dgm:pt>
    <dgm:pt modelId="{42224404-1D38-45F5-9081-8CB672F3DC02}" type="pres">
      <dgm:prSet presAssocID="{5554395F-A85B-4B87-A0EA-AE0EAE9335B9}" presName="childNode" presStyleLbl="node1" presStyleIdx="4" presStyleCnt="6" custScaleX="109660">
        <dgm:presLayoutVars>
          <dgm:bulletEnabled val="1"/>
        </dgm:presLayoutVars>
      </dgm:prSet>
      <dgm:spPr/>
    </dgm:pt>
    <dgm:pt modelId="{3DBB717C-4DBA-45C3-9453-E986F57D1F8C}" type="pres">
      <dgm:prSet presAssocID="{5554395F-A85B-4B87-A0EA-AE0EAE9335B9}" presName="aSpace2" presStyleCnt="0"/>
      <dgm:spPr/>
    </dgm:pt>
    <dgm:pt modelId="{822F719B-3033-44A6-BA9E-2B4F451853BA}" type="pres">
      <dgm:prSet presAssocID="{355FDF35-BE11-4E04-A74E-505E73374992}" presName="childNode" presStyleLbl="node1" presStyleIdx="5" presStyleCnt="6" custScaleX="109660">
        <dgm:presLayoutVars>
          <dgm:bulletEnabled val="1"/>
        </dgm:presLayoutVars>
      </dgm:prSet>
      <dgm:spPr/>
    </dgm:pt>
  </dgm:ptLst>
  <dgm:cxnLst>
    <dgm:cxn modelId="{D56D7700-C490-4437-8591-89EE16D34C50}" srcId="{000F66BE-9F8D-4CF6-A74F-C2B1F99D57D6}" destId="{7E4F929A-CF98-4776-B81F-3E5EBCB01F96}" srcOrd="2" destOrd="0" parTransId="{62747107-C69F-4B92-A1BE-3F14B5C83F6F}" sibTransId="{009144E5-1EE1-46B4-81F6-1EB9D7A3DF51}"/>
    <dgm:cxn modelId="{E99E4604-BCAF-4401-A538-4F40E9114E2F}" type="presOf" srcId="{7E4F929A-CF98-4776-B81F-3E5EBCB01F96}" destId="{6E58F5BF-862B-4F43-8CAD-05E11CE2426E}" srcOrd="0" destOrd="0" presId="urn:microsoft.com/office/officeart/2005/8/layout/lProcess2"/>
    <dgm:cxn modelId="{0B6C662A-F6FD-4DC0-B571-B17C53233083}" srcId="{646B41C8-CF36-42B9-82E5-137D39ECA9D7}" destId="{D9577A7F-8BDE-458B-819F-D558888F2BD8}" srcOrd="0" destOrd="0" parTransId="{6F1BE40D-A87B-4E74-B2AA-861B2B8F1A7B}" sibTransId="{9D052A6D-F52D-4F50-A0AD-211D621BD5AD}"/>
    <dgm:cxn modelId="{DF36DA2E-D90F-4108-93DF-465A5358EC1E}" srcId="{000F66BE-9F8D-4CF6-A74F-C2B1F99D57D6}" destId="{2BB9A37F-D214-424C-A8CD-A1C5D0BDB2CE}" srcOrd="1" destOrd="0" parTransId="{38D65439-BC72-4FC4-A097-3EE810D78489}" sibTransId="{AAA9E5E9-79B3-4207-B625-FAEEB501C29B}"/>
    <dgm:cxn modelId="{522B2233-0A54-4905-BF8D-1B6196D19EC3}" type="presOf" srcId="{7E4F929A-CF98-4776-B81F-3E5EBCB01F96}" destId="{EDBDFBE5-0CF1-432D-B93B-4662415E3ABC}" srcOrd="1" destOrd="0" presId="urn:microsoft.com/office/officeart/2005/8/layout/lProcess2"/>
    <dgm:cxn modelId="{D41A6E4A-DFAB-44AC-9095-56EF478AFB55}" type="presOf" srcId="{646B41C8-CF36-42B9-82E5-137D39ECA9D7}" destId="{02D08EFE-D363-4556-93F0-5C17191BAEE0}" srcOrd="1" destOrd="0" presId="urn:microsoft.com/office/officeart/2005/8/layout/lProcess2"/>
    <dgm:cxn modelId="{1854FB4A-C94C-4472-B6C8-24DB66DCD930}" srcId="{2BB9A37F-D214-424C-A8CD-A1C5D0BDB2CE}" destId="{8979E34E-CDB7-47F7-A150-BFDB9D61F301}" srcOrd="1" destOrd="0" parTransId="{CE600ABB-C019-4BAC-9324-92CAA4F692AC}" sibTransId="{237B45A0-72B4-41A7-9BD4-D3C8DFE4B827}"/>
    <dgm:cxn modelId="{8DA6AE4E-8CAF-4CFC-886A-E367DF31548C}" type="presOf" srcId="{8C3E1195-F9D1-4837-BDA8-B70854BF5E63}" destId="{F08A6B58-A7CB-4520-8FC0-27DAC3D79C09}" srcOrd="0" destOrd="0" presId="urn:microsoft.com/office/officeart/2005/8/layout/lProcess2"/>
    <dgm:cxn modelId="{84B34473-0059-4DEB-AD55-750A0D9E15A0}" srcId="{7E4F929A-CF98-4776-B81F-3E5EBCB01F96}" destId="{355FDF35-BE11-4E04-A74E-505E73374992}" srcOrd="1" destOrd="0" parTransId="{B9263A91-6947-4BA1-ADDF-DFFE8726418E}" sibTransId="{0C347FD9-2F1F-4E8A-948E-104CFFD04D18}"/>
    <dgm:cxn modelId="{AF01F756-89EA-4E16-B93E-4D1838561CA7}" type="presOf" srcId="{17446CFA-8305-4DBD-86CB-4A91DDABE8D1}" destId="{3F0212C9-4861-4F58-BFB5-CE42A802F86B}" srcOrd="0" destOrd="0" presId="urn:microsoft.com/office/officeart/2005/8/layout/lProcess2"/>
    <dgm:cxn modelId="{98EF6A84-A284-48DD-9F8F-4612087CA40B}" type="presOf" srcId="{2BB9A37F-D214-424C-A8CD-A1C5D0BDB2CE}" destId="{F6EBDF56-649A-45E2-B56E-E384779A0DFC}" srcOrd="1" destOrd="0" presId="urn:microsoft.com/office/officeart/2005/8/layout/lProcess2"/>
    <dgm:cxn modelId="{CA463E90-ED5C-4390-AD46-FA5CBCA3F421}" srcId="{646B41C8-CF36-42B9-82E5-137D39ECA9D7}" destId="{8C3E1195-F9D1-4837-BDA8-B70854BF5E63}" srcOrd="1" destOrd="0" parTransId="{AF454382-9220-4FAA-9285-02724CBEC10C}" sibTransId="{A704BD30-87C5-4349-B4E1-AAB7C59B383B}"/>
    <dgm:cxn modelId="{3D0AC7AB-D183-4FEB-9E02-7A16AA80A32F}" type="presOf" srcId="{646B41C8-CF36-42B9-82E5-137D39ECA9D7}" destId="{1AE8A186-22F7-4EF3-9A7B-AEAAB70A7520}" srcOrd="0" destOrd="0" presId="urn:microsoft.com/office/officeart/2005/8/layout/lProcess2"/>
    <dgm:cxn modelId="{1AE9E2B2-A9F1-4B62-9F7F-611425DE2DD2}" type="presOf" srcId="{355FDF35-BE11-4E04-A74E-505E73374992}" destId="{822F719B-3033-44A6-BA9E-2B4F451853BA}" srcOrd="0" destOrd="0" presId="urn:microsoft.com/office/officeart/2005/8/layout/lProcess2"/>
    <dgm:cxn modelId="{50F130BA-3F99-46B8-9104-23466F886660}" type="presOf" srcId="{5554395F-A85B-4B87-A0EA-AE0EAE9335B9}" destId="{42224404-1D38-45F5-9081-8CB672F3DC02}" srcOrd="0" destOrd="0" presId="urn:microsoft.com/office/officeart/2005/8/layout/lProcess2"/>
    <dgm:cxn modelId="{75D473C9-B8E8-4DC5-9597-9BDB3624293A}" type="presOf" srcId="{8979E34E-CDB7-47F7-A150-BFDB9D61F301}" destId="{870A79F6-C966-4818-BEF7-232067AE5087}" srcOrd="0" destOrd="0" presId="urn:microsoft.com/office/officeart/2005/8/layout/lProcess2"/>
    <dgm:cxn modelId="{88EBE5C9-01CC-4447-983A-1185FA9ECA86}" srcId="{000F66BE-9F8D-4CF6-A74F-C2B1F99D57D6}" destId="{646B41C8-CF36-42B9-82E5-137D39ECA9D7}" srcOrd="0" destOrd="0" parTransId="{19C87085-D818-4FF4-B47D-419B29096192}" sibTransId="{4622BDA8-9D08-4EE4-B0E2-712B2FF7F8F9}"/>
    <dgm:cxn modelId="{5E175ECD-5F8C-4B6D-9139-BA098A392047}" type="presOf" srcId="{D9577A7F-8BDE-458B-819F-D558888F2BD8}" destId="{C9B9C523-73A4-4D58-8931-C9DE3C14DB59}" srcOrd="0" destOrd="0" presId="urn:microsoft.com/office/officeart/2005/8/layout/lProcess2"/>
    <dgm:cxn modelId="{90C1E0CD-F188-41DD-96E8-C6A4ADD615E6}" type="presOf" srcId="{000F66BE-9F8D-4CF6-A74F-C2B1F99D57D6}" destId="{C646273D-0CF0-4D40-8E5E-9153352B0AF3}" srcOrd="0" destOrd="0" presId="urn:microsoft.com/office/officeart/2005/8/layout/lProcess2"/>
    <dgm:cxn modelId="{40A237DF-5C37-4FD3-98FC-FB35A3E60D35}" srcId="{7E4F929A-CF98-4776-B81F-3E5EBCB01F96}" destId="{5554395F-A85B-4B87-A0EA-AE0EAE9335B9}" srcOrd="0" destOrd="0" parTransId="{3C84DC64-0EDB-4503-BA06-C031DB982511}" sibTransId="{91B5716E-67D9-4DD5-B593-5B65206BAD02}"/>
    <dgm:cxn modelId="{214922F1-58BE-4895-B14E-956318C9C283}" srcId="{2BB9A37F-D214-424C-A8CD-A1C5D0BDB2CE}" destId="{17446CFA-8305-4DBD-86CB-4A91DDABE8D1}" srcOrd="0" destOrd="0" parTransId="{A4DA352C-0FEB-4F8F-94AE-30250FC28903}" sibTransId="{38A9F5EF-EA94-4889-9C3F-9A9D02766644}"/>
    <dgm:cxn modelId="{5086A1FD-5716-48B4-BE6C-33BADBBB951F}" type="presOf" srcId="{2BB9A37F-D214-424C-A8CD-A1C5D0BDB2CE}" destId="{540E6624-4889-45F8-A439-C69C2A50C0F1}" srcOrd="0" destOrd="0" presId="urn:microsoft.com/office/officeart/2005/8/layout/lProcess2"/>
    <dgm:cxn modelId="{57A356D4-3004-4292-907D-BE7014D6DF79}" type="presParOf" srcId="{C646273D-0CF0-4D40-8E5E-9153352B0AF3}" destId="{469E7B19-4DBD-4C04-A3F3-5EB23EDE232F}" srcOrd="0" destOrd="0" presId="urn:microsoft.com/office/officeart/2005/8/layout/lProcess2"/>
    <dgm:cxn modelId="{67C9AECE-95D9-4EC8-9F0D-94E7B89FD029}" type="presParOf" srcId="{469E7B19-4DBD-4C04-A3F3-5EB23EDE232F}" destId="{1AE8A186-22F7-4EF3-9A7B-AEAAB70A7520}" srcOrd="0" destOrd="0" presId="urn:microsoft.com/office/officeart/2005/8/layout/lProcess2"/>
    <dgm:cxn modelId="{30DF09DC-C06A-43F6-B570-9F3DF8310B9E}" type="presParOf" srcId="{469E7B19-4DBD-4C04-A3F3-5EB23EDE232F}" destId="{02D08EFE-D363-4556-93F0-5C17191BAEE0}" srcOrd="1" destOrd="0" presId="urn:microsoft.com/office/officeart/2005/8/layout/lProcess2"/>
    <dgm:cxn modelId="{215BCCC8-6635-4F0A-8679-8E8C48092DDD}" type="presParOf" srcId="{469E7B19-4DBD-4C04-A3F3-5EB23EDE232F}" destId="{E4F210C6-C6FA-4607-B033-1D4C38220F48}" srcOrd="2" destOrd="0" presId="urn:microsoft.com/office/officeart/2005/8/layout/lProcess2"/>
    <dgm:cxn modelId="{D4FC25AF-B8D5-4AB3-943C-E1ECC0124850}" type="presParOf" srcId="{E4F210C6-C6FA-4607-B033-1D4C38220F48}" destId="{DE231AE4-7B09-4215-B870-50B92295A673}" srcOrd="0" destOrd="0" presId="urn:microsoft.com/office/officeart/2005/8/layout/lProcess2"/>
    <dgm:cxn modelId="{51517F6A-A9E9-49CB-8420-BD073F90F25F}" type="presParOf" srcId="{DE231AE4-7B09-4215-B870-50B92295A673}" destId="{C9B9C523-73A4-4D58-8931-C9DE3C14DB59}" srcOrd="0" destOrd="0" presId="urn:microsoft.com/office/officeart/2005/8/layout/lProcess2"/>
    <dgm:cxn modelId="{FFBA7582-784D-44FC-8008-DDADA61951F2}" type="presParOf" srcId="{DE231AE4-7B09-4215-B870-50B92295A673}" destId="{C995EC78-ED7A-4C2D-BCA9-DD97BA8527A0}" srcOrd="1" destOrd="0" presId="urn:microsoft.com/office/officeart/2005/8/layout/lProcess2"/>
    <dgm:cxn modelId="{2514C9FF-4DBD-4BEA-A434-F6A0282AB63E}" type="presParOf" srcId="{DE231AE4-7B09-4215-B870-50B92295A673}" destId="{F08A6B58-A7CB-4520-8FC0-27DAC3D79C09}" srcOrd="2" destOrd="0" presId="urn:microsoft.com/office/officeart/2005/8/layout/lProcess2"/>
    <dgm:cxn modelId="{591C773D-EA7B-4ECF-B016-69665E718E55}" type="presParOf" srcId="{C646273D-0CF0-4D40-8E5E-9153352B0AF3}" destId="{1239A331-426F-42C3-9FFE-61230F84B527}" srcOrd="1" destOrd="0" presId="urn:microsoft.com/office/officeart/2005/8/layout/lProcess2"/>
    <dgm:cxn modelId="{DE3EC934-8ED1-43B0-95C3-F9578CBDEE36}" type="presParOf" srcId="{C646273D-0CF0-4D40-8E5E-9153352B0AF3}" destId="{C8A35594-7458-4863-A09B-CAD5F0A67FD1}" srcOrd="2" destOrd="0" presId="urn:microsoft.com/office/officeart/2005/8/layout/lProcess2"/>
    <dgm:cxn modelId="{84444249-9B66-4AC5-B5BE-BFE27835407F}" type="presParOf" srcId="{C8A35594-7458-4863-A09B-CAD5F0A67FD1}" destId="{540E6624-4889-45F8-A439-C69C2A50C0F1}" srcOrd="0" destOrd="0" presId="urn:microsoft.com/office/officeart/2005/8/layout/lProcess2"/>
    <dgm:cxn modelId="{12CA2A24-AADF-4903-B3AA-60DF8DE69F9A}" type="presParOf" srcId="{C8A35594-7458-4863-A09B-CAD5F0A67FD1}" destId="{F6EBDF56-649A-45E2-B56E-E384779A0DFC}" srcOrd="1" destOrd="0" presId="urn:microsoft.com/office/officeart/2005/8/layout/lProcess2"/>
    <dgm:cxn modelId="{73BB9F50-4201-4E07-A514-6CE6853AE3A0}" type="presParOf" srcId="{C8A35594-7458-4863-A09B-CAD5F0A67FD1}" destId="{35E63ABC-0DBC-48BC-898B-4022AD8B4101}" srcOrd="2" destOrd="0" presId="urn:microsoft.com/office/officeart/2005/8/layout/lProcess2"/>
    <dgm:cxn modelId="{3C0764B2-6890-479B-9C60-548A1EDF3C42}" type="presParOf" srcId="{35E63ABC-0DBC-48BC-898B-4022AD8B4101}" destId="{25379323-46F1-43B1-8DF2-739EAB672A22}" srcOrd="0" destOrd="0" presId="urn:microsoft.com/office/officeart/2005/8/layout/lProcess2"/>
    <dgm:cxn modelId="{27D39F98-6219-446B-A495-CAA9F89AD6BB}" type="presParOf" srcId="{25379323-46F1-43B1-8DF2-739EAB672A22}" destId="{3F0212C9-4861-4F58-BFB5-CE42A802F86B}" srcOrd="0" destOrd="0" presId="urn:microsoft.com/office/officeart/2005/8/layout/lProcess2"/>
    <dgm:cxn modelId="{BC935D08-5D91-42E2-9F6B-371F1E7E1EAF}" type="presParOf" srcId="{25379323-46F1-43B1-8DF2-739EAB672A22}" destId="{B4E58ED0-7312-47DE-BFAE-6E48C09E0307}" srcOrd="1" destOrd="0" presId="urn:microsoft.com/office/officeart/2005/8/layout/lProcess2"/>
    <dgm:cxn modelId="{7280FA21-4E69-4162-920B-2C3BFA03CD7E}" type="presParOf" srcId="{25379323-46F1-43B1-8DF2-739EAB672A22}" destId="{870A79F6-C966-4818-BEF7-232067AE5087}" srcOrd="2" destOrd="0" presId="urn:microsoft.com/office/officeart/2005/8/layout/lProcess2"/>
    <dgm:cxn modelId="{8FE0027B-7FD5-41C6-8A1A-4AB8BC79D3DC}" type="presParOf" srcId="{C646273D-0CF0-4D40-8E5E-9153352B0AF3}" destId="{0E5A98C5-B1F9-45E2-9264-4636207AE52A}" srcOrd="3" destOrd="0" presId="urn:microsoft.com/office/officeart/2005/8/layout/lProcess2"/>
    <dgm:cxn modelId="{D784FBF7-27DE-452D-A3E6-437B66C831FB}" type="presParOf" srcId="{C646273D-0CF0-4D40-8E5E-9153352B0AF3}" destId="{834B1672-8716-4180-95AF-83D83DD479CD}" srcOrd="4" destOrd="0" presId="urn:microsoft.com/office/officeart/2005/8/layout/lProcess2"/>
    <dgm:cxn modelId="{74FCD1BD-E8BF-4C26-9722-849DE691BA3E}" type="presParOf" srcId="{834B1672-8716-4180-95AF-83D83DD479CD}" destId="{6E58F5BF-862B-4F43-8CAD-05E11CE2426E}" srcOrd="0" destOrd="0" presId="urn:microsoft.com/office/officeart/2005/8/layout/lProcess2"/>
    <dgm:cxn modelId="{19416591-0376-416D-B2D6-9FE4F391699E}" type="presParOf" srcId="{834B1672-8716-4180-95AF-83D83DD479CD}" destId="{EDBDFBE5-0CF1-432D-B93B-4662415E3ABC}" srcOrd="1" destOrd="0" presId="urn:microsoft.com/office/officeart/2005/8/layout/lProcess2"/>
    <dgm:cxn modelId="{37DE0DBA-1815-49FE-B92A-E66E2349C59F}" type="presParOf" srcId="{834B1672-8716-4180-95AF-83D83DD479CD}" destId="{14F97F88-3417-4DD3-A3DC-7FAD78626805}" srcOrd="2" destOrd="0" presId="urn:microsoft.com/office/officeart/2005/8/layout/lProcess2"/>
    <dgm:cxn modelId="{FB5ECA1C-9906-41F1-BB16-D6766EAF8E00}" type="presParOf" srcId="{14F97F88-3417-4DD3-A3DC-7FAD78626805}" destId="{EB09420A-E179-4E85-878E-4CA013371CFA}" srcOrd="0" destOrd="0" presId="urn:microsoft.com/office/officeart/2005/8/layout/lProcess2"/>
    <dgm:cxn modelId="{2025CD5D-4BD5-4E2D-881B-6D152D45C678}" type="presParOf" srcId="{EB09420A-E179-4E85-878E-4CA013371CFA}" destId="{42224404-1D38-45F5-9081-8CB672F3DC02}" srcOrd="0" destOrd="0" presId="urn:microsoft.com/office/officeart/2005/8/layout/lProcess2"/>
    <dgm:cxn modelId="{3BBDF758-61D0-4004-A9DC-6A7437AA4F4E}" type="presParOf" srcId="{EB09420A-E179-4E85-878E-4CA013371CFA}" destId="{3DBB717C-4DBA-45C3-9453-E986F57D1F8C}" srcOrd="1" destOrd="0" presId="urn:microsoft.com/office/officeart/2005/8/layout/lProcess2"/>
    <dgm:cxn modelId="{61CD5FB5-203A-439F-805E-C54CA970501C}" type="presParOf" srcId="{EB09420A-E179-4E85-878E-4CA013371CFA}" destId="{822F719B-3033-44A6-BA9E-2B4F451853BA}"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24A61A9-8AB2-4AB7-B473-15F159E95F9C}" type="doc">
      <dgm:prSet loTypeId="urn:microsoft.com/office/officeart/2005/8/layout/cycle4" loCatId="matrix" qsTypeId="urn:microsoft.com/office/officeart/2005/8/quickstyle/simple1" qsCatId="simple" csTypeId="urn:microsoft.com/office/officeart/2005/8/colors/accent1_2" csCatId="accent1" phldr="1"/>
      <dgm:spPr/>
      <dgm:t>
        <a:bodyPr/>
        <a:lstStyle/>
        <a:p>
          <a:endParaRPr lang="zh-CN" altLang="en-US"/>
        </a:p>
      </dgm:t>
    </dgm:pt>
    <dgm:pt modelId="{6887CBF0-DBFF-4BEF-A553-E1C9A31B088D}">
      <dgm:prSet phldrT="[文本]" custT="1"/>
      <dgm:spPr/>
      <dgm:t>
        <a:bodyPr/>
        <a:lstStyle/>
        <a:p>
          <a:r>
            <a:rPr lang="zh-CN" altLang="en-US" sz="2000" dirty="0">
              <a:latin typeface="华文中宋" panose="02010600040101010101" pitchFamily="2" charset="-122"/>
              <a:ea typeface="华文中宋" panose="02010600040101010101" pitchFamily="2" charset="-122"/>
            </a:rPr>
            <a:t>揭示信息需求特征</a:t>
          </a:r>
        </a:p>
      </dgm:t>
    </dgm:pt>
    <dgm:pt modelId="{2BB6300B-EB6C-4C03-9530-375F097F9378}" type="parTrans" cxnId="{1D7C3A9A-2AC9-4725-8C84-7C5EAA3BBA13}">
      <dgm:prSet/>
      <dgm:spPr/>
      <dgm:t>
        <a:bodyPr/>
        <a:lstStyle/>
        <a:p>
          <a:endParaRPr lang="zh-CN" altLang="en-US"/>
        </a:p>
      </dgm:t>
    </dgm:pt>
    <dgm:pt modelId="{DC8CCEFD-482B-447D-A123-39CCC82BEAAB}" type="sibTrans" cxnId="{1D7C3A9A-2AC9-4725-8C84-7C5EAA3BBA13}">
      <dgm:prSet/>
      <dgm:spPr/>
      <dgm:t>
        <a:bodyPr/>
        <a:lstStyle/>
        <a:p>
          <a:endParaRPr lang="zh-CN" altLang="en-US"/>
        </a:p>
      </dgm:t>
    </dgm:pt>
    <dgm:pt modelId="{5A98AED3-7305-48AB-91FB-C7279E8FA576}">
      <dgm:prSet phldrT="[文本]" custT="1"/>
      <dgm:spPr/>
      <dgm:t>
        <a:bodyPr/>
        <a:lstStyle/>
        <a:p>
          <a:pPr marL="0" indent="0">
            <a:lnSpc>
              <a:spcPts val="2400"/>
            </a:lnSpc>
            <a:buFont typeface="Arial" panose="020B0604020202020204" pitchFamily="34" charset="0"/>
            <a:buNone/>
          </a:pPr>
          <a:r>
            <a:rPr lang="zh-CN" altLang="en-US" sz="1800" dirty="0">
              <a:latin typeface="华文中宋" panose="02010600040101010101" pitchFamily="2" charset="-122"/>
              <a:ea typeface="华文中宋" panose="02010600040101010101" pitchFamily="2" charset="-122"/>
            </a:rPr>
            <a:t>系统梳理青少年在</a:t>
          </a:r>
          <a:r>
            <a:rPr lang="en-US" altLang="en-US" sz="1800" dirty="0">
              <a:latin typeface="华文中宋" panose="02010600040101010101" pitchFamily="2" charset="-122"/>
              <a:ea typeface="华文中宋" panose="02010600040101010101" pitchFamily="2" charset="-122"/>
            </a:rPr>
            <a:t>B</a:t>
          </a:r>
          <a:r>
            <a:rPr lang="zh-CN" altLang="en-US" sz="1800" dirty="0">
              <a:latin typeface="华文中宋" panose="02010600040101010101" pitchFamily="2" charset="-122"/>
              <a:ea typeface="华文中宋" panose="02010600040101010101" pitchFamily="2" charset="-122"/>
            </a:rPr>
            <a:t>站对生殖健康内容的核心诉求、关注热点与信息缺口。</a:t>
          </a:r>
        </a:p>
      </dgm:t>
    </dgm:pt>
    <dgm:pt modelId="{0EEBBF58-85FE-4739-9D42-8572AF6DDA4A}" type="parTrans" cxnId="{1817FA50-E5B0-42AF-9997-4C83A7332811}">
      <dgm:prSet/>
      <dgm:spPr/>
      <dgm:t>
        <a:bodyPr/>
        <a:lstStyle/>
        <a:p>
          <a:endParaRPr lang="zh-CN" altLang="en-US"/>
        </a:p>
      </dgm:t>
    </dgm:pt>
    <dgm:pt modelId="{E6603204-E3DC-4F19-842E-FB8FD79294C4}" type="sibTrans" cxnId="{1817FA50-E5B0-42AF-9997-4C83A7332811}">
      <dgm:prSet/>
      <dgm:spPr/>
      <dgm:t>
        <a:bodyPr/>
        <a:lstStyle/>
        <a:p>
          <a:endParaRPr lang="zh-CN" altLang="en-US"/>
        </a:p>
      </dgm:t>
    </dgm:pt>
    <dgm:pt modelId="{AC3AA6E1-7CD5-49B5-8880-25FD0AB73101}">
      <dgm:prSet phldrT="[文本]" custT="1"/>
      <dgm:spPr/>
      <dgm:t>
        <a:bodyPr/>
        <a:lstStyle/>
        <a:p>
          <a:r>
            <a:rPr lang="zh-CN" altLang="en-US" sz="2000" dirty="0">
              <a:latin typeface="华文中宋" panose="02010600040101010101" pitchFamily="2" charset="-122"/>
              <a:ea typeface="华文中宋" panose="02010600040101010101" pitchFamily="2" charset="-122"/>
            </a:rPr>
            <a:t>分析用户参与模式</a:t>
          </a:r>
        </a:p>
      </dgm:t>
    </dgm:pt>
    <dgm:pt modelId="{BC82D35A-B80C-4B51-9883-18229EB8B964}" type="parTrans" cxnId="{05AD82A4-E0A9-4555-95FE-62E1C84B0179}">
      <dgm:prSet/>
      <dgm:spPr/>
      <dgm:t>
        <a:bodyPr/>
        <a:lstStyle/>
        <a:p>
          <a:endParaRPr lang="zh-CN" altLang="en-US"/>
        </a:p>
      </dgm:t>
    </dgm:pt>
    <dgm:pt modelId="{535A02CE-9DDB-499F-82B9-EEB138494AF0}" type="sibTrans" cxnId="{05AD82A4-E0A9-4555-95FE-62E1C84B0179}">
      <dgm:prSet/>
      <dgm:spPr/>
      <dgm:t>
        <a:bodyPr/>
        <a:lstStyle/>
        <a:p>
          <a:endParaRPr lang="zh-CN" altLang="en-US"/>
        </a:p>
      </dgm:t>
    </dgm:pt>
    <dgm:pt modelId="{9509A38A-DABF-4211-AB99-AE5CAB257F23}">
      <dgm:prSet phldrT="[文本]" custT="1"/>
      <dgm:spPr/>
      <dgm:t>
        <a:bodyPr/>
        <a:lstStyle/>
        <a:p>
          <a:pPr marL="0" indent="0">
            <a:lnSpc>
              <a:spcPts val="2400"/>
            </a:lnSpc>
            <a:buNone/>
          </a:pPr>
          <a:r>
            <a:rPr lang="zh-CN" altLang="en-US" sz="1800" dirty="0">
              <a:latin typeface="华文中宋" panose="02010600040101010101" pitchFamily="2" charset="-122"/>
              <a:ea typeface="华文中宋" panose="02010600040101010101" pitchFamily="2" charset="-122"/>
            </a:rPr>
            <a:t>量化分析不同话题下，用户点赞、评论、分享等多维参与行为，刻画其互动规律。</a:t>
          </a:r>
        </a:p>
      </dgm:t>
    </dgm:pt>
    <dgm:pt modelId="{A636B114-E454-4BEF-BDBB-C4B40F689EB2}" type="parTrans" cxnId="{24E0DC10-554B-44DF-9A9D-BB1AA71B7FCA}">
      <dgm:prSet/>
      <dgm:spPr/>
      <dgm:t>
        <a:bodyPr/>
        <a:lstStyle/>
        <a:p>
          <a:endParaRPr lang="zh-CN" altLang="en-US"/>
        </a:p>
      </dgm:t>
    </dgm:pt>
    <dgm:pt modelId="{55E49177-2E30-4143-A534-BA014CEE571D}" type="sibTrans" cxnId="{24E0DC10-554B-44DF-9A9D-BB1AA71B7FCA}">
      <dgm:prSet/>
      <dgm:spPr/>
      <dgm:t>
        <a:bodyPr/>
        <a:lstStyle/>
        <a:p>
          <a:endParaRPr lang="zh-CN" altLang="en-US"/>
        </a:p>
      </dgm:t>
    </dgm:pt>
    <dgm:pt modelId="{3553AB75-E7BA-4595-A5D5-46A5F681C2E1}">
      <dgm:prSet phldrT="[文本]" custT="1"/>
      <dgm:spPr/>
      <dgm:t>
        <a:bodyPr/>
        <a:lstStyle/>
        <a:p>
          <a:r>
            <a:rPr lang="zh-CN" altLang="en-US" sz="2000" dirty="0">
              <a:latin typeface="华文中宋" panose="02010600040101010101" pitchFamily="2" charset="-122"/>
              <a:ea typeface="华文中宋" panose="02010600040101010101" pitchFamily="2" charset="-122"/>
            </a:rPr>
            <a:t>评估创作者背景影响</a:t>
          </a:r>
        </a:p>
      </dgm:t>
    </dgm:pt>
    <dgm:pt modelId="{092424FF-5D05-4761-B17E-E512D99B4D08}" type="parTrans" cxnId="{7A708BF9-DBA2-48EB-9C70-8BC5ADA8E5CA}">
      <dgm:prSet/>
      <dgm:spPr/>
      <dgm:t>
        <a:bodyPr/>
        <a:lstStyle/>
        <a:p>
          <a:endParaRPr lang="zh-CN" altLang="en-US"/>
        </a:p>
      </dgm:t>
    </dgm:pt>
    <dgm:pt modelId="{CE21C1B4-DC12-4B7C-8286-87E7322666F6}" type="sibTrans" cxnId="{7A708BF9-DBA2-48EB-9C70-8BC5ADA8E5CA}">
      <dgm:prSet/>
      <dgm:spPr/>
      <dgm:t>
        <a:bodyPr/>
        <a:lstStyle/>
        <a:p>
          <a:endParaRPr lang="zh-CN" altLang="en-US"/>
        </a:p>
      </dgm:t>
    </dgm:pt>
    <dgm:pt modelId="{4E49258A-A7C2-4AD2-A667-DF250DEBE7B4}">
      <dgm:prSet phldrT="[文本]" custT="1"/>
      <dgm:spPr/>
      <dgm:t>
        <a:bodyPr anchor="b"/>
        <a:lstStyle/>
        <a:p>
          <a:pPr marL="0" indent="0">
            <a:lnSpc>
              <a:spcPts val="2400"/>
            </a:lnSpc>
            <a:buNone/>
          </a:pPr>
          <a:r>
            <a:rPr lang="zh-CN" altLang="en-US" sz="1800" dirty="0">
              <a:latin typeface="华文中宋" panose="02010600040101010101" pitchFamily="2" charset="-122"/>
              <a:ea typeface="华文中宋" panose="02010600040101010101" pitchFamily="2" charset="-122"/>
            </a:rPr>
            <a:t>探讨视频上传者的专业医学背景，对其内容科学性、权威性及用户信任度的影响。</a:t>
          </a:r>
        </a:p>
      </dgm:t>
    </dgm:pt>
    <dgm:pt modelId="{030E35E7-33AC-420F-9B30-A61312BCBC0D}" type="parTrans" cxnId="{DA6488B3-1D63-4526-90CE-3FAA5F983A7C}">
      <dgm:prSet/>
      <dgm:spPr/>
      <dgm:t>
        <a:bodyPr/>
        <a:lstStyle/>
        <a:p>
          <a:endParaRPr lang="zh-CN" altLang="en-US"/>
        </a:p>
      </dgm:t>
    </dgm:pt>
    <dgm:pt modelId="{A533F052-7C94-46CE-A3BD-D57F0D2B8E08}" type="sibTrans" cxnId="{DA6488B3-1D63-4526-90CE-3FAA5F983A7C}">
      <dgm:prSet/>
      <dgm:spPr/>
      <dgm:t>
        <a:bodyPr/>
        <a:lstStyle/>
        <a:p>
          <a:endParaRPr lang="zh-CN" altLang="en-US"/>
        </a:p>
      </dgm:t>
    </dgm:pt>
    <dgm:pt modelId="{8D47D71E-C016-4866-B685-1FACDB272447}">
      <dgm:prSet phldrT="[文本]" custT="1"/>
      <dgm:spPr/>
      <dgm:t>
        <a:bodyPr/>
        <a:lstStyle/>
        <a:p>
          <a:r>
            <a:rPr lang="zh-CN" altLang="en-US" sz="2000" dirty="0">
              <a:latin typeface="华文中宋" panose="02010600040101010101" pitchFamily="2" charset="-122"/>
              <a:ea typeface="华文中宋" panose="02010600040101010101" pitchFamily="2" charset="-122"/>
            </a:rPr>
            <a:t>探索情感与行为关联</a:t>
          </a:r>
        </a:p>
      </dgm:t>
    </dgm:pt>
    <dgm:pt modelId="{009A599C-87D4-468E-B819-7009C4194FF0}" type="parTrans" cxnId="{138ED3B2-6017-40B1-9914-FA1559760F34}">
      <dgm:prSet/>
      <dgm:spPr/>
      <dgm:t>
        <a:bodyPr/>
        <a:lstStyle/>
        <a:p>
          <a:endParaRPr lang="zh-CN" altLang="en-US"/>
        </a:p>
      </dgm:t>
    </dgm:pt>
    <dgm:pt modelId="{3CA5D44A-5F91-4957-A74E-7BE1CE427479}" type="sibTrans" cxnId="{138ED3B2-6017-40B1-9914-FA1559760F34}">
      <dgm:prSet/>
      <dgm:spPr/>
      <dgm:t>
        <a:bodyPr/>
        <a:lstStyle/>
        <a:p>
          <a:endParaRPr lang="zh-CN" altLang="en-US"/>
        </a:p>
      </dgm:t>
    </dgm:pt>
    <dgm:pt modelId="{55BBECAE-73DC-4F67-9F65-2680B23E5A18}">
      <dgm:prSet phldrT="[文本]" custT="1"/>
      <dgm:spPr/>
      <dgm:t>
        <a:bodyPr anchor="b"/>
        <a:lstStyle/>
        <a:p>
          <a:pPr marL="0" indent="0">
            <a:lnSpc>
              <a:spcPts val="2400"/>
            </a:lnSpc>
            <a:buNone/>
          </a:pPr>
          <a:r>
            <a:rPr lang="zh-CN" altLang="en-US" sz="1800" dirty="0">
              <a:latin typeface="华文中宋" panose="02010600040101010101" pitchFamily="2" charset="-122"/>
              <a:ea typeface="华文中宋" panose="02010600040101010101" pitchFamily="2" charset="-122"/>
            </a:rPr>
            <a:t>利用大语言模型分析用户评论的情感倾向，并揭示情感态度与用户参与行为之间的内在关系。</a:t>
          </a:r>
        </a:p>
      </dgm:t>
    </dgm:pt>
    <dgm:pt modelId="{37D72E2F-097A-48B6-99D0-E1D898A13D99}" type="parTrans" cxnId="{0DA6E88C-1869-427A-A3C3-B198D3CF41C2}">
      <dgm:prSet/>
      <dgm:spPr/>
      <dgm:t>
        <a:bodyPr/>
        <a:lstStyle/>
        <a:p>
          <a:endParaRPr lang="zh-CN" altLang="en-US"/>
        </a:p>
      </dgm:t>
    </dgm:pt>
    <dgm:pt modelId="{2E6A7853-E514-4143-83D2-9F4DB3CF360D}" type="sibTrans" cxnId="{0DA6E88C-1869-427A-A3C3-B198D3CF41C2}">
      <dgm:prSet/>
      <dgm:spPr/>
      <dgm:t>
        <a:bodyPr/>
        <a:lstStyle/>
        <a:p>
          <a:endParaRPr lang="zh-CN" altLang="en-US"/>
        </a:p>
      </dgm:t>
    </dgm:pt>
    <dgm:pt modelId="{65D1E3E2-FF65-4204-BE65-92DACF423C14}" type="pres">
      <dgm:prSet presAssocID="{724A61A9-8AB2-4AB7-B473-15F159E95F9C}" presName="cycleMatrixDiagram" presStyleCnt="0">
        <dgm:presLayoutVars>
          <dgm:chMax val="1"/>
          <dgm:dir/>
          <dgm:animLvl val="lvl"/>
          <dgm:resizeHandles val="exact"/>
        </dgm:presLayoutVars>
      </dgm:prSet>
      <dgm:spPr/>
    </dgm:pt>
    <dgm:pt modelId="{8726A217-809E-4071-87C2-AA5871BA4555}" type="pres">
      <dgm:prSet presAssocID="{724A61A9-8AB2-4AB7-B473-15F159E95F9C}" presName="children" presStyleCnt="0"/>
      <dgm:spPr/>
    </dgm:pt>
    <dgm:pt modelId="{771F4340-FFAF-48D7-9D6D-54E5EBFC8CBC}" type="pres">
      <dgm:prSet presAssocID="{724A61A9-8AB2-4AB7-B473-15F159E95F9C}" presName="child1group" presStyleCnt="0"/>
      <dgm:spPr/>
    </dgm:pt>
    <dgm:pt modelId="{54EBBB5E-94B9-47EC-B88D-C5F42EC25F5F}" type="pres">
      <dgm:prSet presAssocID="{724A61A9-8AB2-4AB7-B473-15F159E95F9C}" presName="child1" presStyleLbl="bgAcc1" presStyleIdx="0" presStyleCnt="4" custScaleX="144189" custLinFactNeighborX="-24659" custLinFactNeighborY="3308"/>
      <dgm:spPr/>
    </dgm:pt>
    <dgm:pt modelId="{490B07A3-555E-4C9B-A8B0-55AC65E9F61A}" type="pres">
      <dgm:prSet presAssocID="{724A61A9-8AB2-4AB7-B473-15F159E95F9C}" presName="child1Text" presStyleLbl="bgAcc1" presStyleIdx="0" presStyleCnt="4">
        <dgm:presLayoutVars>
          <dgm:bulletEnabled val="1"/>
        </dgm:presLayoutVars>
      </dgm:prSet>
      <dgm:spPr/>
    </dgm:pt>
    <dgm:pt modelId="{D9933A24-89C8-4B36-AE02-27528C29C6A4}" type="pres">
      <dgm:prSet presAssocID="{724A61A9-8AB2-4AB7-B473-15F159E95F9C}" presName="child2group" presStyleCnt="0"/>
      <dgm:spPr/>
    </dgm:pt>
    <dgm:pt modelId="{C0931AC6-A119-4A9F-8E64-2043483C0153}" type="pres">
      <dgm:prSet presAssocID="{724A61A9-8AB2-4AB7-B473-15F159E95F9C}" presName="child2" presStyleLbl="bgAcc1" presStyleIdx="1" presStyleCnt="4" custScaleX="144189" custLinFactNeighborX="25700" custLinFactNeighborY="2983"/>
      <dgm:spPr/>
    </dgm:pt>
    <dgm:pt modelId="{72515D03-E900-4DF3-8C07-4595F03AFF25}" type="pres">
      <dgm:prSet presAssocID="{724A61A9-8AB2-4AB7-B473-15F159E95F9C}" presName="child2Text" presStyleLbl="bgAcc1" presStyleIdx="1" presStyleCnt="4">
        <dgm:presLayoutVars>
          <dgm:bulletEnabled val="1"/>
        </dgm:presLayoutVars>
      </dgm:prSet>
      <dgm:spPr/>
    </dgm:pt>
    <dgm:pt modelId="{9AF42E54-E6F0-46A8-9C02-8A5C28CA143A}" type="pres">
      <dgm:prSet presAssocID="{724A61A9-8AB2-4AB7-B473-15F159E95F9C}" presName="child3group" presStyleCnt="0"/>
      <dgm:spPr/>
    </dgm:pt>
    <dgm:pt modelId="{AE9923AE-14EE-4848-9975-9A3A71834688}" type="pres">
      <dgm:prSet presAssocID="{724A61A9-8AB2-4AB7-B473-15F159E95F9C}" presName="child3" presStyleLbl="bgAcc1" presStyleIdx="2" presStyleCnt="4" custScaleX="144189" custLinFactNeighborX="27386" custLinFactNeighborY="-976"/>
      <dgm:spPr/>
    </dgm:pt>
    <dgm:pt modelId="{9BF20EC3-087E-4C11-A498-AFEA26FEA1A0}" type="pres">
      <dgm:prSet presAssocID="{724A61A9-8AB2-4AB7-B473-15F159E95F9C}" presName="child3Text" presStyleLbl="bgAcc1" presStyleIdx="2" presStyleCnt="4">
        <dgm:presLayoutVars>
          <dgm:bulletEnabled val="1"/>
        </dgm:presLayoutVars>
      </dgm:prSet>
      <dgm:spPr/>
    </dgm:pt>
    <dgm:pt modelId="{D9CAD7FD-D7EA-459A-B7FD-0F77AF2867CA}" type="pres">
      <dgm:prSet presAssocID="{724A61A9-8AB2-4AB7-B473-15F159E95F9C}" presName="child4group" presStyleCnt="0"/>
      <dgm:spPr/>
    </dgm:pt>
    <dgm:pt modelId="{CE5BE91D-D46D-41A3-8941-59B833B521F7}" type="pres">
      <dgm:prSet presAssocID="{724A61A9-8AB2-4AB7-B473-15F159E95F9C}" presName="child4" presStyleLbl="bgAcc1" presStyleIdx="3" presStyleCnt="4" custScaleX="144189" custLinFactNeighborX="-26135" custLinFactNeighborY="325"/>
      <dgm:spPr/>
    </dgm:pt>
    <dgm:pt modelId="{70D06AC3-1E51-4329-9B1A-9B70A7F61BE8}" type="pres">
      <dgm:prSet presAssocID="{724A61A9-8AB2-4AB7-B473-15F159E95F9C}" presName="child4Text" presStyleLbl="bgAcc1" presStyleIdx="3" presStyleCnt="4">
        <dgm:presLayoutVars>
          <dgm:bulletEnabled val="1"/>
        </dgm:presLayoutVars>
      </dgm:prSet>
      <dgm:spPr/>
    </dgm:pt>
    <dgm:pt modelId="{27605BE0-BB13-4BA1-82B5-AC793520CDDB}" type="pres">
      <dgm:prSet presAssocID="{724A61A9-8AB2-4AB7-B473-15F159E95F9C}" presName="childPlaceholder" presStyleCnt="0"/>
      <dgm:spPr/>
    </dgm:pt>
    <dgm:pt modelId="{06E2BA61-210A-47BA-BB68-CC7DE57669C8}" type="pres">
      <dgm:prSet presAssocID="{724A61A9-8AB2-4AB7-B473-15F159E95F9C}" presName="circle" presStyleCnt="0"/>
      <dgm:spPr/>
    </dgm:pt>
    <dgm:pt modelId="{151B7611-1D50-465E-8F10-6E73FA2D4FB6}" type="pres">
      <dgm:prSet presAssocID="{724A61A9-8AB2-4AB7-B473-15F159E95F9C}" presName="quadrant1" presStyleLbl="node1" presStyleIdx="0" presStyleCnt="4">
        <dgm:presLayoutVars>
          <dgm:chMax val="1"/>
          <dgm:bulletEnabled val="1"/>
        </dgm:presLayoutVars>
      </dgm:prSet>
      <dgm:spPr/>
    </dgm:pt>
    <dgm:pt modelId="{E3703324-965F-472C-8C4F-66003F0A81D6}" type="pres">
      <dgm:prSet presAssocID="{724A61A9-8AB2-4AB7-B473-15F159E95F9C}" presName="quadrant2" presStyleLbl="node1" presStyleIdx="1" presStyleCnt="4">
        <dgm:presLayoutVars>
          <dgm:chMax val="1"/>
          <dgm:bulletEnabled val="1"/>
        </dgm:presLayoutVars>
      </dgm:prSet>
      <dgm:spPr/>
    </dgm:pt>
    <dgm:pt modelId="{834BC809-9827-4B7A-B4F0-93A0216700D4}" type="pres">
      <dgm:prSet presAssocID="{724A61A9-8AB2-4AB7-B473-15F159E95F9C}" presName="quadrant3" presStyleLbl="node1" presStyleIdx="2" presStyleCnt="4">
        <dgm:presLayoutVars>
          <dgm:chMax val="1"/>
          <dgm:bulletEnabled val="1"/>
        </dgm:presLayoutVars>
      </dgm:prSet>
      <dgm:spPr/>
    </dgm:pt>
    <dgm:pt modelId="{F15F51D5-8EEE-49AA-9C59-F36713946192}" type="pres">
      <dgm:prSet presAssocID="{724A61A9-8AB2-4AB7-B473-15F159E95F9C}" presName="quadrant4" presStyleLbl="node1" presStyleIdx="3" presStyleCnt="4">
        <dgm:presLayoutVars>
          <dgm:chMax val="1"/>
          <dgm:bulletEnabled val="1"/>
        </dgm:presLayoutVars>
      </dgm:prSet>
      <dgm:spPr/>
    </dgm:pt>
    <dgm:pt modelId="{767D53EF-D491-482B-A332-C1D2823E5001}" type="pres">
      <dgm:prSet presAssocID="{724A61A9-8AB2-4AB7-B473-15F159E95F9C}" presName="quadrantPlaceholder" presStyleCnt="0"/>
      <dgm:spPr/>
    </dgm:pt>
    <dgm:pt modelId="{AD571EA6-13B1-4C80-B6DA-3222D599D5E5}" type="pres">
      <dgm:prSet presAssocID="{724A61A9-8AB2-4AB7-B473-15F159E95F9C}" presName="center1" presStyleLbl="fgShp" presStyleIdx="0" presStyleCnt="2"/>
      <dgm:spPr/>
    </dgm:pt>
    <dgm:pt modelId="{B1DFEAAB-2D20-4C08-8022-17655376F00F}" type="pres">
      <dgm:prSet presAssocID="{724A61A9-8AB2-4AB7-B473-15F159E95F9C}" presName="center2" presStyleLbl="fgShp" presStyleIdx="1" presStyleCnt="2"/>
      <dgm:spPr/>
    </dgm:pt>
  </dgm:ptLst>
  <dgm:cxnLst>
    <dgm:cxn modelId="{52BD8B0C-C898-462D-B93D-45301992F26B}" type="presOf" srcId="{5A98AED3-7305-48AB-91FB-C7279E8FA576}" destId="{54EBBB5E-94B9-47EC-B88D-C5F42EC25F5F}" srcOrd="0" destOrd="0" presId="urn:microsoft.com/office/officeart/2005/8/layout/cycle4"/>
    <dgm:cxn modelId="{91EF3C0F-369D-4413-BF0D-87FF1F00232A}" type="presOf" srcId="{AC3AA6E1-7CD5-49B5-8880-25FD0AB73101}" destId="{E3703324-965F-472C-8C4F-66003F0A81D6}" srcOrd="0" destOrd="0" presId="urn:microsoft.com/office/officeart/2005/8/layout/cycle4"/>
    <dgm:cxn modelId="{24E0DC10-554B-44DF-9A9D-BB1AA71B7FCA}" srcId="{AC3AA6E1-7CD5-49B5-8880-25FD0AB73101}" destId="{9509A38A-DABF-4211-AB99-AE5CAB257F23}" srcOrd="0" destOrd="0" parTransId="{A636B114-E454-4BEF-BDBB-C4B40F689EB2}" sibTransId="{55E49177-2E30-4143-A534-BA014CEE571D}"/>
    <dgm:cxn modelId="{09883E26-5DCE-47C0-8225-463CD1B31DCD}" type="presOf" srcId="{3553AB75-E7BA-4595-A5D5-46A5F681C2E1}" destId="{834BC809-9827-4B7A-B4F0-93A0216700D4}" srcOrd="0" destOrd="0" presId="urn:microsoft.com/office/officeart/2005/8/layout/cycle4"/>
    <dgm:cxn modelId="{4083EB27-092E-4066-A1C1-804820B39702}" type="presOf" srcId="{4E49258A-A7C2-4AD2-A667-DF250DEBE7B4}" destId="{9BF20EC3-087E-4C11-A498-AFEA26FEA1A0}" srcOrd="1" destOrd="0" presId="urn:microsoft.com/office/officeart/2005/8/layout/cycle4"/>
    <dgm:cxn modelId="{81DF402E-D671-4FF5-AF99-8EC4F6C079DC}" type="presOf" srcId="{55BBECAE-73DC-4F67-9F65-2680B23E5A18}" destId="{70D06AC3-1E51-4329-9B1A-9B70A7F61BE8}" srcOrd="1" destOrd="0" presId="urn:microsoft.com/office/officeart/2005/8/layout/cycle4"/>
    <dgm:cxn modelId="{1A1D005C-3D66-45C3-B187-B806A336FE03}" type="presOf" srcId="{8D47D71E-C016-4866-B685-1FACDB272447}" destId="{F15F51D5-8EEE-49AA-9C59-F36713946192}" srcOrd="0" destOrd="0" presId="urn:microsoft.com/office/officeart/2005/8/layout/cycle4"/>
    <dgm:cxn modelId="{1817FA50-E5B0-42AF-9997-4C83A7332811}" srcId="{6887CBF0-DBFF-4BEF-A553-E1C9A31B088D}" destId="{5A98AED3-7305-48AB-91FB-C7279E8FA576}" srcOrd="0" destOrd="0" parTransId="{0EEBBF58-85FE-4739-9D42-8572AF6DDA4A}" sibTransId="{E6603204-E3DC-4F19-842E-FB8FD79294C4}"/>
    <dgm:cxn modelId="{0DA6E88C-1869-427A-A3C3-B198D3CF41C2}" srcId="{8D47D71E-C016-4866-B685-1FACDB272447}" destId="{55BBECAE-73DC-4F67-9F65-2680B23E5A18}" srcOrd="0" destOrd="0" parTransId="{37D72E2F-097A-48B6-99D0-E1D898A13D99}" sibTransId="{2E6A7853-E514-4143-83D2-9F4DB3CF360D}"/>
    <dgm:cxn modelId="{70BC2499-B104-4FB3-8C52-E7F8B7F5F743}" type="presOf" srcId="{55BBECAE-73DC-4F67-9F65-2680B23E5A18}" destId="{CE5BE91D-D46D-41A3-8941-59B833B521F7}" srcOrd="0" destOrd="0" presId="urn:microsoft.com/office/officeart/2005/8/layout/cycle4"/>
    <dgm:cxn modelId="{1D7C3A9A-2AC9-4725-8C84-7C5EAA3BBA13}" srcId="{724A61A9-8AB2-4AB7-B473-15F159E95F9C}" destId="{6887CBF0-DBFF-4BEF-A553-E1C9A31B088D}" srcOrd="0" destOrd="0" parTransId="{2BB6300B-EB6C-4C03-9530-375F097F9378}" sibTransId="{DC8CCEFD-482B-447D-A123-39CCC82BEAAB}"/>
    <dgm:cxn modelId="{05AD82A4-E0A9-4555-95FE-62E1C84B0179}" srcId="{724A61A9-8AB2-4AB7-B473-15F159E95F9C}" destId="{AC3AA6E1-7CD5-49B5-8880-25FD0AB73101}" srcOrd="1" destOrd="0" parTransId="{BC82D35A-B80C-4B51-9883-18229EB8B964}" sibTransId="{535A02CE-9DDB-499F-82B9-EEB138494AF0}"/>
    <dgm:cxn modelId="{7ADDB3A6-A477-4650-B0A2-5189693F3FF9}" type="presOf" srcId="{6887CBF0-DBFF-4BEF-A553-E1C9A31B088D}" destId="{151B7611-1D50-465E-8F10-6E73FA2D4FB6}" srcOrd="0" destOrd="0" presId="urn:microsoft.com/office/officeart/2005/8/layout/cycle4"/>
    <dgm:cxn modelId="{64EA51A7-3EE9-47F8-9900-A26B5B85F03A}" type="presOf" srcId="{4E49258A-A7C2-4AD2-A667-DF250DEBE7B4}" destId="{AE9923AE-14EE-4848-9975-9A3A71834688}" srcOrd="0" destOrd="0" presId="urn:microsoft.com/office/officeart/2005/8/layout/cycle4"/>
    <dgm:cxn modelId="{046727A9-CF65-45D9-9CDA-6BB495BCBF53}" type="presOf" srcId="{9509A38A-DABF-4211-AB99-AE5CAB257F23}" destId="{72515D03-E900-4DF3-8C07-4595F03AFF25}" srcOrd="1" destOrd="0" presId="urn:microsoft.com/office/officeart/2005/8/layout/cycle4"/>
    <dgm:cxn modelId="{B965EFB0-2DF4-4E09-AAEF-5CE08F282C82}" type="presOf" srcId="{5A98AED3-7305-48AB-91FB-C7279E8FA576}" destId="{490B07A3-555E-4C9B-A8B0-55AC65E9F61A}" srcOrd="1" destOrd="0" presId="urn:microsoft.com/office/officeart/2005/8/layout/cycle4"/>
    <dgm:cxn modelId="{138ED3B2-6017-40B1-9914-FA1559760F34}" srcId="{724A61A9-8AB2-4AB7-B473-15F159E95F9C}" destId="{8D47D71E-C016-4866-B685-1FACDB272447}" srcOrd="3" destOrd="0" parTransId="{009A599C-87D4-468E-B819-7009C4194FF0}" sibTransId="{3CA5D44A-5F91-4957-A74E-7BE1CE427479}"/>
    <dgm:cxn modelId="{DA6488B3-1D63-4526-90CE-3FAA5F983A7C}" srcId="{3553AB75-E7BA-4595-A5D5-46A5F681C2E1}" destId="{4E49258A-A7C2-4AD2-A667-DF250DEBE7B4}" srcOrd="0" destOrd="0" parTransId="{030E35E7-33AC-420F-9B30-A61312BCBC0D}" sibTransId="{A533F052-7C94-46CE-A3BD-D57F0D2B8E08}"/>
    <dgm:cxn modelId="{91C96EEE-256C-4D6C-B484-2E55596D3000}" type="presOf" srcId="{724A61A9-8AB2-4AB7-B473-15F159E95F9C}" destId="{65D1E3E2-FF65-4204-BE65-92DACF423C14}" srcOrd="0" destOrd="0" presId="urn:microsoft.com/office/officeart/2005/8/layout/cycle4"/>
    <dgm:cxn modelId="{7A708BF9-DBA2-48EB-9C70-8BC5ADA8E5CA}" srcId="{724A61A9-8AB2-4AB7-B473-15F159E95F9C}" destId="{3553AB75-E7BA-4595-A5D5-46A5F681C2E1}" srcOrd="2" destOrd="0" parTransId="{092424FF-5D05-4761-B17E-E512D99B4D08}" sibTransId="{CE21C1B4-DC12-4B7C-8286-87E7322666F6}"/>
    <dgm:cxn modelId="{CBF3FAF9-CEA4-4CCA-A738-D22F5D351F80}" type="presOf" srcId="{9509A38A-DABF-4211-AB99-AE5CAB257F23}" destId="{C0931AC6-A119-4A9F-8E64-2043483C0153}" srcOrd="0" destOrd="0" presId="urn:microsoft.com/office/officeart/2005/8/layout/cycle4"/>
    <dgm:cxn modelId="{2E77D628-F704-419A-8914-5672A3FB8F00}" type="presParOf" srcId="{65D1E3E2-FF65-4204-BE65-92DACF423C14}" destId="{8726A217-809E-4071-87C2-AA5871BA4555}" srcOrd="0" destOrd="0" presId="urn:microsoft.com/office/officeart/2005/8/layout/cycle4"/>
    <dgm:cxn modelId="{74155233-B6E8-4844-A8F4-26F5016FDCC2}" type="presParOf" srcId="{8726A217-809E-4071-87C2-AA5871BA4555}" destId="{771F4340-FFAF-48D7-9D6D-54E5EBFC8CBC}" srcOrd="0" destOrd="0" presId="urn:microsoft.com/office/officeart/2005/8/layout/cycle4"/>
    <dgm:cxn modelId="{E4105E17-8C72-43B9-94B4-0A41E10F865E}" type="presParOf" srcId="{771F4340-FFAF-48D7-9D6D-54E5EBFC8CBC}" destId="{54EBBB5E-94B9-47EC-B88D-C5F42EC25F5F}" srcOrd="0" destOrd="0" presId="urn:microsoft.com/office/officeart/2005/8/layout/cycle4"/>
    <dgm:cxn modelId="{87184F09-7F27-4029-9A18-59FEEBD620F3}" type="presParOf" srcId="{771F4340-FFAF-48D7-9D6D-54E5EBFC8CBC}" destId="{490B07A3-555E-4C9B-A8B0-55AC65E9F61A}" srcOrd="1" destOrd="0" presId="urn:microsoft.com/office/officeart/2005/8/layout/cycle4"/>
    <dgm:cxn modelId="{85F60453-3AD3-45C6-A75F-09D9D2C5453C}" type="presParOf" srcId="{8726A217-809E-4071-87C2-AA5871BA4555}" destId="{D9933A24-89C8-4B36-AE02-27528C29C6A4}" srcOrd="1" destOrd="0" presId="urn:microsoft.com/office/officeart/2005/8/layout/cycle4"/>
    <dgm:cxn modelId="{D0650655-093E-4C63-881A-8E23B29E711E}" type="presParOf" srcId="{D9933A24-89C8-4B36-AE02-27528C29C6A4}" destId="{C0931AC6-A119-4A9F-8E64-2043483C0153}" srcOrd="0" destOrd="0" presId="urn:microsoft.com/office/officeart/2005/8/layout/cycle4"/>
    <dgm:cxn modelId="{927E5542-AAF2-4807-8EF9-421E79AC815B}" type="presParOf" srcId="{D9933A24-89C8-4B36-AE02-27528C29C6A4}" destId="{72515D03-E900-4DF3-8C07-4595F03AFF25}" srcOrd="1" destOrd="0" presId="urn:microsoft.com/office/officeart/2005/8/layout/cycle4"/>
    <dgm:cxn modelId="{F93BA75F-9C87-4C51-9638-F904397D53C3}" type="presParOf" srcId="{8726A217-809E-4071-87C2-AA5871BA4555}" destId="{9AF42E54-E6F0-46A8-9C02-8A5C28CA143A}" srcOrd="2" destOrd="0" presId="urn:microsoft.com/office/officeart/2005/8/layout/cycle4"/>
    <dgm:cxn modelId="{BEE33049-8B8B-4613-B9B4-99F14EEB9BD7}" type="presParOf" srcId="{9AF42E54-E6F0-46A8-9C02-8A5C28CA143A}" destId="{AE9923AE-14EE-4848-9975-9A3A71834688}" srcOrd="0" destOrd="0" presId="urn:microsoft.com/office/officeart/2005/8/layout/cycle4"/>
    <dgm:cxn modelId="{DB65DB63-9DFA-4A15-8C20-0B6803DBE180}" type="presParOf" srcId="{9AF42E54-E6F0-46A8-9C02-8A5C28CA143A}" destId="{9BF20EC3-087E-4C11-A498-AFEA26FEA1A0}" srcOrd="1" destOrd="0" presId="urn:microsoft.com/office/officeart/2005/8/layout/cycle4"/>
    <dgm:cxn modelId="{01F9D5D0-E8E1-44DE-8C45-F77AAB898E75}" type="presParOf" srcId="{8726A217-809E-4071-87C2-AA5871BA4555}" destId="{D9CAD7FD-D7EA-459A-B7FD-0F77AF2867CA}" srcOrd="3" destOrd="0" presId="urn:microsoft.com/office/officeart/2005/8/layout/cycle4"/>
    <dgm:cxn modelId="{707C355E-F42C-4D63-BC50-C513166F2141}" type="presParOf" srcId="{D9CAD7FD-D7EA-459A-B7FD-0F77AF2867CA}" destId="{CE5BE91D-D46D-41A3-8941-59B833B521F7}" srcOrd="0" destOrd="0" presId="urn:microsoft.com/office/officeart/2005/8/layout/cycle4"/>
    <dgm:cxn modelId="{C2E58E48-1533-4A88-8CC0-4D2328169002}" type="presParOf" srcId="{D9CAD7FD-D7EA-459A-B7FD-0F77AF2867CA}" destId="{70D06AC3-1E51-4329-9B1A-9B70A7F61BE8}" srcOrd="1" destOrd="0" presId="urn:microsoft.com/office/officeart/2005/8/layout/cycle4"/>
    <dgm:cxn modelId="{0DACF6B8-41F1-45BB-B437-CA2C9D01C6EB}" type="presParOf" srcId="{8726A217-809E-4071-87C2-AA5871BA4555}" destId="{27605BE0-BB13-4BA1-82B5-AC793520CDDB}" srcOrd="4" destOrd="0" presId="urn:microsoft.com/office/officeart/2005/8/layout/cycle4"/>
    <dgm:cxn modelId="{28EF3DA2-1BAD-475B-9244-5FE00F837602}" type="presParOf" srcId="{65D1E3E2-FF65-4204-BE65-92DACF423C14}" destId="{06E2BA61-210A-47BA-BB68-CC7DE57669C8}" srcOrd="1" destOrd="0" presId="urn:microsoft.com/office/officeart/2005/8/layout/cycle4"/>
    <dgm:cxn modelId="{1C52516F-FE5A-4367-9659-6389CDF236DD}" type="presParOf" srcId="{06E2BA61-210A-47BA-BB68-CC7DE57669C8}" destId="{151B7611-1D50-465E-8F10-6E73FA2D4FB6}" srcOrd="0" destOrd="0" presId="urn:microsoft.com/office/officeart/2005/8/layout/cycle4"/>
    <dgm:cxn modelId="{19744A0F-A497-451E-8418-9FA31565B2C3}" type="presParOf" srcId="{06E2BA61-210A-47BA-BB68-CC7DE57669C8}" destId="{E3703324-965F-472C-8C4F-66003F0A81D6}" srcOrd="1" destOrd="0" presId="urn:microsoft.com/office/officeart/2005/8/layout/cycle4"/>
    <dgm:cxn modelId="{06253B54-0854-4E99-B601-69E9482C4A18}" type="presParOf" srcId="{06E2BA61-210A-47BA-BB68-CC7DE57669C8}" destId="{834BC809-9827-4B7A-B4F0-93A0216700D4}" srcOrd="2" destOrd="0" presId="urn:microsoft.com/office/officeart/2005/8/layout/cycle4"/>
    <dgm:cxn modelId="{AD6A1FB6-0FB6-4281-9707-46C62F71356D}" type="presParOf" srcId="{06E2BA61-210A-47BA-BB68-CC7DE57669C8}" destId="{F15F51D5-8EEE-49AA-9C59-F36713946192}" srcOrd="3" destOrd="0" presId="urn:microsoft.com/office/officeart/2005/8/layout/cycle4"/>
    <dgm:cxn modelId="{1157265F-7FC5-4F6A-A156-7F505C4E137A}" type="presParOf" srcId="{06E2BA61-210A-47BA-BB68-CC7DE57669C8}" destId="{767D53EF-D491-482B-A332-C1D2823E5001}" srcOrd="4" destOrd="0" presId="urn:microsoft.com/office/officeart/2005/8/layout/cycle4"/>
    <dgm:cxn modelId="{B5E31FB9-CFA3-4457-A138-BEC48C74D5B1}" type="presParOf" srcId="{65D1E3E2-FF65-4204-BE65-92DACF423C14}" destId="{AD571EA6-13B1-4C80-B6DA-3222D599D5E5}" srcOrd="2" destOrd="0" presId="urn:microsoft.com/office/officeart/2005/8/layout/cycle4"/>
    <dgm:cxn modelId="{FFCB3959-9429-462D-8BE3-CFB2ADCE3433}" type="presParOf" srcId="{65D1E3E2-FF65-4204-BE65-92DACF423C14}" destId="{B1DFEAAB-2D20-4C08-8022-17655376F00F}"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2016E6A-E545-4E93-B5C4-EA411C4B4D31}"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zh-CN" altLang="en-US"/>
        </a:p>
      </dgm:t>
    </dgm:pt>
    <dgm:pt modelId="{CD4E1C4C-A7C9-43CB-AF66-21F986A7F06D}">
      <dgm:prSet phldrT="[文本]"/>
      <dgm:spPr/>
      <dgm:t>
        <a:bodyPr/>
        <a:lstStyle/>
        <a:p>
          <a:r>
            <a:rPr lang="zh-CN" altLang="en-US" dirty="0">
              <a:latin typeface="华文中宋" panose="02010600040101010101" pitchFamily="2" charset="-122"/>
              <a:ea typeface="华文中宋" panose="02010600040101010101" pitchFamily="2" charset="-122"/>
            </a:rPr>
            <a:t>内容覆盖度分析</a:t>
          </a:r>
        </a:p>
      </dgm:t>
    </dgm:pt>
    <dgm:pt modelId="{CA1A525F-3E35-4D22-8637-0B4D2307E4CD}" type="parTrans" cxnId="{6EB2276F-0B2F-4BC4-9A32-5D1B44422744}">
      <dgm:prSet/>
      <dgm:spPr/>
      <dgm:t>
        <a:bodyPr/>
        <a:lstStyle/>
        <a:p>
          <a:endParaRPr lang="zh-CN" altLang="en-US"/>
        </a:p>
      </dgm:t>
    </dgm:pt>
    <dgm:pt modelId="{DA71FACB-62AE-465A-AD7A-5BAD5550E9DF}" type="sibTrans" cxnId="{6EB2276F-0B2F-4BC4-9A32-5D1B44422744}">
      <dgm:prSet/>
      <dgm:spPr/>
      <dgm:t>
        <a:bodyPr/>
        <a:lstStyle/>
        <a:p>
          <a:endParaRPr lang="zh-CN" altLang="en-US"/>
        </a:p>
      </dgm:t>
    </dgm:pt>
    <dgm:pt modelId="{944D8BBB-9F1C-44F1-94DD-87B6689B4CE3}">
      <dgm:prSet phldrT="[文本]"/>
      <dgm:spPr/>
      <dgm:t>
        <a:bodyPr anchor="t"/>
        <a:lstStyle/>
        <a:p>
          <a:pPr algn="just"/>
          <a:r>
            <a:rPr lang="zh-CN" altLang="en-US" dirty="0">
              <a:latin typeface="华文中宋" panose="02010600040101010101" pitchFamily="2" charset="-122"/>
              <a:ea typeface="华文中宋" panose="02010600040101010101" pitchFamily="2" charset="-122"/>
            </a:rPr>
            <a:t>建立一个包含</a:t>
          </a:r>
          <a:r>
            <a:rPr lang="en-US" altLang="en-US" dirty="0">
              <a:latin typeface="华文中宋" panose="02010600040101010101" pitchFamily="2" charset="-122"/>
              <a:ea typeface="华文中宋" panose="02010600040101010101" pitchFamily="2" charset="-122"/>
            </a:rPr>
            <a:t>13</a:t>
          </a:r>
          <a:r>
            <a:rPr lang="zh-CN" altLang="en-US" dirty="0">
              <a:latin typeface="华文中宋" panose="02010600040101010101" pitchFamily="2" charset="-122"/>
              <a:ea typeface="华文中宋" panose="02010600040101010101" pitchFamily="2" charset="-122"/>
            </a:rPr>
            <a:t>类主要生殖健康话题的标签体系，系统评估</a:t>
          </a:r>
          <a:r>
            <a:rPr lang="en-US" altLang="en-US" dirty="0">
              <a:latin typeface="华文中宋" panose="02010600040101010101" pitchFamily="2" charset="-122"/>
              <a:ea typeface="华文中宋" panose="02010600040101010101" pitchFamily="2" charset="-122"/>
            </a:rPr>
            <a:t>B</a:t>
          </a:r>
          <a:r>
            <a:rPr lang="zh-CN" altLang="en-US" dirty="0">
              <a:latin typeface="华文中宋" panose="02010600040101010101" pitchFamily="2" charset="-122"/>
              <a:ea typeface="华文中宋" panose="02010600040101010101" pitchFamily="2" charset="-122"/>
            </a:rPr>
            <a:t>站相关视频的主题分布、数量变化和内容结构。</a:t>
          </a:r>
        </a:p>
      </dgm:t>
    </dgm:pt>
    <dgm:pt modelId="{7B05CBA3-F16D-4DA1-B249-033DAC388A66}" type="parTrans" cxnId="{49797271-B9D6-419D-A4D0-310B8C31286B}">
      <dgm:prSet/>
      <dgm:spPr/>
      <dgm:t>
        <a:bodyPr/>
        <a:lstStyle/>
        <a:p>
          <a:endParaRPr lang="zh-CN" altLang="en-US"/>
        </a:p>
      </dgm:t>
    </dgm:pt>
    <dgm:pt modelId="{5F029276-1B01-49CB-9A82-D26595EFEEB8}" type="sibTrans" cxnId="{49797271-B9D6-419D-A4D0-310B8C31286B}">
      <dgm:prSet/>
      <dgm:spPr/>
      <dgm:t>
        <a:bodyPr/>
        <a:lstStyle/>
        <a:p>
          <a:endParaRPr lang="zh-CN" altLang="en-US"/>
        </a:p>
      </dgm:t>
    </dgm:pt>
    <dgm:pt modelId="{1C6145F7-9EE9-4886-B984-6679C4657DFF}">
      <dgm:prSet phldrT="[文本]"/>
      <dgm:spPr/>
      <dgm:t>
        <a:bodyPr anchor="t"/>
        <a:lstStyle/>
        <a:p>
          <a:pPr algn="just"/>
          <a:r>
            <a:rPr lang="zh-CN" altLang="en-US" dirty="0">
              <a:latin typeface="华文中宋" panose="02010600040101010101" pitchFamily="2" charset="-122"/>
              <a:ea typeface="华文中宋" panose="02010600040101010101" pitchFamily="2" charset="-122"/>
            </a:rPr>
            <a:t>基于浏览、点赞、评论、分享等后台数据，比较不同话题、不同时间段的用户互动热度，揭示行为模式。</a:t>
          </a:r>
        </a:p>
      </dgm:t>
    </dgm:pt>
    <dgm:pt modelId="{38DA1895-7817-40AC-93E9-736B596BBFF7}" type="parTrans" cxnId="{564D73B8-228B-407A-BC0A-097FB4927DF9}">
      <dgm:prSet/>
      <dgm:spPr/>
      <dgm:t>
        <a:bodyPr/>
        <a:lstStyle/>
        <a:p>
          <a:endParaRPr lang="zh-CN" altLang="en-US"/>
        </a:p>
      </dgm:t>
    </dgm:pt>
    <dgm:pt modelId="{24098516-73AE-4E79-8F74-F53BBE7D6DE2}" type="sibTrans" cxnId="{564D73B8-228B-407A-BC0A-097FB4927DF9}">
      <dgm:prSet/>
      <dgm:spPr/>
      <dgm:t>
        <a:bodyPr/>
        <a:lstStyle/>
        <a:p>
          <a:endParaRPr lang="zh-CN" altLang="en-US"/>
        </a:p>
      </dgm:t>
    </dgm:pt>
    <dgm:pt modelId="{066CF3CC-E057-46EF-99DA-3C1B141FFE66}">
      <dgm:prSet phldrT="[文本]"/>
      <dgm:spPr/>
      <dgm:t>
        <a:bodyPr/>
        <a:lstStyle/>
        <a:p>
          <a:r>
            <a:rPr lang="zh-CN" altLang="en-US" dirty="0">
              <a:latin typeface="华文中宋" panose="02010600040101010101" pitchFamily="2" charset="-122"/>
              <a:ea typeface="华文中宋" panose="02010600040101010101" pitchFamily="2" charset="-122"/>
            </a:rPr>
            <a:t>创作者背景调查</a:t>
          </a:r>
        </a:p>
      </dgm:t>
    </dgm:pt>
    <dgm:pt modelId="{A8E99EE3-5577-43A2-A379-89153278D733}" type="parTrans" cxnId="{C684C340-760D-4682-9D84-31B2EF03F31B}">
      <dgm:prSet/>
      <dgm:spPr/>
      <dgm:t>
        <a:bodyPr/>
        <a:lstStyle/>
        <a:p>
          <a:endParaRPr lang="zh-CN" altLang="en-US"/>
        </a:p>
      </dgm:t>
    </dgm:pt>
    <dgm:pt modelId="{39823A3A-9DBE-472D-8B9F-DA97DA4FF4F8}" type="sibTrans" cxnId="{C684C340-760D-4682-9D84-31B2EF03F31B}">
      <dgm:prSet/>
      <dgm:spPr/>
      <dgm:t>
        <a:bodyPr/>
        <a:lstStyle/>
        <a:p>
          <a:endParaRPr lang="zh-CN" altLang="en-US"/>
        </a:p>
      </dgm:t>
    </dgm:pt>
    <dgm:pt modelId="{DFA4C51F-42D3-4A24-AA28-868DB40076DF}">
      <dgm:prSet phldrT="[文本]"/>
      <dgm:spPr/>
      <dgm:t>
        <a:bodyPr/>
        <a:lstStyle/>
        <a:p>
          <a:r>
            <a:rPr lang="zh-CN" altLang="en-US" dirty="0">
              <a:latin typeface="华文中宋" panose="02010600040101010101" pitchFamily="2" charset="-122"/>
              <a:ea typeface="华文中宋" panose="02010600040101010101" pitchFamily="2" charset="-122"/>
            </a:rPr>
            <a:t>用户参与度研究</a:t>
          </a:r>
        </a:p>
      </dgm:t>
    </dgm:pt>
    <dgm:pt modelId="{3D810663-FB29-4557-85C4-8578B5FB64FD}" type="sibTrans" cxnId="{E0312B65-EE98-4667-90EF-BD053C32BDB8}">
      <dgm:prSet/>
      <dgm:spPr/>
      <dgm:t>
        <a:bodyPr/>
        <a:lstStyle/>
        <a:p>
          <a:endParaRPr lang="zh-CN" altLang="en-US"/>
        </a:p>
      </dgm:t>
    </dgm:pt>
    <dgm:pt modelId="{CC5D36AD-809F-452D-9A4E-6C0852D3F09A}" type="parTrans" cxnId="{E0312B65-EE98-4667-90EF-BD053C32BDB8}">
      <dgm:prSet/>
      <dgm:spPr/>
      <dgm:t>
        <a:bodyPr/>
        <a:lstStyle/>
        <a:p>
          <a:endParaRPr lang="zh-CN" altLang="en-US"/>
        </a:p>
      </dgm:t>
    </dgm:pt>
    <dgm:pt modelId="{CA224C61-21B6-483E-A0F1-54F26B76FD49}">
      <dgm:prSet phldrT="[文本]"/>
      <dgm:spPr/>
      <dgm:t>
        <a:bodyPr anchor="t"/>
        <a:lstStyle/>
        <a:p>
          <a:pPr algn="just"/>
          <a:r>
            <a:rPr lang="zh-CN" altLang="en-US" dirty="0">
              <a:latin typeface="华文中宋" panose="02010600040101010101" pitchFamily="2" charset="-122"/>
              <a:ea typeface="华文中宋" panose="02010600040101010101" pitchFamily="2" charset="-122"/>
            </a:rPr>
            <a:t>对视频上传者身份进行梳理和认证，区分“医学专业背景”与“非医学背景”，比较两类创作者在内容科学性、传播力和用户反馈上的差异。</a:t>
          </a:r>
        </a:p>
      </dgm:t>
    </dgm:pt>
    <dgm:pt modelId="{C62ED9B6-67D7-4BAF-8BA7-53E14D1B45EF}" type="parTrans" cxnId="{7A9E409D-CDD0-4C90-9EA7-D50CC878F352}">
      <dgm:prSet/>
      <dgm:spPr/>
      <dgm:t>
        <a:bodyPr/>
        <a:lstStyle/>
        <a:p>
          <a:endParaRPr lang="zh-CN" altLang="en-US"/>
        </a:p>
      </dgm:t>
    </dgm:pt>
    <dgm:pt modelId="{C67F100B-668F-4149-8BF2-CEA1721C262C}" type="sibTrans" cxnId="{7A9E409D-CDD0-4C90-9EA7-D50CC878F352}">
      <dgm:prSet/>
      <dgm:spPr/>
      <dgm:t>
        <a:bodyPr/>
        <a:lstStyle/>
        <a:p>
          <a:endParaRPr lang="zh-CN" altLang="en-US"/>
        </a:p>
      </dgm:t>
    </dgm:pt>
    <dgm:pt modelId="{EC8856B6-3E06-4D5A-9A28-8A5EE1F70DDD}">
      <dgm:prSet phldrT="[文本]"/>
      <dgm:spPr/>
      <dgm:t>
        <a:bodyPr/>
        <a:lstStyle/>
        <a:p>
          <a:r>
            <a:rPr lang="zh-CN" altLang="en-US" dirty="0">
              <a:latin typeface="华文中宋" panose="02010600040101010101" pitchFamily="2" charset="-122"/>
              <a:ea typeface="华文中宋" panose="02010600040101010101" pitchFamily="2" charset="-122"/>
            </a:rPr>
            <a:t>情感响应分析</a:t>
          </a:r>
        </a:p>
      </dgm:t>
    </dgm:pt>
    <dgm:pt modelId="{D1B95F6E-334A-4A81-B9FC-CF0E76940258}" type="parTrans" cxnId="{EFE86690-1B67-4FA4-B4DD-83F08D27E9E6}">
      <dgm:prSet/>
      <dgm:spPr/>
      <dgm:t>
        <a:bodyPr/>
        <a:lstStyle/>
        <a:p>
          <a:endParaRPr lang="zh-CN" altLang="en-US"/>
        </a:p>
      </dgm:t>
    </dgm:pt>
    <dgm:pt modelId="{0A537186-654F-43B2-9608-D3DC4742398C}" type="sibTrans" cxnId="{EFE86690-1B67-4FA4-B4DD-83F08D27E9E6}">
      <dgm:prSet/>
      <dgm:spPr/>
      <dgm:t>
        <a:bodyPr/>
        <a:lstStyle/>
        <a:p>
          <a:endParaRPr lang="zh-CN" altLang="en-US"/>
        </a:p>
      </dgm:t>
    </dgm:pt>
    <dgm:pt modelId="{60CF22D5-8960-49D0-8EDE-B2071F802B97}">
      <dgm:prSet phldrT="[文本]"/>
      <dgm:spPr/>
      <dgm:t>
        <a:bodyPr anchor="t"/>
        <a:lstStyle/>
        <a:p>
          <a:pPr algn="just"/>
          <a:r>
            <a:rPr lang="zh-CN" altLang="en-US" dirty="0">
              <a:latin typeface="华文中宋" panose="02010600040101010101" pitchFamily="2" charset="-122"/>
              <a:ea typeface="华文中宋" panose="02010600040101010101" pitchFamily="2" charset="-122"/>
            </a:rPr>
            <a:t>借助大语言模型对用户评论和弹幕进行情感分析，自动分类为“正向、中性、负向”三类，挖掘情感极性与用户参与行为的内在联系</a:t>
          </a:r>
          <a:r>
            <a:rPr lang="zh-CN" altLang="en-US" dirty="0"/>
            <a:t>。</a:t>
          </a:r>
        </a:p>
      </dgm:t>
    </dgm:pt>
    <dgm:pt modelId="{0505CCAB-6DE6-42BA-8610-5CBC5CA9B897}" type="parTrans" cxnId="{40DB129C-810A-4DFB-9663-248943E21F88}">
      <dgm:prSet/>
      <dgm:spPr/>
      <dgm:t>
        <a:bodyPr/>
        <a:lstStyle/>
        <a:p>
          <a:endParaRPr lang="zh-CN" altLang="en-US"/>
        </a:p>
      </dgm:t>
    </dgm:pt>
    <dgm:pt modelId="{E5B401BE-094E-4782-A438-447E02DA189C}" type="sibTrans" cxnId="{40DB129C-810A-4DFB-9663-248943E21F88}">
      <dgm:prSet/>
      <dgm:spPr/>
      <dgm:t>
        <a:bodyPr/>
        <a:lstStyle/>
        <a:p>
          <a:endParaRPr lang="zh-CN" altLang="en-US"/>
        </a:p>
      </dgm:t>
    </dgm:pt>
    <dgm:pt modelId="{E5E8156F-83BB-4A64-80C5-CE36549C7BF5}" type="pres">
      <dgm:prSet presAssocID="{22016E6A-E545-4E93-B5C4-EA411C4B4D31}" presName="diagram" presStyleCnt="0">
        <dgm:presLayoutVars>
          <dgm:chPref val="1"/>
          <dgm:dir/>
          <dgm:animOne val="branch"/>
          <dgm:animLvl val="lvl"/>
          <dgm:resizeHandles/>
        </dgm:presLayoutVars>
      </dgm:prSet>
      <dgm:spPr/>
    </dgm:pt>
    <dgm:pt modelId="{A6FF449C-5024-47F9-9EF2-1155E734806E}" type="pres">
      <dgm:prSet presAssocID="{CD4E1C4C-A7C9-43CB-AF66-21F986A7F06D}" presName="root" presStyleCnt="0"/>
      <dgm:spPr/>
    </dgm:pt>
    <dgm:pt modelId="{8A1E31E2-D3C8-4517-9E30-E347A3F25E4E}" type="pres">
      <dgm:prSet presAssocID="{CD4E1C4C-A7C9-43CB-AF66-21F986A7F06D}" presName="rootComposite" presStyleCnt="0"/>
      <dgm:spPr/>
    </dgm:pt>
    <dgm:pt modelId="{0B6AB308-CEE6-4110-91CA-4D0A58CBFA60}" type="pres">
      <dgm:prSet presAssocID="{CD4E1C4C-A7C9-43CB-AF66-21F986A7F06D}" presName="rootText" presStyleLbl="node1" presStyleIdx="0" presStyleCnt="4" custScaleX="105631" custScaleY="69943"/>
      <dgm:spPr/>
    </dgm:pt>
    <dgm:pt modelId="{DB7C9197-BC94-4336-BDCC-164361E275F6}" type="pres">
      <dgm:prSet presAssocID="{CD4E1C4C-A7C9-43CB-AF66-21F986A7F06D}" presName="rootConnector" presStyleLbl="node1" presStyleIdx="0" presStyleCnt="4"/>
      <dgm:spPr/>
    </dgm:pt>
    <dgm:pt modelId="{99EA3EFA-42B8-4A54-9789-AC312107375D}" type="pres">
      <dgm:prSet presAssocID="{CD4E1C4C-A7C9-43CB-AF66-21F986A7F06D}" presName="childShape" presStyleCnt="0"/>
      <dgm:spPr/>
    </dgm:pt>
    <dgm:pt modelId="{4FEB6F5D-707F-4E50-BD26-6F8255F394D0}" type="pres">
      <dgm:prSet presAssocID="{7B05CBA3-F16D-4DA1-B249-033DAC388A66}" presName="Name13" presStyleLbl="parChTrans1D2" presStyleIdx="0" presStyleCnt="4"/>
      <dgm:spPr/>
    </dgm:pt>
    <dgm:pt modelId="{C29D635D-24F2-48AA-9EA4-1BC8FB1D3059}" type="pres">
      <dgm:prSet presAssocID="{944D8BBB-9F1C-44F1-94DD-87B6689B4CE3}" presName="childText" presStyleLbl="bgAcc1" presStyleIdx="0" presStyleCnt="4" custScaleX="139119" custScaleY="274782">
        <dgm:presLayoutVars>
          <dgm:bulletEnabled val="1"/>
        </dgm:presLayoutVars>
      </dgm:prSet>
      <dgm:spPr/>
    </dgm:pt>
    <dgm:pt modelId="{AA414E20-E4F8-4C21-90CB-EC6CC7FD1C77}" type="pres">
      <dgm:prSet presAssocID="{DFA4C51F-42D3-4A24-AA28-868DB40076DF}" presName="root" presStyleCnt="0"/>
      <dgm:spPr/>
    </dgm:pt>
    <dgm:pt modelId="{33918747-338A-4AD3-AAE4-96F69B992A25}" type="pres">
      <dgm:prSet presAssocID="{DFA4C51F-42D3-4A24-AA28-868DB40076DF}" presName="rootComposite" presStyleCnt="0"/>
      <dgm:spPr/>
    </dgm:pt>
    <dgm:pt modelId="{20D7BB91-8AFB-469F-96F5-F39191EC5416}" type="pres">
      <dgm:prSet presAssocID="{DFA4C51F-42D3-4A24-AA28-868DB40076DF}" presName="rootText" presStyleLbl="node1" presStyleIdx="1" presStyleCnt="4" custScaleX="105631" custScaleY="69943"/>
      <dgm:spPr/>
    </dgm:pt>
    <dgm:pt modelId="{88D9C99B-12E2-455D-85ED-C831FE272A70}" type="pres">
      <dgm:prSet presAssocID="{DFA4C51F-42D3-4A24-AA28-868DB40076DF}" presName="rootConnector" presStyleLbl="node1" presStyleIdx="1" presStyleCnt="4"/>
      <dgm:spPr/>
    </dgm:pt>
    <dgm:pt modelId="{5EBF345A-2138-4ADA-93A7-C58555224E14}" type="pres">
      <dgm:prSet presAssocID="{DFA4C51F-42D3-4A24-AA28-868DB40076DF}" presName="childShape" presStyleCnt="0"/>
      <dgm:spPr/>
    </dgm:pt>
    <dgm:pt modelId="{2256FACA-8AD8-429C-A486-BF8DAC0BB0FA}" type="pres">
      <dgm:prSet presAssocID="{38DA1895-7817-40AC-93E9-736B596BBFF7}" presName="Name13" presStyleLbl="parChTrans1D2" presStyleIdx="1" presStyleCnt="4"/>
      <dgm:spPr/>
    </dgm:pt>
    <dgm:pt modelId="{7872BFDF-98D5-48A5-8D8E-5752CEE03170}" type="pres">
      <dgm:prSet presAssocID="{1C6145F7-9EE9-4886-B984-6679C4657DFF}" presName="childText" presStyleLbl="bgAcc1" presStyleIdx="1" presStyleCnt="4" custScaleX="139119" custScaleY="274782">
        <dgm:presLayoutVars>
          <dgm:bulletEnabled val="1"/>
        </dgm:presLayoutVars>
      </dgm:prSet>
      <dgm:spPr/>
    </dgm:pt>
    <dgm:pt modelId="{9E66AB41-BA5D-472A-B35B-F43548B7BF11}" type="pres">
      <dgm:prSet presAssocID="{066CF3CC-E057-46EF-99DA-3C1B141FFE66}" presName="root" presStyleCnt="0"/>
      <dgm:spPr/>
    </dgm:pt>
    <dgm:pt modelId="{44BB5F39-25CF-4AD4-BAD3-B39C13D5AA8E}" type="pres">
      <dgm:prSet presAssocID="{066CF3CC-E057-46EF-99DA-3C1B141FFE66}" presName="rootComposite" presStyleCnt="0"/>
      <dgm:spPr/>
    </dgm:pt>
    <dgm:pt modelId="{2C9673B4-92DB-48FE-BDE5-CBAF1CDB053C}" type="pres">
      <dgm:prSet presAssocID="{066CF3CC-E057-46EF-99DA-3C1B141FFE66}" presName="rootText" presStyleLbl="node1" presStyleIdx="2" presStyleCnt="4" custScaleX="105631" custScaleY="69943"/>
      <dgm:spPr/>
    </dgm:pt>
    <dgm:pt modelId="{73A4DCA1-FDCC-4043-8726-C628105470F6}" type="pres">
      <dgm:prSet presAssocID="{066CF3CC-E057-46EF-99DA-3C1B141FFE66}" presName="rootConnector" presStyleLbl="node1" presStyleIdx="2" presStyleCnt="4"/>
      <dgm:spPr/>
    </dgm:pt>
    <dgm:pt modelId="{845F9D47-D3ED-40B6-9EFF-0AEEED0AFE80}" type="pres">
      <dgm:prSet presAssocID="{066CF3CC-E057-46EF-99DA-3C1B141FFE66}" presName="childShape" presStyleCnt="0"/>
      <dgm:spPr/>
    </dgm:pt>
    <dgm:pt modelId="{04D9F8EF-6AFF-42F1-8ED5-BB0CDC18CB72}" type="pres">
      <dgm:prSet presAssocID="{C62ED9B6-67D7-4BAF-8BA7-53E14D1B45EF}" presName="Name13" presStyleLbl="parChTrans1D2" presStyleIdx="2" presStyleCnt="4"/>
      <dgm:spPr/>
    </dgm:pt>
    <dgm:pt modelId="{AADE6347-C73E-4901-83CA-E9C369B5D932}" type="pres">
      <dgm:prSet presAssocID="{CA224C61-21B6-483E-A0F1-54F26B76FD49}" presName="childText" presStyleLbl="bgAcc1" presStyleIdx="2" presStyleCnt="4" custScaleX="139119" custScaleY="274782">
        <dgm:presLayoutVars>
          <dgm:bulletEnabled val="1"/>
        </dgm:presLayoutVars>
      </dgm:prSet>
      <dgm:spPr/>
    </dgm:pt>
    <dgm:pt modelId="{D4AB3DC1-ABEF-4BF2-9C05-A54CD2193948}" type="pres">
      <dgm:prSet presAssocID="{EC8856B6-3E06-4D5A-9A28-8A5EE1F70DDD}" presName="root" presStyleCnt="0"/>
      <dgm:spPr/>
    </dgm:pt>
    <dgm:pt modelId="{D5B896A3-23E7-4E78-8B62-64B77A778707}" type="pres">
      <dgm:prSet presAssocID="{EC8856B6-3E06-4D5A-9A28-8A5EE1F70DDD}" presName="rootComposite" presStyleCnt="0"/>
      <dgm:spPr/>
    </dgm:pt>
    <dgm:pt modelId="{5A4AA555-41A6-419E-9E76-E158766E41C9}" type="pres">
      <dgm:prSet presAssocID="{EC8856B6-3E06-4D5A-9A28-8A5EE1F70DDD}" presName="rootText" presStyleLbl="node1" presStyleIdx="3" presStyleCnt="4" custScaleX="105631" custScaleY="69943"/>
      <dgm:spPr/>
    </dgm:pt>
    <dgm:pt modelId="{B88F9EC8-15E6-4340-B15E-708731A46427}" type="pres">
      <dgm:prSet presAssocID="{EC8856B6-3E06-4D5A-9A28-8A5EE1F70DDD}" presName="rootConnector" presStyleLbl="node1" presStyleIdx="3" presStyleCnt="4"/>
      <dgm:spPr/>
    </dgm:pt>
    <dgm:pt modelId="{9038457B-F066-462C-90E1-20FD2D32B493}" type="pres">
      <dgm:prSet presAssocID="{EC8856B6-3E06-4D5A-9A28-8A5EE1F70DDD}" presName="childShape" presStyleCnt="0"/>
      <dgm:spPr/>
    </dgm:pt>
    <dgm:pt modelId="{D672CE27-A8DE-41B7-98B1-91D3D1BBD3C8}" type="pres">
      <dgm:prSet presAssocID="{0505CCAB-6DE6-42BA-8610-5CBC5CA9B897}" presName="Name13" presStyleLbl="parChTrans1D2" presStyleIdx="3" presStyleCnt="4"/>
      <dgm:spPr/>
    </dgm:pt>
    <dgm:pt modelId="{2E022D22-C01C-4B3E-A384-8CD07E5CC568}" type="pres">
      <dgm:prSet presAssocID="{60CF22D5-8960-49D0-8EDE-B2071F802B97}" presName="childText" presStyleLbl="bgAcc1" presStyleIdx="3" presStyleCnt="4" custScaleX="139119" custScaleY="274782">
        <dgm:presLayoutVars>
          <dgm:bulletEnabled val="1"/>
        </dgm:presLayoutVars>
      </dgm:prSet>
      <dgm:spPr/>
    </dgm:pt>
  </dgm:ptLst>
  <dgm:cxnLst>
    <dgm:cxn modelId="{3EA2B30F-AEF2-4E2D-900E-31A93EA108BE}" type="presOf" srcId="{60CF22D5-8960-49D0-8EDE-B2071F802B97}" destId="{2E022D22-C01C-4B3E-A384-8CD07E5CC568}" srcOrd="0" destOrd="0" presId="urn:microsoft.com/office/officeart/2005/8/layout/hierarchy3"/>
    <dgm:cxn modelId="{AA400923-CCD1-48B6-8D10-65DD095ECEAC}" type="presOf" srcId="{DFA4C51F-42D3-4A24-AA28-868DB40076DF}" destId="{20D7BB91-8AFB-469F-96F5-F39191EC5416}" srcOrd="0" destOrd="0" presId="urn:microsoft.com/office/officeart/2005/8/layout/hierarchy3"/>
    <dgm:cxn modelId="{84F48B28-382C-4DAE-A2F5-A6D73CF4399A}" type="presOf" srcId="{22016E6A-E545-4E93-B5C4-EA411C4B4D31}" destId="{E5E8156F-83BB-4A64-80C5-CE36549C7BF5}" srcOrd="0" destOrd="0" presId="urn:microsoft.com/office/officeart/2005/8/layout/hierarchy3"/>
    <dgm:cxn modelId="{8734E138-A486-4330-8A9B-BB99415AB38C}" type="presOf" srcId="{CD4E1C4C-A7C9-43CB-AF66-21F986A7F06D}" destId="{0B6AB308-CEE6-4110-91CA-4D0A58CBFA60}" srcOrd="0" destOrd="0" presId="urn:microsoft.com/office/officeart/2005/8/layout/hierarchy3"/>
    <dgm:cxn modelId="{11243940-DF4C-4D6A-B2E2-F37D36A0A27A}" type="presOf" srcId="{EC8856B6-3E06-4D5A-9A28-8A5EE1F70DDD}" destId="{B88F9EC8-15E6-4340-B15E-708731A46427}" srcOrd="1" destOrd="0" presId="urn:microsoft.com/office/officeart/2005/8/layout/hierarchy3"/>
    <dgm:cxn modelId="{C684C340-760D-4682-9D84-31B2EF03F31B}" srcId="{22016E6A-E545-4E93-B5C4-EA411C4B4D31}" destId="{066CF3CC-E057-46EF-99DA-3C1B141FFE66}" srcOrd="2" destOrd="0" parTransId="{A8E99EE3-5577-43A2-A379-89153278D733}" sibTransId="{39823A3A-9DBE-472D-8B9F-DA97DA4FF4F8}"/>
    <dgm:cxn modelId="{FF34385B-85FA-4C7C-B5FE-07E02D893541}" type="presOf" srcId="{C62ED9B6-67D7-4BAF-8BA7-53E14D1B45EF}" destId="{04D9F8EF-6AFF-42F1-8ED5-BB0CDC18CB72}" srcOrd="0" destOrd="0" presId="urn:microsoft.com/office/officeart/2005/8/layout/hierarchy3"/>
    <dgm:cxn modelId="{E0312B65-EE98-4667-90EF-BD053C32BDB8}" srcId="{22016E6A-E545-4E93-B5C4-EA411C4B4D31}" destId="{DFA4C51F-42D3-4A24-AA28-868DB40076DF}" srcOrd="1" destOrd="0" parTransId="{CC5D36AD-809F-452D-9A4E-6C0852D3F09A}" sibTransId="{3D810663-FB29-4557-85C4-8578B5FB64FD}"/>
    <dgm:cxn modelId="{00E9B94B-2037-4E1E-8BB4-5043E45D8389}" type="presOf" srcId="{066CF3CC-E057-46EF-99DA-3C1B141FFE66}" destId="{73A4DCA1-FDCC-4043-8726-C628105470F6}" srcOrd="1" destOrd="0" presId="urn:microsoft.com/office/officeart/2005/8/layout/hierarchy3"/>
    <dgm:cxn modelId="{6EB2276F-0B2F-4BC4-9A32-5D1B44422744}" srcId="{22016E6A-E545-4E93-B5C4-EA411C4B4D31}" destId="{CD4E1C4C-A7C9-43CB-AF66-21F986A7F06D}" srcOrd="0" destOrd="0" parTransId="{CA1A525F-3E35-4D22-8637-0B4D2307E4CD}" sibTransId="{DA71FACB-62AE-465A-AD7A-5BAD5550E9DF}"/>
    <dgm:cxn modelId="{49797271-B9D6-419D-A4D0-310B8C31286B}" srcId="{CD4E1C4C-A7C9-43CB-AF66-21F986A7F06D}" destId="{944D8BBB-9F1C-44F1-94DD-87B6689B4CE3}" srcOrd="0" destOrd="0" parTransId="{7B05CBA3-F16D-4DA1-B249-033DAC388A66}" sibTransId="{5F029276-1B01-49CB-9A82-D26595EFEEB8}"/>
    <dgm:cxn modelId="{515C1582-4FAD-48C3-8183-A068775A3BBA}" type="presOf" srcId="{38DA1895-7817-40AC-93E9-736B596BBFF7}" destId="{2256FACA-8AD8-429C-A486-BF8DAC0BB0FA}" srcOrd="0" destOrd="0" presId="urn:microsoft.com/office/officeart/2005/8/layout/hierarchy3"/>
    <dgm:cxn modelId="{EFE86690-1B67-4FA4-B4DD-83F08D27E9E6}" srcId="{22016E6A-E545-4E93-B5C4-EA411C4B4D31}" destId="{EC8856B6-3E06-4D5A-9A28-8A5EE1F70DDD}" srcOrd="3" destOrd="0" parTransId="{D1B95F6E-334A-4A81-B9FC-CF0E76940258}" sibTransId="{0A537186-654F-43B2-9608-D3DC4742398C}"/>
    <dgm:cxn modelId="{D1182394-DA90-417D-8E95-529EEDFAF13D}" type="presOf" srcId="{DFA4C51F-42D3-4A24-AA28-868DB40076DF}" destId="{88D9C99B-12E2-455D-85ED-C831FE272A70}" srcOrd="1" destOrd="0" presId="urn:microsoft.com/office/officeart/2005/8/layout/hierarchy3"/>
    <dgm:cxn modelId="{E1747E99-630B-4076-B9C0-C78BC00BE09E}" type="presOf" srcId="{0505CCAB-6DE6-42BA-8610-5CBC5CA9B897}" destId="{D672CE27-A8DE-41B7-98B1-91D3D1BBD3C8}" srcOrd="0" destOrd="0" presId="urn:microsoft.com/office/officeart/2005/8/layout/hierarchy3"/>
    <dgm:cxn modelId="{40DB129C-810A-4DFB-9663-248943E21F88}" srcId="{EC8856B6-3E06-4D5A-9A28-8A5EE1F70DDD}" destId="{60CF22D5-8960-49D0-8EDE-B2071F802B97}" srcOrd="0" destOrd="0" parTransId="{0505CCAB-6DE6-42BA-8610-5CBC5CA9B897}" sibTransId="{E5B401BE-094E-4782-A438-447E02DA189C}"/>
    <dgm:cxn modelId="{7A9E409D-CDD0-4C90-9EA7-D50CC878F352}" srcId="{066CF3CC-E057-46EF-99DA-3C1B141FFE66}" destId="{CA224C61-21B6-483E-A0F1-54F26B76FD49}" srcOrd="0" destOrd="0" parTransId="{C62ED9B6-67D7-4BAF-8BA7-53E14D1B45EF}" sibTransId="{C67F100B-668F-4149-8BF2-CEA1721C262C}"/>
    <dgm:cxn modelId="{93A9EC9D-7151-4CE4-BACB-48BD94745992}" type="presOf" srcId="{066CF3CC-E057-46EF-99DA-3C1B141FFE66}" destId="{2C9673B4-92DB-48FE-BDE5-CBAF1CDB053C}" srcOrd="0" destOrd="0" presId="urn:microsoft.com/office/officeart/2005/8/layout/hierarchy3"/>
    <dgm:cxn modelId="{6E74A89F-CE2C-49DA-A42D-342489FE2A84}" type="presOf" srcId="{CD4E1C4C-A7C9-43CB-AF66-21F986A7F06D}" destId="{DB7C9197-BC94-4336-BDCC-164361E275F6}" srcOrd="1" destOrd="0" presId="urn:microsoft.com/office/officeart/2005/8/layout/hierarchy3"/>
    <dgm:cxn modelId="{564D73B8-228B-407A-BC0A-097FB4927DF9}" srcId="{DFA4C51F-42D3-4A24-AA28-868DB40076DF}" destId="{1C6145F7-9EE9-4886-B984-6679C4657DFF}" srcOrd="0" destOrd="0" parTransId="{38DA1895-7817-40AC-93E9-736B596BBFF7}" sibTransId="{24098516-73AE-4E79-8F74-F53BBE7D6DE2}"/>
    <dgm:cxn modelId="{95622DBA-4640-4350-A3FD-0C60ED01B60B}" type="presOf" srcId="{CA224C61-21B6-483E-A0F1-54F26B76FD49}" destId="{AADE6347-C73E-4901-83CA-E9C369B5D932}" srcOrd="0" destOrd="0" presId="urn:microsoft.com/office/officeart/2005/8/layout/hierarchy3"/>
    <dgm:cxn modelId="{768344C4-FB3C-4910-A399-4B7B17617693}" type="presOf" srcId="{1C6145F7-9EE9-4886-B984-6679C4657DFF}" destId="{7872BFDF-98D5-48A5-8D8E-5752CEE03170}" srcOrd="0" destOrd="0" presId="urn:microsoft.com/office/officeart/2005/8/layout/hierarchy3"/>
    <dgm:cxn modelId="{58832CD3-10F9-4DC3-98B3-344503CACD88}" type="presOf" srcId="{944D8BBB-9F1C-44F1-94DD-87B6689B4CE3}" destId="{C29D635D-24F2-48AA-9EA4-1BC8FB1D3059}" srcOrd="0" destOrd="0" presId="urn:microsoft.com/office/officeart/2005/8/layout/hierarchy3"/>
    <dgm:cxn modelId="{54ED95D3-9502-427B-A0FA-474DCF707E23}" type="presOf" srcId="{EC8856B6-3E06-4D5A-9A28-8A5EE1F70DDD}" destId="{5A4AA555-41A6-419E-9E76-E158766E41C9}" srcOrd="0" destOrd="0" presId="urn:microsoft.com/office/officeart/2005/8/layout/hierarchy3"/>
    <dgm:cxn modelId="{1E299EFF-3B11-47AB-81FB-577D514012AE}" type="presOf" srcId="{7B05CBA3-F16D-4DA1-B249-033DAC388A66}" destId="{4FEB6F5D-707F-4E50-BD26-6F8255F394D0}" srcOrd="0" destOrd="0" presId="urn:microsoft.com/office/officeart/2005/8/layout/hierarchy3"/>
    <dgm:cxn modelId="{E225FA2D-8E39-417E-9AAD-9B1CE12746A9}" type="presParOf" srcId="{E5E8156F-83BB-4A64-80C5-CE36549C7BF5}" destId="{A6FF449C-5024-47F9-9EF2-1155E734806E}" srcOrd="0" destOrd="0" presId="urn:microsoft.com/office/officeart/2005/8/layout/hierarchy3"/>
    <dgm:cxn modelId="{4C48AE49-014F-4486-94C7-5AD7615164D0}" type="presParOf" srcId="{A6FF449C-5024-47F9-9EF2-1155E734806E}" destId="{8A1E31E2-D3C8-4517-9E30-E347A3F25E4E}" srcOrd="0" destOrd="0" presId="urn:microsoft.com/office/officeart/2005/8/layout/hierarchy3"/>
    <dgm:cxn modelId="{EC9B0E47-8B1C-4069-AD5C-5416CEDA55FB}" type="presParOf" srcId="{8A1E31E2-D3C8-4517-9E30-E347A3F25E4E}" destId="{0B6AB308-CEE6-4110-91CA-4D0A58CBFA60}" srcOrd="0" destOrd="0" presId="urn:microsoft.com/office/officeart/2005/8/layout/hierarchy3"/>
    <dgm:cxn modelId="{7E19B90E-48E7-40D8-A57E-8F7F233FE45C}" type="presParOf" srcId="{8A1E31E2-D3C8-4517-9E30-E347A3F25E4E}" destId="{DB7C9197-BC94-4336-BDCC-164361E275F6}" srcOrd="1" destOrd="0" presId="urn:microsoft.com/office/officeart/2005/8/layout/hierarchy3"/>
    <dgm:cxn modelId="{99F1AE29-35CC-42E8-97CD-571900F22E47}" type="presParOf" srcId="{A6FF449C-5024-47F9-9EF2-1155E734806E}" destId="{99EA3EFA-42B8-4A54-9789-AC312107375D}" srcOrd="1" destOrd="0" presId="urn:microsoft.com/office/officeart/2005/8/layout/hierarchy3"/>
    <dgm:cxn modelId="{DE6E829B-C26C-46F7-BC19-6BED135B0AD5}" type="presParOf" srcId="{99EA3EFA-42B8-4A54-9789-AC312107375D}" destId="{4FEB6F5D-707F-4E50-BD26-6F8255F394D0}" srcOrd="0" destOrd="0" presId="urn:microsoft.com/office/officeart/2005/8/layout/hierarchy3"/>
    <dgm:cxn modelId="{34A4035C-D09D-4EA2-88B9-A97A22EA600A}" type="presParOf" srcId="{99EA3EFA-42B8-4A54-9789-AC312107375D}" destId="{C29D635D-24F2-48AA-9EA4-1BC8FB1D3059}" srcOrd="1" destOrd="0" presId="urn:microsoft.com/office/officeart/2005/8/layout/hierarchy3"/>
    <dgm:cxn modelId="{DD0DFCEF-92A8-426F-98F6-26BF3B622EDE}" type="presParOf" srcId="{E5E8156F-83BB-4A64-80C5-CE36549C7BF5}" destId="{AA414E20-E4F8-4C21-90CB-EC6CC7FD1C77}" srcOrd="1" destOrd="0" presId="urn:microsoft.com/office/officeart/2005/8/layout/hierarchy3"/>
    <dgm:cxn modelId="{EFBFD463-E038-4490-BE04-6971879F7BD8}" type="presParOf" srcId="{AA414E20-E4F8-4C21-90CB-EC6CC7FD1C77}" destId="{33918747-338A-4AD3-AAE4-96F69B992A25}" srcOrd="0" destOrd="0" presId="urn:microsoft.com/office/officeart/2005/8/layout/hierarchy3"/>
    <dgm:cxn modelId="{81E8694A-AB8A-41BB-99BC-00DCB79C1EFA}" type="presParOf" srcId="{33918747-338A-4AD3-AAE4-96F69B992A25}" destId="{20D7BB91-8AFB-469F-96F5-F39191EC5416}" srcOrd="0" destOrd="0" presId="urn:microsoft.com/office/officeart/2005/8/layout/hierarchy3"/>
    <dgm:cxn modelId="{C117F9DB-A636-4690-8BDE-30F83854E209}" type="presParOf" srcId="{33918747-338A-4AD3-AAE4-96F69B992A25}" destId="{88D9C99B-12E2-455D-85ED-C831FE272A70}" srcOrd="1" destOrd="0" presId="urn:microsoft.com/office/officeart/2005/8/layout/hierarchy3"/>
    <dgm:cxn modelId="{4CE5A528-E053-434E-8004-6C259AFBCCD8}" type="presParOf" srcId="{AA414E20-E4F8-4C21-90CB-EC6CC7FD1C77}" destId="{5EBF345A-2138-4ADA-93A7-C58555224E14}" srcOrd="1" destOrd="0" presId="urn:microsoft.com/office/officeart/2005/8/layout/hierarchy3"/>
    <dgm:cxn modelId="{F69E0439-63E7-46E2-9E8A-C73BB89BED1A}" type="presParOf" srcId="{5EBF345A-2138-4ADA-93A7-C58555224E14}" destId="{2256FACA-8AD8-429C-A486-BF8DAC0BB0FA}" srcOrd="0" destOrd="0" presId="urn:microsoft.com/office/officeart/2005/8/layout/hierarchy3"/>
    <dgm:cxn modelId="{5DE8F56D-A70A-4148-A4A2-DE669C3BBD95}" type="presParOf" srcId="{5EBF345A-2138-4ADA-93A7-C58555224E14}" destId="{7872BFDF-98D5-48A5-8D8E-5752CEE03170}" srcOrd="1" destOrd="0" presId="urn:microsoft.com/office/officeart/2005/8/layout/hierarchy3"/>
    <dgm:cxn modelId="{9AD2CB59-25C5-4BDA-B0BF-BA92B7F10B5E}" type="presParOf" srcId="{E5E8156F-83BB-4A64-80C5-CE36549C7BF5}" destId="{9E66AB41-BA5D-472A-B35B-F43548B7BF11}" srcOrd="2" destOrd="0" presId="urn:microsoft.com/office/officeart/2005/8/layout/hierarchy3"/>
    <dgm:cxn modelId="{5D6A1174-120A-4A2D-A674-3EED86466A5A}" type="presParOf" srcId="{9E66AB41-BA5D-472A-B35B-F43548B7BF11}" destId="{44BB5F39-25CF-4AD4-BAD3-B39C13D5AA8E}" srcOrd="0" destOrd="0" presId="urn:microsoft.com/office/officeart/2005/8/layout/hierarchy3"/>
    <dgm:cxn modelId="{53D19345-9C96-444A-8080-9D5C8D8AE43E}" type="presParOf" srcId="{44BB5F39-25CF-4AD4-BAD3-B39C13D5AA8E}" destId="{2C9673B4-92DB-48FE-BDE5-CBAF1CDB053C}" srcOrd="0" destOrd="0" presId="urn:microsoft.com/office/officeart/2005/8/layout/hierarchy3"/>
    <dgm:cxn modelId="{2AD8D306-20F7-4088-A46C-97095D598BB5}" type="presParOf" srcId="{44BB5F39-25CF-4AD4-BAD3-B39C13D5AA8E}" destId="{73A4DCA1-FDCC-4043-8726-C628105470F6}" srcOrd="1" destOrd="0" presId="urn:microsoft.com/office/officeart/2005/8/layout/hierarchy3"/>
    <dgm:cxn modelId="{B16BECE1-6595-4F1C-9EB6-D96C8A25F779}" type="presParOf" srcId="{9E66AB41-BA5D-472A-B35B-F43548B7BF11}" destId="{845F9D47-D3ED-40B6-9EFF-0AEEED0AFE80}" srcOrd="1" destOrd="0" presId="urn:microsoft.com/office/officeart/2005/8/layout/hierarchy3"/>
    <dgm:cxn modelId="{D2C74946-7823-4B03-9B3D-EF5E5565BB78}" type="presParOf" srcId="{845F9D47-D3ED-40B6-9EFF-0AEEED0AFE80}" destId="{04D9F8EF-6AFF-42F1-8ED5-BB0CDC18CB72}" srcOrd="0" destOrd="0" presId="urn:microsoft.com/office/officeart/2005/8/layout/hierarchy3"/>
    <dgm:cxn modelId="{2768279F-F934-4D88-B606-04E410ABDB3A}" type="presParOf" srcId="{845F9D47-D3ED-40B6-9EFF-0AEEED0AFE80}" destId="{AADE6347-C73E-4901-83CA-E9C369B5D932}" srcOrd="1" destOrd="0" presId="urn:microsoft.com/office/officeart/2005/8/layout/hierarchy3"/>
    <dgm:cxn modelId="{4CFA0DB9-DCF3-4D15-A921-3F98FED8DF61}" type="presParOf" srcId="{E5E8156F-83BB-4A64-80C5-CE36549C7BF5}" destId="{D4AB3DC1-ABEF-4BF2-9C05-A54CD2193948}" srcOrd="3" destOrd="0" presId="urn:microsoft.com/office/officeart/2005/8/layout/hierarchy3"/>
    <dgm:cxn modelId="{49ACB309-3596-4940-8BD7-D50BBF4AA0C1}" type="presParOf" srcId="{D4AB3DC1-ABEF-4BF2-9C05-A54CD2193948}" destId="{D5B896A3-23E7-4E78-8B62-64B77A778707}" srcOrd="0" destOrd="0" presId="urn:microsoft.com/office/officeart/2005/8/layout/hierarchy3"/>
    <dgm:cxn modelId="{4FD202B1-51A7-49DA-A8B9-17520219708F}" type="presParOf" srcId="{D5B896A3-23E7-4E78-8B62-64B77A778707}" destId="{5A4AA555-41A6-419E-9E76-E158766E41C9}" srcOrd="0" destOrd="0" presId="urn:microsoft.com/office/officeart/2005/8/layout/hierarchy3"/>
    <dgm:cxn modelId="{58CC79EE-EF50-4855-9561-63152F49EE10}" type="presParOf" srcId="{D5B896A3-23E7-4E78-8B62-64B77A778707}" destId="{B88F9EC8-15E6-4340-B15E-708731A46427}" srcOrd="1" destOrd="0" presId="urn:microsoft.com/office/officeart/2005/8/layout/hierarchy3"/>
    <dgm:cxn modelId="{70CF538B-12E0-4B4B-AD8E-A12882020A49}" type="presParOf" srcId="{D4AB3DC1-ABEF-4BF2-9C05-A54CD2193948}" destId="{9038457B-F066-462C-90E1-20FD2D32B493}" srcOrd="1" destOrd="0" presId="urn:microsoft.com/office/officeart/2005/8/layout/hierarchy3"/>
    <dgm:cxn modelId="{C5838AA7-FAF1-479B-83BC-7A3FE3BA52E4}" type="presParOf" srcId="{9038457B-F066-462C-90E1-20FD2D32B493}" destId="{D672CE27-A8DE-41B7-98B1-91D3D1BBD3C8}" srcOrd="0" destOrd="0" presId="urn:microsoft.com/office/officeart/2005/8/layout/hierarchy3"/>
    <dgm:cxn modelId="{D9F4501B-76C8-4645-97DA-B1D7F50D59E2}" type="presParOf" srcId="{9038457B-F066-462C-90E1-20FD2D32B493}" destId="{2E022D22-C01C-4B3E-A384-8CD07E5CC568}"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9656691-D168-42C4-ADB8-697DF93485D7}"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CN" altLang="en-US"/>
        </a:p>
      </dgm:t>
    </dgm:pt>
    <dgm:pt modelId="{B92CFDBC-8783-4C63-9CB6-60364EC97C07}">
      <dgm:prSet phldrT="[文本]" custT="1"/>
      <dgm:spPr/>
      <dgm:t>
        <a:bodyPr/>
        <a:lstStyle/>
        <a:p>
          <a:r>
            <a:rPr lang="zh-CN" altLang="en-US" sz="1200" b="1" dirty="0"/>
            <a:t>数据收集</a:t>
          </a:r>
          <a:endParaRPr lang="zh-CN" altLang="en-US" sz="1200" dirty="0"/>
        </a:p>
      </dgm:t>
    </dgm:pt>
    <dgm:pt modelId="{3C64BE56-E64E-4205-9FF0-63439ED3C8F1}" type="parTrans" cxnId="{9FF3F2A0-C003-445B-90EB-5EDE029EAAD2}">
      <dgm:prSet/>
      <dgm:spPr/>
      <dgm:t>
        <a:bodyPr/>
        <a:lstStyle/>
        <a:p>
          <a:endParaRPr lang="zh-CN" altLang="en-US"/>
        </a:p>
      </dgm:t>
    </dgm:pt>
    <dgm:pt modelId="{EFE919B8-24F2-450E-9CB4-B3C8F2EC33F8}" type="sibTrans" cxnId="{9FF3F2A0-C003-445B-90EB-5EDE029EAAD2}">
      <dgm:prSet/>
      <dgm:spPr/>
      <dgm:t>
        <a:bodyPr/>
        <a:lstStyle/>
        <a:p>
          <a:endParaRPr lang="zh-CN" altLang="en-US"/>
        </a:p>
      </dgm:t>
    </dgm:pt>
    <dgm:pt modelId="{57D20398-84CB-4724-911F-FE6E4BD774DA}">
      <dgm:prSet phldrT="[文本]"/>
      <dgm:spPr/>
      <dgm:t>
        <a:bodyPr/>
        <a:lstStyle/>
        <a:p>
          <a:pPr marL="0">
            <a:buNone/>
          </a:pPr>
          <a:r>
            <a:rPr lang="zh-CN" dirty="0"/>
            <a:t>选取</a:t>
          </a:r>
          <a:r>
            <a:rPr lang="en-US" dirty="0"/>
            <a:t>2016</a:t>
          </a:r>
          <a:r>
            <a:rPr lang="zh-CN" dirty="0"/>
            <a:t>年</a:t>
          </a:r>
          <a:r>
            <a:rPr lang="en-US" dirty="0"/>
            <a:t>9</a:t>
          </a:r>
          <a:r>
            <a:rPr lang="zh-CN" dirty="0"/>
            <a:t>月至</a:t>
          </a:r>
          <a:r>
            <a:rPr lang="en-US" dirty="0"/>
            <a:t>2024</a:t>
          </a:r>
          <a:r>
            <a:rPr lang="zh-CN" dirty="0"/>
            <a:t>年</a:t>
          </a:r>
          <a:r>
            <a:rPr lang="en-US" dirty="0"/>
            <a:t>6</a:t>
          </a:r>
          <a:r>
            <a:rPr lang="zh-CN" dirty="0"/>
            <a:t>月期间，</a:t>
          </a:r>
          <a:r>
            <a:rPr lang="en-US" dirty="0" err="1"/>
            <a:t>Bilibili</a:t>
          </a:r>
          <a:r>
            <a:rPr lang="zh-CN" dirty="0"/>
            <a:t>平台上与生殖健康相关、单个观看次数大于等于</a:t>
          </a:r>
          <a:r>
            <a:rPr lang="en-US" dirty="0"/>
            <a:t>100,000</a:t>
          </a:r>
          <a:r>
            <a:rPr lang="zh-CN" dirty="0"/>
            <a:t>次的视频，采集用户评论与弹幕。</a:t>
          </a:r>
          <a:endParaRPr lang="zh-CN" altLang="en-US" dirty="0"/>
        </a:p>
      </dgm:t>
    </dgm:pt>
    <dgm:pt modelId="{AD348D7A-5E9B-46D2-9419-40FCC4886A78}" type="sibTrans" cxnId="{11B70AE8-94BB-4613-AF1A-D64E72D90F1A}">
      <dgm:prSet/>
      <dgm:spPr/>
      <dgm:t>
        <a:bodyPr/>
        <a:lstStyle/>
        <a:p>
          <a:endParaRPr lang="zh-CN" altLang="en-US"/>
        </a:p>
      </dgm:t>
    </dgm:pt>
    <dgm:pt modelId="{B959E534-E8A7-4A08-8425-7C413D6BD0AE}" type="parTrans" cxnId="{11B70AE8-94BB-4613-AF1A-D64E72D90F1A}">
      <dgm:prSet/>
      <dgm:spPr/>
      <dgm:t>
        <a:bodyPr/>
        <a:lstStyle/>
        <a:p>
          <a:endParaRPr lang="zh-CN" altLang="en-US"/>
        </a:p>
      </dgm:t>
    </dgm:pt>
    <dgm:pt modelId="{C665F552-206A-45A9-8511-C14C1ACFAEEE}">
      <dgm:prSet phldrT="[文本]" custT="1"/>
      <dgm:spPr/>
      <dgm:t>
        <a:bodyPr/>
        <a:lstStyle/>
        <a:p>
          <a:r>
            <a:rPr lang="zh-CN" altLang="en-US" sz="1200" b="1" dirty="0"/>
            <a:t>样本筛选</a:t>
          </a:r>
          <a:endParaRPr lang="zh-CN" altLang="en-US" sz="1200" dirty="0"/>
        </a:p>
      </dgm:t>
    </dgm:pt>
    <dgm:pt modelId="{0973DA84-782C-4409-A21A-B62F5319A019}" type="sibTrans" cxnId="{CF1BDC34-7DA4-4622-B823-57AE76FD09EA}">
      <dgm:prSet/>
      <dgm:spPr/>
      <dgm:t>
        <a:bodyPr/>
        <a:lstStyle/>
        <a:p>
          <a:endParaRPr lang="zh-CN" altLang="en-US"/>
        </a:p>
      </dgm:t>
    </dgm:pt>
    <dgm:pt modelId="{D0F39C75-648C-43D5-BF3B-820F634A2EFC}" type="parTrans" cxnId="{CF1BDC34-7DA4-4622-B823-57AE76FD09EA}">
      <dgm:prSet/>
      <dgm:spPr/>
      <dgm:t>
        <a:bodyPr/>
        <a:lstStyle/>
        <a:p>
          <a:endParaRPr lang="zh-CN" altLang="en-US"/>
        </a:p>
      </dgm:t>
    </dgm:pt>
    <dgm:pt modelId="{8A69EE42-41C6-4E7E-8178-272EAD2E6569}">
      <dgm:prSet phldrT="[文本]"/>
      <dgm:spPr/>
      <dgm:t>
        <a:bodyPr/>
        <a:lstStyle/>
        <a:p>
          <a:pPr>
            <a:buNone/>
          </a:pPr>
          <a:r>
            <a:rPr lang="zh-CN" dirty="0"/>
            <a:t>根据领域专家建议，遴选出</a:t>
          </a:r>
          <a:r>
            <a:rPr lang="en-US" dirty="0"/>
            <a:t>18</a:t>
          </a:r>
          <a:r>
            <a:rPr lang="zh-CN" dirty="0"/>
            <a:t>个生殖健康相关关键词作为初筛标准。</a:t>
          </a:r>
          <a:endParaRPr lang="zh-CN" altLang="en-US" dirty="0"/>
        </a:p>
      </dgm:t>
    </dgm:pt>
    <dgm:pt modelId="{FCF69667-3BFF-423C-B7B5-77BF10895CDE}" type="sibTrans" cxnId="{AA30294B-89B3-4BD8-90E7-FD41D57E34AE}">
      <dgm:prSet/>
      <dgm:spPr/>
      <dgm:t>
        <a:bodyPr/>
        <a:lstStyle/>
        <a:p>
          <a:endParaRPr lang="zh-CN" altLang="en-US"/>
        </a:p>
      </dgm:t>
    </dgm:pt>
    <dgm:pt modelId="{F4378276-EED5-4076-93C0-9F4FFF545C5D}" type="parTrans" cxnId="{AA30294B-89B3-4BD8-90E7-FD41D57E34AE}">
      <dgm:prSet/>
      <dgm:spPr/>
      <dgm:t>
        <a:bodyPr/>
        <a:lstStyle/>
        <a:p>
          <a:endParaRPr lang="zh-CN" altLang="en-US"/>
        </a:p>
      </dgm:t>
    </dgm:pt>
    <dgm:pt modelId="{BCBBFFD2-FDFE-4ABD-A576-CF96CF5265ED}">
      <dgm:prSet phldrT="[文本]" custT="1"/>
      <dgm:spPr/>
      <dgm:t>
        <a:bodyPr/>
        <a:lstStyle/>
        <a:p>
          <a:r>
            <a:rPr lang="zh-CN" altLang="en-US" sz="1200" b="1" dirty="0"/>
            <a:t>数据预处理</a:t>
          </a:r>
          <a:endParaRPr lang="zh-CN" altLang="en-US" sz="1200" dirty="0"/>
        </a:p>
      </dgm:t>
    </dgm:pt>
    <dgm:pt modelId="{4BF3F2EE-639E-4C52-A488-C7B35DA14A0F}" type="sibTrans" cxnId="{D4C175C4-F219-4E60-9CEF-6B0DF7C0D7A8}">
      <dgm:prSet/>
      <dgm:spPr/>
      <dgm:t>
        <a:bodyPr/>
        <a:lstStyle/>
        <a:p>
          <a:endParaRPr lang="zh-CN" altLang="en-US"/>
        </a:p>
      </dgm:t>
    </dgm:pt>
    <dgm:pt modelId="{6DFE6E9A-87EB-43F5-9C70-6EA4DEBE625E}" type="parTrans" cxnId="{D4C175C4-F219-4E60-9CEF-6B0DF7C0D7A8}">
      <dgm:prSet/>
      <dgm:spPr/>
      <dgm:t>
        <a:bodyPr/>
        <a:lstStyle/>
        <a:p>
          <a:endParaRPr lang="zh-CN" altLang="en-US"/>
        </a:p>
      </dgm:t>
    </dgm:pt>
    <dgm:pt modelId="{5EF81569-7649-46E1-A951-696269FD9FA1}">
      <dgm:prSet phldrT="[文本]"/>
      <dgm:spPr/>
      <dgm:t>
        <a:bodyPr/>
        <a:lstStyle/>
        <a:p>
          <a:pPr>
            <a:buFont typeface="Arial" panose="020B0604020202020204" pitchFamily="34" charset="0"/>
            <a:buNone/>
          </a:pPr>
          <a:r>
            <a:rPr lang="zh-CN" altLang="en-US" dirty="0"/>
            <a:t>作为</a:t>
          </a:r>
          <a:r>
            <a:rPr lang="zh-CN" dirty="0"/>
            <a:t>后续分析的基础</a:t>
          </a:r>
          <a:r>
            <a:rPr lang="zh-CN" altLang="en-US" dirty="0"/>
            <a:t>，</a:t>
          </a:r>
          <a:r>
            <a:rPr lang="zh-CN" dirty="0"/>
            <a:t>包括数据去重、异常值识别、文本清理与标准化。</a:t>
          </a:r>
          <a:endParaRPr lang="zh-CN" altLang="en-US" dirty="0"/>
        </a:p>
      </dgm:t>
    </dgm:pt>
    <dgm:pt modelId="{C25E36C5-185A-4898-98BE-29D824FE324F}" type="sibTrans" cxnId="{5FDBD69F-F5AC-4E9E-9118-9D0800E9D91D}">
      <dgm:prSet/>
      <dgm:spPr/>
      <dgm:t>
        <a:bodyPr/>
        <a:lstStyle/>
        <a:p>
          <a:endParaRPr lang="zh-CN" altLang="en-US"/>
        </a:p>
      </dgm:t>
    </dgm:pt>
    <dgm:pt modelId="{3C986082-5F6A-4E75-A2EC-2B728EE260F5}" type="parTrans" cxnId="{5FDBD69F-F5AC-4E9E-9118-9D0800E9D91D}">
      <dgm:prSet/>
      <dgm:spPr/>
      <dgm:t>
        <a:bodyPr/>
        <a:lstStyle/>
        <a:p>
          <a:endParaRPr lang="zh-CN" altLang="en-US"/>
        </a:p>
      </dgm:t>
    </dgm:pt>
    <dgm:pt modelId="{B66C09AF-E5A1-4773-991E-79839CA517CC}">
      <dgm:prSet custT="1"/>
      <dgm:spPr/>
      <dgm:t>
        <a:bodyPr/>
        <a:lstStyle/>
        <a:p>
          <a:r>
            <a:rPr lang="zh-CN" altLang="en-US" sz="1050" b="1" dirty="0"/>
            <a:t>人工审核与质量控制</a:t>
          </a:r>
          <a:endParaRPr lang="zh-CN" altLang="en-US" sz="1050" dirty="0"/>
        </a:p>
      </dgm:t>
    </dgm:pt>
    <dgm:pt modelId="{EE8FE6D9-61FB-4FE2-B003-CF61E7BA52FA}" type="sibTrans" cxnId="{F714FEC0-8219-41C7-AEA9-60323BFB1C17}">
      <dgm:prSet/>
      <dgm:spPr/>
      <dgm:t>
        <a:bodyPr/>
        <a:lstStyle/>
        <a:p>
          <a:endParaRPr lang="zh-CN" altLang="en-US"/>
        </a:p>
      </dgm:t>
    </dgm:pt>
    <dgm:pt modelId="{2DDEC86F-9229-49DF-B4C7-B492391EDA4C}" type="parTrans" cxnId="{F714FEC0-8219-41C7-AEA9-60323BFB1C17}">
      <dgm:prSet/>
      <dgm:spPr/>
      <dgm:t>
        <a:bodyPr/>
        <a:lstStyle/>
        <a:p>
          <a:endParaRPr lang="zh-CN" altLang="en-US"/>
        </a:p>
      </dgm:t>
    </dgm:pt>
    <dgm:pt modelId="{1BA9D76E-4007-4BA0-BFCA-274524D1EB2B}">
      <dgm:prSet/>
      <dgm:spPr/>
      <dgm:t>
        <a:bodyPr/>
        <a:lstStyle/>
        <a:p>
          <a:pPr>
            <a:buNone/>
          </a:pPr>
          <a:r>
            <a:rPr lang="zh-CN" dirty="0"/>
            <a:t>所有样本均由两名经过培训的研究人员独立进行主题归类、内容标签标注和创作者背景判断。</a:t>
          </a:r>
          <a:endParaRPr lang="zh-CN" altLang="en-US" dirty="0"/>
        </a:p>
      </dgm:t>
    </dgm:pt>
    <dgm:pt modelId="{BE06D617-CE4F-4FB6-B3BF-4E4FD337FF08}" type="sibTrans" cxnId="{8DC0A942-1092-4E91-8919-A8A2D6DDF511}">
      <dgm:prSet/>
      <dgm:spPr/>
      <dgm:t>
        <a:bodyPr/>
        <a:lstStyle/>
        <a:p>
          <a:endParaRPr lang="zh-CN" altLang="en-US"/>
        </a:p>
      </dgm:t>
    </dgm:pt>
    <dgm:pt modelId="{770CC5FE-88D5-40B0-898D-FB7FA2EB4B46}" type="parTrans" cxnId="{8DC0A942-1092-4E91-8919-A8A2D6DDF511}">
      <dgm:prSet/>
      <dgm:spPr/>
      <dgm:t>
        <a:bodyPr/>
        <a:lstStyle/>
        <a:p>
          <a:endParaRPr lang="zh-CN" altLang="en-US"/>
        </a:p>
      </dgm:t>
    </dgm:pt>
    <dgm:pt modelId="{645AADB7-A306-453C-8083-1504982CBB27}">
      <dgm:prSet custT="1"/>
      <dgm:spPr/>
      <dgm:t>
        <a:bodyPr/>
        <a:lstStyle/>
        <a:p>
          <a:r>
            <a:rPr lang="zh-CN" altLang="en-US" sz="1200" b="1" dirty="0"/>
            <a:t>情感分析</a:t>
          </a:r>
          <a:endParaRPr lang="zh-CN" altLang="en-US" sz="1200" dirty="0"/>
        </a:p>
      </dgm:t>
    </dgm:pt>
    <dgm:pt modelId="{CEBB7B20-BABC-4DCE-AC5D-D8A973C23C40}" type="sibTrans" cxnId="{2C7FB0EE-B70D-4C3E-8232-79C492D472A0}">
      <dgm:prSet/>
      <dgm:spPr/>
      <dgm:t>
        <a:bodyPr/>
        <a:lstStyle/>
        <a:p>
          <a:endParaRPr lang="zh-CN" altLang="en-US"/>
        </a:p>
      </dgm:t>
    </dgm:pt>
    <dgm:pt modelId="{30F0B81E-4E5E-492E-9358-E3F9217BEDC4}" type="parTrans" cxnId="{2C7FB0EE-B70D-4C3E-8232-79C492D472A0}">
      <dgm:prSet/>
      <dgm:spPr/>
      <dgm:t>
        <a:bodyPr/>
        <a:lstStyle/>
        <a:p>
          <a:endParaRPr lang="zh-CN" altLang="en-US"/>
        </a:p>
      </dgm:t>
    </dgm:pt>
    <dgm:pt modelId="{6AA193BB-4E5C-4904-AF92-19F34A82DEA9}">
      <dgm:prSet/>
      <dgm:spPr/>
      <dgm:t>
        <a:bodyPr/>
        <a:lstStyle/>
        <a:p>
          <a:pPr>
            <a:buNone/>
          </a:pPr>
          <a:r>
            <a:rPr lang="zh-CN" dirty="0"/>
            <a:t>本环节采用先进的</a:t>
          </a:r>
          <a:r>
            <a:rPr lang="zh-CN" altLang="en-US" dirty="0"/>
            <a:t>人工智能技术</a:t>
          </a:r>
          <a:r>
            <a:rPr lang="zh-CN" dirty="0"/>
            <a:t>，对全部评论和弹幕文本进行自动情感极性判别。</a:t>
          </a:r>
          <a:endParaRPr lang="zh-CN" altLang="en-US" dirty="0"/>
        </a:p>
      </dgm:t>
    </dgm:pt>
    <dgm:pt modelId="{E95BFF22-41CD-4B23-A9C6-52B8769E1C70}" type="sibTrans" cxnId="{E0DD869C-3197-4CEE-AEB1-18739FF20ED9}">
      <dgm:prSet/>
      <dgm:spPr/>
      <dgm:t>
        <a:bodyPr/>
        <a:lstStyle/>
        <a:p>
          <a:endParaRPr lang="zh-CN" altLang="en-US"/>
        </a:p>
      </dgm:t>
    </dgm:pt>
    <dgm:pt modelId="{8B18F680-21E0-431E-A7B0-5CC04D5D6889}" type="parTrans" cxnId="{E0DD869C-3197-4CEE-AEB1-18739FF20ED9}">
      <dgm:prSet/>
      <dgm:spPr/>
      <dgm:t>
        <a:bodyPr/>
        <a:lstStyle/>
        <a:p>
          <a:endParaRPr lang="zh-CN" altLang="en-US"/>
        </a:p>
      </dgm:t>
    </dgm:pt>
    <dgm:pt modelId="{C33A7819-AC9B-4E59-BC16-8EE6209A4D16}">
      <dgm:prSet custT="1"/>
      <dgm:spPr/>
      <dgm:t>
        <a:bodyPr/>
        <a:lstStyle/>
        <a:p>
          <a:r>
            <a:rPr lang="zh-CN" altLang="en-US" sz="1050" b="1" dirty="0"/>
            <a:t>数据管理与隐私保护</a:t>
          </a:r>
          <a:endParaRPr lang="zh-CN" altLang="en-US" sz="1050" dirty="0"/>
        </a:p>
      </dgm:t>
    </dgm:pt>
    <dgm:pt modelId="{427EA32E-F8DE-45B8-B6BA-A6FAD1E2F6BC}" type="sibTrans" cxnId="{1514E910-0E29-4475-8A2A-9A6024516B86}">
      <dgm:prSet/>
      <dgm:spPr/>
      <dgm:t>
        <a:bodyPr/>
        <a:lstStyle/>
        <a:p>
          <a:endParaRPr lang="zh-CN" altLang="en-US"/>
        </a:p>
      </dgm:t>
    </dgm:pt>
    <dgm:pt modelId="{45D63C00-33C1-480D-BAE7-3540C5D58FDB}" type="parTrans" cxnId="{1514E910-0E29-4475-8A2A-9A6024516B86}">
      <dgm:prSet/>
      <dgm:spPr/>
      <dgm:t>
        <a:bodyPr/>
        <a:lstStyle/>
        <a:p>
          <a:endParaRPr lang="zh-CN" altLang="en-US"/>
        </a:p>
      </dgm:t>
    </dgm:pt>
    <dgm:pt modelId="{E1BA48C0-33F3-4E59-9688-F67D26E1F4DB}">
      <dgm:prSet/>
      <dgm:spPr/>
      <dgm:t>
        <a:bodyPr/>
        <a:lstStyle/>
        <a:p>
          <a:pPr>
            <a:buNone/>
          </a:pPr>
          <a:r>
            <a:rPr lang="zh-CN" dirty="0"/>
            <a:t>研究将严格遵守数据伦理和隐私保护规范。</a:t>
          </a:r>
          <a:endParaRPr lang="zh-CN" altLang="en-US" dirty="0"/>
        </a:p>
      </dgm:t>
    </dgm:pt>
    <dgm:pt modelId="{B55FE760-E9CD-49AE-948E-D4D82621CC97}" type="sibTrans" cxnId="{8CA25094-CAA2-485D-9E50-9C2FE8EA356E}">
      <dgm:prSet/>
      <dgm:spPr/>
      <dgm:t>
        <a:bodyPr/>
        <a:lstStyle/>
        <a:p>
          <a:endParaRPr lang="zh-CN" altLang="en-US"/>
        </a:p>
      </dgm:t>
    </dgm:pt>
    <dgm:pt modelId="{8BD272B0-17B0-4735-83E9-BFF5C8A5B9FC}" type="parTrans" cxnId="{8CA25094-CAA2-485D-9E50-9C2FE8EA356E}">
      <dgm:prSet/>
      <dgm:spPr/>
      <dgm:t>
        <a:bodyPr/>
        <a:lstStyle/>
        <a:p>
          <a:endParaRPr lang="zh-CN" altLang="en-US"/>
        </a:p>
      </dgm:t>
    </dgm:pt>
    <dgm:pt modelId="{CB3890A5-FBCD-4933-9AD7-242E14A470EE}" type="pres">
      <dgm:prSet presAssocID="{F9656691-D168-42C4-ADB8-697DF93485D7}" presName="linearFlow" presStyleCnt="0">
        <dgm:presLayoutVars>
          <dgm:dir/>
          <dgm:animLvl val="lvl"/>
          <dgm:resizeHandles val="exact"/>
        </dgm:presLayoutVars>
      </dgm:prSet>
      <dgm:spPr/>
    </dgm:pt>
    <dgm:pt modelId="{F0C7A944-E2B7-4007-B76E-4BC66F73241E}" type="pres">
      <dgm:prSet presAssocID="{B92CFDBC-8783-4C63-9CB6-60364EC97C07}" presName="composite" presStyleCnt="0"/>
      <dgm:spPr/>
    </dgm:pt>
    <dgm:pt modelId="{D8886D43-9F04-4D1D-8ACC-AF347B6DABC1}" type="pres">
      <dgm:prSet presAssocID="{B92CFDBC-8783-4C63-9CB6-60364EC97C07}" presName="parentText" presStyleLbl="alignNode1" presStyleIdx="0" presStyleCnt="6">
        <dgm:presLayoutVars>
          <dgm:chMax val="1"/>
          <dgm:bulletEnabled val="1"/>
        </dgm:presLayoutVars>
      </dgm:prSet>
      <dgm:spPr/>
    </dgm:pt>
    <dgm:pt modelId="{5A09AF87-1916-4553-8176-34F66333065C}" type="pres">
      <dgm:prSet presAssocID="{B92CFDBC-8783-4C63-9CB6-60364EC97C07}" presName="descendantText" presStyleLbl="alignAcc1" presStyleIdx="0" presStyleCnt="6">
        <dgm:presLayoutVars>
          <dgm:bulletEnabled val="1"/>
        </dgm:presLayoutVars>
      </dgm:prSet>
      <dgm:spPr/>
    </dgm:pt>
    <dgm:pt modelId="{53601512-2EFB-4389-AC39-D0ABBBC959A9}" type="pres">
      <dgm:prSet presAssocID="{EFE919B8-24F2-450E-9CB4-B3C8F2EC33F8}" presName="sp" presStyleCnt="0"/>
      <dgm:spPr/>
    </dgm:pt>
    <dgm:pt modelId="{D6D6A0A1-7A1F-4BCD-B6CF-727B43EF1E71}" type="pres">
      <dgm:prSet presAssocID="{C665F552-206A-45A9-8511-C14C1ACFAEEE}" presName="composite" presStyleCnt="0"/>
      <dgm:spPr/>
    </dgm:pt>
    <dgm:pt modelId="{73E328DA-DE1A-4E9E-8BB6-2A129F302147}" type="pres">
      <dgm:prSet presAssocID="{C665F552-206A-45A9-8511-C14C1ACFAEEE}" presName="parentText" presStyleLbl="alignNode1" presStyleIdx="1" presStyleCnt="6">
        <dgm:presLayoutVars>
          <dgm:chMax val="1"/>
          <dgm:bulletEnabled val="1"/>
        </dgm:presLayoutVars>
      </dgm:prSet>
      <dgm:spPr/>
    </dgm:pt>
    <dgm:pt modelId="{2410FD5A-8060-48AD-BA98-BE7DBC4539D7}" type="pres">
      <dgm:prSet presAssocID="{C665F552-206A-45A9-8511-C14C1ACFAEEE}" presName="descendantText" presStyleLbl="alignAcc1" presStyleIdx="1" presStyleCnt="6">
        <dgm:presLayoutVars>
          <dgm:bulletEnabled val="1"/>
        </dgm:presLayoutVars>
      </dgm:prSet>
      <dgm:spPr/>
    </dgm:pt>
    <dgm:pt modelId="{21922A93-8A2A-45F3-A57D-7DE1727B36B2}" type="pres">
      <dgm:prSet presAssocID="{0973DA84-782C-4409-A21A-B62F5319A019}" presName="sp" presStyleCnt="0"/>
      <dgm:spPr/>
    </dgm:pt>
    <dgm:pt modelId="{0D01EADF-3C5A-4B92-9DA8-AF2BF826A7E1}" type="pres">
      <dgm:prSet presAssocID="{BCBBFFD2-FDFE-4ABD-A576-CF96CF5265ED}" presName="composite" presStyleCnt="0"/>
      <dgm:spPr/>
    </dgm:pt>
    <dgm:pt modelId="{37A3A5C7-E79D-4614-ADC0-FAEEB13E6060}" type="pres">
      <dgm:prSet presAssocID="{BCBBFFD2-FDFE-4ABD-A576-CF96CF5265ED}" presName="parentText" presStyleLbl="alignNode1" presStyleIdx="2" presStyleCnt="6">
        <dgm:presLayoutVars>
          <dgm:chMax val="1"/>
          <dgm:bulletEnabled val="1"/>
        </dgm:presLayoutVars>
      </dgm:prSet>
      <dgm:spPr/>
    </dgm:pt>
    <dgm:pt modelId="{9A9F67B5-2E3B-4547-B89E-46C1CB8B6E29}" type="pres">
      <dgm:prSet presAssocID="{BCBBFFD2-FDFE-4ABD-A576-CF96CF5265ED}" presName="descendantText" presStyleLbl="alignAcc1" presStyleIdx="2" presStyleCnt="6">
        <dgm:presLayoutVars>
          <dgm:bulletEnabled val="1"/>
        </dgm:presLayoutVars>
      </dgm:prSet>
      <dgm:spPr/>
    </dgm:pt>
    <dgm:pt modelId="{69992FF4-833C-486E-905A-DD04FA6BDF8E}" type="pres">
      <dgm:prSet presAssocID="{4BF3F2EE-639E-4C52-A488-C7B35DA14A0F}" presName="sp" presStyleCnt="0"/>
      <dgm:spPr/>
    </dgm:pt>
    <dgm:pt modelId="{735E7E6A-09D0-48BC-9E1E-7635267C49E8}" type="pres">
      <dgm:prSet presAssocID="{B66C09AF-E5A1-4773-991E-79839CA517CC}" presName="composite" presStyleCnt="0"/>
      <dgm:spPr/>
    </dgm:pt>
    <dgm:pt modelId="{9CF63DC6-CD17-4852-9EFC-CFDC0623B8AD}" type="pres">
      <dgm:prSet presAssocID="{B66C09AF-E5A1-4773-991E-79839CA517CC}" presName="parentText" presStyleLbl="alignNode1" presStyleIdx="3" presStyleCnt="6">
        <dgm:presLayoutVars>
          <dgm:chMax val="1"/>
          <dgm:bulletEnabled val="1"/>
        </dgm:presLayoutVars>
      </dgm:prSet>
      <dgm:spPr/>
    </dgm:pt>
    <dgm:pt modelId="{8A71F499-1068-4504-A4B2-CA45678D4CD7}" type="pres">
      <dgm:prSet presAssocID="{B66C09AF-E5A1-4773-991E-79839CA517CC}" presName="descendantText" presStyleLbl="alignAcc1" presStyleIdx="3" presStyleCnt="6">
        <dgm:presLayoutVars>
          <dgm:bulletEnabled val="1"/>
        </dgm:presLayoutVars>
      </dgm:prSet>
      <dgm:spPr/>
    </dgm:pt>
    <dgm:pt modelId="{F5803BCD-5F7B-4B99-BDBE-00EB8A2EA369}" type="pres">
      <dgm:prSet presAssocID="{EE8FE6D9-61FB-4FE2-B003-CF61E7BA52FA}" presName="sp" presStyleCnt="0"/>
      <dgm:spPr/>
    </dgm:pt>
    <dgm:pt modelId="{AD10EC0E-D122-4C4E-AA26-70CB3BFB78BE}" type="pres">
      <dgm:prSet presAssocID="{645AADB7-A306-453C-8083-1504982CBB27}" presName="composite" presStyleCnt="0"/>
      <dgm:spPr/>
    </dgm:pt>
    <dgm:pt modelId="{B9CFBEED-ADB7-4BAA-A2BE-AE3821F8D146}" type="pres">
      <dgm:prSet presAssocID="{645AADB7-A306-453C-8083-1504982CBB27}" presName="parentText" presStyleLbl="alignNode1" presStyleIdx="4" presStyleCnt="6">
        <dgm:presLayoutVars>
          <dgm:chMax val="1"/>
          <dgm:bulletEnabled val="1"/>
        </dgm:presLayoutVars>
      </dgm:prSet>
      <dgm:spPr/>
    </dgm:pt>
    <dgm:pt modelId="{295B1AEC-01DF-4979-BCF1-F5376FCC4615}" type="pres">
      <dgm:prSet presAssocID="{645AADB7-A306-453C-8083-1504982CBB27}" presName="descendantText" presStyleLbl="alignAcc1" presStyleIdx="4" presStyleCnt="6" custLinFactNeighborX="189">
        <dgm:presLayoutVars>
          <dgm:bulletEnabled val="1"/>
        </dgm:presLayoutVars>
      </dgm:prSet>
      <dgm:spPr/>
    </dgm:pt>
    <dgm:pt modelId="{923CA2D4-9F92-4479-BA70-6A528E9C654D}" type="pres">
      <dgm:prSet presAssocID="{CEBB7B20-BABC-4DCE-AC5D-D8A973C23C40}" presName="sp" presStyleCnt="0"/>
      <dgm:spPr/>
    </dgm:pt>
    <dgm:pt modelId="{F29187F8-BD59-4D97-A9EC-CFEE8BC81C8E}" type="pres">
      <dgm:prSet presAssocID="{C33A7819-AC9B-4E59-BC16-8EE6209A4D16}" presName="composite" presStyleCnt="0"/>
      <dgm:spPr/>
    </dgm:pt>
    <dgm:pt modelId="{9C1BAC06-AF14-4CC8-A77E-B13B968EDF07}" type="pres">
      <dgm:prSet presAssocID="{C33A7819-AC9B-4E59-BC16-8EE6209A4D16}" presName="parentText" presStyleLbl="alignNode1" presStyleIdx="5" presStyleCnt="6">
        <dgm:presLayoutVars>
          <dgm:chMax val="1"/>
          <dgm:bulletEnabled val="1"/>
        </dgm:presLayoutVars>
      </dgm:prSet>
      <dgm:spPr/>
    </dgm:pt>
    <dgm:pt modelId="{7D4981FF-70A5-4A7B-ABA4-2D45B5E8BC6C}" type="pres">
      <dgm:prSet presAssocID="{C33A7819-AC9B-4E59-BC16-8EE6209A4D16}" presName="descendantText" presStyleLbl="alignAcc1" presStyleIdx="5" presStyleCnt="6">
        <dgm:presLayoutVars>
          <dgm:bulletEnabled val="1"/>
        </dgm:presLayoutVars>
      </dgm:prSet>
      <dgm:spPr/>
    </dgm:pt>
  </dgm:ptLst>
  <dgm:cxnLst>
    <dgm:cxn modelId="{E821A901-6C29-4BD7-A8C8-2F95522BF86F}" type="presOf" srcId="{8A69EE42-41C6-4E7E-8178-272EAD2E6569}" destId="{2410FD5A-8060-48AD-BA98-BE7DBC4539D7}" srcOrd="0" destOrd="0" presId="urn:microsoft.com/office/officeart/2005/8/layout/chevron2"/>
    <dgm:cxn modelId="{1514E910-0E29-4475-8A2A-9A6024516B86}" srcId="{F9656691-D168-42C4-ADB8-697DF93485D7}" destId="{C33A7819-AC9B-4E59-BC16-8EE6209A4D16}" srcOrd="5" destOrd="0" parTransId="{45D63C00-33C1-480D-BAE7-3540C5D58FDB}" sibTransId="{427EA32E-F8DE-45B8-B6BA-A6FAD1E2F6BC}"/>
    <dgm:cxn modelId="{530E6B20-2433-4582-83AE-8C90A62F891F}" type="presOf" srcId="{C665F552-206A-45A9-8511-C14C1ACFAEEE}" destId="{73E328DA-DE1A-4E9E-8BB6-2A129F302147}" srcOrd="0" destOrd="0" presId="urn:microsoft.com/office/officeart/2005/8/layout/chevron2"/>
    <dgm:cxn modelId="{A7579722-5965-4F80-9EC8-AF951C7CF5F2}" type="presOf" srcId="{E1BA48C0-33F3-4E59-9688-F67D26E1F4DB}" destId="{7D4981FF-70A5-4A7B-ABA4-2D45B5E8BC6C}" srcOrd="0" destOrd="0" presId="urn:microsoft.com/office/officeart/2005/8/layout/chevron2"/>
    <dgm:cxn modelId="{CF1BDC34-7DA4-4622-B823-57AE76FD09EA}" srcId="{F9656691-D168-42C4-ADB8-697DF93485D7}" destId="{C665F552-206A-45A9-8511-C14C1ACFAEEE}" srcOrd="1" destOrd="0" parTransId="{D0F39C75-648C-43D5-BF3B-820F634A2EFC}" sibTransId="{0973DA84-782C-4409-A21A-B62F5319A019}"/>
    <dgm:cxn modelId="{8DC0A942-1092-4E91-8919-A8A2D6DDF511}" srcId="{B66C09AF-E5A1-4773-991E-79839CA517CC}" destId="{1BA9D76E-4007-4BA0-BFCA-274524D1EB2B}" srcOrd="0" destOrd="0" parTransId="{770CC5FE-88D5-40B0-898D-FB7FA2EB4B46}" sibTransId="{BE06D617-CE4F-4FB6-B3BF-4E4FD337FF08}"/>
    <dgm:cxn modelId="{AA30294B-89B3-4BD8-90E7-FD41D57E34AE}" srcId="{C665F552-206A-45A9-8511-C14C1ACFAEEE}" destId="{8A69EE42-41C6-4E7E-8178-272EAD2E6569}" srcOrd="0" destOrd="0" parTransId="{F4378276-EED5-4076-93C0-9F4FFF545C5D}" sibTransId="{FCF69667-3BFF-423C-B7B5-77BF10895CDE}"/>
    <dgm:cxn modelId="{4B14C851-B7F1-4824-A179-5FB77AA959BF}" type="presOf" srcId="{F9656691-D168-42C4-ADB8-697DF93485D7}" destId="{CB3890A5-FBCD-4933-9AD7-242E14A470EE}" srcOrd="0" destOrd="0" presId="urn:microsoft.com/office/officeart/2005/8/layout/chevron2"/>
    <dgm:cxn modelId="{36F5F654-BF16-41D1-B6B6-F787BC8038D3}" type="presOf" srcId="{57D20398-84CB-4724-911F-FE6E4BD774DA}" destId="{5A09AF87-1916-4553-8176-34F66333065C}" srcOrd="0" destOrd="0" presId="urn:microsoft.com/office/officeart/2005/8/layout/chevron2"/>
    <dgm:cxn modelId="{8CA25094-CAA2-485D-9E50-9C2FE8EA356E}" srcId="{C33A7819-AC9B-4E59-BC16-8EE6209A4D16}" destId="{E1BA48C0-33F3-4E59-9688-F67D26E1F4DB}" srcOrd="0" destOrd="0" parTransId="{8BD272B0-17B0-4735-83E9-BFF5C8A5B9FC}" sibTransId="{B55FE760-E9CD-49AE-948E-D4D82621CC97}"/>
    <dgm:cxn modelId="{2F79DA95-EBFB-4795-A79E-1308F084D2E8}" type="presOf" srcId="{B92CFDBC-8783-4C63-9CB6-60364EC97C07}" destId="{D8886D43-9F04-4D1D-8ACC-AF347B6DABC1}" srcOrd="0" destOrd="0" presId="urn:microsoft.com/office/officeart/2005/8/layout/chevron2"/>
    <dgm:cxn modelId="{00ACCD99-D339-4575-80BA-49FF8BBD368E}" type="presOf" srcId="{6AA193BB-4E5C-4904-AF92-19F34A82DEA9}" destId="{295B1AEC-01DF-4979-BCF1-F5376FCC4615}" srcOrd="0" destOrd="0" presId="urn:microsoft.com/office/officeart/2005/8/layout/chevron2"/>
    <dgm:cxn modelId="{E0DD869C-3197-4CEE-AEB1-18739FF20ED9}" srcId="{645AADB7-A306-453C-8083-1504982CBB27}" destId="{6AA193BB-4E5C-4904-AF92-19F34A82DEA9}" srcOrd="0" destOrd="0" parTransId="{8B18F680-21E0-431E-A7B0-5CC04D5D6889}" sibTransId="{E95BFF22-41CD-4B23-A9C6-52B8769E1C70}"/>
    <dgm:cxn modelId="{5FDBD69F-F5AC-4E9E-9118-9D0800E9D91D}" srcId="{BCBBFFD2-FDFE-4ABD-A576-CF96CF5265ED}" destId="{5EF81569-7649-46E1-A951-696269FD9FA1}" srcOrd="0" destOrd="0" parTransId="{3C986082-5F6A-4E75-A2EC-2B728EE260F5}" sibTransId="{C25E36C5-185A-4898-98BE-29D824FE324F}"/>
    <dgm:cxn modelId="{9FF3F2A0-C003-445B-90EB-5EDE029EAAD2}" srcId="{F9656691-D168-42C4-ADB8-697DF93485D7}" destId="{B92CFDBC-8783-4C63-9CB6-60364EC97C07}" srcOrd="0" destOrd="0" parTransId="{3C64BE56-E64E-4205-9FF0-63439ED3C8F1}" sibTransId="{EFE919B8-24F2-450E-9CB4-B3C8F2EC33F8}"/>
    <dgm:cxn modelId="{E93C76A9-D46B-43EE-A8AA-1370B5E16043}" type="presOf" srcId="{1BA9D76E-4007-4BA0-BFCA-274524D1EB2B}" destId="{8A71F499-1068-4504-A4B2-CA45678D4CD7}" srcOrd="0" destOrd="0" presId="urn:microsoft.com/office/officeart/2005/8/layout/chevron2"/>
    <dgm:cxn modelId="{F714FEC0-8219-41C7-AEA9-60323BFB1C17}" srcId="{F9656691-D168-42C4-ADB8-697DF93485D7}" destId="{B66C09AF-E5A1-4773-991E-79839CA517CC}" srcOrd="3" destOrd="0" parTransId="{2DDEC86F-9229-49DF-B4C7-B492391EDA4C}" sibTransId="{EE8FE6D9-61FB-4FE2-B003-CF61E7BA52FA}"/>
    <dgm:cxn modelId="{D4C175C4-F219-4E60-9CEF-6B0DF7C0D7A8}" srcId="{F9656691-D168-42C4-ADB8-697DF93485D7}" destId="{BCBBFFD2-FDFE-4ABD-A576-CF96CF5265ED}" srcOrd="2" destOrd="0" parTransId="{6DFE6E9A-87EB-43F5-9C70-6EA4DEBE625E}" sibTransId="{4BF3F2EE-639E-4C52-A488-C7B35DA14A0F}"/>
    <dgm:cxn modelId="{99FA7AC6-B835-498F-9F5F-A42E471A5F3A}" type="presOf" srcId="{C33A7819-AC9B-4E59-BC16-8EE6209A4D16}" destId="{9C1BAC06-AF14-4CC8-A77E-B13B968EDF07}" srcOrd="0" destOrd="0" presId="urn:microsoft.com/office/officeart/2005/8/layout/chevron2"/>
    <dgm:cxn modelId="{230F1FD2-2C16-457D-BBCC-22520C5F0136}" type="presOf" srcId="{BCBBFFD2-FDFE-4ABD-A576-CF96CF5265ED}" destId="{37A3A5C7-E79D-4614-ADC0-FAEEB13E6060}" srcOrd="0" destOrd="0" presId="urn:microsoft.com/office/officeart/2005/8/layout/chevron2"/>
    <dgm:cxn modelId="{8AB2F1DA-DAE9-4949-A5DB-CCA4F290D73E}" type="presOf" srcId="{B66C09AF-E5A1-4773-991E-79839CA517CC}" destId="{9CF63DC6-CD17-4852-9EFC-CFDC0623B8AD}" srcOrd="0" destOrd="0" presId="urn:microsoft.com/office/officeart/2005/8/layout/chevron2"/>
    <dgm:cxn modelId="{4DF85BE2-C7AD-4501-A99D-00E3E58F9368}" type="presOf" srcId="{5EF81569-7649-46E1-A951-696269FD9FA1}" destId="{9A9F67B5-2E3B-4547-B89E-46C1CB8B6E29}" srcOrd="0" destOrd="0" presId="urn:microsoft.com/office/officeart/2005/8/layout/chevron2"/>
    <dgm:cxn modelId="{11B70AE8-94BB-4613-AF1A-D64E72D90F1A}" srcId="{B92CFDBC-8783-4C63-9CB6-60364EC97C07}" destId="{57D20398-84CB-4724-911F-FE6E4BD774DA}" srcOrd="0" destOrd="0" parTransId="{B959E534-E8A7-4A08-8425-7C413D6BD0AE}" sibTransId="{AD348D7A-5E9B-46D2-9419-40FCC4886A78}"/>
    <dgm:cxn modelId="{2C7FB0EE-B70D-4C3E-8232-79C492D472A0}" srcId="{F9656691-D168-42C4-ADB8-697DF93485D7}" destId="{645AADB7-A306-453C-8083-1504982CBB27}" srcOrd="4" destOrd="0" parTransId="{30F0B81E-4E5E-492E-9358-E3F9217BEDC4}" sibTransId="{CEBB7B20-BABC-4DCE-AC5D-D8A973C23C40}"/>
    <dgm:cxn modelId="{8D3744F6-614F-468E-BD1D-AF71560AE809}" type="presOf" srcId="{645AADB7-A306-453C-8083-1504982CBB27}" destId="{B9CFBEED-ADB7-4BAA-A2BE-AE3821F8D146}" srcOrd="0" destOrd="0" presId="urn:microsoft.com/office/officeart/2005/8/layout/chevron2"/>
    <dgm:cxn modelId="{EE88CF09-0E32-4CD0-8F11-95990B96F83B}" type="presParOf" srcId="{CB3890A5-FBCD-4933-9AD7-242E14A470EE}" destId="{F0C7A944-E2B7-4007-B76E-4BC66F73241E}" srcOrd="0" destOrd="0" presId="urn:microsoft.com/office/officeart/2005/8/layout/chevron2"/>
    <dgm:cxn modelId="{59341EA6-BC39-4BE2-B2BB-DB1AC71FB39F}" type="presParOf" srcId="{F0C7A944-E2B7-4007-B76E-4BC66F73241E}" destId="{D8886D43-9F04-4D1D-8ACC-AF347B6DABC1}" srcOrd="0" destOrd="0" presId="urn:microsoft.com/office/officeart/2005/8/layout/chevron2"/>
    <dgm:cxn modelId="{25FD6D2C-3C7D-49B6-A1FF-71FD9353D34B}" type="presParOf" srcId="{F0C7A944-E2B7-4007-B76E-4BC66F73241E}" destId="{5A09AF87-1916-4553-8176-34F66333065C}" srcOrd="1" destOrd="0" presId="urn:microsoft.com/office/officeart/2005/8/layout/chevron2"/>
    <dgm:cxn modelId="{8892A6B6-A57B-417F-98C8-E7630773DD36}" type="presParOf" srcId="{CB3890A5-FBCD-4933-9AD7-242E14A470EE}" destId="{53601512-2EFB-4389-AC39-D0ABBBC959A9}" srcOrd="1" destOrd="0" presId="urn:microsoft.com/office/officeart/2005/8/layout/chevron2"/>
    <dgm:cxn modelId="{18272EA2-A842-4C37-AE5B-A1D58764FCAA}" type="presParOf" srcId="{CB3890A5-FBCD-4933-9AD7-242E14A470EE}" destId="{D6D6A0A1-7A1F-4BCD-B6CF-727B43EF1E71}" srcOrd="2" destOrd="0" presId="urn:microsoft.com/office/officeart/2005/8/layout/chevron2"/>
    <dgm:cxn modelId="{842F8388-94B3-4E7C-B516-AFC1D8D55132}" type="presParOf" srcId="{D6D6A0A1-7A1F-4BCD-B6CF-727B43EF1E71}" destId="{73E328DA-DE1A-4E9E-8BB6-2A129F302147}" srcOrd="0" destOrd="0" presId="urn:microsoft.com/office/officeart/2005/8/layout/chevron2"/>
    <dgm:cxn modelId="{CC6796BC-779E-4EE4-B4AA-DFA1E8A432F4}" type="presParOf" srcId="{D6D6A0A1-7A1F-4BCD-B6CF-727B43EF1E71}" destId="{2410FD5A-8060-48AD-BA98-BE7DBC4539D7}" srcOrd="1" destOrd="0" presId="urn:microsoft.com/office/officeart/2005/8/layout/chevron2"/>
    <dgm:cxn modelId="{96C86404-FF94-4F4D-9574-578CCF07B7DA}" type="presParOf" srcId="{CB3890A5-FBCD-4933-9AD7-242E14A470EE}" destId="{21922A93-8A2A-45F3-A57D-7DE1727B36B2}" srcOrd="3" destOrd="0" presId="urn:microsoft.com/office/officeart/2005/8/layout/chevron2"/>
    <dgm:cxn modelId="{5F5BD5E5-7450-416D-A173-7775D7C1BCB0}" type="presParOf" srcId="{CB3890A5-FBCD-4933-9AD7-242E14A470EE}" destId="{0D01EADF-3C5A-4B92-9DA8-AF2BF826A7E1}" srcOrd="4" destOrd="0" presId="urn:microsoft.com/office/officeart/2005/8/layout/chevron2"/>
    <dgm:cxn modelId="{B18D7A96-0D5B-4C47-8D5A-5CAC805DE578}" type="presParOf" srcId="{0D01EADF-3C5A-4B92-9DA8-AF2BF826A7E1}" destId="{37A3A5C7-E79D-4614-ADC0-FAEEB13E6060}" srcOrd="0" destOrd="0" presId="urn:microsoft.com/office/officeart/2005/8/layout/chevron2"/>
    <dgm:cxn modelId="{8F625BEE-B0A4-4C03-A637-2F78484C888D}" type="presParOf" srcId="{0D01EADF-3C5A-4B92-9DA8-AF2BF826A7E1}" destId="{9A9F67B5-2E3B-4547-B89E-46C1CB8B6E29}" srcOrd="1" destOrd="0" presId="urn:microsoft.com/office/officeart/2005/8/layout/chevron2"/>
    <dgm:cxn modelId="{84B793C2-5478-47E8-9C61-8A9CF8161081}" type="presParOf" srcId="{CB3890A5-FBCD-4933-9AD7-242E14A470EE}" destId="{69992FF4-833C-486E-905A-DD04FA6BDF8E}" srcOrd="5" destOrd="0" presId="urn:microsoft.com/office/officeart/2005/8/layout/chevron2"/>
    <dgm:cxn modelId="{D6FB4530-82CB-48F0-9F3C-3B63F6D04174}" type="presParOf" srcId="{CB3890A5-FBCD-4933-9AD7-242E14A470EE}" destId="{735E7E6A-09D0-48BC-9E1E-7635267C49E8}" srcOrd="6" destOrd="0" presId="urn:microsoft.com/office/officeart/2005/8/layout/chevron2"/>
    <dgm:cxn modelId="{2DE0AB41-96BB-4CC9-9E3C-A371EEE6ED5C}" type="presParOf" srcId="{735E7E6A-09D0-48BC-9E1E-7635267C49E8}" destId="{9CF63DC6-CD17-4852-9EFC-CFDC0623B8AD}" srcOrd="0" destOrd="0" presId="urn:microsoft.com/office/officeart/2005/8/layout/chevron2"/>
    <dgm:cxn modelId="{CA55B2E2-0E0B-481D-86C0-68C95AFCF262}" type="presParOf" srcId="{735E7E6A-09D0-48BC-9E1E-7635267C49E8}" destId="{8A71F499-1068-4504-A4B2-CA45678D4CD7}" srcOrd="1" destOrd="0" presId="urn:microsoft.com/office/officeart/2005/8/layout/chevron2"/>
    <dgm:cxn modelId="{85CC67D0-7D35-4081-8434-3829135785FA}" type="presParOf" srcId="{CB3890A5-FBCD-4933-9AD7-242E14A470EE}" destId="{F5803BCD-5F7B-4B99-BDBE-00EB8A2EA369}" srcOrd="7" destOrd="0" presId="urn:microsoft.com/office/officeart/2005/8/layout/chevron2"/>
    <dgm:cxn modelId="{B8EB1EE9-2BA6-42E6-BC1C-1125370EA4A9}" type="presParOf" srcId="{CB3890A5-FBCD-4933-9AD7-242E14A470EE}" destId="{AD10EC0E-D122-4C4E-AA26-70CB3BFB78BE}" srcOrd="8" destOrd="0" presId="urn:microsoft.com/office/officeart/2005/8/layout/chevron2"/>
    <dgm:cxn modelId="{A415D116-ACDB-4EC3-9D3C-449F9D9A6618}" type="presParOf" srcId="{AD10EC0E-D122-4C4E-AA26-70CB3BFB78BE}" destId="{B9CFBEED-ADB7-4BAA-A2BE-AE3821F8D146}" srcOrd="0" destOrd="0" presId="urn:microsoft.com/office/officeart/2005/8/layout/chevron2"/>
    <dgm:cxn modelId="{60532AD2-8698-4899-9A93-67BDA262CC38}" type="presParOf" srcId="{AD10EC0E-D122-4C4E-AA26-70CB3BFB78BE}" destId="{295B1AEC-01DF-4979-BCF1-F5376FCC4615}" srcOrd="1" destOrd="0" presId="urn:microsoft.com/office/officeart/2005/8/layout/chevron2"/>
    <dgm:cxn modelId="{0A9DE5C4-E7A5-43DF-8677-BC3C5ADA1A3E}" type="presParOf" srcId="{CB3890A5-FBCD-4933-9AD7-242E14A470EE}" destId="{923CA2D4-9F92-4479-BA70-6A528E9C654D}" srcOrd="9" destOrd="0" presId="urn:microsoft.com/office/officeart/2005/8/layout/chevron2"/>
    <dgm:cxn modelId="{D075022D-0002-4CA6-BEAE-3AE1B8348B1F}" type="presParOf" srcId="{CB3890A5-FBCD-4933-9AD7-242E14A470EE}" destId="{F29187F8-BD59-4D97-A9EC-CFEE8BC81C8E}" srcOrd="10" destOrd="0" presId="urn:microsoft.com/office/officeart/2005/8/layout/chevron2"/>
    <dgm:cxn modelId="{237A8FAF-A070-49AD-917E-56C128BFD3FD}" type="presParOf" srcId="{F29187F8-BD59-4D97-A9EC-CFEE8BC81C8E}" destId="{9C1BAC06-AF14-4CC8-A77E-B13B968EDF07}" srcOrd="0" destOrd="0" presId="urn:microsoft.com/office/officeart/2005/8/layout/chevron2"/>
    <dgm:cxn modelId="{B6F8B23F-43BD-4EAA-9395-0BDC954F9EAF}" type="presParOf" srcId="{F29187F8-BD59-4D97-A9EC-CFEE8BC81C8E}" destId="{7D4981FF-70A5-4A7B-ABA4-2D45B5E8BC6C}"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9656691-D168-42C4-ADB8-697DF93485D7}" type="doc">
      <dgm:prSet loTypeId="urn:microsoft.com/office/officeart/2005/8/layout/vProcess5" loCatId="process" qsTypeId="urn:microsoft.com/office/officeart/2005/8/quickstyle/simple1" qsCatId="simple" csTypeId="urn:microsoft.com/office/officeart/2005/8/colors/accent0_2" csCatId="mainScheme" phldr="1"/>
      <dgm:spPr/>
      <dgm:t>
        <a:bodyPr/>
        <a:lstStyle/>
        <a:p>
          <a:endParaRPr lang="zh-CN" altLang="en-US"/>
        </a:p>
      </dgm:t>
    </dgm:pt>
    <dgm:pt modelId="{B92CFDBC-8783-4C63-9CB6-60364EC97C07}">
      <dgm:prSet phldrT="[文本]" custT="1"/>
      <dgm:spPr/>
      <dgm:t>
        <a:bodyPr/>
        <a:lstStyle/>
        <a:p>
          <a:pPr>
            <a:spcAft>
              <a:spcPts val="0"/>
            </a:spcAft>
          </a:pPr>
          <a:r>
            <a:rPr lang="zh-CN" altLang="en-US" sz="2000" dirty="0">
              <a:latin typeface="华文中宋" panose="02010600040101010101" pitchFamily="2" charset="-122"/>
              <a:ea typeface="华文中宋" panose="02010600040101010101" pitchFamily="2" charset="-122"/>
            </a:rPr>
            <a:t>数据采集</a:t>
          </a:r>
        </a:p>
      </dgm:t>
    </dgm:pt>
    <dgm:pt modelId="{3C64BE56-E64E-4205-9FF0-63439ED3C8F1}" type="parTrans" cxnId="{9FF3F2A0-C003-445B-90EB-5EDE029EAAD2}">
      <dgm:prSet/>
      <dgm:spPr/>
      <dgm:t>
        <a:bodyPr/>
        <a:lstStyle/>
        <a:p>
          <a:endParaRPr lang="zh-CN" altLang="en-US"/>
        </a:p>
      </dgm:t>
    </dgm:pt>
    <dgm:pt modelId="{EFE919B8-24F2-450E-9CB4-B3C8F2EC33F8}" type="sibTrans" cxnId="{9FF3F2A0-C003-445B-90EB-5EDE029EAAD2}">
      <dgm:prSet/>
      <dgm:spPr/>
      <dgm:t>
        <a:bodyPr/>
        <a:lstStyle/>
        <a:p>
          <a:endParaRPr lang="zh-CN" altLang="en-US"/>
        </a:p>
      </dgm:t>
    </dgm:pt>
    <dgm:pt modelId="{C665F552-206A-45A9-8511-C14C1ACFAEEE}">
      <dgm:prSet phldrT="[文本]" custT="1"/>
      <dgm:spPr/>
      <dgm:t>
        <a:bodyPr/>
        <a:lstStyle/>
        <a:p>
          <a:pPr>
            <a:spcAft>
              <a:spcPts val="0"/>
            </a:spcAft>
          </a:pPr>
          <a:r>
            <a:rPr lang="zh-CN" altLang="en-US" sz="2000" dirty="0">
              <a:latin typeface="华文中宋" panose="02010600040101010101" pitchFamily="2" charset="-122"/>
              <a:ea typeface="华文中宋" panose="02010600040101010101" pitchFamily="2" charset="-122"/>
            </a:rPr>
            <a:t>数据处理</a:t>
          </a:r>
        </a:p>
      </dgm:t>
    </dgm:pt>
    <dgm:pt modelId="{D0F39C75-648C-43D5-BF3B-820F634A2EFC}" type="parTrans" cxnId="{CF1BDC34-7DA4-4622-B823-57AE76FD09EA}">
      <dgm:prSet/>
      <dgm:spPr/>
      <dgm:t>
        <a:bodyPr/>
        <a:lstStyle/>
        <a:p>
          <a:endParaRPr lang="zh-CN" altLang="en-US"/>
        </a:p>
      </dgm:t>
    </dgm:pt>
    <dgm:pt modelId="{0973DA84-782C-4409-A21A-B62F5319A019}" type="sibTrans" cxnId="{CF1BDC34-7DA4-4622-B823-57AE76FD09EA}">
      <dgm:prSet/>
      <dgm:spPr/>
      <dgm:t>
        <a:bodyPr/>
        <a:lstStyle/>
        <a:p>
          <a:endParaRPr lang="zh-CN" altLang="en-US"/>
        </a:p>
      </dgm:t>
    </dgm:pt>
    <dgm:pt modelId="{BCBBFFD2-FDFE-4ABD-A576-CF96CF5265ED}">
      <dgm:prSet phldrT="[文本]" custT="1"/>
      <dgm:spPr/>
      <dgm:t>
        <a:bodyPr/>
        <a:lstStyle/>
        <a:p>
          <a:pPr>
            <a:spcAft>
              <a:spcPts val="0"/>
            </a:spcAft>
          </a:pPr>
          <a:r>
            <a:rPr lang="zh-CN" altLang="en-US" sz="2000" dirty="0">
              <a:latin typeface="华文中宋" panose="02010600040101010101" pitchFamily="2" charset="-122"/>
              <a:ea typeface="华文中宋" panose="02010600040101010101" pitchFamily="2" charset="-122"/>
            </a:rPr>
            <a:t>内容分类</a:t>
          </a:r>
        </a:p>
      </dgm:t>
    </dgm:pt>
    <dgm:pt modelId="{6DFE6E9A-87EB-43F5-9C70-6EA4DEBE625E}" type="parTrans" cxnId="{D4C175C4-F219-4E60-9CEF-6B0DF7C0D7A8}">
      <dgm:prSet/>
      <dgm:spPr/>
      <dgm:t>
        <a:bodyPr/>
        <a:lstStyle/>
        <a:p>
          <a:endParaRPr lang="zh-CN" altLang="en-US"/>
        </a:p>
      </dgm:t>
    </dgm:pt>
    <dgm:pt modelId="{4BF3F2EE-639E-4C52-A488-C7B35DA14A0F}" type="sibTrans" cxnId="{D4C175C4-F219-4E60-9CEF-6B0DF7C0D7A8}">
      <dgm:prSet/>
      <dgm:spPr/>
      <dgm:t>
        <a:bodyPr/>
        <a:lstStyle/>
        <a:p>
          <a:endParaRPr lang="zh-CN" altLang="en-US"/>
        </a:p>
      </dgm:t>
    </dgm:pt>
    <dgm:pt modelId="{B66C09AF-E5A1-4773-991E-79839CA517CC}">
      <dgm:prSet custT="1"/>
      <dgm:spPr/>
      <dgm:t>
        <a:bodyPr/>
        <a:lstStyle/>
        <a:p>
          <a:pPr>
            <a:spcAft>
              <a:spcPts val="0"/>
            </a:spcAft>
          </a:pPr>
          <a:r>
            <a:rPr lang="zh-CN" altLang="en-US" sz="2000" dirty="0">
              <a:latin typeface="华文中宋" panose="02010600040101010101" pitchFamily="2" charset="-122"/>
              <a:ea typeface="华文中宋" panose="02010600040101010101" pitchFamily="2" charset="-122"/>
            </a:rPr>
            <a:t>情感分析</a:t>
          </a:r>
        </a:p>
      </dgm:t>
    </dgm:pt>
    <dgm:pt modelId="{2DDEC86F-9229-49DF-B4C7-B492391EDA4C}" type="parTrans" cxnId="{F714FEC0-8219-41C7-AEA9-60323BFB1C17}">
      <dgm:prSet/>
      <dgm:spPr/>
      <dgm:t>
        <a:bodyPr/>
        <a:lstStyle/>
        <a:p>
          <a:endParaRPr lang="zh-CN" altLang="en-US"/>
        </a:p>
      </dgm:t>
    </dgm:pt>
    <dgm:pt modelId="{EE8FE6D9-61FB-4FE2-B003-CF61E7BA52FA}" type="sibTrans" cxnId="{F714FEC0-8219-41C7-AEA9-60323BFB1C17}">
      <dgm:prSet/>
      <dgm:spPr/>
      <dgm:t>
        <a:bodyPr/>
        <a:lstStyle/>
        <a:p>
          <a:endParaRPr lang="zh-CN" altLang="en-US"/>
        </a:p>
      </dgm:t>
    </dgm:pt>
    <dgm:pt modelId="{645AADB7-A306-453C-8083-1504982CBB27}">
      <dgm:prSet custT="1"/>
      <dgm:spPr/>
      <dgm:t>
        <a:bodyPr/>
        <a:lstStyle/>
        <a:p>
          <a:pPr>
            <a:spcAft>
              <a:spcPts val="0"/>
            </a:spcAft>
          </a:pPr>
          <a:r>
            <a:rPr lang="zh-CN" altLang="en-US" sz="2000" dirty="0">
              <a:latin typeface="华文中宋" panose="02010600040101010101" pitchFamily="2" charset="-122"/>
              <a:ea typeface="华文中宋" panose="02010600040101010101" pitchFamily="2" charset="-122"/>
            </a:rPr>
            <a:t>统计分析</a:t>
          </a:r>
        </a:p>
      </dgm:t>
    </dgm:pt>
    <dgm:pt modelId="{30F0B81E-4E5E-492E-9358-E3F9217BEDC4}" type="parTrans" cxnId="{2C7FB0EE-B70D-4C3E-8232-79C492D472A0}">
      <dgm:prSet/>
      <dgm:spPr/>
      <dgm:t>
        <a:bodyPr/>
        <a:lstStyle/>
        <a:p>
          <a:endParaRPr lang="zh-CN" altLang="en-US"/>
        </a:p>
      </dgm:t>
    </dgm:pt>
    <dgm:pt modelId="{CEBB7B20-BABC-4DCE-AC5D-D8A973C23C40}" type="sibTrans" cxnId="{2C7FB0EE-B70D-4C3E-8232-79C492D472A0}">
      <dgm:prSet/>
      <dgm:spPr/>
      <dgm:t>
        <a:bodyPr/>
        <a:lstStyle/>
        <a:p>
          <a:endParaRPr lang="zh-CN" altLang="en-US"/>
        </a:p>
      </dgm:t>
    </dgm:pt>
    <dgm:pt modelId="{57D20398-84CB-4724-911F-FE6E4BD774DA}">
      <dgm:prSet phldrT="[文本]" custT="1"/>
      <dgm:spPr/>
      <dgm:t>
        <a:bodyPr/>
        <a:lstStyle/>
        <a:p>
          <a:pPr indent="0">
            <a:spcAft>
              <a:spcPct val="15000"/>
            </a:spcAft>
            <a:buNone/>
          </a:pPr>
          <a:r>
            <a:rPr lang="zh-CN" altLang="en-US" sz="1400" dirty="0">
              <a:latin typeface="华文中宋" panose="02010600040101010101" pitchFamily="2" charset="-122"/>
              <a:ea typeface="华文中宋" panose="02010600040101010101" pitchFamily="2" charset="-122"/>
            </a:rPr>
            <a:t>搭建分布式网络爬虫框架，自动化采集</a:t>
          </a:r>
          <a:r>
            <a:rPr lang="en-US" altLang="en-US" sz="1400" dirty="0" err="1">
              <a:latin typeface="华文中宋" panose="02010600040101010101" pitchFamily="2" charset="-122"/>
              <a:ea typeface="华文中宋" panose="02010600040101010101" pitchFamily="2" charset="-122"/>
            </a:rPr>
            <a:t>Bilibili</a:t>
          </a:r>
          <a:r>
            <a:rPr lang="zh-CN" altLang="en-US" sz="1400" dirty="0">
              <a:latin typeface="华文中宋" panose="02010600040101010101" pitchFamily="2" charset="-122"/>
              <a:ea typeface="华文中宋" panose="02010600040101010101" pitchFamily="2" charset="-122"/>
            </a:rPr>
            <a:t>平台自</a:t>
          </a:r>
          <a:r>
            <a:rPr lang="en-US" altLang="en-US" sz="1400" dirty="0">
              <a:latin typeface="华文中宋" panose="02010600040101010101" pitchFamily="2" charset="-122"/>
              <a:ea typeface="华文中宋" panose="02010600040101010101" pitchFamily="2" charset="-122"/>
            </a:rPr>
            <a:t>2016</a:t>
          </a:r>
          <a:r>
            <a:rPr lang="zh-CN" altLang="en-US" sz="1400" dirty="0">
              <a:latin typeface="华文中宋" panose="02010600040101010101" pitchFamily="2" charset="-122"/>
              <a:ea typeface="华文中宋" panose="02010600040101010101" pitchFamily="2" charset="-122"/>
            </a:rPr>
            <a:t>年</a:t>
          </a:r>
          <a:r>
            <a:rPr lang="en-US" altLang="en-US" sz="1400" dirty="0">
              <a:latin typeface="华文中宋" panose="02010600040101010101" pitchFamily="2" charset="-122"/>
              <a:ea typeface="华文中宋" panose="02010600040101010101" pitchFamily="2" charset="-122"/>
            </a:rPr>
            <a:t>9</a:t>
          </a:r>
          <a:r>
            <a:rPr lang="zh-CN" altLang="en-US" sz="1400" dirty="0">
              <a:latin typeface="华文中宋" panose="02010600040101010101" pitchFamily="2" charset="-122"/>
              <a:ea typeface="华文中宋" panose="02010600040101010101" pitchFamily="2" charset="-122"/>
            </a:rPr>
            <a:t>月至</a:t>
          </a:r>
          <a:r>
            <a:rPr lang="en-US" altLang="en-US" sz="1400" dirty="0">
              <a:latin typeface="华文中宋" panose="02010600040101010101" pitchFamily="2" charset="-122"/>
              <a:ea typeface="华文中宋" panose="02010600040101010101" pitchFamily="2" charset="-122"/>
            </a:rPr>
            <a:t>2024</a:t>
          </a:r>
          <a:r>
            <a:rPr lang="zh-CN" altLang="en-US" sz="1400" dirty="0">
              <a:latin typeface="华文中宋" panose="02010600040101010101" pitchFamily="2" charset="-122"/>
              <a:ea typeface="华文中宋" panose="02010600040101010101" pitchFamily="2" charset="-122"/>
            </a:rPr>
            <a:t>年</a:t>
          </a:r>
          <a:r>
            <a:rPr lang="en-US" altLang="en-US" sz="1400" dirty="0">
              <a:latin typeface="华文中宋" panose="02010600040101010101" pitchFamily="2" charset="-122"/>
              <a:ea typeface="华文中宋" panose="02010600040101010101" pitchFamily="2" charset="-122"/>
            </a:rPr>
            <a:t>6</a:t>
          </a:r>
          <a:r>
            <a:rPr lang="zh-CN" altLang="en-US" sz="1400" dirty="0">
              <a:latin typeface="华文中宋" panose="02010600040101010101" pitchFamily="2" charset="-122"/>
              <a:ea typeface="华文中宋" panose="02010600040101010101" pitchFamily="2" charset="-122"/>
            </a:rPr>
            <a:t>月期间相关视频及其用户评论、弹幕、互动指标等多维数据。</a:t>
          </a:r>
        </a:p>
      </dgm:t>
    </dgm:pt>
    <dgm:pt modelId="{B959E534-E8A7-4A08-8425-7C413D6BD0AE}" type="parTrans" cxnId="{11B70AE8-94BB-4613-AF1A-D64E72D90F1A}">
      <dgm:prSet/>
      <dgm:spPr/>
      <dgm:t>
        <a:bodyPr/>
        <a:lstStyle/>
        <a:p>
          <a:endParaRPr lang="zh-CN" altLang="en-US"/>
        </a:p>
      </dgm:t>
    </dgm:pt>
    <dgm:pt modelId="{AD348D7A-5E9B-46D2-9419-40FCC4886A78}" type="sibTrans" cxnId="{11B70AE8-94BB-4613-AF1A-D64E72D90F1A}">
      <dgm:prSet/>
      <dgm:spPr/>
      <dgm:t>
        <a:bodyPr/>
        <a:lstStyle/>
        <a:p>
          <a:endParaRPr lang="zh-CN" altLang="en-US"/>
        </a:p>
      </dgm:t>
    </dgm:pt>
    <dgm:pt modelId="{8A69EE42-41C6-4E7E-8178-272EAD2E6569}">
      <dgm:prSet phldrT="[文本]" custT="1"/>
      <dgm:spPr/>
      <dgm:t>
        <a:bodyPr/>
        <a:lstStyle/>
        <a:p>
          <a:pPr indent="0">
            <a:spcAft>
              <a:spcPct val="15000"/>
            </a:spcAft>
            <a:buNone/>
          </a:pPr>
          <a:r>
            <a:rPr lang="zh-CN" sz="1400" dirty="0">
              <a:latin typeface="华文中宋" panose="02010600040101010101" pitchFamily="2" charset="-122"/>
              <a:ea typeface="华文中宋" panose="02010600040101010101" pitchFamily="2" charset="-122"/>
            </a:rPr>
            <a:t>使用</a:t>
          </a:r>
          <a:r>
            <a:rPr lang="en-US" sz="1400" dirty="0" err="1">
              <a:latin typeface="华文中宋" panose="02010600040101010101" pitchFamily="2" charset="-122"/>
              <a:ea typeface="华文中宋" panose="02010600040101010101" pitchFamily="2" charset="-122"/>
            </a:rPr>
            <a:t>Jieba</a:t>
          </a:r>
          <a:r>
            <a:rPr lang="zh-CN" sz="1400" dirty="0">
              <a:latin typeface="华文中宋" panose="02010600040101010101" pitchFamily="2" charset="-122"/>
              <a:ea typeface="华文中宋" panose="02010600040101010101" pitchFamily="2" charset="-122"/>
            </a:rPr>
            <a:t>等中文分词工具，对文本数据进行分词、去重、去噪、标准化表情符号等预处理，确保文本语料的分析质量。</a:t>
          </a:r>
          <a:endParaRPr lang="zh-CN" altLang="en-US" sz="1400" dirty="0">
            <a:latin typeface="华文中宋" panose="02010600040101010101" pitchFamily="2" charset="-122"/>
            <a:ea typeface="华文中宋" panose="02010600040101010101" pitchFamily="2" charset="-122"/>
          </a:endParaRPr>
        </a:p>
      </dgm:t>
    </dgm:pt>
    <dgm:pt modelId="{F4378276-EED5-4076-93C0-9F4FFF545C5D}" type="parTrans" cxnId="{AA30294B-89B3-4BD8-90E7-FD41D57E34AE}">
      <dgm:prSet/>
      <dgm:spPr/>
      <dgm:t>
        <a:bodyPr/>
        <a:lstStyle/>
        <a:p>
          <a:endParaRPr lang="zh-CN" altLang="en-US"/>
        </a:p>
      </dgm:t>
    </dgm:pt>
    <dgm:pt modelId="{FCF69667-3BFF-423C-B7B5-77BF10895CDE}" type="sibTrans" cxnId="{AA30294B-89B3-4BD8-90E7-FD41D57E34AE}">
      <dgm:prSet/>
      <dgm:spPr/>
      <dgm:t>
        <a:bodyPr/>
        <a:lstStyle/>
        <a:p>
          <a:endParaRPr lang="zh-CN" altLang="en-US"/>
        </a:p>
      </dgm:t>
    </dgm:pt>
    <dgm:pt modelId="{5EF81569-7649-46E1-A951-696269FD9FA1}">
      <dgm:prSet phldrT="[文本]" custT="1"/>
      <dgm:spPr/>
      <dgm:t>
        <a:bodyPr/>
        <a:lstStyle/>
        <a:p>
          <a:pPr indent="0">
            <a:spcAft>
              <a:spcPts val="0"/>
            </a:spcAft>
            <a:buFont typeface="Arial" panose="020B0604020202020204" pitchFamily="34" charset="0"/>
            <a:buNone/>
          </a:pPr>
          <a:r>
            <a:rPr lang="zh-CN" sz="1400" dirty="0">
              <a:latin typeface="华文中宋" panose="02010600040101010101" pitchFamily="2" charset="-122"/>
              <a:ea typeface="华文中宋" panose="02010600040101010101" pitchFamily="2" charset="-122"/>
            </a:rPr>
            <a:t>建立涵盖</a:t>
          </a:r>
          <a:r>
            <a:rPr lang="en-US" sz="1400" dirty="0">
              <a:latin typeface="华文中宋" panose="02010600040101010101" pitchFamily="2" charset="-122"/>
              <a:ea typeface="华文中宋" panose="02010600040101010101" pitchFamily="2" charset="-122"/>
            </a:rPr>
            <a:t>13</a:t>
          </a:r>
          <a:r>
            <a:rPr lang="zh-CN" sz="1400" dirty="0">
              <a:latin typeface="华文中宋" panose="02010600040101010101" pitchFamily="2" charset="-122"/>
              <a:ea typeface="华文中宋" panose="02010600040101010101" pitchFamily="2" charset="-122"/>
            </a:rPr>
            <a:t>大类的生殖健康主题标签体系，对所有视频内容进行人工与自动结合的多轮分类，确保主题归属科学、合理。</a:t>
          </a:r>
          <a:endParaRPr lang="zh-CN" altLang="en-US" sz="1400" dirty="0">
            <a:latin typeface="华文中宋" panose="02010600040101010101" pitchFamily="2" charset="-122"/>
            <a:ea typeface="华文中宋" panose="02010600040101010101" pitchFamily="2" charset="-122"/>
          </a:endParaRPr>
        </a:p>
      </dgm:t>
    </dgm:pt>
    <dgm:pt modelId="{3C986082-5F6A-4E75-A2EC-2B728EE260F5}" type="parTrans" cxnId="{5FDBD69F-F5AC-4E9E-9118-9D0800E9D91D}">
      <dgm:prSet/>
      <dgm:spPr/>
      <dgm:t>
        <a:bodyPr/>
        <a:lstStyle/>
        <a:p>
          <a:endParaRPr lang="zh-CN" altLang="en-US"/>
        </a:p>
      </dgm:t>
    </dgm:pt>
    <dgm:pt modelId="{C25E36C5-185A-4898-98BE-29D824FE324F}" type="sibTrans" cxnId="{5FDBD69F-F5AC-4E9E-9118-9D0800E9D91D}">
      <dgm:prSet/>
      <dgm:spPr/>
      <dgm:t>
        <a:bodyPr/>
        <a:lstStyle/>
        <a:p>
          <a:endParaRPr lang="zh-CN" altLang="en-US"/>
        </a:p>
      </dgm:t>
    </dgm:pt>
    <dgm:pt modelId="{1BA9D76E-4007-4BA0-BFCA-274524D1EB2B}">
      <dgm:prSet custT="1"/>
      <dgm:spPr/>
      <dgm:t>
        <a:bodyPr/>
        <a:lstStyle/>
        <a:p>
          <a:pPr indent="0">
            <a:spcAft>
              <a:spcPct val="15000"/>
            </a:spcAft>
            <a:buNone/>
          </a:pPr>
          <a:r>
            <a:rPr lang="zh-CN" sz="1400" dirty="0">
              <a:latin typeface="华文中宋" panose="02010600040101010101" pitchFamily="2" charset="-122"/>
              <a:ea typeface="华文中宋" panose="02010600040101010101" pitchFamily="2" charset="-122"/>
            </a:rPr>
            <a:t>利用</a:t>
          </a:r>
          <a:r>
            <a:rPr lang="zh-CN" altLang="en-US" sz="1400" dirty="0">
              <a:latin typeface="华文中宋" panose="02010600040101010101" pitchFamily="2" charset="-122"/>
              <a:ea typeface="华文中宋" panose="02010600040101010101" pitchFamily="2" charset="-122"/>
            </a:rPr>
            <a:t>人工智能技术</a:t>
          </a:r>
          <a:r>
            <a:rPr lang="zh-CN" sz="1400" dirty="0">
              <a:latin typeface="华文中宋" panose="02010600040101010101" pitchFamily="2" charset="-122"/>
              <a:ea typeface="华文中宋" panose="02010600040101010101" pitchFamily="2" charset="-122"/>
            </a:rPr>
            <a:t>对评论与弹幕进行情感极性（正向</a:t>
          </a:r>
          <a:r>
            <a:rPr lang="en-US" sz="1400" dirty="0">
              <a:latin typeface="华文中宋" panose="02010600040101010101" pitchFamily="2" charset="-122"/>
              <a:ea typeface="华文中宋" panose="02010600040101010101" pitchFamily="2" charset="-122"/>
            </a:rPr>
            <a:t>/</a:t>
          </a:r>
          <a:r>
            <a:rPr lang="zh-CN" sz="1400" dirty="0">
              <a:latin typeface="华文中宋" panose="02010600040101010101" pitchFamily="2" charset="-122"/>
              <a:ea typeface="华文中宋" panose="02010600040101010101" pitchFamily="2" charset="-122"/>
            </a:rPr>
            <a:t>中性</a:t>
          </a:r>
          <a:r>
            <a:rPr lang="en-US" sz="1400" dirty="0">
              <a:latin typeface="华文中宋" panose="02010600040101010101" pitchFamily="2" charset="-122"/>
              <a:ea typeface="华文中宋" panose="02010600040101010101" pitchFamily="2" charset="-122"/>
            </a:rPr>
            <a:t>/</a:t>
          </a:r>
          <a:r>
            <a:rPr lang="zh-CN" sz="1400" dirty="0">
              <a:latin typeface="华文中宋" panose="02010600040101010101" pitchFamily="2" charset="-122"/>
              <a:ea typeface="华文中宋" panose="02010600040101010101" pitchFamily="2" charset="-122"/>
            </a:rPr>
            <a:t>负向）自动化判别，并结合具体话题进行分层分析。</a:t>
          </a:r>
          <a:endParaRPr lang="zh-CN" altLang="en-US" sz="1400" dirty="0">
            <a:latin typeface="华文中宋" panose="02010600040101010101" pitchFamily="2" charset="-122"/>
            <a:ea typeface="华文中宋" panose="02010600040101010101" pitchFamily="2" charset="-122"/>
          </a:endParaRPr>
        </a:p>
      </dgm:t>
    </dgm:pt>
    <dgm:pt modelId="{770CC5FE-88D5-40B0-898D-FB7FA2EB4B46}" type="parTrans" cxnId="{8DC0A942-1092-4E91-8919-A8A2D6DDF511}">
      <dgm:prSet/>
      <dgm:spPr/>
      <dgm:t>
        <a:bodyPr/>
        <a:lstStyle/>
        <a:p>
          <a:endParaRPr lang="zh-CN" altLang="en-US"/>
        </a:p>
      </dgm:t>
    </dgm:pt>
    <dgm:pt modelId="{BE06D617-CE4F-4FB6-B3BF-4E4FD337FF08}" type="sibTrans" cxnId="{8DC0A942-1092-4E91-8919-A8A2D6DDF511}">
      <dgm:prSet/>
      <dgm:spPr/>
      <dgm:t>
        <a:bodyPr/>
        <a:lstStyle/>
        <a:p>
          <a:endParaRPr lang="zh-CN" altLang="en-US"/>
        </a:p>
      </dgm:t>
    </dgm:pt>
    <dgm:pt modelId="{6AA193BB-4E5C-4904-AF92-19F34A82DEA9}">
      <dgm:prSet custT="1"/>
      <dgm:spPr/>
      <dgm:t>
        <a:bodyPr/>
        <a:lstStyle/>
        <a:p>
          <a:pPr indent="0">
            <a:spcAft>
              <a:spcPct val="15000"/>
            </a:spcAft>
            <a:buNone/>
          </a:pPr>
          <a:r>
            <a:rPr lang="zh-CN" altLang="en-US" sz="1400" dirty="0">
              <a:latin typeface="华文中宋" panose="02010600040101010101" pitchFamily="2" charset="-122"/>
              <a:ea typeface="华文中宋" panose="02010600040101010101" pitchFamily="2" charset="-122"/>
            </a:rPr>
            <a:t>多维度地探讨用户行为指标与情感分布、内容类型、创作者背景之间的相关性，揭示影响青少年生殖健康信息传播的关键机制。</a:t>
          </a:r>
        </a:p>
      </dgm:t>
    </dgm:pt>
    <dgm:pt modelId="{8B18F680-21E0-431E-A7B0-5CC04D5D6889}" type="parTrans" cxnId="{E0DD869C-3197-4CEE-AEB1-18739FF20ED9}">
      <dgm:prSet/>
      <dgm:spPr/>
      <dgm:t>
        <a:bodyPr/>
        <a:lstStyle/>
        <a:p>
          <a:endParaRPr lang="zh-CN" altLang="en-US"/>
        </a:p>
      </dgm:t>
    </dgm:pt>
    <dgm:pt modelId="{E95BFF22-41CD-4B23-A9C6-52B8769E1C70}" type="sibTrans" cxnId="{E0DD869C-3197-4CEE-AEB1-18739FF20ED9}">
      <dgm:prSet/>
      <dgm:spPr/>
      <dgm:t>
        <a:bodyPr/>
        <a:lstStyle/>
        <a:p>
          <a:endParaRPr lang="zh-CN" altLang="en-US"/>
        </a:p>
      </dgm:t>
    </dgm:pt>
    <dgm:pt modelId="{E7F9D1D6-2F4D-48AB-B402-E732DEDDFE87}" type="pres">
      <dgm:prSet presAssocID="{F9656691-D168-42C4-ADB8-697DF93485D7}" presName="outerComposite" presStyleCnt="0">
        <dgm:presLayoutVars>
          <dgm:chMax val="5"/>
          <dgm:dir/>
          <dgm:resizeHandles val="exact"/>
        </dgm:presLayoutVars>
      </dgm:prSet>
      <dgm:spPr/>
    </dgm:pt>
    <dgm:pt modelId="{72279142-7CED-4334-BD88-668DDFCEA6F5}" type="pres">
      <dgm:prSet presAssocID="{F9656691-D168-42C4-ADB8-697DF93485D7}" presName="dummyMaxCanvas" presStyleCnt="0">
        <dgm:presLayoutVars/>
      </dgm:prSet>
      <dgm:spPr/>
    </dgm:pt>
    <dgm:pt modelId="{1AC8A292-F1E0-482E-956C-EBF92F223467}" type="pres">
      <dgm:prSet presAssocID="{F9656691-D168-42C4-ADB8-697DF93485D7}" presName="FiveNodes_1" presStyleLbl="node1" presStyleIdx="0" presStyleCnt="5">
        <dgm:presLayoutVars>
          <dgm:bulletEnabled val="1"/>
        </dgm:presLayoutVars>
      </dgm:prSet>
      <dgm:spPr/>
    </dgm:pt>
    <dgm:pt modelId="{69EBED10-70CC-47D8-892F-3FFF03139CB7}" type="pres">
      <dgm:prSet presAssocID="{F9656691-D168-42C4-ADB8-697DF93485D7}" presName="FiveNodes_2" presStyleLbl="node1" presStyleIdx="1" presStyleCnt="5">
        <dgm:presLayoutVars>
          <dgm:bulletEnabled val="1"/>
        </dgm:presLayoutVars>
      </dgm:prSet>
      <dgm:spPr/>
    </dgm:pt>
    <dgm:pt modelId="{31838605-8E90-4495-9186-8BA56D99A361}" type="pres">
      <dgm:prSet presAssocID="{F9656691-D168-42C4-ADB8-697DF93485D7}" presName="FiveNodes_3" presStyleLbl="node1" presStyleIdx="2" presStyleCnt="5">
        <dgm:presLayoutVars>
          <dgm:bulletEnabled val="1"/>
        </dgm:presLayoutVars>
      </dgm:prSet>
      <dgm:spPr/>
    </dgm:pt>
    <dgm:pt modelId="{6CD1A703-C5B5-4FFF-8A19-98D94AE14070}" type="pres">
      <dgm:prSet presAssocID="{F9656691-D168-42C4-ADB8-697DF93485D7}" presName="FiveNodes_4" presStyleLbl="node1" presStyleIdx="3" presStyleCnt="5">
        <dgm:presLayoutVars>
          <dgm:bulletEnabled val="1"/>
        </dgm:presLayoutVars>
      </dgm:prSet>
      <dgm:spPr/>
    </dgm:pt>
    <dgm:pt modelId="{0C816039-35D9-4ECA-A6EF-46DAA2CB5004}" type="pres">
      <dgm:prSet presAssocID="{F9656691-D168-42C4-ADB8-697DF93485D7}" presName="FiveNodes_5" presStyleLbl="node1" presStyleIdx="4" presStyleCnt="5">
        <dgm:presLayoutVars>
          <dgm:bulletEnabled val="1"/>
        </dgm:presLayoutVars>
      </dgm:prSet>
      <dgm:spPr/>
    </dgm:pt>
    <dgm:pt modelId="{CB615EB4-540A-409F-98E6-08319EC316C0}" type="pres">
      <dgm:prSet presAssocID="{F9656691-D168-42C4-ADB8-697DF93485D7}" presName="FiveConn_1-2" presStyleLbl="fgAccFollowNode1" presStyleIdx="0" presStyleCnt="4">
        <dgm:presLayoutVars>
          <dgm:bulletEnabled val="1"/>
        </dgm:presLayoutVars>
      </dgm:prSet>
      <dgm:spPr/>
    </dgm:pt>
    <dgm:pt modelId="{01343685-4FDA-4FEA-B8B7-673F2D4B0C80}" type="pres">
      <dgm:prSet presAssocID="{F9656691-D168-42C4-ADB8-697DF93485D7}" presName="FiveConn_2-3" presStyleLbl="fgAccFollowNode1" presStyleIdx="1" presStyleCnt="4">
        <dgm:presLayoutVars>
          <dgm:bulletEnabled val="1"/>
        </dgm:presLayoutVars>
      </dgm:prSet>
      <dgm:spPr/>
    </dgm:pt>
    <dgm:pt modelId="{4F83FC25-BC59-4780-AB69-C0257B656877}" type="pres">
      <dgm:prSet presAssocID="{F9656691-D168-42C4-ADB8-697DF93485D7}" presName="FiveConn_3-4" presStyleLbl="fgAccFollowNode1" presStyleIdx="2" presStyleCnt="4">
        <dgm:presLayoutVars>
          <dgm:bulletEnabled val="1"/>
        </dgm:presLayoutVars>
      </dgm:prSet>
      <dgm:spPr/>
    </dgm:pt>
    <dgm:pt modelId="{DA32DB84-A2F5-4779-89BC-F7A801CCFC00}" type="pres">
      <dgm:prSet presAssocID="{F9656691-D168-42C4-ADB8-697DF93485D7}" presName="FiveConn_4-5" presStyleLbl="fgAccFollowNode1" presStyleIdx="3" presStyleCnt="4">
        <dgm:presLayoutVars>
          <dgm:bulletEnabled val="1"/>
        </dgm:presLayoutVars>
      </dgm:prSet>
      <dgm:spPr/>
    </dgm:pt>
    <dgm:pt modelId="{F87DB1B9-D0EA-4A7B-9377-7378164D56DE}" type="pres">
      <dgm:prSet presAssocID="{F9656691-D168-42C4-ADB8-697DF93485D7}" presName="FiveNodes_1_text" presStyleLbl="node1" presStyleIdx="4" presStyleCnt="5">
        <dgm:presLayoutVars>
          <dgm:bulletEnabled val="1"/>
        </dgm:presLayoutVars>
      </dgm:prSet>
      <dgm:spPr/>
    </dgm:pt>
    <dgm:pt modelId="{E84C3185-5CB7-4C68-B08C-7A70615F86C8}" type="pres">
      <dgm:prSet presAssocID="{F9656691-D168-42C4-ADB8-697DF93485D7}" presName="FiveNodes_2_text" presStyleLbl="node1" presStyleIdx="4" presStyleCnt="5">
        <dgm:presLayoutVars>
          <dgm:bulletEnabled val="1"/>
        </dgm:presLayoutVars>
      </dgm:prSet>
      <dgm:spPr/>
    </dgm:pt>
    <dgm:pt modelId="{B5A2E7B0-7DAB-47F7-84EE-59DF0F02AE1F}" type="pres">
      <dgm:prSet presAssocID="{F9656691-D168-42C4-ADB8-697DF93485D7}" presName="FiveNodes_3_text" presStyleLbl="node1" presStyleIdx="4" presStyleCnt="5">
        <dgm:presLayoutVars>
          <dgm:bulletEnabled val="1"/>
        </dgm:presLayoutVars>
      </dgm:prSet>
      <dgm:spPr/>
    </dgm:pt>
    <dgm:pt modelId="{6AFC7C82-1C75-4339-BBED-31DD373327BC}" type="pres">
      <dgm:prSet presAssocID="{F9656691-D168-42C4-ADB8-697DF93485D7}" presName="FiveNodes_4_text" presStyleLbl="node1" presStyleIdx="4" presStyleCnt="5">
        <dgm:presLayoutVars>
          <dgm:bulletEnabled val="1"/>
        </dgm:presLayoutVars>
      </dgm:prSet>
      <dgm:spPr/>
    </dgm:pt>
    <dgm:pt modelId="{19F86D16-CA3A-4587-91F6-D75AF1B3B5A4}" type="pres">
      <dgm:prSet presAssocID="{F9656691-D168-42C4-ADB8-697DF93485D7}" presName="FiveNodes_5_text" presStyleLbl="node1" presStyleIdx="4" presStyleCnt="5">
        <dgm:presLayoutVars>
          <dgm:bulletEnabled val="1"/>
        </dgm:presLayoutVars>
      </dgm:prSet>
      <dgm:spPr/>
    </dgm:pt>
  </dgm:ptLst>
  <dgm:cxnLst>
    <dgm:cxn modelId="{E6D02600-FC83-4569-8F60-A21C78A8393D}" type="presOf" srcId="{BCBBFFD2-FDFE-4ABD-A576-CF96CF5265ED}" destId="{B5A2E7B0-7DAB-47F7-84EE-59DF0F02AE1F}" srcOrd="1" destOrd="0" presId="urn:microsoft.com/office/officeart/2005/8/layout/vProcess5"/>
    <dgm:cxn modelId="{44669F00-8004-4A7E-886A-B20680905C2F}" type="presOf" srcId="{BCBBFFD2-FDFE-4ABD-A576-CF96CF5265ED}" destId="{31838605-8E90-4495-9186-8BA56D99A361}" srcOrd="0" destOrd="0" presId="urn:microsoft.com/office/officeart/2005/8/layout/vProcess5"/>
    <dgm:cxn modelId="{50F9431A-B5DB-496B-A875-807D14B109FF}" type="presOf" srcId="{1BA9D76E-4007-4BA0-BFCA-274524D1EB2B}" destId="{6AFC7C82-1C75-4339-BBED-31DD373327BC}" srcOrd="1" destOrd="1" presId="urn:microsoft.com/office/officeart/2005/8/layout/vProcess5"/>
    <dgm:cxn modelId="{5BE2DA20-4C17-4A15-8BE1-806D4A5C0754}" type="presOf" srcId="{4BF3F2EE-639E-4C52-A488-C7B35DA14A0F}" destId="{4F83FC25-BC59-4780-AB69-C0257B656877}" srcOrd="0" destOrd="0" presId="urn:microsoft.com/office/officeart/2005/8/layout/vProcess5"/>
    <dgm:cxn modelId="{5A374E26-2132-459D-9650-A3F54629A89F}" type="presOf" srcId="{645AADB7-A306-453C-8083-1504982CBB27}" destId="{0C816039-35D9-4ECA-A6EF-46DAA2CB5004}" srcOrd="0" destOrd="0" presId="urn:microsoft.com/office/officeart/2005/8/layout/vProcess5"/>
    <dgm:cxn modelId="{F3F3A527-636B-462F-B633-DFEBA1C2458B}" type="presOf" srcId="{1BA9D76E-4007-4BA0-BFCA-274524D1EB2B}" destId="{6CD1A703-C5B5-4FFF-8A19-98D94AE14070}" srcOrd="0" destOrd="1" presId="urn:microsoft.com/office/officeart/2005/8/layout/vProcess5"/>
    <dgm:cxn modelId="{6312B328-6A7D-4425-A222-77D4A3162B25}" type="presOf" srcId="{B92CFDBC-8783-4C63-9CB6-60364EC97C07}" destId="{1AC8A292-F1E0-482E-956C-EBF92F223467}" srcOrd="0" destOrd="0" presId="urn:microsoft.com/office/officeart/2005/8/layout/vProcess5"/>
    <dgm:cxn modelId="{ABAE0929-43C1-4F6B-905D-483636E8C65E}" type="presOf" srcId="{0973DA84-782C-4409-A21A-B62F5319A019}" destId="{01343685-4FDA-4FEA-B8B7-673F2D4B0C80}" srcOrd="0" destOrd="0" presId="urn:microsoft.com/office/officeart/2005/8/layout/vProcess5"/>
    <dgm:cxn modelId="{F92CFB2B-5F18-4E77-9FD3-459455364714}" type="presOf" srcId="{EFE919B8-24F2-450E-9CB4-B3C8F2EC33F8}" destId="{CB615EB4-540A-409F-98E6-08319EC316C0}" srcOrd="0" destOrd="0" presId="urn:microsoft.com/office/officeart/2005/8/layout/vProcess5"/>
    <dgm:cxn modelId="{817EAD2F-3CEC-4A7C-B66C-E9ADA05DE024}" type="presOf" srcId="{F9656691-D168-42C4-ADB8-697DF93485D7}" destId="{E7F9D1D6-2F4D-48AB-B402-E732DEDDFE87}" srcOrd="0" destOrd="0" presId="urn:microsoft.com/office/officeart/2005/8/layout/vProcess5"/>
    <dgm:cxn modelId="{CF1BDC34-7DA4-4622-B823-57AE76FD09EA}" srcId="{F9656691-D168-42C4-ADB8-697DF93485D7}" destId="{C665F552-206A-45A9-8511-C14C1ACFAEEE}" srcOrd="1" destOrd="0" parTransId="{D0F39C75-648C-43D5-BF3B-820F634A2EFC}" sibTransId="{0973DA84-782C-4409-A21A-B62F5319A019}"/>
    <dgm:cxn modelId="{8DC0A942-1092-4E91-8919-A8A2D6DDF511}" srcId="{B66C09AF-E5A1-4773-991E-79839CA517CC}" destId="{1BA9D76E-4007-4BA0-BFCA-274524D1EB2B}" srcOrd="0" destOrd="0" parTransId="{770CC5FE-88D5-40B0-898D-FB7FA2EB4B46}" sibTransId="{BE06D617-CE4F-4FB6-B3BF-4E4FD337FF08}"/>
    <dgm:cxn modelId="{AA30294B-89B3-4BD8-90E7-FD41D57E34AE}" srcId="{C665F552-206A-45A9-8511-C14C1ACFAEEE}" destId="{8A69EE42-41C6-4E7E-8178-272EAD2E6569}" srcOrd="0" destOrd="0" parTransId="{F4378276-EED5-4076-93C0-9F4FFF545C5D}" sibTransId="{FCF69667-3BFF-423C-B7B5-77BF10895CDE}"/>
    <dgm:cxn modelId="{5507234F-518A-4EEB-8C8F-FAD90B3B2622}" type="presOf" srcId="{B66C09AF-E5A1-4773-991E-79839CA517CC}" destId="{6AFC7C82-1C75-4339-BBED-31DD373327BC}" srcOrd="1" destOrd="0" presId="urn:microsoft.com/office/officeart/2005/8/layout/vProcess5"/>
    <dgm:cxn modelId="{F6B62352-9199-48E6-8654-978973405332}" type="presOf" srcId="{C665F552-206A-45A9-8511-C14C1ACFAEEE}" destId="{E84C3185-5CB7-4C68-B08C-7A70615F86C8}" srcOrd="1" destOrd="0" presId="urn:microsoft.com/office/officeart/2005/8/layout/vProcess5"/>
    <dgm:cxn modelId="{22504B58-007E-4DFF-B866-88F6FBC9B13D}" type="presOf" srcId="{57D20398-84CB-4724-911F-FE6E4BD774DA}" destId="{F87DB1B9-D0EA-4A7B-9377-7378164D56DE}" srcOrd="1" destOrd="1" presId="urn:microsoft.com/office/officeart/2005/8/layout/vProcess5"/>
    <dgm:cxn modelId="{AF2BFF7D-A3B8-477E-988C-AFF04F9B6425}" type="presOf" srcId="{5EF81569-7649-46E1-A951-696269FD9FA1}" destId="{B5A2E7B0-7DAB-47F7-84EE-59DF0F02AE1F}" srcOrd="1" destOrd="1" presId="urn:microsoft.com/office/officeart/2005/8/layout/vProcess5"/>
    <dgm:cxn modelId="{A7A3028A-657C-4845-82E8-2EA98B53A2BD}" type="presOf" srcId="{6AA193BB-4E5C-4904-AF92-19F34A82DEA9}" destId="{19F86D16-CA3A-4587-91F6-D75AF1B3B5A4}" srcOrd="1" destOrd="1" presId="urn:microsoft.com/office/officeart/2005/8/layout/vProcess5"/>
    <dgm:cxn modelId="{DFFBB791-F1A3-42C9-82F8-E5C8A40885AD}" type="presOf" srcId="{645AADB7-A306-453C-8083-1504982CBB27}" destId="{19F86D16-CA3A-4587-91F6-D75AF1B3B5A4}" srcOrd="1" destOrd="0" presId="urn:microsoft.com/office/officeart/2005/8/layout/vProcess5"/>
    <dgm:cxn modelId="{E0DD869C-3197-4CEE-AEB1-18739FF20ED9}" srcId="{645AADB7-A306-453C-8083-1504982CBB27}" destId="{6AA193BB-4E5C-4904-AF92-19F34A82DEA9}" srcOrd="0" destOrd="0" parTransId="{8B18F680-21E0-431E-A7B0-5CC04D5D6889}" sibTransId="{E95BFF22-41CD-4B23-A9C6-52B8769E1C70}"/>
    <dgm:cxn modelId="{5FDBD69F-F5AC-4E9E-9118-9D0800E9D91D}" srcId="{BCBBFFD2-FDFE-4ABD-A576-CF96CF5265ED}" destId="{5EF81569-7649-46E1-A951-696269FD9FA1}" srcOrd="0" destOrd="0" parTransId="{3C986082-5F6A-4E75-A2EC-2B728EE260F5}" sibTransId="{C25E36C5-185A-4898-98BE-29D824FE324F}"/>
    <dgm:cxn modelId="{4836BAA0-A94C-44C3-A6E4-6689437FB81D}" type="presOf" srcId="{C665F552-206A-45A9-8511-C14C1ACFAEEE}" destId="{69EBED10-70CC-47D8-892F-3FFF03139CB7}" srcOrd="0" destOrd="0" presId="urn:microsoft.com/office/officeart/2005/8/layout/vProcess5"/>
    <dgm:cxn modelId="{9FF3F2A0-C003-445B-90EB-5EDE029EAAD2}" srcId="{F9656691-D168-42C4-ADB8-697DF93485D7}" destId="{B92CFDBC-8783-4C63-9CB6-60364EC97C07}" srcOrd="0" destOrd="0" parTransId="{3C64BE56-E64E-4205-9FF0-63439ED3C8F1}" sibTransId="{EFE919B8-24F2-450E-9CB4-B3C8F2EC33F8}"/>
    <dgm:cxn modelId="{18836EB3-41F0-4B55-95DE-18368454E421}" type="presOf" srcId="{B92CFDBC-8783-4C63-9CB6-60364EC97C07}" destId="{F87DB1B9-D0EA-4A7B-9377-7378164D56DE}" srcOrd="1" destOrd="0" presId="urn:microsoft.com/office/officeart/2005/8/layout/vProcess5"/>
    <dgm:cxn modelId="{12BC6BB8-AA4B-492D-A0EE-8946A4CD9742}" type="presOf" srcId="{8A69EE42-41C6-4E7E-8178-272EAD2E6569}" destId="{69EBED10-70CC-47D8-892F-3FFF03139CB7}" srcOrd="0" destOrd="1" presId="urn:microsoft.com/office/officeart/2005/8/layout/vProcess5"/>
    <dgm:cxn modelId="{29EC57C0-0EBE-4A69-9BDB-21E5D5734A85}" type="presOf" srcId="{B66C09AF-E5A1-4773-991E-79839CA517CC}" destId="{6CD1A703-C5B5-4FFF-8A19-98D94AE14070}" srcOrd="0" destOrd="0" presId="urn:microsoft.com/office/officeart/2005/8/layout/vProcess5"/>
    <dgm:cxn modelId="{F714FEC0-8219-41C7-AEA9-60323BFB1C17}" srcId="{F9656691-D168-42C4-ADB8-697DF93485D7}" destId="{B66C09AF-E5A1-4773-991E-79839CA517CC}" srcOrd="3" destOrd="0" parTransId="{2DDEC86F-9229-49DF-B4C7-B492391EDA4C}" sibTransId="{EE8FE6D9-61FB-4FE2-B003-CF61E7BA52FA}"/>
    <dgm:cxn modelId="{C6EDBCC1-9584-47C4-87AB-50593E17DD08}" type="presOf" srcId="{8A69EE42-41C6-4E7E-8178-272EAD2E6569}" destId="{E84C3185-5CB7-4C68-B08C-7A70615F86C8}" srcOrd="1" destOrd="1" presId="urn:microsoft.com/office/officeart/2005/8/layout/vProcess5"/>
    <dgm:cxn modelId="{D4C175C4-F219-4E60-9CEF-6B0DF7C0D7A8}" srcId="{F9656691-D168-42C4-ADB8-697DF93485D7}" destId="{BCBBFFD2-FDFE-4ABD-A576-CF96CF5265ED}" srcOrd="2" destOrd="0" parTransId="{6DFE6E9A-87EB-43F5-9C70-6EA4DEBE625E}" sibTransId="{4BF3F2EE-639E-4C52-A488-C7B35DA14A0F}"/>
    <dgm:cxn modelId="{34A54FD7-3E27-4F05-BB26-721E101A5678}" type="presOf" srcId="{EE8FE6D9-61FB-4FE2-B003-CF61E7BA52FA}" destId="{DA32DB84-A2F5-4779-89BC-F7A801CCFC00}" srcOrd="0" destOrd="0" presId="urn:microsoft.com/office/officeart/2005/8/layout/vProcess5"/>
    <dgm:cxn modelId="{03C584E5-310F-401E-81C7-66B7F2B6EEA7}" type="presOf" srcId="{57D20398-84CB-4724-911F-FE6E4BD774DA}" destId="{1AC8A292-F1E0-482E-956C-EBF92F223467}" srcOrd="0" destOrd="1" presId="urn:microsoft.com/office/officeart/2005/8/layout/vProcess5"/>
    <dgm:cxn modelId="{11B70AE8-94BB-4613-AF1A-D64E72D90F1A}" srcId="{B92CFDBC-8783-4C63-9CB6-60364EC97C07}" destId="{57D20398-84CB-4724-911F-FE6E4BD774DA}" srcOrd="0" destOrd="0" parTransId="{B959E534-E8A7-4A08-8425-7C413D6BD0AE}" sibTransId="{AD348D7A-5E9B-46D2-9419-40FCC4886A78}"/>
    <dgm:cxn modelId="{2C7FB0EE-B70D-4C3E-8232-79C492D472A0}" srcId="{F9656691-D168-42C4-ADB8-697DF93485D7}" destId="{645AADB7-A306-453C-8083-1504982CBB27}" srcOrd="4" destOrd="0" parTransId="{30F0B81E-4E5E-492E-9358-E3F9217BEDC4}" sibTransId="{CEBB7B20-BABC-4DCE-AC5D-D8A973C23C40}"/>
    <dgm:cxn modelId="{90B7C3F8-DDA5-43BD-85EB-25868E33B711}" type="presOf" srcId="{5EF81569-7649-46E1-A951-696269FD9FA1}" destId="{31838605-8E90-4495-9186-8BA56D99A361}" srcOrd="0" destOrd="1" presId="urn:microsoft.com/office/officeart/2005/8/layout/vProcess5"/>
    <dgm:cxn modelId="{7357FEFA-9331-4628-A97C-CB5492FBBB70}" type="presOf" srcId="{6AA193BB-4E5C-4904-AF92-19F34A82DEA9}" destId="{0C816039-35D9-4ECA-A6EF-46DAA2CB5004}" srcOrd="0" destOrd="1" presId="urn:microsoft.com/office/officeart/2005/8/layout/vProcess5"/>
    <dgm:cxn modelId="{7A97206C-1EC6-447E-B550-0200FECDB553}" type="presParOf" srcId="{E7F9D1D6-2F4D-48AB-B402-E732DEDDFE87}" destId="{72279142-7CED-4334-BD88-668DDFCEA6F5}" srcOrd="0" destOrd="0" presId="urn:microsoft.com/office/officeart/2005/8/layout/vProcess5"/>
    <dgm:cxn modelId="{7CADC71F-851D-42BD-8D8D-0232D4667666}" type="presParOf" srcId="{E7F9D1D6-2F4D-48AB-B402-E732DEDDFE87}" destId="{1AC8A292-F1E0-482E-956C-EBF92F223467}" srcOrd="1" destOrd="0" presId="urn:microsoft.com/office/officeart/2005/8/layout/vProcess5"/>
    <dgm:cxn modelId="{4045844D-9F11-43A7-86FD-6E8E5A5BA6DD}" type="presParOf" srcId="{E7F9D1D6-2F4D-48AB-B402-E732DEDDFE87}" destId="{69EBED10-70CC-47D8-892F-3FFF03139CB7}" srcOrd="2" destOrd="0" presId="urn:microsoft.com/office/officeart/2005/8/layout/vProcess5"/>
    <dgm:cxn modelId="{E92409D6-1BAE-4254-9AC2-FCF0CE1269EF}" type="presParOf" srcId="{E7F9D1D6-2F4D-48AB-B402-E732DEDDFE87}" destId="{31838605-8E90-4495-9186-8BA56D99A361}" srcOrd="3" destOrd="0" presId="urn:microsoft.com/office/officeart/2005/8/layout/vProcess5"/>
    <dgm:cxn modelId="{DB56F84D-40B2-4D22-95E7-6C2A93939EE1}" type="presParOf" srcId="{E7F9D1D6-2F4D-48AB-B402-E732DEDDFE87}" destId="{6CD1A703-C5B5-4FFF-8A19-98D94AE14070}" srcOrd="4" destOrd="0" presId="urn:microsoft.com/office/officeart/2005/8/layout/vProcess5"/>
    <dgm:cxn modelId="{350CC2FB-73C1-4080-9407-44D6F9A79E58}" type="presParOf" srcId="{E7F9D1D6-2F4D-48AB-B402-E732DEDDFE87}" destId="{0C816039-35D9-4ECA-A6EF-46DAA2CB5004}" srcOrd="5" destOrd="0" presId="urn:microsoft.com/office/officeart/2005/8/layout/vProcess5"/>
    <dgm:cxn modelId="{6A528E99-04A3-4616-A439-4389225C61F9}" type="presParOf" srcId="{E7F9D1D6-2F4D-48AB-B402-E732DEDDFE87}" destId="{CB615EB4-540A-409F-98E6-08319EC316C0}" srcOrd="6" destOrd="0" presId="urn:microsoft.com/office/officeart/2005/8/layout/vProcess5"/>
    <dgm:cxn modelId="{0C033592-CF1D-41F7-AF3E-3E5FCE570C28}" type="presParOf" srcId="{E7F9D1D6-2F4D-48AB-B402-E732DEDDFE87}" destId="{01343685-4FDA-4FEA-B8B7-673F2D4B0C80}" srcOrd="7" destOrd="0" presId="urn:microsoft.com/office/officeart/2005/8/layout/vProcess5"/>
    <dgm:cxn modelId="{AF41C5DD-D231-4C6C-A0CF-1BCF52019D19}" type="presParOf" srcId="{E7F9D1D6-2F4D-48AB-B402-E732DEDDFE87}" destId="{4F83FC25-BC59-4780-AB69-C0257B656877}" srcOrd="8" destOrd="0" presId="urn:microsoft.com/office/officeart/2005/8/layout/vProcess5"/>
    <dgm:cxn modelId="{C5B46E69-8ECA-4762-8DEA-64AD94C4855B}" type="presParOf" srcId="{E7F9D1D6-2F4D-48AB-B402-E732DEDDFE87}" destId="{DA32DB84-A2F5-4779-89BC-F7A801CCFC00}" srcOrd="9" destOrd="0" presId="urn:microsoft.com/office/officeart/2005/8/layout/vProcess5"/>
    <dgm:cxn modelId="{1BFFC4C3-87E4-4DB5-9E53-425A64F92DEF}" type="presParOf" srcId="{E7F9D1D6-2F4D-48AB-B402-E732DEDDFE87}" destId="{F87DB1B9-D0EA-4A7B-9377-7378164D56DE}" srcOrd="10" destOrd="0" presId="urn:microsoft.com/office/officeart/2005/8/layout/vProcess5"/>
    <dgm:cxn modelId="{F75F5DB0-9511-49F3-A4E8-68E70E978043}" type="presParOf" srcId="{E7F9D1D6-2F4D-48AB-B402-E732DEDDFE87}" destId="{E84C3185-5CB7-4C68-B08C-7A70615F86C8}" srcOrd="11" destOrd="0" presId="urn:microsoft.com/office/officeart/2005/8/layout/vProcess5"/>
    <dgm:cxn modelId="{0748AF7C-9CFA-47E7-ACED-F1E1A328DEE2}" type="presParOf" srcId="{E7F9D1D6-2F4D-48AB-B402-E732DEDDFE87}" destId="{B5A2E7B0-7DAB-47F7-84EE-59DF0F02AE1F}" srcOrd="12" destOrd="0" presId="urn:microsoft.com/office/officeart/2005/8/layout/vProcess5"/>
    <dgm:cxn modelId="{A3018E4D-C2BF-48A4-AFCC-F37A454653FB}" type="presParOf" srcId="{E7F9D1D6-2F4D-48AB-B402-E732DEDDFE87}" destId="{6AFC7C82-1C75-4339-BBED-31DD373327BC}" srcOrd="13" destOrd="0" presId="urn:microsoft.com/office/officeart/2005/8/layout/vProcess5"/>
    <dgm:cxn modelId="{A484676D-65BF-48A3-8921-29CED238C888}" type="presParOf" srcId="{E7F9D1D6-2F4D-48AB-B402-E732DEDDFE87}" destId="{19F86D16-CA3A-4587-91F6-D75AF1B3B5A4}"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9FECAF6-85DE-4125-BCC9-A7BF727214CE}" type="doc">
      <dgm:prSet loTypeId="urn:microsoft.com/office/officeart/2005/8/layout/pyramid1" loCatId="pyramid" qsTypeId="urn:microsoft.com/office/officeart/2005/8/quickstyle/simple1" qsCatId="simple" csTypeId="urn:microsoft.com/office/officeart/2005/8/colors/accent3_5" csCatId="accent3" phldr="1"/>
      <dgm:spPr/>
      <dgm:t>
        <a:bodyPr/>
        <a:lstStyle/>
        <a:p>
          <a:endParaRPr lang="zh-CN" altLang="en-US"/>
        </a:p>
      </dgm:t>
    </dgm:pt>
    <dgm:pt modelId="{E2C7E350-0259-4089-986A-B6B61A0BCECE}">
      <dgm:prSet phldrT="[文本]" custT="1"/>
      <dgm:spPr/>
      <dgm:t>
        <a:bodyPr anchor="ctr"/>
        <a:lstStyle/>
        <a:p>
          <a:pPr>
            <a:lnSpc>
              <a:spcPts val="1900"/>
            </a:lnSpc>
            <a:spcBef>
              <a:spcPts val="1200"/>
            </a:spcBef>
            <a:spcAft>
              <a:spcPts val="0"/>
            </a:spcAft>
            <a:buSzPts val="1500"/>
            <a:buFont typeface="Times New Roman" panose="02020603050405020304" pitchFamily="18" charset="0"/>
            <a:buAutoNum type="arabicPeriod"/>
          </a:pPr>
          <a:endParaRPr lang="en-US" altLang="zh-CN" sz="1800" b="1" dirty="0">
            <a:latin typeface="华文中宋" panose="02010600040101010101" pitchFamily="2" charset="-122"/>
            <a:ea typeface="华文中宋" panose="02010600040101010101" pitchFamily="2" charset="-122"/>
          </a:endParaRPr>
        </a:p>
        <a:p>
          <a:pPr>
            <a:lnSpc>
              <a:spcPts val="2600"/>
            </a:lnSpc>
            <a:spcBef>
              <a:spcPts val="1200"/>
            </a:spcBef>
            <a:spcAft>
              <a:spcPts val="0"/>
            </a:spcAft>
            <a:buSzPts val="1500"/>
            <a:buFont typeface="Times New Roman" panose="02020603050405020304" pitchFamily="18" charset="0"/>
            <a:buAutoNum type="arabicPeriod"/>
          </a:pPr>
          <a:r>
            <a:rPr lang="zh-CN" altLang="en-US" sz="2400" b="1" dirty="0">
              <a:latin typeface="华文中宋" panose="02010600040101010101" pitchFamily="2" charset="-122"/>
              <a:ea typeface="华文中宋" panose="02010600040101010101" pitchFamily="2" charset="-122"/>
            </a:rPr>
            <a:t>实践</a:t>
          </a:r>
          <a:br>
            <a:rPr lang="en-US" altLang="zh-CN" sz="2400" b="1" dirty="0">
              <a:latin typeface="华文中宋" panose="02010600040101010101" pitchFamily="2" charset="-122"/>
              <a:ea typeface="华文中宋" panose="02010600040101010101" pitchFamily="2" charset="-122"/>
            </a:rPr>
          </a:br>
          <a:r>
            <a:rPr lang="zh-CN" altLang="en-US" sz="2400" b="1" dirty="0">
              <a:latin typeface="华文中宋" panose="02010600040101010101" pitchFamily="2" charset="-122"/>
              <a:ea typeface="华文中宋" panose="02010600040101010101" pitchFamily="2" charset="-122"/>
            </a:rPr>
            <a:t>价值突出</a:t>
          </a:r>
          <a:endParaRPr lang="zh-CN" altLang="en-US" sz="1800" dirty="0">
            <a:latin typeface="华文中宋" panose="02010600040101010101" pitchFamily="2" charset="-122"/>
            <a:ea typeface="华文中宋" panose="02010600040101010101" pitchFamily="2" charset="-122"/>
          </a:endParaRPr>
        </a:p>
      </dgm:t>
    </dgm:pt>
    <dgm:pt modelId="{15BD319D-6AD9-4D9D-B7F8-99428A011FB6}" type="parTrans" cxnId="{4E979E90-6706-40FF-813E-77834A19C09F}">
      <dgm:prSet/>
      <dgm:spPr/>
      <dgm:t>
        <a:bodyPr/>
        <a:lstStyle/>
        <a:p>
          <a:endParaRPr lang="zh-CN" altLang="en-US"/>
        </a:p>
      </dgm:t>
    </dgm:pt>
    <dgm:pt modelId="{28C6F8EC-6E35-4D62-B748-4EEC5DCAE6E3}" type="sibTrans" cxnId="{4E979E90-6706-40FF-813E-77834A19C09F}">
      <dgm:prSet/>
      <dgm:spPr/>
      <dgm:t>
        <a:bodyPr/>
        <a:lstStyle/>
        <a:p>
          <a:endParaRPr lang="zh-CN" altLang="en-US"/>
        </a:p>
      </dgm:t>
    </dgm:pt>
    <dgm:pt modelId="{E0FC5E41-C2EE-4D06-8CFD-C63B7038A073}">
      <dgm:prSet phldrT="[文本]" custT="1"/>
      <dgm:spPr/>
      <dgm:t>
        <a:bodyPr/>
        <a:lstStyle/>
        <a:p>
          <a:pPr>
            <a:buSzPts val="1500"/>
            <a:buFont typeface="Times New Roman" panose="02020603050405020304" pitchFamily="18" charset="0"/>
            <a:buAutoNum type="arabicPeriod"/>
          </a:pPr>
          <a:r>
            <a:rPr lang="zh-CN" altLang="en-US" sz="2400" b="1" dirty="0">
              <a:latin typeface="华文中宋" panose="02010600040101010101" pitchFamily="2" charset="-122"/>
              <a:ea typeface="华文中宋" panose="02010600040101010101" pitchFamily="2" charset="-122"/>
            </a:rPr>
            <a:t>方法创新</a:t>
          </a:r>
          <a:endParaRPr lang="zh-CN" altLang="en-US" sz="2400" dirty="0">
            <a:latin typeface="华文中宋" panose="02010600040101010101" pitchFamily="2" charset="-122"/>
            <a:ea typeface="华文中宋" panose="02010600040101010101" pitchFamily="2" charset="-122"/>
          </a:endParaRPr>
        </a:p>
      </dgm:t>
    </dgm:pt>
    <dgm:pt modelId="{661C3436-55A5-40EC-9823-37900E77B663}" type="parTrans" cxnId="{2D604352-95D2-48D2-8B30-A227830012A7}">
      <dgm:prSet/>
      <dgm:spPr/>
      <dgm:t>
        <a:bodyPr/>
        <a:lstStyle/>
        <a:p>
          <a:endParaRPr lang="zh-CN" altLang="en-US"/>
        </a:p>
      </dgm:t>
    </dgm:pt>
    <dgm:pt modelId="{A1A0DE12-3D85-4D97-8381-A339FEDC4D7F}" type="sibTrans" cxnId="{2D604352-95D2-48D2-8B30-A227830012A7}">
      <dgm:prSet/>
      <dgm:spPr/>
      <dgm:t>
        <a:bodyPr/>
        <a:lstStyle/>
        <a:p>
          <a:endParaRPr lang="zh-CN" altLang="en-US"/>
        </a:p>
      </dgm:t>
    </dgm:pt>
    <dgm:pt modelId="{61849496-A175-4E0B-9CC6-5FDA6AFFB7E4}">
      <dgm:prSet phldrT="[文本]" custT="1"/>
      <dgm:spPr/>
      <dgm:t>
        <a:bodyPr/>
        <a:lstStyle/>
        <a:p>
          <a:pPr marL="0" indent="0" algn="just">
            <a:buNone/>
          </a:pPr>
          <a:r>
            <a:rPr lang="zh-CN" altLang="en-US" sz="1600" b="0" dirty="0">
              <a:latin typeface="华文中宋" panose="02010600040101010101" pitchFamily="2" charset="-122"/>
              <a:ea typeface="华文中宋" panose="02010600040101010101" pitchFamily="2" charset="-122"/>
            </a:rPr>
            <a:t>研究成果兼具理论与实践价值，可为政府、机构、专家、平台提供多维度的、具有可操作性的循证建议。</a:t>
          </a:r>
        </a:p>
      </dgm:t>
    </dgm:pt>
    <dgm:pt modelId="{5BA00BCE-F5C9-4091-A74C-E9154A112A85}" type="parTrans" cxnId="{EE99B5EE-0629-463A-8F42-0EC32851B517}">
      <dgm:prSet/>
      <dgm:spPr/>
      <dgm:t>
        <a:bodyPr/>
        <a:lstStyle/>
        <a:p>
          <a:endParaRPr lang="zh-CN" altLang="en-US"/>
        </a:p>
      </dgm:t>
    </dgm:pt>
    <dgm:pt modelId="{57402CA5-BD2F-4BED-A277-EE89A1113E21}" type="sibTrans" cxnId="{EE99B5EE-0629-463A-8F42-0EC32851B517}">
      <dgm:prSet/>
      <dgm:spPr/>
      <dgm:t>
        <a:bodyPr/>
        <a:lstStyle/>
        <a:p>
          <a:endParaRPr lang="zh-CN" altLang="en-US"/>
        </a:p>
      </dgm:t>
    </dgm:pt>
    <dgm:pt modelId="{0CDB2C61-68F6-4128-A9F3-6FE40D977DB1}">
      <dgm:prSet phldrT="[文本]" custT="1"/>
      <dgm:spPr/>
      <dgm:t>
        <a:bodyPr/>
        <a:lstStyle/>
        <a:p>
          <a:pPr>
            <a:buSzPts val="1500"/>
            <a:buFont typeface="Times New Roman" panose="02020603050405020304" pitchFamily="18" charset="0"/>
            <a:buAutoNum type="arabicPeriod"/>
          </a:pPr>
          <a:r>
            <a:rPr lang="zh-CN" altLang="en-US" sz="2400" b="1" dirty="0">
              <a:latin typeface="华文中宋" panose="02010600040101010101" pitchFamily="2" charset="-122"/>
              <a:ea typeface="华文中宋" panose="02010600040101010101" pitchFamily="2" charset="-122"/>
            </a:rPr>
            <a:t>研究视角创新</a:t>
          </a:r>
          <a:endParaRPr lang="zh-CN" altLang="en-US" sz="2400" dirty="0">
            <a:latin typeface="华文中宋" panose="02010600040101010101" pitchFamily="2" charset="-122"/>
            <a:ea typeface="华文中宋" panose="02010600040101010101" pitchFamily="2" charset="-122"/>
          </a:endParaRPr>
        </a:p>
      </dgm:t>
    </dgm:pt>
    <dgm:pt modelId="{F7615853-152F-4559-A2F9-DC6E8077B743}" type="parTrans" cxnId="{6A006430-A947-4C6D-9493-611016834ED9}">
      <dgm:prSet/>
      <dgm:spPr/>
      <dgm:t>
        <a:bodyPr/>
        <a:lstStyle/>
        <a:p>
          <a:endParaRPr lang="zh-CN" altLang="en-US"/>
        </a:p>
      </dgm:t>
    </dgm:pt>
    <dgm:pt modelId="{2374C9B4-661F-4E3C-AED7-85986BFCC45F}" type="sibTrans" cxnId="{6A006430-A947-4C6D-9493-611016834ED9}">
      <dgm:prSet/>
      <dgm:spPr/>
      <dgm:t>
        <a:bodyPr/>
        <a:lstStyle/>
        <a:p>
          <a:endParaRPr lang="zh-CN" altLang="en-US"/>
        </a:p>
      </dgm:t>
    </dgm:pt>
    <dgm:pt modelId="{70BA2A69-5711-496F-8D18-D1BB905492F7}">
      <dgm:prSet phldrT="[文本]" custT="1"/>
      <dgm:spPr/>
      <dgm:t>
        <a:bodyPr/>
        <a:lstStyle/>
        <a:p>
          <a:pPr>
            <a:buSzPts val="1500"/>
            <a:buFont typeface="Times New Roman" panose="02020603050405020304" pitchFamily="18" charset="0"/>
            <a:buAutoNum type="arabicPeriod"/>
          </a:pPr>
          <a:r>
            <a:rPr lang="zh-CN" altLang="en-US" sz="2400" b="1" dirty="0">
              <a:latin typeface="华文中宋" panose="02010600040101010101" pitchFamily="2" charset="-122"/>
              <a:ea typeface="华文中宋" panose="02010600040101010101" pitchFamily="2" charset="-122"/>
            </a:rPr>
            <a:t>数据规模领先</a:t>
          </a:r>
          <a:endParaRPr lang="zh-CN" altLang="en-US" sz="2400" dirty="0">
            <a:latin typeface="华文中宋" panose="02010600040101010101" pitchFamily="2" charset="-122"/>
            <a:ea typeface="华文中宋" panose="02010600040101010101" pitchFamily="2" charset="-122"/>
          </a:endParaRPr>
        </a:p>
      </dgm:t>
    </dgm:pt>
    <dgm:pt modelId="{643C8A04-F4B0-4C4A-AA27-33316F09A894}" type="sibTrans" cxnId="{5B00BA44-114A-4DCA-8F2A-3BD8938F8D02}">
      <dgm:prSet/>
      <dgm:spPr/>
      <dgm:t>
        <a:bodyPr/>
        <a:lstStyle/>
        <a:p>
          <a:endParaRPr lang="zh-CN" altLang="en-US"/>
        </a:p>
      </dgm:t>
    </dgm:pt>
    <dgm:pt modelId="{3C0C6311-30E7-41B1-8A72-428FF9E826F8}" type="parTrans" cxnId="{5B00BA44-114A-4DCA-8F2A-3BD8938F8D02}">
      <dgm:prSet/>
      <dgm:spPr/>
      <dgm:t>
        <a:bodyPr/>
        <a:lstStyle/>
        <a:p>
          <a:endParaRPr lang="zh-CN" altLang="en-US"/>
        </a:p>
      </dgm:t>
    </dgm:pt>
    <dgm:pt modelId="{628F8A2C-4ABB-49BB-87FC-8F906A456A51}">
      <dgm:prSet phldrT="[文本]" custT="1"/>
      <dgm:spPr/>
      <dgm:t>
        <a:bodyPr/>
        <a:lstStyle/>
        <a:p>
          <a:pPr indent="0" algn="just">
            <a:lnSpc>
              <a:spcPts val="2200"/>
            </a:lnSpc>
            <a:spcAft>
              <a:spcPts val="0"/>
            </a:spcAft>
            <a:buSzPts val="1500"/>
            <a:buFont typeface="Times New Roman" panose="02020603050405020304" pitchFamily="18" charset="0"/>
            <a:buNone/>
          </a:pPr>
          <a:r>
            <a:rPr lang="zh-CN" altLang="en-US" sz="1600" dirty="0">
              <a:latin typeface="华文中宋" panose="02010600040101010101" pitchFamily="2" charset="-122"/>
              <a:ea typeface="华文中宋" panose="02010600040101010101" pitchFamily="2" charset="-122"/>
            </a:rPr>
            <a:t>构建了国内同类研究中规模最大、结构最完整的数据库。
预估覆盖近</a:t>
          </a:r>
          <a:r>
            <a:rPr lang="en-US" altLang="en-US" sz="1600" dirty="0">
              <a:latin typeface="华文中宋" panose="02010600040101010101" pitchFamily="2" charset="-122"/>
              <a:ea typeface="华文中宋" panose="02010600040101010101" pitchFamily="2" charset="-122"/>
            </a:rPr>
            <a:t>5</a:t>
          </a:r>
          <a:r>
            <a:rPr lang="zh-CN" altLang="en-US" sz="1600" dirty="0">
              <a:latin typeface="华文中宋" panose="02010600040101010101" pitchFamily="2" charset="-122"/>
              <a:ea typeface="华文中宋" panose="02010600040101010101" pitchFamily="2" charset="-122"/>
            </a:rPr>
            <a:t>亿次观看，超百万条用户文本数据，确保了分析结果的代表性与科学性。</a:t>
          </a:r>
        </a:p>
      </dgm:t>
    </dgm:pt>
    <dgm:pt modelId="{98C4CDD9-3487-4D33-881A-B082CF29682B}" type="parTrans" cxnId="{4C3D2CFF-6FBB-403F-B731-A205664771DF}">
      <dgm:prSet/>
      <dgm:spPr/>
      <dgm:t>
        <a:bodyPr/>
        <a:lstStyle/>
        <a:p>
          <a:endParaRPr lang="zh-CN" altLang="en-US"/>
        </a:p>
      </dgm:t>
    </dgm:pt>
    <dgm:pt modelId="{0DC9B3F4-BB34-4C4B-A766-3F506A10397B}" type="sibTrans" cxnId="{4C3D2CFF-6FBB-403F-B731-A205664771DF}">
      <dgm:prSet/>
      <dgm:spPr/>
      <dgm:t>
        <a:bodyPr/>
        <a:lstStyle/>
        <a:p>
          <a:endParaRPr lang="zh-CN" altLang="en-US"/>
        </a:p>
      </dgm:t>
    </dgm:pt>
    <dgm:pt modelId="{C0EF53D8-A876-452C-9BFE-5E7FD456C0F0}">
      <dgm:prSet phldrT="[文本]" custT="1"/>
      <dgm:spPr/>
      <dgm:t>
        <a:bodyPr/>
        <a:lstStyle/>
        <a:p>
          <a:pPr indent="0" algn="just">
            <a:buSzPts val="1500"/>
            <a:buFont typeface="Times New Roman" panose="02020603050405020304" pitchFamily="18" charset="0"/>
            <a:buNone/>
          </a:pPr>
          <a:r>
            <a:rPr lang="zh-CN" altLang="en-US" sz="1600" dirty="0">
              <a:latin typeface="华文中宋" panose="02010600040101010101" pitchFamily="2" charset="-122"/>
              <a:ea typeface="华文中宋" panose="02010600040101010101" pitchFamily="2" charset="-122"/>
            </a:rPr>
            <a:t>技术前沿，创新性地将人工智能技术应用于大规模社交媒体文本的情感分析，实现了对用户细腻情感的高效、精准量化。</a:t>
          </a:r>
        </a:p>
      </dgm:t>
    </dgm:pt>
    <dgm:pt modelId="{ADC59B7B-A95C-4DB6-978B-528D94E1442B}" type="parTrans" cxnId="{D00D12C7-58E6-4ECA-909A-495C3BAC9DE8}">
      <dgm:prSet/>
      <dgm:spPr/>
      <dgm:t>
        <a:bodyPr/>
        <a:lstStyle/>
        <a:p>
          <a:endParaRPr lang="zh-CN" altLang="en-US"/>
        </a:p>
      </dgm:t>
    </dgm:pt>
    <dgm:pt modelId="{E4A3EA0A-4D3E-4223-BA02-73C9D1CD9D1E}" type="sibTrans" cxnId="{D00D12C7-58E6-4ECA-909A-495C3BAC9DE8}">
      <dgm:prSet/>
      <dgm:spPr/>
      <dgm:t>
        <a:bodyPr/>
        <a:lstStyle/>
        <a:p>
          <a:endParaRPr lang="zh-CN" altLang="en-US"/>
        </a:p>
      </dgm:t>
    </dgm:pt>
    <dgm:pt modelId="{3F8E32CB-A8E4-4185-9CB4-62306547BD0F}">
      <dgm:prSet phldrT="[文本]" custT="1"/>
      <dgm:spPr/>
      <dgm:t>
        <a:bodyPr/>
        <a:lstStyle/>
        <a:p>
          <a:pPr indent="0" algn="just">
            <a:buSzPts val="1500"/>
            <a:buFontTx/>
            <a:buNone/>
          </a:pPr>
          <a:r>
            <a:rPr lang="zh-CN" altLang="en-US" sz="1600" dirty="0">
              <a:latin typeface="华文中宋" panose="02010600040101010101" pitchFamily="2" charset="-122"/>
              <a:ea typeface="华文中宋" panose="02010600040101010101" pitchFamily="2" charset="-122"/>
            </a:rPr>
            <a:t>以主流社交媒体 </a:t>
          </a:r>
          <a:r>
            <a:rPr lang="en-US" altLang="en-US" sz="1600" dirty="0">
              <a:latin typeface="华文中宋" panose="02010600040101010101" pitchFamily="2" charset="-122"/>
              <a:ea typeface="华文中宋" panose="02010600040101010101" pitchFamily="2" charset="-122"/>
            </a:rPr>
            <a:t>(</a:t>
          </a:r>
          <a:r>
            <a:rPr lang="en-US" altLang="en-US" sz="1600" dirty="0" err="1">
              <a:latin typeface="华文中宋" panose="02010600040101010101" pitchFamily="2" charset="-122"/>
              <a:ea typeface="华文中宋" panose="02010600040101010101" pitchFamily="2" charset="-122"/>
            </a:rPr>
            <a:t>Bilibili</a:t>
          </a:r>
          <a:r>
            <a:rPr lang="en-US" altLang="en-US" sz="1600" dirty="0">
              <a:latin typeface="华文中宋" panose="02010600040101010101" pitchFamily="2" charset="-122"/>
              <a:ea typeface="华文中宋" panose="02010600040101010101" pitchFamily="2" charset="-122"/>
            </a:rPr>
            <a:t>) </a:t>
          </a:r>
          <a:r>
            <a:rPr lang="zh-CN" altLang="en-US" sz="1600" dirty="0">
              <a:latin typeface="华文中宋" panose="02010600040101010101" pitchFamily="2" charset="-122"/>
              <a:ea typeface="华文中宋" panose="02010600040101010101" pitchFamily="2" charset="-122"/>
            </a:rPr>
            <a:t>为场景，系统分析中国青少年在网络环境下的生殖健康信息互动全貌，打破传统研究视角局限。</a:t>
          </a:r>
        </a:p>
      </dgm:t>
    </dgm:pt>
    <dgm:pt modelId="{1D0C6A75-BC5E-4DE4-9292-ECEFCB795F27}" type="parTrans" cxnId="{B22E7112-5542-4421-965D-FC015CBB31CD}">
      <dgm:prSet/>
      <dgm:spPr/>
      <dgm:t>
        <a:bodyPr/>
        <a:lstStyle/>
        <a:p>
          <a:endParaRPr lang="zh-CN" altLang="en-US"/>
        </a:p>
      </dgm:t>
    </dgm:pt>
    <dgm:pt modelId="{620AB8A4-5942-4785-81D5-588F9FDB0B43}" type="sibTrans" cxnId="{B22E7112-5542-4421-965D-FC015CBB31CD}">
      <dgm:prSet/>
      <dgm:spPr/>
      <dgm:t>
        <a:bodyPr/>
        <a:lstStyle/>
        <a:p>
          <a:endParaRPr lang="zh-CN" altLang="en-US"/>
        </a:p>
      </dgm:t>
    </dgm:pt>
    <dgm:pt modelId="{30DDCC51-E8DD-4A97-937B-D8F99401CC6E}" type="pres">
      <dgm:prSet presAssocID="{89FECAF6-85DE-4125-BCC9-A7BF727214CE}" presName="Name0" presStyleCnt="0">
        <dgm:presLayoutVars>
          <dgm:dir/>
          <dgm:animLvl val="lvl"/>
          <dgm:resizeHandles val="exact"/>
        </dgm:presLayoutVars>
      </dgm:prSet>
      <dgm:spPr/>
    </dgm:pt>
    <dgm:pt modelId="{697598AB-D789-4051-96D3-DDB190C25EEC}" type="pres">
      <dgm:prSet presAssocID="{E2C7E350-0259-4089-986A-B6B61A0BCECE}" presName="Name8" presStyleCnt="0"/>
      <dgm:spPr/>
    </dgm:pt>
    <dgm:pt modelId="{62AB80BF-4DF8-45DE-BD82-FACFDADAED74}" type="pres">
      <dgm:prSet presAssocID="{E2C7E350-0259-4089-986A-B6B61A0BCECE}" presName="acctBkgd" presStyleLbl="alignAcc1" presStyleIdx="0" presStyleCnt="4"/>
      <dgm:spPr/>
    </dgm:pt>
    <dgm:pt modelId="{8DE5983D-F5A2-4742-A920-1C419D139C4F}" type="pres">
      <dgm:prSet presAssocID="{E2C7E350-0259-4089-986A-B6B61A0BCECE}" presName="acctTx" presStyleLbl="alignAcc1" presStyleIdx="0" presStyleCnt="4">
        <dgm:presLayoutVars>
          <dgm:bulletEnabled val="1"/>
        </dgm:presLayoutVars>
      </dgm:prSet>
      <dgm:spPr/>
    </dgm:pt>
    <dgm:pt modelId="{8A6BE2A7-3FA7-46EC-BDF1-9C99E44EDBE6}" type="pres">
      <dgm:prSet presAssocID="{E2C7E350-0259-4089-986A-B6B61A0BCECE}" presName="level" presStyleLbl="node1" presStyleIdx="0" presStyleCnt="4" custLinFactNeighborX="374" custLinFactNeighborY="1330">
        <dgm:presLayoutVars>
          <dgm:chMax val="1"/>
          <dgm:bulletEnabled val="1"/>
        </dgm:presLayoutVars>
      </dgm:prSet>
      <dgm:spPr/>
    </dgm:pt>
    <dgm:pt modelId="{8CA7A12F-7420-45E5-97BB-1FCAD123E415}" type="pres">
      <dgm:prSet presAssocID="{E2C7E350-0259-4089-986A-B6B61A0BCECE}" presName="levelTx" presStyleLbl="revTx" presStyleIdx="0" presStyleCnt="0">
        <dgm:presLayoutVars>
          <dgm:chMax val="1"/>
          <dgm:bulletEnabled val="1"/>
        </dgm:presLayoutVars>
      </dgm:prSet>
      <dgm:spPr/>
    </dgm:pt>
    <dgm:pt modelId="{2E98F37F-022F-4800-8F05-E43AC88E8930}" type="pres">
      <dgm:prSet presAssocID="{70BA2A69-5711-496F-8D18-D1BB905492F7}" presName="Name8" presStyleCnt="0"/>
      <dgm:spPr/>
    </dgm:pt>
    <dgm:pt modelId="{A4F6C74A-D9F2-416B-BD14-71A6BCA72FD5}" type="pres">
      <dgm:prSet presAssocID="{70BA2A69-5711-496F-8D18-D1BB905492F7}" presName="acctBkgd" presStyleLbl="alignAcc1" presStyleIdx="1" presStyleCnt="4"/>
      <dgm:spPr/>
    </dgm:pt>
    <dgm:pt modelId="{71211B90-C61A-475D-B804-A45A7EB60751}" type="pres">
      <dgm:prSet presAssocID="{70BA2A69-5711-496F-8D18-D1BB905492F7}" presName="acctTx" presStyleLbl="alignAcc1" presStyleIdx="1" presStyleCnt="4">
        <dgm:presLayoutVars>
          <dgm:bulletEnabled val="1"/>
        </dgm:presLayoutVars>
      </dgm:prSet>
      <dgm:spPr/>
    </dgm:pt>
    <dgm:pt modelId="{3D3CF89A-7D13-4491-9E5A-AC47DCE1660E}" type="pres">
      <dgm:prSet presAssocID="{70BA2A69-5711-496F-8D18-D1BB905492F7}" presName="level" presStyleLbl="node1" presStyleIdx="1" presStyleCnt="4">
        <dgm:presLayoutVars>
          <dgm:chMax val="1"/>
          <dgm:bulletEnabled val="1"/>
        </dgm:presLayoutVars>
      </dgm:prSet>
      <dgm:spPr/>
    </dgm:pt>
    <dgm:pt modelId="{E3A747F7-E1A4-4B07-A113-A6E5BDD854A5}" type="pres">
      <dgm:prSet presAssocID="{70BA2A69-5711-496F-8D18-D1BB905492F7}" presName="levelTx" presStyleLbl="revTx" presStyleIdx="0" presStyleCnt="0">
        <dgm:presLayoutVars>
          <dgm:chMax val="1"/>
          <dgm:bulletEnabled val="1"/>
        </dgm:presLayoutVars>
      </dgm:prSet>
      <dgm:spPr/>
    </dgm:pt>
    <dgm:pt modelId="{1851774C-0069-4BD1-8522-578D6A306EDE}" type="pres">
      <dgm:prSet presAssocID="{E0FC5E41-C2EE-4D06-8CFD-C63B7038A073}" presName="Name8" presStyleCnt="0"/>
      <dgm:spPr/>
    </dgm:pt>
    <dgm:pt modelId="{0B5DE6FB-1F6C-4CA3-BBEB-BB0FEA640CAC}" type="pres">
      <dgm:prSet presAssocID="{E0FC5E41-C2EE-4D06-8CFD-C63B7038A073}" presName="acctBkgd" presStyleLbl="alignAcc1" presStyleIdx="2" presStyleCnt="4" custLinFactNeighborX="100" custLinFactNeighborY="-1363"/>
      <dgm:spPr/>
    </dgm:pt>
    <dgm:pt modelId="{F3DC67DB-FD0D-41F6-BBA6-CB2E6AFF0BD3}" type="pres">
      <dgm:prSet presAssocID="{E0FC5E41-C2EE-4D06-8CFD-C63B7038A073}" presName="acctTx" presStyleLbl="alignAcc1" presStyleIdx="2" presStyleCnt="4">
        <dgm:presLayoutVars>
          <dgm:bulletEnabled val="1"/>
        </dgm:presLayoutVars>
      </dgm:prSet>
      <dgm:spPr/>
    </dgm:pt>
    <dgm:pt modelId="{E1B023EA-6ACA-4B3E-9428-A750F0402FA3}" type="pres">
      <dgm:prSet presAssocID="{E0FC5E41-C2EE-4D06-8CFD-C63B7038A073}" presName="level" presStyleLbl="node1" presStyleIdx="2" presStyleCnt="4">
        <dgm:presLayoutVars>
          <dgm:chMax val="1"/>
          <dgm:bulletEnabled val="1"/>
        </dgm:presLayoutVars>
      </dgm:prSet>
      <dgm:spPr/>
    </dgm:pt>
    <dgm:pt modelId="{846351D6-2F4B-401E-8BDB-AC9C2B87AA3B}" type="pres">
      <dgm:prSet presAssocID="{E0FC5E41-C2EE-4D06-8CFD-C63B7038A073}" presName="levelTx" presStyleLbl="revTx" presStyleIdx="0" presStyleCnt="0">
        <dgm:presLayoutVars>
          <dgm:chMax val="1"/>
          <dgm:bulletEnabled val="1"/>
        </dgm:presLayoutVars>
      </dgm:prSet>
      <dgm:spPr/>
    </dgm:pt>
    <dgm:pt modelId="{DFD66585-CF76-4D54-BC0C-553ACCF5042C}" type="pres">
      <dgm:prSet presAssocID="{0CDB2C61-68F6-4128-A9F3-6FE40D977DB1}" presName="Name8" presStyleCnt="0"/>
      <dgm:spPr/>
    </dgm:pt>
    <dgm:pt modelId="{25BBE2C9-AF84-41ED-A51D-1589F4AA8A4C}" type="pres">
      <dgm:prSet presAssocID="{0CDB2C61-68F6-4128-A9F3-6FE40D977DB1}" presName="acctBkgd" presStyleLbl="alignAcc1" presStyleIdx="3" presStyleCnt="4"/>
      <dgm:spPr/>
    </dgm:pt>
    <dgm:pt modelId="{15B8A83D-55E1-4A34-9645-E761E16500E1}" type="pres">
      <dgm:prSet presAssocID="{0CDB2C61-68F6-4128-A9F3-6FE40D977DB1}" presName="acctTx" presStyleLbl="alignAcc1" presStyleIdx="3" presStyleCnt="4">
        <dgm:presLayoutVars>
          <dgm:bulletEnabled val="1"/>
        </dgm:presLayoutVars>
      </dgm:prSet>
      <dgm:spPr/>
    </dgm:pt>
    <dgm:pt modelId="{8F78BC14-239A-4D13-9BAC-0D143E38FA45}" type="pres">
      <dgm:prSet presAssocID="{0CDB2C61-68F6-4128-A9F3-6FE40D977DB1}" presName="level" presStyleLbl="node1" presStyleIdx="3" presStyleCnt="4">
        <dgm:presLayoutVars>
          <dgm:chMax val="1"/>
          <dgm:bulletEnabled val="1"/>
        </dgm:presLayoutVars>
      </dgm:prSet>
      <dgm:spPr/>
    </dgm:pt>
    <dgm:pt modelId="{79FB13D1-86A3-4589-BCC4-D0086143C498}" type="pres">
      <dgm:prSet presAssocID="{0CDB2C61-68F6-4128-A9F3-6FE40D977DB1}" presName="levelTx" presStyleLbl="revTx" presStyleIdx="0" presStyleCnt="0">
        <dgm:presLayoutVars>
          <dgm:chMax val="1"/>
          <dgm:bulletEnabled val="1"/>
        </dgm:presLayoutVars>
      </dgm:prSet>
      <dgm:spPr/>
    </dgm:pt>
  </dgm:ptLst>
  <dgm:cxnLst>
    <dgm:cxn modelId="{D9DD1711-4F39-4BB8-8EC8-4E61FFE369CB}" type="presOf" srcId="{0CDB2C61-68F6-4128-A9F3-6FE40D977DB1}" destId="{8F78BC14-239A-4D13-9BAC-0D143E38FA45}" srcOrd="0" destOrd="0" presId="urn:microsoft.com/office/officeart/2005/8/layout/pyramid1"/>
    <dgm:cxn modelId="{A1ED2811-4B0D-40E7-99C9-370B624D2BEC}" type="presOf" srcId="{C0EF53D8-A876-452C-9BFE-5E7FD456C0F0}" destId="{F3DC67DB-FD0D-41F6-BBA6-CB2E6AFF0BD3}" srcOrd="1" destOrd="0" presId="urn:microsoft.com/office/officeart/2005/8/layout/pyramid1"/>
    <dgm:cxn modelId="{B22E7112-5542-4421-965D-FC015CBB31CD}" srcId="{0CDB2C61-68F6-4128-A9F3-6FE40D977DB1}" destId="{3F8E32CB-A8E4-4185-9CB4-62306547BD0F}" srcOrd="0" destOrd="0" parTransId="{1D0C6A75-BC5E-4DE4-9292-ECEFCB795F27}" sibTransId="{620AB8A4-5942-4785-81D5-588F9FDB0B43}"/>
    <dgm:cxn modelId="{B9AF641E-8571-4779-8627-B2C7CD068F3F}" type="presOf" srcId="{E0FC5E41-C2EE-4D06-8CFD-C63B7038A073}" destId="{846351D6-2F4B-401E-8BDB-AC9C2B87AA3B}" srcOrd="1" destOrd="0" presId="urn:microsoft.com/office/officeart/2005/8/layout/pyramid1"/>
    <dgm:cxn modelId="{2B00C520-D801-4CC6-A0DA-395CD23D37EC}" type="presOf" srcId="{89FECAF6-85DE-4125-BCC9-A7BF727214CE}" destId="{30DDCC51-E8DD-4A97-937B-D8F99401CC6E}" srcOrd="0" destOrd="0" presId="urn:microsoft.com/office/officeart/2005/8/layout/pyramid1"/>
    <dgm:cxn modelId="{6A006430-A947-4C6D-9493-611016834ED9}" srcId="{89FECAF6-85DE-4125-BCC9-A7BF727214CE}" destId="{0CDB2C61-68F6-4128-A9F3-6FE40D977DB1}" srcOrd="3" destOrd="0" parTransId="{F7615853-152F-4559-A2F9-DC6E8077B743}" sibTransId="{2374C9B4-661F-4E3C-AED7-85986BFCC45F}"/>
    <dgm:cxn modelId="{1384FD41-3526-4A83-9C61-A482DE82374A}" type="presOf" srcId="{61849496-A175-4E0B-9CC6-5FDA6AFFB7E4}" destId="{62AB80BF-4DF8-45DE-BD82-FACFDADAED74}" srcOrd="0" destOrd="0" presId="urn:microsoft.com/office/officeart/2005/8/layout/pyramid1"/>
    <dgm:cxn modelId="{5B00BA44-114A-4DCA-8F2A-3BD8938F8D02}" srcId="{89FECAF6-85DE-4125-BCC9-A7BF727214CE}" destId="{70BA2A69-5711-496F-8D18-D1BB905492F7}" srcOrd="1" destOrd="0" parTransId="{3C0C6311-30E7-41B1-8A72-428FF9E826F8}" sibTransId="{643C8A04-F4B0-4C4A-AA27-33316F09A894}"/>
    <dgm:cxn modelId="{D679AF4A-B68A-4B93-8FDB-051AA003DC7A}" type="presOf" srcId="{E0FC5E41-C2EE-4D06-8CFD-C63B7038A073}" destId="{E1B023EA-6ACA-4B3E-9428-A750F0402FA3}" srcOrd="0" destOrd="0" presId="urn:microsoft.com/office/officeart/2005/8/layout/pyramid1"/>
    <dgm:cxn modelId="{A778BD4A-0DD9-49F1-95A8-FE5D4158257C}" type="presOf" srcId="{61849496-A175-4E0B-9CC6-5FDA6AFFB7E4}" destId="{8DE5983D-F5A2-4742-A920-1C419D139C4F}" srcOrd="1" destOrd="0" presId="urn:microsoft.com/office/officeart/2005/8/layout/pyramid1"/>
    <dgm:cxn modelId="{2D604352-95D2-48D2-8B30-A227830012A7}" srcId="{89FECAF6-85DE-4125-BCC9-A7BF727214CE}" destId="{E0FC5E41-C2EE-4D06-8CFD-C63B7038A073}" srcOrd="2" destOrd="0" parTransId="{661C3436-55A5-40EC-9823-37900E77B663}" sibTransId="{A1A0DE12-3D85-4D97-8381-A339FEDC4D7F}"/>
    <dgm:cxn modelId="{17857C72-8CF2-48BC-8F3D-4064E9C1FE90}" type="presOf" srcId="{0CDB2C61-68F6-4128-A9F3-6FE40D977DB1}" destId="{79FB13D1-86A3-4589-BCC4-D0086143C498}" srcOrd="1" destOrd="0" presId="urn:microsoft.com/office/officeart/2005/8/layout/pyramid1"/>
    <dgm:cxn modelId="{E7C45C79-AA49-4694-BB39-BA8F63A23129}" type="presOf" srcId="{E2C7E350-0259-4089-986A-B6B61A0BCECE}" destId="{8CA7A12F-7420-45E5-97BB-1FCAD123E415}" srcOrd="1" destOrd="0" presId="urn:microsoft.com/office/officeart/2005/8/layout/pyramid1"/>
    <dgm:cxn modelId="{4E979E90-6706-40FF-813E-77834A19C09F}" srcId="{89FECAF6-85DE-4125-BCC9-A7BF727214CE}" destId="{E2C7E350-0259-4089-986A-B6B61A0BCECE}" srcOrd="0" destOrd="0" parTransId="{15BD319D-6AD9-4D9D-B7F8-99428A011FB6}" sibTransId="{28C6F8EC-6E35-4D62-B748-4EEC5DCAE6E3}"/>
    <dgm:cxn modelId="{1F00F6A8-93DE-4E80-BFCC-A83E9C05F160}" type="presOf" srcId="{C0EF53D8-A876-452C-9BFE-5E7FD456C0F0}" destId="{0B5DE6FB-1F6C-4CA3-BBEB-BB0FEA640CAC}" srcOrd="0" destOrd="0" presId="urn:microsoft.com/office/officeart/2005/8/layout/pyramid1"/>
    <dgm:cxn modelId="{9D5754AD-82EF-4097-99C5-A7E913E8C181}" type="presOf" srcId="{628F8A2C-4ABB-49BB-87FC-8F906A456A51}" destId="{71211B90-C61A-475D-B804-A45A7EB60751}" srcOrd="1" destOrd="0" presId="urn:microsoft.com/office/officeart/2005/8/layout/pyramid1"/>
    <dgm:cxn modelId="{945017B1-CFF4-4B08-92B1-0E5D5C35AFEE}" type="presOf" srcId="{3F8E32CB-A8E4-4185-9CB4-62306547BD0F}" destId="{25BBE2C9-AF84-41ED-A51D-1589F4AA8A4C}" srcOrd="0" destOrd="0" presId="urn:microsoft.com/office/officeart/2005/8/layout/pyramid1"/>
    <dgm:cxn modelId="{D00D12C7-58E6-4ECA-909A-495C3BAC9DE8}" srcId="{E0FC5E41-C2EE-4D06-8CFD-C63B7038A073}" destId="{C0EF53D8-A876-452C-9BFE-5E7FD456C0F0}" srcOrd="0" destOrd="0" parTransId="{ADC59B7B-A95C-4DB6-978B-528D94E1442B}" sibTransId="{E4A3EA0A-4D3E-4223-BA02-73C9D1CD9D1E}"/>
    <dgm:cxn modelId="{6E9ECCCB-5A87-4DAD-A2CA-6E0C64BA4B77}" type="presOf" srcId="{3F8E32CB-A8E4-4185-9CB4-62306547BD0F}" destId="{15B8A83D-55E1-4A34-9645-E761E16500E1}" srcOrd="1" destOrd="0" presId="urn:microsoft.com/office/officeart/2005/8/layout/pyramid1"/>
    <dgm:cxn modelId="{71E8A1D2-9D97-4504-9FE8-B3599C3F8931}" type="presOf" srcId="{70BA2A69-5711-496F-8D18-D1BB905492F7}" destId="{3D3CF89A-7D13-4491-9E5A-AC47DCE1660E}" srcOrd="0" destOrd="0" presId="urn:microsoft.com/office/officeart/2005/8/layout/pyramid1"/>
    <dgm:cxn modelId="{12F0C3D5-E921-4842-AA71-0CCC51E6E125}" type="presOf" srcId="{628F8A2C-4ABB-49BB-87FC-8F906A456A51}" destId="{A4F6C74A-D9F2-416B-BD14-71A6BCA72FD5}" srcOrd="0" destOrd="0" presId="urn:microsoft.com/office/officeart/2005/8/layout/pyramid1"/>
    <dgm:cxn modelId="{D3474EEB-E7A2-4A13-B39C-AD07FDA96A72}" type="presOf" srcId="{E2C7E350-0259-4089-986A-B6B61A0BCECE}" destId="{8A6BE2A7-3FA7-46EC-BDF1-9C99E44EDBE6}" srcOrd="0" destOrd="0" presId="urn:microsoft.com/office/officeart/2005/8/layout/pyramid1"/>
    <dgm:cxn modelId="{EE99B5EE-0629-463A-8F42-0EC32851B517}" srcId="{E2C7E350-0259-4089-986A-B6B61A0BCECE}" destId="{61849496-A175-4E0B-9CC6-5FDA6AFFB7E4}" srcOrd="0" destOrd="0" parTransId="{5BA00BCE-F5C9-4091-A74C-E9154A112A85}" sibTransId="{57402CA5-BD2F-4BED-A277-EE89A1113E21}"/>
    <dgm:cxn modelId="{18451AF1-7F65-4F13-90CE-8CCE9270DAD3}" type="presOf" srcId="{70BA2A69-5711-496F-8D18-D1BB905492F7}" destId="{E3A747F7-E1A4-4B07-A113-A6E5BDD854A5}" srcOrd="1" destOrd="0" presId="urn:microsoft.com/office/officeart/2005/8/layout/pyramid1"/>
    <dgm:cxn modelId="{4C3D2CFF-6FBB-403F-B731-A205664771DF}" srcId="{70BA2A69-5711-496F-8D18-D1BB905492F7}" destId="{628F8A2C-4ABB-49BB-87FC-8F906A456A51}" srcOrd="0" destOrd="0" parTransId="{98C4CDD9-3487-4D33-881A-B082CF29682B}" sibTransId="{0DC9B3F4-BB34-4C4B-A766-3F506A10397B}"/>
    <dgm:cxn modelId="{2AF53C50-6F10-42B3-A766-66A9034D3FFC}" type="presParOf" srcId="{30DDCC51-E8DD-4A97-937B-D8F99401CC6E}" destId="{697598AB-D789-4051-96D3-DDB190C25EEC}" srcOrd="0" destOrd="0" presId="urn:microsoft.com/office/officeart/2005/8/layout/pyramid1"/>
    <dgm:cxn modelId="{409C8A15-F337-4CED-8F7C-FDB00E6C78E5}" type="presParOf" srcId="{697598AB-D789-4051-96D3-DDB190C25EEC}" destId="{62AB80BF-4DF8-45DE-BD82-FACFDADAED74}" srcOrd="0" destOrd="0" presId="urn:microsoft.com/office/officeart/2005/8/layout/pyramid1"/>
    <dgm:cxn modelId="{900B1451-CED5-40F5-8747-A0C389756732}" type="presParOf" srcId="{697598AB-D789-4051-96D3-DDB190C25EEC}" destId="{8DE5983D-F5A2-4742-A920-1C419D139C4F}" srcOrd="1" destOrd="0" presId="urn:microsoft.com/office/officeart/2005/8/layout/pyramid1"/>
    <dgm:cxn modelId="{5DD447CF-1D00-4BC6-8761-F40F0959E41C}" type="presParOf" srcId="{697598AB-D789-4051-96D3-DDB190C25EEC}" destId="{8A6BE2A7-3FA7-46EC-BDF1-9C99E44EDBE6}" srcOrd="2" destOrd="0" presId="urn:microsoft.com/office/officeart/2005/8/layout/pyramid1"/>
    <dgm:cxn modelId="{7C3C599B-63ED-4264-8DA7-900B1BEA1BE6}" type="presParOf" srcId="{697598AB-D789-4051-96D3-DDB190C25EEC}" destId="{8CA7A12F-7420-45E5-97BB-1FCAD123E415}" srcOrd="3" destOrd="0" presId="urn:microsoft.com/office/officeart/2005/8/layout/pyramid1"/>
    <dgm:cxn modelId="{DB28DAAF-AB08-4E9D-9C63-4BFDF4B1E4C8}" type="presParOf" srcId="{30DDCC51-E8DD-4A97-937B-D8F99401CC6E}" destId="{2E98F37F-022F-4800-8F05-E43AC88E8930}" srcOrd="1" destOrd="0" presId="urn:microsoft.com/office/officeart/2005/8/layout/pyramid1"/>
    <dgm:cxn modelId="{1E258A44-65B0-42B3-B656-FECB317B41E1}" type="presParOf" srcId="{2E98F37F-022F-4800-8F05-E43AC88E8930}" destId="{A4F6C74A-D9F2-416B-BD14-71A6BCA72FD5}" srcOrd="0" destOrd="0" presId="urn:microsoft.com/office/officeart/2005/8/layout/pyramid1"/>
    <dgm:cxn modelId="{DA8B07D5-9A9A-4A3A-A788-3C64978AAF76}" type="presParOf" srcId="{2E98F37F-022F-4800-8F05-E43AC88E8930}" destId="{71211B90-C61A-475D-B804-A45A7EB60751}" srcOrd="1" destOrd="0" presId="urn:microsoft.com/office/officeart/2005/8/layout/pyramid1"/>
    <dgm:cxn modelId="{8BCA3D63-B901-40D4-A37F-4C52C410EFA3}" type="presParOf" srcId="{2E98F37F-022F-4800-8F05-E43AC88E8930}" destId="{3D3CF89A-7D13-4491-9E5A-AC47DCE1660E}" srcOrd="2" destOrd="0" presId="urn:microsoft.com/office/officeart/2005/8/layout/pyramid1"/>
    <dgm:cxn modelId="{5AA63D52-BD61-4309-85D7-B5C7BBD7BC45}" type="presParOf" srcId="{2E98F37F-022F-4800-8F05-E43AC88E8930}" destId="{E3A747F7-E1A4-4B07-A113-A6E5BDD854A5}" srcOrd="3" destOrd="0" presId="urn:microsoft.com/office/officeart/2005/8/layout/pyramid1"/>
    <dgm:cxn modelId="{26818A3F-28AA-4FF3-B158-BE8A6D1626B0}" type="presParOf" srcId="{30DDCC51-E8DD-4A97-937B-D8F99401CC6E}" destId="{1851774C-0069-4BD1-8522-578D6A306EDE}" srcOrd="2" destOrd="0" presId="urn:microsoft.com/office/officeart/2005/8/layout/pyramid1"/>
    <dgm:cxn modelId="{F3528246-366F-491B-A1CE-A4082E3DA61A}" type="presParOf" srcId="{1851774C-0069-4BD1-8522-578D6A306EDE}" destId="{0B5DE6FB-1F6C-4CA3-BBEB-BB0FEA640CAC}" srcOrd="0" destOrd="0" presId="urn:microsoft.com/office/officeart/2005/8/layout/pyramid1"/>
    <dgm:cxn modelId="{2778D19D-7750-4498-B3E4-FC771B7DB4F9}" type="presParOf" srcId="{1851774C-0069-4BD1-8522-578D6A306EDE}" destId="{F3DC67DB-FD0D-41F6-BBA6-CB2E6AFF0BD3}" srcOrd="1" destOrd="0" presId="urn:microsoft.com/office/officeart/2005/8/layout/pyramid1"/>
    <dgm:cxn modelId="{EDDA2898-787C-4E5E-95EA-1C9CF566C0C4}" type="presParOf" srcId="{1851774C-0069-4BD1-8522-578D6A306EDE}" destId="{E1B023EA-6ACA-4B3E-9428-A750F0402FA3}" srcOrd="2" destOrd="0" presId="urn:microsoft.com/office/officeart/2005/8/layout/pyramid1"/>
    <dgm:cxn modelId="{E62653FA-EB3B-42D5-AC0B-2B447BC53B07}" type="presParOf" srcId="{1851774C-0069-4BD1-8522-578D6A306EDE}" destId="{846351D6-2F4B-401E-8BDB-AC9C2B87AA3B}" srcOrd="3" destOrd="0" presId="urn:microsoft.com/office/officeart/2005/8/layout/pyramid1"/>
    <dgm:cxn modelId="{3B2054AB-9A7E-4509-AC58-B601AF0FA8A2}" type="presParOf" srcId="{30DDCC51-E8DD-4A97-937B-D8F99401CC6E}" destId="{DFD66585-CF76-4D54-BC0C-553ACCF5042C}" srcOrd="3" destOrd="0" presId="urn:microsoft.com/office/officeart/2005/8/layout/pyramid1"/>
    <dgm:cxn modelId="{544856DA-4D0A-4DD9-B58B-53E8993F5927}" type="presParOf" srcId="{DFD66585-CF76-4D54-BC0C-553ACCF5042C}" destId="{25BBE2C9-AF84-41ED-A51D-1589F4AA8A4C}" srcOrd="0" destOrd="0" presId="urn:microsoft.com/office/officeart/2005/8/layout/pyramid1"/>
    <dgm:cxn modelId="{4C74EE01-3BB1-42EB-A533-2C9839484AC8}" type="presParOf" srcId="{DFD66585-CF76-4D54-BC0C-553ACCF5042C}" destId="{15B8A83D-55E1-4A34-9645-E761E16500E1}" srcOrd="1" destOrd="0" presId="urn:microsoft.com/office/officeart/2005/8/layout/pyramid1"/>
    <dgm:cxn modelId="{35814C3C-493C-4365-9433-10D8D2A696EF}" type="presParOf" srcId="{DFD66585-CF76-4D54-BC0C-553ACCF5042C}" destId="{8F78BC14-239A-4D13-9BAC-0D143E38FA45}" srcOrd="2" destOrd="0" presId="urn:microsoft.com/office/officeart/2005/8/layout/pyramid1"/>
    <dgm:cxn modelId="{E673476F-E4DF-400D-87EE-3E4839904E4F}" type="presParOf" srcId="{DFD66585-CF76-4D54-BC0C-553ACCF5042C}" destId="{79FB13D1-86A3-4589-BCC4-D0086143C498}" srcOrd="3"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E589CE-91EC-44AB-95D7-3DBFE130312F}">
      <dsp:nvSpPr>
        <dsp:cNvPr id="0" name=""/>
        <dsp:cNvSpPr/>
      </dsp:nvSpPr>
      <dsp:spPr>
        <a:xfrm>
          <a:off x="386264" y="216634"/>
          <a:ext cx="3143434" cy="3143434"/>
        </a:xfrm>
        <a:prstGeom prst="pie">
          <a:avLst>
            <a:gd name="adj1" fmla="val 16200000"/>
            <a:gd name="adj2" fmla="val 198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0" kern="1200" dirty="0">
              <a:latin typeface="华文中宋" panose="02010600040101010101" pitchFamily="2" charset="-122"/>
              <a:ea typeface="华文中宋" panose="02010600040101010101" pitchFamily="2" charset="-122"/>
            </a:rPr>
            <a:t>避孕知识</a:t>
          </a:r>
        </a:p>
      </dsp:txBody>
      <dsp:txXfrm>
        <a:off x="2032825" y="618171"/>
        <a:ext cx="823280" cy="636171"/>
      </dsp:txXfrm>
    </dsp:sp>
    <dsp:sp modelId="{6ED5E37B-C75F-4AF5-9384-08E28D6826A7}">
      <dsp:nvSpPr>
        <dsp:cNvPr id="0" name=""/>
        <dsp:cNvSpPr/>
      </dsp:nvSpPr>
      <dsp:spPr>
        <a:xfrm>
          <a:off x="412400" y="282506"/>
          <a:ext cx="3143434" cy="3143434"/>
        </a:xfrm>
        <a:prstGeom prst="pie">
          <a:avLst>
            <a:gd name="adj1" fmla="val 19800000"/>
            <a:gd name="adj2" fmla="val 180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安全流产服务</a:t>
          </a:r>
          <a:endParaRPr lang="zh-CN" altLang="en-US" sz="1500" kern="1200" dirty="0">
            <a:latin typeface="华文中宋" panose="02010600040101010101" pitchFamily="2" charset="-122"/>
            <a:ea typeface="华文中宋" panose="02010600040101010101" pitchFamily="2" charset="-122"/>
          </a:endParaRPr>
        </a:p>
      </dsp:txBody>
      <dsp:txXfrm>
        <a:off x="2545445" y="1554848"/>
        <a:ext cx="860702" cy="617460"/>
      </dsp:txXfrm>
    </dsp:sp>
    <dsp:sp modelId="{BD73F72A-A4BD-4DA4-B95A-B015B3A7C69F}">
      <dsp:nvSpPr>
        <dsp:cNvPr id="0" name=""/>
        <dsp:cNvSpPr/>
      </dsp:nvSpPr>
      <dsp:spPr>
        <a:xfrm>
          <a:off x="386264" y="346114"/>
          <a:ext cx="3143434" cy="3143434"/>
        </a:xfrm>
        <a:prstGeom prst="pie">
          <a:avLst>
            <a:gd name="adj1" fmla="val 1800000"/>
            <a:gd name="adj2" fmla="val 540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性传播疾病预防</a:t>
          </a:r>
          <a:endParaRPr lang="zh-CN" altLang="en-US" sz="1500" kern="1200" dirty="0">
            <a:latin typeface="华文中宋" panose="02010600040101010101" pitchFamily="2" charset="-122"/>
            <a:ea typeface="华文中宋" panose="02010600040101010101" pitchFamily="2" charset="-122"/>
          </a:endParaRPr>
        </a:p>
      </dsp:txBody>
      <dsp:txXfrm>
        <a:off x="2032825" y="2470552"/>
        <a:ext cx="823280" cy="636171"/>
      </dsp:txXfrm>
    </dsp:sp>
    <dsp:sp modelId="{DB40CBFC-3C64-4187-B61E-33DF8C381CD2}">
      <dsp:nvSpPr>
        <dsp:cNvPr id="0" name=""/>
        <dsp:cNvSpPr/>
      </dsp:nvSpPr>
      <dsp:spPr>
        <a:xfrm>
          <a:off x="311420" y="346114"/>
          <a:ext cx="3143434" cy="3143434"/>
        </a:xfrm>
        <a:prstGeom prst="pie">
          <a:avLst>
            <a:gd name="adj1" fmla="val 5400000"/>
            <a:gd name="adj2" fmla="val 900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情感教育</a:t>
          </a:r>
          <a:endParaRPr lang="zh-CN" altLang="en-US" sz="1500" kern="1200" dirty="0">
            <a:latin typeface="华文中宋" panose="02010600040101010101" pitchFamily="2" charset="-122"/>
            <a:ea typeface="华文中宋" panose="02010600040101010101" pitchFamily="2" charset="-122"/>
          </a:endParaRPr>
        </a:p>
      </dsp:txBody>
      <dsp:txXfrm>
        <a:off x="985013" y="2470552"/>
        <a:ext cx="823280" cy="636171"/>
      </dsp:txXfrm>
    </dsp:sp>
    <dsp:sp modelId="{4D886CDD-9080-4097-879A-A7010D43DD88}">
      <dsp:nvSpPr>
        <dsp:cNvPr id="0" name=""/>
        <dsp:cNvSpPr/>
      </dsp:nvSpPr>
      <dsp:spPr>
        <a:xfrm>
          <a:off x="273998" y="281374"/>
          <a:ext cx="3143434" cy="3143434"/>
        </a:xfrm>
        <a:prstGeom prst="pie">
          <a:avLst>
            <a:gd name="adj1" fmla="val 9000000"/>
            <a:gd name="adj2" fmla="val 1260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健康意识培养</a:t>
          </a:r>
          <a:endParaRPr lang="zh-CN" altLang="en-US" sz="1500" kern="1200" dirty="0">
            <a:latin typeface="华文中宋" panose="02010600040101010101" pitchFamily="2" charset="-122"/>
            <a:ea typeface="华文中宋" panose="02010600040101010101" pitchFamily="2" charset="-122"/>
          </a:endParaRPr>
        </a:p>
      </dsp:txBody>
      <dsp:txXfrm>
        <a:off x="423685" y="1553717"/>
        <a:ext cx="860702" cy="617460"/>
      </dsp:txXfrm>
    </dsp:sp>
    <dsp:sp modelId="{2077BC4C-0330-47B5-A6D1-A173AEA8B950}">
      <dsp:nvSpPr>
        <dsp:cNvPr id="0" name=""/>
        <dsp:cNvSpPr/>
      </dsp:nvSpPr>
      <dsp:spPr>
        <a:xfrm>
          <a:off x="348858" y="209122"/>
          <a:ext cx="3143434" cy="3143434"/>
        </a:xfrm>
        <a:prstGeom prst="pie">
          <a:avLst>
            <a:gd name="adj1" fmla="val 126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zh-CN" sz="1500" kern="1200" dirty="0"/>
            <a:t>…</a:t>
          </a:r>
          <a:endParaRPr lang="zh-CN" altLang="en-US" sz="1500" kern="1200" dirty="0"/>
        </a:p>
      </dsp:txBody>
      <dsp:txXfrm>
        <a:off x="1022451" y="610658"/>
        <a:ext cx="823280" cy="636171"/>
      </dsp:txXfrm>
    </dsp:sp>
    <dsp:sp modelId="{3F270E1E-C17A-4C96-9C34-0CE19CB53F3D}">
      <dsp:nvSpPr>
        <dsp:cNvPr id="0" name=""/>
        <dsp:cNvSpPr/>
      </dsp:nvSpPr>
      <dsp:spPr>
        <a:xfrm>
          <a:off x="191555" y="22041"/>
          <a:ext cx="3532621" cy="3532621"/>
        </a:xfrm>
        <a:prstGeom prst="circularArrow">
          <a:avLst>
            <a:gd name="adj1" fmla="val 5085"/>
            <a:gd name="adj2" fmla="val 327528"/>
            <a:gd name="adj3" fmla="val 19472472"/>
            <a:gd name="adj4" fmla="val 16200251"/>
            <a:gd name="adj5" fmla="val 5932"/>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A4BD369-777C-427A-B28F-79FDE9010739}">
      <dsp:nvSpPr>
        <dsp:cNvPr id="0" name=""/>
        <dsp:cNvSpPr/>
      </dsp:nvSpPr>
      <dsp:spPr>
        <a:xfrm>
          <a:off x="217692" y="87912"/>
          <a:ext cx="3532621" cy="3532621"/>
        </a:xfrm>
        <a:prstGeom prst="circularArrow">
          <a:avLst>
            <a:gd name="adj1" fmla="val 5085"/>
            <a:gd name="adj2" fmla="val 327528"/>
            <a:gd name="adj3" fmla="val 1472472"/>
            <a:gd name="adj4" fmla="val 19800000"/>
            <a:gd name="adj5" fmla="val 5932"/>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48A60B1-6940-480F-8113-1D8292199455}">
      <dsp:nvSpPr>
        <dsp:cNvPr id="0" name=""/>
        <dsp:cNvSpPr/>
      </dsp:nvSpPr>
      <dsp:spPr>
        <a:xfrm>
          <a:off x="191555" y="151520"/>
          <a:ext cx="3532621" cy="3532621"/>
        </a:xfrm>
        <a:prstGeom prst="circularArrow">
          <a:avLst>
            <a:gd name="adj1" fmla="val 5085"/>
            <a:gd name="adj2" fmla="val 327528"/>
            <a:gd name="adj3" fmla="val 5072221"/>
            <a:gd name="adj4" fmla="val 1800000"/>
            <a:gd name="adj5" fmla="val 5932"/>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BCC7011-6BAA-47A0-840A-0702E428FF3E}">
      <dsp:nvSpPr>
        <dsp:cNvPr id="0" name=""/>
        <dsp:cNvSpPr/>
      </dsp:nvSpPr>
      <dsp:spPr>
        <a:xfrm>
          <a:off x="116941" y="151520"/>
          <a:ext cx="3532621" cy="3532621"/>
        </a:xfrm>
        <a:prstGeom prst="circularArrow">
          <a:avLst>
            <a:gd name="adj1" fmla="val 5085"/>
            <a:gd name="adj2" fmla="val 327528"/>
            <a:gd name="adj3" fmla="val 8672472"/>
            <a:gd name="adj4" fmla="val 5400251"/>
            <a:gd name="adj5" fmla="val 5932"/>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3AD93FC-A440-483A-81E9-FE35E8C83112}">
      <dsp:nvSpPr>
        <dsp:cNvPr id="0" name=""/>
        <dsp:cNvSpPr/>
      </dsp:nvSpPr>
      <dsp:spPr>
        <a:xfrm>
          <a:off x="79519" y="86781"/>
          <a:ext cx="3532621" cy="3532621"/>
        </a:xfrm>
        <a:prstGeom prst="circularArrow">
          <a:avLst>
            <a:gd name="adj1" fmla="val 5085"/>
            <a:gd name="adj2" fmla="val 327528"/>
            <a:gd name="adj3" fmla="val 12272472"/>
            <a:gd name="adj4" fmla="val 9000000"/>
            <a:gd name="adj5" fmla="val 5932"/>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7F83677-A4BC-47E8-866F-99C84A6DDBC5}">
      <dsp:nvSpPr>
        <dsp:cNvPr id="0" name=""/>
        <dsp:cNvSpPr/>
      </dsp:nvSpPr>
      <dsp:spPr>
        <a:xfrm>
          <a:off x="154379" y="14528"/>
          <a:ext cx="3532621" cy="3532621"/>
        </a:xfrm>
        <a:prstGeom prst="circularArrow">
          <a:avLst>
            <a:gd name="adj1" fmla="val 5085"/>
            <a:gd name="adj2" fmla="val 327528"/>
            <a:gd name="adj3" fmla="val 15872221"/>
            <a:gd name="adj4" fmla="val 12600000"/>
            <a:gd name="adj5" fmla="val 5932"/>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C06062-79E0-43A8-9301-CB603815E915}">
      <dsp:nvSpPr>
        <dsp:cNvPr id="0" name=""/>
        <dsp:cNvSpPr/>
      </dsp:nvSpPr>
      <dsp:spPr>
        <a:xfrm>
          <a:off x="3658" y="128657"/>
          <a:ext cx="3567141" cy="7043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latin typeface="华文中宋" panose="02010600040101010101" pitchFamily="2" charset="-122"/>
              <a:ea typeface="华文中宋" panose="02010600040101010101" pitchFamily="2" charset="-122"/>
            </a:rPr>
            <a:t>挖掘青少年真实问题</a:t>
          </a:r>
        </a:p>
      </dsp:txBody>
      <dsp:txXfrm>
        <a:off x="3658" y="128657"/>
        <a:ext cx="3567141" cy="704347"/>
      </dsp:txXfrm>
    </dsp:sp>
    <dsp:sp modelId="{1BD5CC07-FA65-4355-BB6C-8B80F7CD6F3F}">
      <dsp:nvSpPr>
        <dsp:cNvPr id="0" name=""/>
        <dsp:cNvSpPr/>
      </dsp:nvSpPr>
      <dsp:spPr>
        <a:xfrm>
          <a:off x="3658" y="825177"/>
          <a:ext cx="3567141" cy="392408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ts val="3000"/>
            </a:lnSpc>
            <a:spcBef>
              <a:spcPct val="0"/>
            </a:spcBef>
            <a:spcAft>
              <a:spcPts val="4200"/>
            </a:spcAft>
            <a:buChar char="•"/>
          </a:pPr>
          <a:r>
            <a:rPr lang="zh-CN" altLang="en-US" sz="2200" kern="0" spc="0" baseline="0" dirty="0">
              <a:latin typeface="华文中宋" panose="02010600040101010101" pitchFamily="2" charset="-122"/>
              <a:ea typeface="华文中宋" panose="02010600040101010101" pitchFamily="2" charset="-122"/>
            </a:rPr>
            <a:t>主动分析海量、真实的青少年评论与弹幕，构建真实“问题语料库”。
从非结构化文本中自动识别、提取并分类用户的真实健康问题。</a:t>
          </a:r>
        </a:p>
      </dsp:txBody>
      <dsp:txXfrm>
        <a:off x="3658" y="825177"/>
        <a:ext cx="3567141" cy="3924089"/>
      </dsp:txXfrm>
    </dsp:sp>
    <dsp:sp modelId="{433C0324-9C09-4459-A088-746672A95D50}">
      <dsp:nvSpPr>
        <dsp:cNvPr id="0" name=""/>
        <dsp:cNvSpPr/>
      </dsp:nvSpPr>
      <dsp:spPr>
        <a:xfrm>
          <a:off x="4070199" y="124279"/>
          <a:ext cx="3567141" cy="7043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latin typeface="华文中宋" panose="02010600040101010101" pitchFamily="2" charset="-122"/>
              <a:ea typeface="华文中宋" panose="02010600040101010101" pitchFamily="2" charset="-122"/>
            </a:rPr>
            <a:t>构建高质量结构化知识</a:t>
          </a:r>
        </a:p>
      </dsp:txBody>
      <dsp:txXfrm>
        <a:off x="4070199" y="124279"/>
        <a:ext cx="3567141" cy="704347"/>
      </dsp:txXfrm>
    </dsp:sp>
    <dsp:sp modelId="{06CF3C8B-ECA8-4F87-8643-C42C96714A45}">
      <dsp:nvSpPr>
        <dsp:cNvPr id="0" name=""/>
        <dsp:cNvSpPr/>
      </dsp:nvSpPr>
      <dsp:spPr>
        <a:xfrm>
          <a:off x="4070199" y="809089"/>
          <a:ext cx="3567141" cy="392408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ts val="3000"/>
            </a:lnSpc>
            <a:spcBef>
              <a:spcPts val="1200"/>
            </a:spcBef>
            <a:spcAft>
              <a:spcPts val="3200"/>
            </a:spcAft>
            <a:buChar char="•"/>
          </a:pPr>
          <a:r>
            <a:rPr lang="zh-CN" altLang="en-US" sz="2200" kern="0" spc="0" baseline="0" dirty="0">
              <a:solidFill>
                <a:prstClr val="black">
                  <a:hueOff val="0"/>
                  <a:satOff val="0"/>
                  <a:lumOff val="0"/>
                  <a:alphaOff val="0"/>
                </a:prstClr>
              </a:solidFill>
              <a:latin typeface="华文中宋" panose="02010600040101010101" pitchFamily="2" charset="-122"/>
              <a:ea typeface="华文中宋" panose="02010600040101010101" pitchFamily="2" charset="-122"/>
              <a:cs typeface="+mn-cs"/>
            </a:rPr>
            <a:t>借助大语言模型，将口语化、非正式的问题进行规范化整理。
生成科学、准确、易于理解的答案，构建源于社交媒体真实场景的青少年生殖健康问答数据集。</a:t>
          </a:r>
        </a:p>
      </dsp:txBody>
      <dsp:txXfrm>
        <a:off x="4070199" y="809089"/>
        <a:ext cx="3567141" cy="3924089"/>
      </dsp:txXfrm>
    </dsp:sp>
    <dsp:sp modelId="{57B4119B-CC71-4618-B1A0-651758CAB5ED}">
      <dsp:nvSpPr>
        <dsp:cNvPr id="0" name=""/>
        <dsp:cNvSpPr/>
      </dsp:nvSpPr>
      <dsp:spPr>
        <a:xfrm>
          <a:off x="8136740" y="128657"/>
          <a:ext cx="3567141" cy="7043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latin typeface="华文中宋" panose="02010600040101010101" pitchFamily="2" charset="-122"/>
              <a:ea typeface="华文中宋" panose="02010600040101010101" pitchFamily="2" charset="-122"/>
            </a:rPr>
            <a:t>赋能智能化问答服务</a:t>
          </a:r>
        </a:p>
      </dsp:txBody>
      <dsp:txXfrm>
        <a:off x="8136740" y="128657"/>
        <a:ext cx="3567141" cy="704347"/>
      </dsp:txXfrm>
    </dsp:sp>
    <dsp:sp modelId="{B4791110-5961-4752-9AAE-B778067160D9}">
      <dsp:nvSpPr>
        <dsp:cNvPr id="0" name=""/>
        <dsp:cNvSpPr/>
      </dsp:nvSpPr>
      <dsp:spPr>
        <a:xfrm>
          <a:off x="8136740" y="825177"/>
          <a:ext cx="3567141" cy="392408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ts val="2800"/>
            </a:lnSpc>
            <a:spcBef>
              <a:spcPct val="0"/>
            </a:spcBef>
            <a:spcAft>
              <a:spcPts val="2400"/>
            </a:spcAft>
            <a:buChar char="•"/>
          </a:pPr>
          <a:r>
            <a:rPr lang="zh-CN" altLang="en-US" sz="2200" kern="1200" spc="0" baseline="0" dirty="0">
              <a:latin typeface="华文中宋" panose="02010600040101010101" pitchFamily="2" charset="-122"/>
              <a:ea typeface="华文中宋" panose="02010600040101010101" pitchFamily="2" charset="-122"/>
            </a:rPr>
            <a:t>基于构建的数据集，对开源大语言模型进行领域微调，提升其在专业健康问答任务中的性能。
为开发智能问答机器人、优化平台内容推荐提供科学的依据和实践基础。</a:t>
          </a:r>
        </a:p>
        <a:p>
          <a:pPr marL="228600" lvl="1" indent="-228600" algn="just" defTabSz="933450">
            <a:lnSpc>
              <a:spcPct val="90000"/>
            </a:lnSpc>
            <a:spcBef>
              <a:spcPct val="0"/>
            </a:spcBef>
            <a:spcAft>
              <a:spcPct val="15000"/>
            </a:spcAft>
            <a:buChar char="•"/>
          </a:pPr>
          <a:endParaRPr lang="zh-CN" altLang="en-US" sz="2100" kern="1200" spc="0" baseline="0" dirty="0">
            <a:latin typeface="华文中宋" panose="02010600040101010101" pitchFamily="2" charset="-122"/>
            <a:ea typeface="华文中宋" panose="02010600040101010101" pitchFamily="2" charset="-122"/>
          </a:endParaRPr>
        </a:p>
      </dsp:txBody>
      <dsp:txXfrm>
        <a:off x="8136740" y="825177"/>
        <a:ext cx="3567141" cy="39240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388DF4-FFF6-4FD4-907B-ED073FB2B67B}">
      <dsp:nvSpPr>
        <dsp:cNvPr id="0" name=""/>
        <dsp:cNvSpPr/>
      </dsp:nvSpPr>
      <dsp:spPr>
        <a:xfrm>
          <a:off x="1800206" y="2542"/>
          <a:ext cx="9921059" cy="2387279"/>
        </a:xfrm>
        <a:prstGeom prst="rightArrow">
          <a:avLst>
            <a:gd name="adj1" fmla="val 75000"/>
            <a:gd name="adj2" fmla="val 50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700" tIns="12700" rIns="12700" bIns="12700" numCol="1" spcCol="1270" anchor="ctr" anchorCtr="0">
          <a:noAutofit/>
        </a:bodyPr>
        <a:lstStyle/>
        <a:p>
          <a:pPr marL="228600" lvl="1" indent="-228600" algn="just" defTabSz="889000">
            <a:lnSpc>
              <a:spcPts val="2600"/>
            </a:lnSpc>
            <a:spcBef>
              <a:spcPct val="0"/>
            </a:spcBef>
            <a:spcAft>
              <a:spcPct val="15000"/>
            </a:spcAft>
            <a:buChar char="•"/>
          </a:pPr>
          <a:r>
            <a:rPr lang="zh-CN" altLang="en-US" sz="2000" b="1" kern="1200" dirty="0">
              <a:latin typeface="华文中宋" panose="02010600040101010101" pitchFamily="2" charset="-122"/>
              <a:ea typeface="华文中宋" panose="02010600040101010101" pitchFamily="2" charset="-122"/>
            </a:rPr>
            <a:t>背景</a:t>
          </a:r>
          <a:r>
            <a:rPr lang="zh-CN" altLang="en-US" sz="2000" b="0" kern="1200" dirty="0">
              <a:latin typeface="华文中宋" panose="02010600040101010101" pitchFamily="2" charset="-122"/>
              <a:ea typeface="华文中宋" panose="02010600040101010101" pitchFamily="2" charset="-122"/>
            </a:rPr>
            <a:t>：</a:t>
          </a:r>
          <a:r>
            <a:rPr lang="zh-CN" altLang="en-US" sz="2000" b="1" kern="1200" dirty="0">
              <a:latin typeface="华文中宋" panose="02010600040101010101" pitchFamily="2" charset="-122"/>
              <a:ea typeface="华文中宋" panose="02010600040101010101" pitchFamily="2" charset="-122"/>
            </a:rPr>
            <a:t> </a:t>
          </a:r>
          <a:r>
            <a:rPr lang="zh-CN" altLang="en-US" sz="2000" kern="1200" dirty="0">
              <a:latin typeface="华文中宋" panose="02010600040101010101" pitchFamily="2" charset="-122"/>
              <a:ea typeface="华文中宋" panose="02010600040101010101" pitchFamily="2" charset="-122"/>
            </a:rPr>
            <a:t>传统学校教育存在敏感话题规避、覆盖不足等问题，青少年日益转向</a:t>
          </a:r>
          <a:r>
            <a:rPr lang="en-US" altLang="en-US" sz="2000" kern="1200" dirty="0" err="1">
              <a:latin typeface="华文中宋" panose="02010600040101010101" pitchFamily="2" charset="-122"/>
              <a:ea typeface="华文中宋" panose="02010600040101010101" pitchFamily="2" charset="-122"/>
            </a:rPr>
            <a:t>Bilibili</a:t>
          </a:r>
          <a:r>
            <a:rPr lang="zh-CN" altLang="en-US" sz="2000" kern="1200" dirty="0">
              <a:latin typeface="华文中宋" panose="02010600040101010101" pitchFamily="2" charset="-122"/>
              <a:ea typeface="华文中宋" panose="02010600040101010101" pitchFamily="2" charset="-122"/>
            </a:rPr>
            <a:t>、抖音等数字平台“自学”生殖健康知识。
</a:t>
          </a:r>
          <a:r>
            <a:rPr lang="zh-CN" altLang="en-US" sz="2000" b="1" kern="1200" dirty="0">
              <a:latin typeface="华文中宋" panose="02010600040101010101" pitchFamily="2" charset="-122"/>
              <a:ea typeface="华文中宋" panose="02010600040101010101" pitchFamily="2" charset="-122"/>
            </a:rPr>
            <a:t>挑战</a:t>
          </a:r>
          <a:r>
            <a:rPr lang="zh-CN" altLang="en-US" sz="2000" kern="1200" dirty="0">
              <a:latin typeface="华文中宋" panose="02010600040101010101" pitchFamily="2" charset="-122"/>
              <a:ea typeface="华文中宋" panose="02010600040101010101" pitchFamily="2" charset="-122"/>
            </a:rPr>
            <a:t>： 研究发现，社交媒体平台的用户生成内容（</a:t>
          </a:r>
          <a:r>
            <a:rPr lang="en-US" altLang="zh-CN" sz="2000" kern="1200" dirty="0">
              <a:latin typeface="华文中宋" panose="02010600040101010101" pitchFamily="2" charset="-122"/>
              <a:ea typeface="华文中宋" panose="02010600040101010101" pitchFamily="2" charset="-122"/>
            </a:rPr>
            <a:t>UGC</a:t>
          </a:r>
          <a:r>
            <a:rPr lang="zh-CN" altLang="en-US" sz="2000" kern="1200" dirty="0">
              <a:latin typeface="华文中宋" panose="02010600040101010101" pitchFamily="2" charset="-122"/>
              <a:ea typeface="华文中宋" panose="02010600040101010101" pitchFamily="2" charset="-122"/>
            </a:rPr>
            <a:t>）质量参差不齐，存在信息“失真”、过度娱乐化和商业化等风险。</a:t>
          </a:r>
        </a:p>
      </dsp:txBody>
      <dsp:txXfrm>
        <a:off x="1800206" y="300952"/>
        <a:ext cx="9025829" cy="1790459"/>
      </dsp:txXfrm>
    </dsp:sp>
    <dsp:sp modelId="{A5BEFEA1-D7C1-4622-8153-BF4E17BDB373}">
      <dsp:nvSpPr>
        <dsp:cNvPr id="0" name=""/>
        <dsp:cNvSpPr/>
      </dsp:nvSpPr>
      <dsp:spPr>
        <a:xfrm>
          <a:off x="181406" y="860941"/>
          <a:ext cx="1618799" cy="67048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趋势</a:t>
          </a:r>
        </a:p>
      </dsp:txBody>
      <dsp:txXfrm>
        <a:off x="214136" y="893671"/>
        <a:ext cx="1553339" cy="605022"/>
      </dsp:txXfrm>
    </dsp:sp>
    <dsp:sp modelId="{FE05AEF6-0A19-4D35-AC64-94F1B6FB0277}">
      <dsp:nvSpPr>
        <dsp:cNvPr id="0" name=""/>
        <dsp:cNvSpPr/>
      </dsp:nvSpPr>
      <dsp:spPr>
        <a:xfrm>
          <a:off x="1800206" y="2455596"/>
          <a:ext cx="9921059" cy="2587009"/>
        </a:xfrm>
        <a:prstGeom prst="rightArrow">
          <a:avLst>
            <a:gd name="adj1" fmla="val 75000"/>
            <a:gd name="adj2" fmla="val 50000"/>
          </a:avLst>
        </a:prstGeom>
        <a:solidFill>
          <a:schemeClr val="accent2">
            <a:tint val="40000"/>
            <a:alpha val="90000"/>
            <a:hueOff val="429303"/>
            <a:satOff val="7928"/>
            <a:lumOff val="-885"/>
            <a:alphaOff val="0"/>
          </a:schemeClr>
        </a:solidFill>
        <a:ln w="6350" cap="flat" cmpd="sng" algn="ctr">
          <a:solidFill>
            <a:schemeClr val="accent2">
              <a:tint val="40000"/>
              <a:alpha val="90000"/>
              <a:hueOff val="429303"/>
              <a:satOff val="7928"/>
              <a:lumOff val="-885"/>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700" tIns="12700" rIns="12700" bIns="12700" numCol="1" spcCol="1270" anchor="ctr" anchorCtr="0">
          <a:noAutofit/>
        </a:bodyPr>
        <a:lstStyle/>
        <a:p>
          <a:pPr marL="228600" lvl="1" indent="-228600" algn="just" defTabSz="889000">
            <a:lnSpc>
              <a:spcPts val="2400"/>
            </a:lnSpc>
            <a:spcBef>
              <a:spcPct val="0"/>
            </a:spcBef>
            <a:spcAft>
              <a:spcPts val="800"/>
            </a:spcAft>
            <a:buChar char="•"/>
          </a:pPr>
          <a:r>
            <a:rPr lang="zh-CN" altLang="en-US" sz="2000" b="1" kern="1200" dirty="0">
              <a:latin typeface="华文中宋" panose="02010600040101010101" pitchFamily="2" charset="-122"/>
              <a:ea typeface="华文中宋" panose="02010600040101010101" pitchFamily="2" charset="-122"/>
            </a:rPr>
            <a:t>聚焦本土平台</a:t>
          </a:r>
          <a:r>
            <a:rPr lang="zh-CN" altLang="en-US" sz="2000" kern="1200" dirty="0">
              <a:latin typeface="华文中宋" panose="02010600040101010101" pitchFamily="2" charset="-122"/>
              <a:ea typeface="华文中宋" panose="02010600040101010101" pitchFamily="2" charset="-122"/>
            </a:rPr>
            <a:t>： 针对</a:t>
          </a:r>
          <a:r>
            <a:rPr lang="en-US" altLang="en-US" sz="2000" kern="1200" dirty="0">
              <a:latin typeface="华文中宋" panose="02010600040101010101" pitchFamily="2" charset="-122"/>
              <a:ea typeface="华文中宋" panose="02010600040101010101" pitchFamily="2" charset="-122"/>
            </a:rPr>
            <a:t>B</a:t>
          </a:r>
          <a:r>
            <a:rPr lang="zh-CN" altLang="en-US" sz="2000" kern="1200" dirty="0">
              <a:latin typeface="华文中宋" panose="02010600040101010101" pitchFamily="2" charset="-122"/>
              <a:ea typeface="华文中宋" panose="02010600040101010101" pitchFamily="2" charset="-122"/>
            </a:rPr>
            <a:t>站等本土平台的研究逐渐深入。一项对</a:t>
          </a:r>
          <a:r>
            <a:rPr lang="en-US" altLang="en-US" sz="2000" kern="1200" dirty="0">
              <a:latin typeface="华文中宋" panose="02010600040101010101" pitchFamily="2" charset="-122"/>
              <a:ea typeface="华文中宋" panose="02010600040101010101" pitchFamily="2" charset="-122"/>
            </a:rPr>
            <a:t>B</a:t>
          </a:r>
          <a:r>
            <a:rPr lang="zh-CN" altLang="en-US" sz="2000" kern="1200" dirty="0">
              <a:latin typeface="华文中宋" panose="02010600040101010101" pitchFamily="2" charset="-122"/>
              <a:ea typeface="华文中宋" panose="02010600040101010101" pitchFamily="2" charset="-122"/>
            </a:rPr>
            <a:t>站弹幕的研究发现，弹幕是承载青少年真实困惑、情感诉求和知识缺口的“富矿” 。
</a:t>
          </a:r>
          <a:r>
            <a:rPr lang="zh-CN" altLang="en-US" sz="2000" b="1" kern="1200" dirty="0">
              <a:latin typeface="华文中宋" panose="02010600040101010101" pitchFamily="2" charset="-122"/>
              <a:ea typeface="华文中宋" panose="02010600040101010101" pitchFamily="2" charset="-122"/>
            </a:rPr>
            <a:t>探索</a:t>
          </a:r>
          <a:r>
            <a:rPr lang="en-US" altLang="zh-CN" sz="2000" b="1" kern="1200" dirty="0">
              <a:latin typeface="华文中宋" panose="02010600040101010101" pitchFamily="2" charset="-122"/>
              <a:ea typeface="华文中宋" panose="02010600040101010101" pitchFamily="2" charset="-122"/>
            </a:rPr>
            <a:t>AI</a:t>
          </a:r>
          <a:r>
            <a:rPr lang="zh-CN" altLang="en-US" sz="2000" b="1" kern="1200" dirty="0">
              <a:latin typeface="华文中宋" panose="02010600040101010101" pitchFamily="2" charset="-122"/>
              <a:ea typeface="华文中宋" panose="02010600040101010101" pitchFamily="2" charset="-122"/>
            </a:rPr>
            <a:t>本土应用</a:t>
          </a:r>
          <a:r>
            <a:rPr lang="zh-CN" altLang="en-US" sz="2000" kern="1200" dirty="0">
              <a:latin typeface="华文中宋" panose="02010600040101010101" pitchFamily="2" charset="-122"/>
              <a:ea typeface="华文中宋" panose="02010600040101010101" pitchFamily="2" charset="-122"/>
            </a:rPr>
            <a:t>： 专注于中文医疗领域的垂域大模型（如“仲景”），通过专家反馈和真实医患对话进行微调，显著提升了模型在中文医学问答任务上的准确性和专业性。</a:t>
          </a:r>
        </a:p>
      </dsp:txBody>
      <dsp:txXfrm>
        <a:off x="1800206" y="2778972"/>
        <a:ext cx="8950931" cy="1940257"/>
      </dsp:txXfrm>
    </dsp:sp>
    <dsp:sp modelId="{08AC7C70-4F4F-4CEF-944B-CFC277546BFE}">
      <dsp:nvSpPr>
        <dsp:cNvPr id="0" name=""/>
        <dsp:cNvSpPr/>
      </dsp:nvSpPr>
      <dsp:spPr>
        <a:xfrm>
          <a:off x="181406" y="3434957"/>
          <a:ext cx="1618799" cy="628287"/>
        </a:xfrm>
        <a:prstGeom prst="roundRect">
          <a:avLst/>
        </a:prstGeom>
        <a:gradFill rotWithShape="0">
          <a:gsLst>
            <a:gs pos="0">
              <a:schemeClr val="accent2">
                <a:hueOff val="113439"/>
                <a:satOff val="13039"/>
                <a:lumOff val="-10393"/>
                <a:alphaOff val="0"/>
                <a:satMod val="103000"/>
                <a:lumMod val="102000"/>
                <a:tint val="94000"/>
              </a:schemeClr>
            </a:gs>
            <a:gs pos="50000">
              <a:schemeClr val="accent2">
                <a:hueOff val="113439"/>
                <a:satOff val="13039"/>
                <a:lumOff val="-10393"/>
                <a:alphaOff val="0"/>
                <a:satMod val="110000"/>
                <a:lumMod val="100000"/>
                <a:shade val="100000"/>
              </a:schemeClr>
            </a:gs>
            <a:gs pos="100000">
              <a:schemeClr val="accent2">
                <a:hueOff val="113439"/>
                <a:satOff val="13039"/>
                <a:lumOff val="-1039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进展</a:t>
          </a:r>
        </a:p>
      </dsp:txBody>
      <dsp:txXfrm>
        <a:off x="212076" y="3465627"/>
        <a:ext cx="1557459" cy="5669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E8A186-22F7-4EF3-9A7B-AEAAB70A7520}">
      <dsp:nvSpPr>
        <dsp:cNvPr id="0" name=""/>
        <dsp:cNvSpPr/>
      </dsp:nvSpPr>
      <dsp:spPr>
        <a:xfrm>
          <a:off x="0" y="0"/>
          <a:ext cx="11341100" cy="47633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ts val="1200"/>
            </a:spcAft>
            <a:buNone/>
          </a:pPr>
          <a:endParaRPr lang="zh-CN" altLang="en-US" sz="2800" kern="1200" dirty="0">
            <a:latin typeface="华文中宋" panose="02010600040101010101" pitchFamily="2" charset="-122"/>
            <a:ea typeface="华文中宋" panose="02010600040101010101" pitchFamily="2" charset="-122"/>
          </a:endParaRPr>
        </a:p>
      </dsp:txBody>
      <dsp:txXfrm>
        <a:off x="0" y="0"/>
        <a:ext cx="11341100" cy="1429016"/>
      </dsp:txXfrm>
    </dsp:sp>
    <dsp:sp modelId="{F08A6B58-A7CB-4520-8FC0-27DAC3D79C09}">
      <dsp:nvSpPr>
        <dsp:cNvPr id="0" name=""/>
        <dsp:cNvSpPr/>
      </dsp:nvSpPr>
      <dsp:spPr>
        <a:xfrm>
          <a:off x="801588" y="536613"/>
          <a:ext cx="9737922" cy="15420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just" defTabSz="1066800">
            <a:lnSpc>
              <a:spcPts val="3200"/>
            </a:lnSpc>
            <a:spcBef>
              <a:spcPct val="0"/>
            </a:spcBef>
            <a:spcAft>
              <a:spcPct val="35000"/>
            </a:spcAft>
            <a:buNone/>
          </a:pPr>
          <a:r>
            <a:rPr lang="zh-CN" altLang="en-US" sz="2400" b="1" kern="1200" dirty="0">
              <a:latin typeface="华文中宋" panose="02010600040101010101" pitchFamily="2" charset="-122"/>
              <a:ea typeface="华文中宋" panose="02010600040101010101" pitchFamily="2" charset="-122"/>
            </a:rPr>
            <a:t>现有研究存在断层</a:t>
          </a:r>
          <a:r>
            <a:rPr lang="zh-CN" altLang="en-US" sz="2400" kern="1200" dirty="0">
              <a:latin typeface="华文中宋" panose="02010600040101010101" pitchFamily="2" charset="-122"/>
              <a:ea typeface="华文中宋" panose="02010600040101010101" pitchFamily="2" charset="-122"/>
            </a:rPr>
            <a:t>： 分析用户行为的研究多停留在现象描述和特征总结，而探索</a:t>
          </a:r>
          <a:r>
            <a:rPr lang="en-US" altLang="en-US" sz="2400" kern="1200" dirty="0">
              <a:latin typeface="华文中宋" panose="02010600040101010101" pitchFamily="2" charset="-122"/>
              <a:ea typeface="华文中宋" panose="02010600040101010101" pitchFamily="2" charset="-122"/>
            </a:rPr>
            <a:t>AI</a:t>
          </a:r>
          <a:r>
            <a:rPr lang="zh-CN" altLang="en-US" sz="2400" kern="1200" dirty="0">
              <a:latin typeface="华文中宋" panose="02010600040101010101" pitchFamily="2" charset="-122"/>
              <a:ea typeface="华文中宋" panose="02010600040101010101" pitchFamily="2" charset="-122"/>
            </a:rPr>
            <a:t>应用的研究又较少扎根于社交媒体海量的、真实的青少年话语体系。</a:t>
          </a:r>
        </a:p>
      </dsp:txBody>
      <dsp:txXfrm>
        <a:off x="846753" y="581778"/>
        <a:ext cx="9647592" cy="1451723"/>
      </dsp:txXfrm>
    </dsp:sp>
    <dsp:sp modelId="{34B78192-D4D2-4198-B7B9-2DADC0EA5A34}">
      <dsp:nvSpPr>
        <dsp:cNvPr id="0" name=""/>
        <dsp:cNvSpPr/>
      </dsp:nvSpPr>
      <dsp:spPr>
        <a:xfrm>
          <a:off x="788161" y="2658755"/>
          <a:ext cx="9764777" cy="15420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just" defTabSz="1066800">
            <a:lnSpc>
              <a:spcPts val="3200"/>
            </a:lnSpc>
            <a:spcBef>
              <a:spcPct val="0"/>
            </a:spcBef>
            <a:spcAft>
              <a:spcPct val="35000"/>
            </a:spcAft>
            <a:buNone/>
          </a:pPr>
          <a:r>
            <a:rPr lang="zh-CN" altLang="en-US" sz="2400" b="1" kern="1200" dirty="0">
              <a:latin typeface="华文中宋" panose="02010600040101010101" pitchFamily="2" charset="-122"/>
              <a:ea typeface="华文中宋" panose="02010600040101010101" pitchFamily="2" charset="-122"/>
            </a:rPr>
            <a:t>本研究的创新</a:t>
          </a:r>
          <a:r>
            <a:rPr lang="zh-CN" altLang="en-US" sz="2400" kern="1200" dirty="0">
              <a:latin typeface="华文中宋" panose="02010600040101010101" pitchFamily="2" charset="-122"/>
              <a:ea typeface="华文中宋" panose="02010600040101010101" pitchFamily="2" charset="-122"/>
            </a:rPr>
            <a:t>： 系统性地将大语言模型作为核心工具，打通从“非结构化用户评论分类分析” 到“高质量结构化问答数据集”再到“模型微调优化”的全链路，填补了当前研究的空白。</a:t>
          </a:r>
        </a:p>
      </dsp:txBody>
      <dsp:txXfrm>
        <a:off x="833326" y="2703920"/>
        <a:ext cx="9674447" cy="14517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E8A186-22F7-4EF3-9A7B-AEAAB70A7520}">
      <dsp:nvSpPr>
        <dsp:cNvPr id="0" name=""/>
        <dsp:cNvSpPr/>
      </dsp:nvSpPr>
      <dsp:spPr>
        <a:xfrm>
          <a:off x="1444" y="0"/>
          <a:ext cx="3755230" cy="485907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为政策制定提供数据支撑</a:t>
          </a:r>
        </a:p>
      </dsp:txBody>
      <dsp:txXfrm>
        <a:off x="1444" y="0"/>
        <a:ext cx="3755230" cy="1457723"/>
      </dsp:txXfrm>
    </dsp:sp>
    <dsp:sp modelId="{C9B9C523-73A4-4D58-8931-C9DE3C14DB59}">
      <dsp:nvSpPr>
        <dsp:cNvPr id="0" name=""/>
        <dsp:cNvSpPr/>
      </dsp:nvSpPr>
      <dsp:spPr>
        <a:xfrm>
          <a:off x="278219" y="1459147"/>
          <a:ext cx="3201679" cy="14650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just" defTabSz="800100">
            <a:lnSpc>
              <a:spcPct val="90000"/>
            </a:lnSpc>
            <a:spcBef>
              <a:spcPct val="0"/>
            </a:spcBef>
            <a:spcAft>
              <a:spcPct val="35000"/>
            </a:spcAft>
            <a:buNone/>
          </a:pPr>
          <a:r>
            <a:rPr lang="zh-CN" altLang="en-US" sz="1800" kern="1200" dirty="0">
              <a:latin typeface="华文中宋" panose="02010600040101010101" pitchFamily="2" charset="-122"/>
              <a:ea typeface="华文中宋" panose="02010600040101010101" pitchFamily="2" charset="-122"/>
            </a:rPr>
            <a:t>构建青少年生殖健康需求的“数据画像”，弥补传统问卷调查的局限</a:t>
          </a:r>
        </a:p>
      </dsp:txBody>
      <dsp:txXfrm>
        <a:off x="321130" y="1502058"/>
        <a:ext cx="3115857" cy="1379256"/>
      </dsp:txXfrm>
    </dsp:sp>
    <dsp:sp modelId="{F08A6B58-A7CB-4520-8FC0-27DAC3D79C09}">
      <dsp:nvSpPr>
        <dsp:cNvPr id="0" name=""/>
        <dsp:cNvSpPr/>
      </dsp:nvSpPr>
      <dsp:spPr>
        <a:xfrm>
          <a:off x="266863" y="3149622"/>
          <a:ext cx="3224390" cy="14650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just" defTabSz="800100">
            <a:lnSpc>
              <a:spcPct val="90000"/>
            </a:lnSpc>
            <a:spcBef>
              <a:spcPct val="0"/>
            </a:spcBef>
            <a:spcAft>
              <a:spcPct val="35000"/>
            </a:spcAft>
            <a:buNone/>
          </a:pPr>
          <a:r>
            <a:rPr lang="zh-CN" altLang="en-US" sz="1800" kern="1200" dirty="0">
              <a:latin typeface="华文中宋" panose="02010600040101010101" pitchFamily="2" charset="-122"/>
              <a:ea typeface="华文中宋" panose="02010600040101010101" pitchFamily="2" charset="-122"/>
            </a:rPr>
            <a:t>精准定位教育重点与知识盲区，推动健康教育从“普适性宣教”向“精准化干预”转变</a:t>
          </a:r>
        </a:p>
      </dsp:txBody>
      <dsp:txXfrm>
        <a:off x="309774" y="3192533"/>
        <a:ext cx="3138568" cy="1379256"/>
      </dsp:txXfrm>
    </dsp:sp>
    <dsp:sp modelId="{540E6624-4889-45F8-A439-C69C2A50C0F1}">
      <dsp:nvSpPr>
        <dsp:cNvPr id="0" name=""/>
        <dsp:cNvSpPr/>
      </dsp:nvSpPr>
      <dsp:spPr>
        <a:xfrm>
          <a:off x="4038316" y="0"/>
          <a:ext cx="3755230" cy="485907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 赋能专业内容创作与传播</a:t>
          </a:r>
        </a:p>
      </dsp:txBody>
      <dsp:txXfrm>
        <a:off x="4038316" y="0"/>
        <a:ext cx="3755230" cy="1457723"/>
      </dsp:txXfrm>
    </dsp:sp>
    <dsp:sp modelId="{3F0212C9-4861-4F58-BFB5-CE42A802F86B}">
      <dsp:nvSpPr>
        <dsp:cNvPr id="0" name=""/>
        <dsp:cNvSpPr/>
      </dsp:nvSpPr>
      <dsp:spPr>
        <a:xfrm>
          <a:off x="4268737" y="1459147"/>
          <a:ext cx="3294388" cy="14650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just" defTabSz="800100">
            <a:lnSpc>
              <a:spcPct val="90000"/>
            </a:lnSpc>
            <a:spcBef>
              <a:spcPct val="0"/>
            </a:spcBef>
            <a:spcAft>
              <a:spcPct val="35000"/>
            </a:spcAft>
            <a:buNone/>
          </a:pPr>
          <a:r>
            <a:rPr lang="zh-CN" altLang="en-US" sz="1800" kern="1200" dirty="0">
              <a:latin typeface="华文中宋" panose="02010600040101010101" pitchFamily="2" charset="-122"/>
              <a:ea typeface="华文中宋" panose="02010600040101010101" pitchFamily="2" charset="-122"/>
            </a:rPr>
            <a:t>提供科学指南，揭示何种内容与叙事风格更受年轻用户欢迎</a:t>
          </a:r>
        </a:p>
      </dsp:txBody>
      <dsp:txXfrm>
        <a:off x="4311648" y="1502058"/>
        <a:ext cx="3208566" cy="1379256"/>
      </dsp:txXfrm>
    </dsp:sp>
    <dsp:sp modelId="{870A79F6-C966-4818-BEF7-232067AE5087}">
      <dsp:nvSpPr>
        <dsp:cNvPr id="0" name=""/>
        <dsp:cNvSpPr/>
      </dsp:nvSpPr>
      <dsp:spPr>
        <a:xfrm>
          <a:off x="4268737" y="3149622"/>
          <a:ext cx="3294388" cy="14650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just" defTabSz="800100">
            <a:lnSpc>
              <a:spcPct val="90000"/>
            </a:lnSpc>
            <a:spcBef>
              <a:spcPct val="0"/>
            </a:spcBef>
            <a:spcAft>
              <a:spcPct val="35000"/>
            </a:spcAft>
            <a:buNone/>
          </a:pPr>
          <a:r>
            <a:rPr lang="zh-CN" altLang="en-US" sz="1800" kern="1200" dirty="0">
              <a:latin typeface="华文中宋" panose="02010600040101010101" pitchFamily="2" charset="-122"/>
              <a:ea typeface="华文中宋" panose="02010600040101010101" pitchFamily="2" charset="-122"/>
            </a:rPr>
            <a:t>协助更贴近青少年真实需求的科普内容创作，有效对抗网络谣言</a:t>
          </a:r>
        </a:p>
      </dsp:txBody>
      <dsp:txXfrm>
        <a:off x="4311648" y="3192533"/>
        <a:ext cx="3208566" cy="1379256"/>
      </dsp:txXfrm>
    </dsp:sp>
    <dsp:sp modelId="{6E58F5BF-862B-4F43-8CAD-05E11CE2426E}">
      <dsp:nvSpPr>
        <dsp:cNvPr id="0" name=""/>
        <dsp:cNvSpPr/>
      </dsp:nvSpPr>
      <dsp:spPr>
        <a:xfrm>
          <a:off x="8075189" y="0"/>
          <a:ext cx="3755230" cy="485907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驱动智能化健康服务</a:t>
          </a:r>
          <a:br>
            <a:rPr lang="en-US" altLang="zh-CN" sz="2400" kern="1200" dirty="0">
              <a:latin typeface="华文中宋" panose="02010600040101010101" pitchFamily="2" charset="-122"/>
              <a:ea typeface="华文中宋" panose="02010600040101010101" pitchFamily="2" charset="-122"/>
            </a:rPr>
          </a:br>
          <a:r>
            <a:rPr lang="zh-CN" altLang="en-US" sz="2400" kern="1200" dirty="0">
              <a:latin typeface="华文中宋" panose="02010600040101010101" pitchFamily="2" charset="-122"/>
              <a:ea typeface="华文中宋" panose="02010600040101010101" pitchFamily="2" charset="-122"/>
            </a:rPr>
            <a:t>与平台优化</a:t>
          </a:r>
        </a:p>
      </dsp:txBody>
      <dsp:txXfrm>
        <a:off x="8075189" y="0"/>
        <a:ext cx="3755230" cy="1457723"/>
      </dsp:txXfrm>
    </dsp:sp>
    <dsp:sp modelId="{42224404-1D38-45F5-9081-8CB672F3DC02}">
      <dsp:nvSpPr>
        <dsp:cNvPr id="0" name=""/>
        <dsp:cNvSpPr/>
      </dsp:nvSpPr>
      <dsp:spPr>
        <a:xfrm>
          <a:off x="8305610" y="1459147"/>
          <a:ext cx="3294388" cy="14650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just" defTabSz="800100">
            <a:lnSpc>
              <a:spcPct val="90000"/>
            </a:lnSpc>
            <a:spcBef>
              <a:spcPct val="0"/>
            </a:spcBef>
            <a:spcAft>
              <a:spcPct val="35000"/>
            </a:spcAft>
            <a:buNone/>
          </a:pPr>
          <a:r>
            <a:rPr lang="zh-CN" altLang="en-US" sz="1800" kern="1200" dirty="0">
              <a:latin typeface="华文中宋" panose="02010600040101010101" pitchFamily="2" charset="-122"/>
              <a:ea typeface="华文中宋" panose="02010600040101010101" pitchFamily="2" charset="-122"/>
            </a:rPr>
            <a:t>助力下一代“</a:t>
          </a:r>
          <a:r>
            <a:rPr lang="en-US" altLang="en-US" sz="1800" kern="1200" dirty="0">
              <a:latin typeface="华文中宋" panose="02010600040101010101" pitchFamily="2" charset="-122"/>
              <a:ea typeface="华文中宋" panose="02010600040101010101" pitchFamily="2" charset="-122"/>
            </a:rPr>
            <a:t>AI</a:t>
          </a:r>
          <a:r>
            <a:rPr lang="zh-CN" altLang="en-US" sz="1800" kern="1200" dirty="0">
              <a:latin typeface="华文中宋" panose="02010600040101010101" pitchFamily="2" charset="-122"/>
              <a:ea typeface="华文中宋" panose="02010600040101010101" pitchFamily="2" charset="-122"/>
            </a:rPr>
            <a:t>健康助手”开发，为青少年提供私密、安全、全天候的专业问答服务。</a:t>
          </a:r>
        </a:p>
      </dsp:txBody>
      <dsp:txXfrm>
        <a:off x="8348521" y="1502058"/>
        <a:ext cx="3208566" cy="1379256"/>
      </dsp:txXfrm>
    </dsp:sp>
    <dsp:sp modelId="{822F719B-3033-44A6-BA9E-2B4F451853BA}">
      <dsp:nvSpPr>
        <dsp:cNvPr id="0" name=""/>
        <dsp:cNvSpPr/>
      </dsp:nvSpPr>
      <dsp:spPr>
        <a:xfrm>
          <a:off x="8305610" y="3149622"/>
          <a:ext cx="3294388" cy="14650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just" defTabSz="800100">
            <a:lnSpc>
              <a:spcPct val="90000"/>
            </a:lnSpc>
            <a:spcBef>
              <a:spcPct val="0"/>
            </a:spcBef>
            <a:spcAft>
              <a:spcPct val="35000"/>
            </a:spcAft>
            <a:buNone/>
          </a:pPr>
          <a:r>
            <a:rPr lang="zh-CN" altLang="en-US" sz="1800" kern="1200" dirty="0">
              <a:latin typeface="华文中宋" panose="02010600040101010101" pitchFamily="2" charset="-122"/>
              <a:ea typeface="华文中宋" panose="02010600040101010101" pitchFamily="2" charset="-122"/>
            </a:rPr>
            <a:t>为社交媒体平台</a:t>
          </a:r>
          <a:r>
            <a:rPr lang="zh-CN" altLang="en-US" sz="1800" b="0" kern="1200" dirty="0">
              <a:latin typeface="华文中宋" panose="02010600040101010101" pitchFamily="2" charset="-122"/>
              <a:ea typeface="华文中宋" panose="02010600040101010101" pitchFamily="2" charset="-122"/>
            </a:rPr>
            <a:t>优化推荐算法</a:t>
          </a:r>
          <a:r>
            <a:rPr lang="zh-CN" altLang="en-US" sz="1800" kern="1200" dirty="0">
              <a:latin typeface="华文中宋" panose="02010600040101010101" pitchFamily="2" charset="-122"/>
              <a:ea typeface="华文中宋" panose="02010600040101010101" pitchFamily="2" charset="-122"/>
            </a:rPr>
            <a:t>提供依据，改善平台内容生态。</a:t>
          </a:r>
        </a:p>
      </dsp:txBody>
      <dsp:txXfrm>
        <a:off x="8348521" y="3192533"/>
        <a:ext cx="3208566" cy="13792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9923AE-14EE-4848-9975-9A3A71834688}">
      <dsp:nvSpPr>
        <dsp:cNvPr id="0" name=""/>
        <dsp:cNvSpPr/>
      </dsp:nvSpPr>
      <dsp:spPr>
        <a:xfrm>
          <a:off x="6777831" y="3538456"/>
          <a:ext cx="3723602" cy="167283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b" anchorCtr="0">
          <a:noAutofit/>
        </a:bodyPr>
        <a:lstStyle/>
        <a:p>
          <a:pPr marL="0" lvl="1" indent="0" algn="l" defTabSz="800100">
            <a:lnSpc>
              <a:spcPts val="2400"/>
            </a:lnSpc>
            <a:spcBef>
              <a:spcPct val="0"/>
            </a:spcBef>
            <a:spcAft>
              <a:spcPct val="15000"/>
            </a:spcAft>
            <a:buNone/>
          </a:pPr>
          <a:r>
            <a:rPr lang="zh-CN" altLang="en-US" sz="1800" kern="1200" dirty="0">
              <a:latin typeface="华文中宋" panose="02010600040101010101" pitchFamily="2" charset="-122"/>
              <a:ea typeface="华文中宋" panose="02010600040101010101" pitchFamily="2" charset="-122"/>
            </a:rPr>
            <a:t>探讨视频上传者的专业医学背景，对其内容科学性、权威性及用户信任度的影响。</a:t>
          </a:r>
        </a:p>
      </dsp:txBody>
      <dsp:txXfrm>
        <a:off x="7931658" y="3993412"/>
        <a:ext cx="2533027" cy="1181135"/>
      </dsp:txXfrm>
    </dsp:sp>
    <dsp:sp modelId="{CE5BE91D-D46D-41A3-8941-59B833B521F7}">
      <dsp:nvSpPr>
        <dsp:cNvPr id="0" name=""/>
        <dsp:cNvSpPr/>
      </dsp:nvSpPr>
      <dsp:spPr>
        <a:xfrm>
          <a:off x="1182217" y="3554782"/>
          <a:ext cx="3723602" cy="167283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b" anchorCtr="0">
          <a:noAutofit/>
        </a:bodyPr>
        <a:lstStyle/>
        <a:p>
          <a:pPr marL="0" lvl="1" indent="0" algn="l" defTabSz="800100">
            <a:lnSpc>
              <a:spcPts val="2400"/>
            </a:lnSpc>
            <a:spcBef>
              <a:spcPct val="0"/>
            </a:spcBef>
            <a:spcAft>
              <a:spcPct val="15000"/>
            </a:spcAft>
            <a:buNone/>
          </a:pPr>
          <a:r>
            <a:rPr lang="zh-CN" altLang="en-US" sz="1800" kern="1200" dirty="0">
              <a:latin typeface="华文中宋" panose="02010600040101010101" pitchFamily="2" charset="-122"/>
              <a:ea typeface="华文中宋" panose="02010600040101010101" pitchFamily="2" charset="-122"/>
            </a:rPr>
            <a:t>利用大语言模型分析用户评论的情感倾向，并揭示情感态度与用户参与行为之间的内在关系。</a:t>
          </a:r>
        </a:p>
      </dsp:txBody>
      <dsp:txXfrm>
        <a:off x="1218964" y="4009739"/>
        <a:ext cx="2533027" cy="1181135"/>
      </dsp:txXfrm>
    </dsp:sp>
    <dsp:sp modelId="{C0931AC6-A119-4A9F-8E64-2043483C0153}">
      <dsp:nvSpPr>
        <dsp:cNvPr id="0" name=""/>
        <dsp:cNvSpPr/>
      </dsp:nvSpPr>
      <dsp:spPr>
        <a:xfrm>
          <a:off x="6734291" y="49900"/>
          <a:ext cx="3723602" cy="167283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1" indent="0" algn="l" defTabSz="800100">
            <a:lnSpc>
              <a:spcPts val="2400"/>
            </a:lnSpc>
            <a:spcBef>
              <a:spcPct val="0"/>
            </a:spcBef>
            <a:spcAft>
              <a:spcPct val="15000"/>
            </a:spcAft>
            <a:buNone/>
          </a:pPr>
          <a:r>
            <a:rPr lang="zh-CN" altLang="en-US" sz="1800" kern="1200" dirty="0">
              <a:latin typeface="华文中宋" panose="02010600040101010101" pitchFamily="2" charset="-122"/>
              <a:ea typeface="华文中宋" panose="02010600040101010101" pitchFamily="2" charset="-122"/>
            </a:rPr>
            <a:t>量化分析不同话题下，用户点赞、评论、分享等多维参与行为，刻画其互动规律。</a:t>
          </a:r>
        </a:p>
      </dsp:txBody>
      <dsp:txXfrm>
        <a:off x="7888118" y="86647"/>
        <a:ext cx="2533027" cy="1181135"/>
      </dsp:txXfrm>
    </dsp:sp>
    <dsp:sp modelId="{54EBBB5E-94B9-47EC-B88D-C5F42EC25F5F}">
      <dsp:nvSpPr>
        <dsp:cNvPr id="0" name=""/>
        <dsp:cNvSpPr/>
      </dsp:nvSpPr>
      <dsp:spPr>
        <a:xfrm>
          <a:off x="1220334" y="55337"/>
          <a:ext cx="3723602" cy="167283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1" indent="0" algn="l" defTabSz="800100">
            <a:lnSpc>
              <a:spcPts val="2400"/>
            </a:lnSpc>
            <a:spcBef>
              <a:spcPct val="0"/>
            </a:spcBef>
            <a:spcAft>
              <a:spcPct val="15000"/>
            </a:spcAft>
            <a:buFont typeface="Arial" panose="020B0604020202020204" pitchFamily="34" charset="0"/>
            <a:buNone/>
          </a:pPr>
          <a:r>
            <a:rPr lang="zh-CN" altLang="en-US" sz="1800" kern="1200" dirty="0">
              <a:latin typeface="华文中宋" panose="02010600040101010101" pitchFamily="2" charset="-122"/>
              <a:ea typeface="华文中宋" panose="02010600040101010101" pitchFamily="2" charset="-122"/>
            </a:rPr>
            <a:t>系统梳理青少年在</a:t>
          </a:r>
          <a:r>
            <a:rPr lang="en-US" altLang="en-US" sz="1800" kern="1200" dirty="0">
              <a:latin typeface="华文中宋" panose="02010600040101010101" pitchFamily="2" charset="-122"/>
              <a:ea typeface="华文中宋" panose="02010600040101010101" pitchFamily="2" charset="-122"/>
            </a:rPr>
            <a:t>B</a:t>
          </a:r>
          <a:r>
            <a:rPr lang="zh-CN" altLang="en-US" sz="1800" kern="1200" dirty="0">
              <a:latin typeface="华文中宋" panose="02010600040101010101" pitchFamily="2" charset="-122"/>
              <a:ea typeface="华文中宋" panose="02010600040101010101" pitchFamily="2" charset="-122"/>
            </a:rPr>
            <a:t>站对生殖健康内容的核心诉求、关注热点与信息缺口。</a:t>
          </a:r>
        </a:p>
      </dsp:txBody>
      <dsp:txXfrm>
        <a:off x="1257081" y="92084"/>
        <a:ext cx="2533027" cy="1181135"/>
      </dsp:txXfrm>
    </dsp:sp>
    <dsp:sp modelId="{151B7611-1D50-465E-8F10-6E73FA2D4FB6}">
      <dsp:nvSpPr>
        <dsp:cNvPr id="0" name=""/>
        <dsp:cNvSpPr/>
      </dsp:nvSpPr>
      <dsp:spPr>
        <a:xfrm>
          <a:off x="3509835" y="297974"/>
          <a:ext cx="2263560" cy="2263560"/>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华文中宋" panose="02010600040101010101" pitchFamily="2" charset="-122"/>
              <a:ea typeface="华文中宋" panose="02010600040101010101" pitchFamily="2" charset="-122"/>
            </a:rPr>
            <a:t>揭示信息需求特征</a:t>
          </a:r>
        </a:p>
      </dsp:txBody>
      <dsp:txXfrm>
        <a:off x="4172816" y="960955"/>
        <a:ext cx="1600579" cy="1600579"/>
      </dsp:txXfrm>
    </dsp:sp>
    <dsp:sp modelId="{E3703324-965F-472C-8C4F-66003F0A81D6}">
      <dsp:nvSpPr>
        <dsp:cNvPr id="0" name=""/>
        <dsp:cNvSpPr/>
      </dsp:nvSpPr>
      <dsp:spPr>
        <a:xfrm rot="5400000">
          <a:off x="5877948" y="297974"/>
          <a:ext cx="2263560" cy="2263560"/>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华文中宋" panose="02010600040101010101" pitchFamily="2" charset="-122"/>
              <a:ea typeface="华文中宋" panose="02010600040101010101" pitchFamily="2" charset="-122"/>
            </a:rPr>
            <a:t>分析用户参与模式</a:t>
          </a:r>
        </a:p>
      </dsp:txBody>
      <dsp:txXfrm rot="-5400000">
        <a:off x="5877948" y="960955"/>
        <a:ext cx="1600579" cy="1600579"/>
      </dsp:txXfrm>
    </dsp:sp>
    <dsp:sp modelId="{834BC809-9827-4B7A-B4F0-93A0216700D4}">
      <dsp:nvSpPr>
        <dsp:cNvPr id="0" name=""/>
        <dsp:cNvSpPr/>
      </dsp:nvSpPr>
      <dsp:spPr>
        <a:xfrm rot="10800000">
          <a:off x="5877948" y="2666087"/>
          <a:ext cx="2263560" cy="2263560"/>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华文中宋" panose="02010600040101010101" pitchFamily="2" charset="-122"/>
              <a:ea typeface="华文中宋" panose="02010600040101010101" pitchFamily="2" charset="-122"/>
            </a:rPr>
            <a:t>评估创作者背景影响</a:t>
          </a:r>
        </a:p>
      </dsp:txBody>
      <dsp:txXfrm rot="10800000">
        <a:off x="5877948" y="2666087"/>
        <a:ext cx="1600579" cy="1600579"/>
      </dsp:txXfrm>
    </dsp:sp>
    <dsp:sp modelId="{F15F51D5-8EEE-49AA-9C59-F36713946192}">
      <dsp:nvSpPr>
        <dsp:cNvPr id="0" name=""/>
        <dsp:cNvSpPr/>
      </dsp:nvSpPr>
      <dsp:spPr>
        <a:xfrm rot="16200000">
          <a:off x="3509835" y="2666087"/>
          <a:ext cx="2263560" cy="2263560"/>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华文中宋" panose="02010600040101010101" pitchFamily="2" charset="-122"/>
              <a:ea typeface="华文中宋" panose="02010600040101010101" pitchFamily="2" charset="-122"/>
            </a:rPr>
            <a:t>探索情感与行为关联</a:t>
          </a:r>
        </a:p>
      </dsp:txBody>
      <dsp:txXfrm rot="5400000">
        <a:off x="4172816" y="2666087"/>
        <a:ext cx="1600579" cy="1600579"/>
      </dsp:txXfrm>
    </dsp:sp>
    <dsp:sp modelId="{AD571EA6-13B1-4C80-B6DA-3222D599D5E5}">
      <dsp:nvSpPr>
        <dsp:cNvPr id="0" name=""/>
        <dsp:cNvSpPr/>
      </dsp:nvSpPr>
      <dsp:spPr>
        <a:xfrm>
          <a:off x="5434907" y="2143325"/>
          <a:ext cx="781529" cy="679590"/>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DFEAAB-2D20-4C08-8022-17655376F00F}">
      <dsp:nvSpPr>
        <dsp:cNvPr id="0" name=""/>
        <dsp:cNvSpPr/>
      </dsp:nvSpPr>
      <dsp:spPr>
        <a:xfrm rot="10800000">
          <a:off x="5434907" y="2404706"/>
          <a:ext cx="781529" cy="679590"/>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AB308-CEE6-4110-91CA-4D0A58CBFA60}">
      <dsp:nvSpPr>
        <dsp:cNvPr id="0" name=""/>
        <dsp:cNvSpPr/>
      </dsp:nvSpPr>
      <dsp:spPr>
        <a:xfrm>
          <a:off x="5282" y="610615"/>
          <a:ext cx="2268756" cy="7511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latin typeface="华文中宋" panose="02010600040101010101" pitchFamily="2" charset="-122"/>
              <a:ea typeface="华文中宋" panose="02010600040101010101" pitchFamily="2" charset="-122"/>
            </a:rPr>
            <a:t>内容覆盖度分析</a:t>
          </a:r>
        </a:p>
      </dsp:txBody>
      <dsp:txXfrm>
        <a:off x="27282" y="632615"/>
        <a:ext cx="2224756" cy="707122"/>
      </dsp:txXfrm>
    </dsp:sp>
    <dsp:sp modelId="{4FEB6F5D-707F-4E50-BD26-6F8255F394D0}">
      <dsp:nvSpPr>
        <dsp:cNvPr id="0" name=""/>
        <dsp:cNvSpPr/>
      </dsp:nvSpPr>
      <dsp:spPr>
        <a:xfrm>
          <a:off x="232158" y="1361737"/>
          <a:ext cx="226875" cy="1743927"/>
        </a:xfrm>
        <a:custGeom>
          <a:avLst/>
          <a:gdLst/>
          <a:ahLst/>
          <a:cxnLst/>
          <a:rect l="0" t="0" r="0" b="0"/>
          <a:pathLst>
            <a:path>
              <a:moveTo>
                <a:pt x="0" y="0"/>
              </a:moveTo>
              <a:lnTo>
                <a:pt x="0" y="1743927"/>
              </a:lnTo>
              <a:lnTo>
                <a:pt x="226875" y="17439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9D635D-24F2-48AA-9EA4-1BC8FB1D3059}">
      <dsp:nvSpPr>
        <dsp:cNvPr id="0" name=""/>
        <dsp:cNvSpPr/>
      </dsp:nvSpPr>
      <dsp:spPr>
        <a:xfrm>
          <a:off x="459034" y="1630214"/>
          <a:ext cx="2390412" cy="295090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t" anchorCtr="0">
          <a:noAutofit/>
        </a:bodyPr>
        <a:lstStyle/>
        <a:p>
          <a:pPr marL="0" lvl="0" indent="0" algn="just" defTabSz="844550">
            <a:lnSpc>
              <a:spcPct val="90000"/>
            </a:lnSpc>
            <a:spcBef>
              <a:spcPct val="0"/>
            </a:spcBef>
            <a:spcAft>
              <a:spcPct val="35000"/>
            </a:spcAft>
            <a:buNone/>
          </a:pPr>
          <a:r>
            <a:rPr lang="zh-CN" altLang="en-US" sz="1900" kern="1200" dirty="0">
              <a:latin typeface="华文中宋" panose="02010600040101010101" pitchFamily="2" charset="-122"/>
              <a:ea typeface="华文中宋" panose="02010600040101010101" pitchFamily="2" charset="-122"/>
            </a:rPr>
            <a:t>建立一个包含</a:t>
          </a:r>
          <a:r>
            <a:rPr lang="en-US" altLang="en-US" sz="1900" kern="1200" dirty="0">
              <a:latin typeface="华文中宋" panose="02010600040101010101" pitchFamily="2" charset="-122"/>
              <a:ea typeface="华文中宋" panose="02010600040101010101" pitchFamily="2" charset="-122"/>
            </a:rPr>
            <a:t>13</a:t>
          </a:r>
          <a:r>
            <a:rPr lang="zh-CN" altLang="en-US" sz="1900" kern="1200" dirty="0">
              <a:latin typeface="华文中宋" panose="02010600040101010101" pitchFamily="2" charset="-122"/>
              <a:ea typeface="华文中宋" panose="02010600040101010101" pitchFamily="2" charset="-122"/>
            </a:rPr>
            <a:t>类主要生殖健康话题的标签体系，系统评估</a:t>
          </a:r>
          <a:r>
            <a:rPr lang="en-US" altLang="en-US" sz="1900" kern="1200" dirty="0">
              <a:latin typeface="华文中宋" panose="02010600040101010101" pitchFamily="2" charset="-122"/>
              <a:ea typeface="华文中宋" panose="02010600040101010101" pitchFamily="2" charset="-122"/>
            </a:rPr>
            <a:t>B</a:t>
          </a:r>
          <a:r>
            <a:rPr lang="zh-CN" altLang="en-US" sz="1900" kern="1200" dirty="0">
              <a:latin typeface="华文中宋" panose="02010600040101010101" pitchFamily="2" charset="-122"/>
              <a:ea typeface="华文中宋" panose="02010600040101010101" pitchFamily="2" charset="-122"/>
            </a:rPr>
            <a:t>站相关视频的主题分布、数量变化和内容结构。</a:t>
          </a:r>
        </a:p>
      </dsp:txBody>
      <dsp:txXfrm>
        <a:off x="529047" y="1700227"/>
        <a:ext cx="2250386" cy="2810875"/>
      </dsp:txXfrm>
    </dsp:sp>
    <dsp:sp modelId="{20D7BB91-8AFB-469F-96F5-F39191EC5416}">
      <dsp:nvSpPr>
        <dsp:cNvPr id="0" name=""/>
        <dsp:cNvSpPr/>
      </dsp:nvSpPr>
      <dsp:spPr>
        <a:xfrm>
          <a:off x="2932649" y="610615"/>
          <a:ext cx="2268756" cy="7511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latin typeface="华文中宋" panose="02010600040101010101" pitchFamily="2" charset="-122"/>
              <a:ea typeface="华文中宋" panose="02010600040101010101" pitchFamily="2" charset="-122"/>
            </a:rPr>
            <a:t>用户参与度研究</a:t>
          </a:r>
        </a:p>
      </dsp:txBody>
      <dsp:txXfrm>
        <a:off x="2954649" y="632615"/>
        <a:ext cx="2224756" cy="707122"/>
      </dsp:txXfrm>
    </dsp:sp>
    <dsp:sp modelId="{2256FACA-8AD8-429C-A486-BF8DAC0BB0FA}">
      <dsp:nvSpPr>
        <dsp:cNvPr id="0" name=""/>
        <dsp:cNvSpPr/>
      </dsp:nvSpPr>
      <dsp:spPr>
        <a:xfrm>
          <a:off x="3159524" y="1361737"/>
          <a:ext cx="226875" cy="1743927"/>
        </a:xfrm>
        <a:custGeom>
          <a:avLst/>
          <a:gdLst/>
          <a:ahLst/>
          <a:cxnLst/>
          <a:rect l="0" t="0" r="0" b="0"/>
          <a:pathLst>
            <a:path>
              <a:moveTo>
                <a:pt x="0" y="0"/>
              </a:moveTo>
              <a:lnTo>
                <a:pt x="0" y="1743927"/>
              </a:lnTo>
              <a:lnTo>
                <a:pt x="226875" y="17439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72BFDF-98D5-48A5-8D8E-5752CEE03170}">
      <dsp:nvSpPr>
        <dsp:cNvPr id="0" name=""/>
        <dsp:cNvSpPr/>
      </dsp:nvSpPr>
      <dsp:spPr>
        <a:xfrm>
          <a:off x="3386400" y="1630214"/>
          <a:ext cx="2390412" cy="295090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t" anchorCtr="0">
          <a:noAutofit/>
        </a:bodyPr>
        <a:lstStyle/>
        <a:p>
          <a:pPr marL="0" lvl="0" indent="0" algn="just" defTabSz="844550">
            <a:lnSpc>
              <a:spcPct val="90000"/>
            </a:lnSpc>
            <a:spcBef>
              <a:spcPct val="0"/>
            </a:spcBef>
            <a:spcAft>
              <a:spcPct val="35000"/>
            </a:spcAft>
            <a:buNone/>
          </a:pPr>
          <a:r>
            <a:rPr lang="zh-CN" altLang="en-US" sz="1900" kern="1200" dirty="0">
              <a:latin typeface="华文中宋" panose="02010600040101010101" pitchFamily="2" charset="-122"/>
              <a:ea typeface="华文中宋" panose="02010600040101010101" pitchFamily="2" charset="-122"/>
            </a:rPr>
            <a:t>基于浏览、点赞、评论、分享等后台数据，比较不同话题、不同时间段的用户互动热度，揭示行为模式。</a:t>
          </a:r>
        </a:p>
      </dsp:txBody>
      <dsp:txXfrm>
        <a:off x="3456413" y="1700227"/>
        <a:ext cx="2250386" cy="2810875"/>
      </dsp:txXfrm>
    </dsp:sp>
    <dsp:sp modelId="{2C9673B4-92DB-48FE-BDE5-CBAF1CDB053C}">
      <dsp:nvSpPr>
        <dsp:cNvPr id="0" name=""/>
        <dsp:cNvSpPr/>
      </dsp:nvSpPr>
      <dsp:spPr>
        <a:xfrm>
          <a:off x="5860015" y="610615"/>
          <a:ext cx="2268756" cy="7511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latin typeface="华文中宋" panose="02010600040101010101" pitchFamily="2" charset="-122"/>
              <a:ea typeface="华文中宋" panose="02010600040101010101" pitchFamily="2" charset="-122"/>
            </a:rPr>
            <a:t>创作者背景调查</a:t>
          </a:r>
        </a:p>
      </dsp:txBody>
      <dsp:txXfrm>
        <a:off x="5882015" y="632615"/>
        <a:ext cx="2224756" cy="707122"/>
      </dsp:txXfrm>
    </dsp:sp>
    <dsp:sp modelId="{04D9F8EF-6AFF-42F1-8ED5-BB0CDC18CB72}">
      <dsp:nvSpPr>
        <dsp:cNvPr id="0" name=""/>
        <dsp:cNvSpPr/>
      </dsp:nvSpPr>
      <dsp:spPr>
        <a:xfrm>
          <a:off x="6086891" y="1361737"/>
          <a:ext cx="226875" cy="1743927"/>
        </a:xfrm>
        <a:custGeom>
          <a:avLst/>
          <a:gdLst/>
          <a:ahLst/>
          <a:cxnLst/>
          <a:rect l="0" t="0" r="0" b="0"/>
          <a:pathLst>
            <a:path>
              <a:moveTo>
                <a:pt x="0" y="0"/>
              </a:moveTo>
              <a:lnTo>
                <a:pt x="0" y="1743927"/>
              </a:lnTo>
              <a:lnTo>
                <a:pt x="226875" y="17439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DE6347-C73E-4901-83CA-E9C369B5D932}">
      <dsp:nvSpPr>
        <dsp:cNvPr id="0" name=""/>
        <dsp:cNvSpPr/>
      </dsp:nvSpPr>
      <dsp:spPr>
        <a:xfrm>
          <a:off x="6313766" y="1630214"/>
          <a:ext cx="2390412" cy="295090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t" anchorCtr="0">
          <a:noAutofit/>
        </a:bodyPr>
        <a:lstStyle/>
        <a:p>
          <a:pPr marL="0" lvl="0" indent="0" algn="just" defTabSz="844550">
            <a:lnSpc>
              <a:spcPct val="90000"/>
            </a:lnSpc>
            <a:spcBef>
              <a:spcPct val="0"/>
            </a:spcBef>
            <a:spcAft>
              <a:spcPct val="35000"/>
            </a:spcAft>
            <a:buNone/>
          </a:pPr>
          <a:r>
            <a:rPr lang="zh-CN" altLang="en-US" sz="1900" kern="1200" dirty="0">
              <a:latin typeface="华文中宋" panose="02010600040101010101" pitchFamily="2" charset="-122"/>
              <a:ea typeface="华文中宋" panose="02010600040101010101" pitchFamily="2" charset="-122"/>
            </a:rPr>
            <a:t>对视频上传者身份进行梳理和认证，区分“医学专业背景”与“非医学背景”，比较两类创作者在内容科学性、传播力和用户反馈上的差异。</a:t>
          </a:r>
        </a:p>
      </dsp:txBody>
      <dsp:txXfrm>
        <a:off x="6383779" y="1700227"/>
        <a:ext cx="2250386" cy="2810875"/>
      </dsp:txXfrm>
    </dsp:sp>
    <dsp:sp modelId="{5A4AA555-41A6-419E-9E76-E158766E41C9}">
      <dsp:nvSpPr>
        <dsp:cNvPr id="0" name=""/>
        <dsp:cNvSpPr/>
      </dsp:nvSpPr>
      <dsp:spPr>
        <a:xfrm>
          <a:off x="8787381" y="610615"/>
          <a:ext cx="2268756" cy="7511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latin typeface="华文中宋" panose="02010600040101010101" pitchFamily="2" charset="-122"/>
              <a:ea typeface="华文中宋" panose="02010600040101010101" pitchFamily="2" charset="-122"/>
            </a:rPr>
            <a:t>情感响应分析</a:t>
          </a:r>
        </a:p>
      </dsp:txBody>
      <dsp:txXfrm>
        <a:off x="8809381" y="632615"/>
        <a:ext cx="2224756" cy="707122"/>
      </dsp:txXfrm>
    </dsp:sp>
    <dsp:sp modelId="{D672CE27-A8DE-41B7-98B1-91D3D1BBD3C8}">
      <dsp:nvSpPr>
        <dsp:cNvPr id="0" name=""/>
        <dsp:cNvSpPr/>
      </dsp:nvSpPr>
      <dsp:spPr>
        <a:xfrm>
          <a:off x="9014257" y="1361737"/>
          <a:ext cx="226875" cy="1743927"/>
        </a:xfrm>
        <a:custGeom>
          <a:avLst/>
          <a:gdLst/>
          <a:ahLst/>
          <a:cxnLst/>
          <a:rect l="0" t="0" r="0" b="0"/>
          <a:pathLst>
            <a:path>
              <a:moveTo>
                <a:pt x="0" y="0"/>
              </a:moveTo>
              <a:lnTo>
                <a:pt x="0" y="1743927"/>
              </a:lnTo>
              <a:lnTo>
                <a:pt x="226875" y="17439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022D22-C01C-4B3E-A384-8CD07E5CC568}">
      <dsp:nvSpPr>
        <dsp:cNvPr id="0" name=""/>
        <dsp:cNvSpPr/>
      </dsp:nvSpPr>
      <dsp:spPr>
        <a:xfrm>
          <a:off x="9241133" y="1630214"/>
          <a:ext cx="2390412" cy="295090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t" anchorCtr="0">
          <a:noAutofit/>
        </a:bodyPr>
        <a:lstStyle/>
        <a:p>
          <a:pPr marL="0" lvl="0" indent="0" algn="just" defTabSz="844550">
            <a:lnSpc>
              <a:spcPct val="90000"/>
            </a:lnSpc>
            <a:spcBef>
              <a:spcPct val="0"/>
            </a:spcBef>
            <a:spcAft>
              <a:spcPct val="35000"/>
            </a:spcAft>
            <a:buNone/>
          </a:pPr>
          <a:r>
            <a:rPr lang="zh-CN" altLang="en-US" sz="1900" kern="1200" dirty="0">
              <a:latin typeface="华文中宋" panose="02010600040101010101" pitchFamily="2" charset="-122"/>
              <a:ea typeface="华文中宋" panose="02010600040101010101" pitchFamily="2" charset="-122"/>
            </a:rPr>
            <a:t>借助大语言模型对用户评论和弹幕进行情感分析，自动分类为“正向、中性、负向”三类，挖掘情感极性与用户参与行为的内在联系</a:t>
          </a:r>
          <a:r>
            <a:rPr lang="zh-CN" altLang="en-US" sz="1900" kern="1200" dirty="0"/>
            <a:t>。</a:t>
          </a:r>
        </a:p>
      </dsp:txBody>
      <dsp:txXfrm>
        <a:off x="9311146" y="1700227"/>
        <a:ext cx="2250386" cy="28108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86D43-9F04-4D1D-8ACC-AF347B6DABC1}">
      <dsp:nvSpPr>
        <dsp:cNvPr id="0" name=""/>
        <dsp:cNvSpPr/>
      </dsp:nvSpPr>
      <dsp:spPr>
        <a:xfrm rot="5400000">
          <a:off x="-147295" y="153415"/>
          <a:ext cx="981967" cy="6873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t>数据收集</a:t>
          </a:r>
          <a:endParaRPr lang="zh-CN" altLang="en-US" sz="1200" kern="1200" dirty="0"/>
        </a:p>
      </dsp:txBody>
      <dsp:txXfrm rot="-5400000">
        <a:off x="1" y="349809"/>
        <a:ext cx="687377" cy="294590"/>
      </dsp:txXfrm>
    </dsp:sp>
    <dsp:sp modelId="{5A09AF87-1916-4553-8176-34F66333065C}">
      <dsp:nvSpPr>
        <dsp:cNvPr id="0" name=""/>
        <dsp:cNvSpPr/>
      </dsp:nvSpPr>
      <dsp:spPr>
        <a:xfrm rot="5400000">
          <a:off x="4699056" y="-4005558"/>
          <a:ext cx="638278" cy="866163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0" lvl="1" indent="-114300" algn="l" defTabSz="622300">
            <a:lnSpc>
              <a:spcPct val="90000"/>
            </a:lnSpc>
            <a:spcBef>
              <a:spcPct val="0"/>
            </a:spcBef>
            <a:spcAft>
              <a:spcPct val="15000"/>
            </a:spcAft>
            <a:buNone/>
          </a:pPr>
          <a:r>
            <a:rPr lang="zh-CN" sz="1400" kern="1200" dirty="0"/>
            <a:t>选取</a:t>
          </a:r>
          <a:r>
            <a:rPr lang="en-US" sz="1400" kern="1200" dirty="0"/>
            <a:t>2016</a:t>
          </a:r>
          <a:r>
            <a:rPr lang="zh-CN" sz="1400" kern="1200" dirty="0"/>
            <a:t>年</a:t>
          </a:r>
          <a:r>
            <a:rPr lang="en-US" sz="1400" kern="1200" dirty="0"/>
            <a:t>9</a:t>
          </a:r>
          <a:r>
            <a:rPr lang="zh-CN" sz="1400" kern="1200" dirty="0"/>
            <a:t>月至</a:t>
          </a:r>
          <a:r>
            <a:rPr lang="en-US" sz="1400" kern="1200" dirty="0"/>
            <a:t>2024</a:t>
          </a:r>
          <a:r>
            <a:rPr lang="zh-CN" sz="1400" kern="1200" dirty="0"/>
            <a:t>年</a:t>
          </a:r>
          <a:r>
            <a:rPr lang="en-US" sz="1400" kern="1200" dirty="0"/>
            <a:t>6</a:t>
          </a:r>
          <a:r>
            <a:rPr lang="zh-CN" sz="1400" kern="1200" dirty="0"/>
            <a:t>月期间，</a:t>
          </a:r>
          <a:r>
            <a:rPr lang="en-US" sz="1400" kern="1200" dirty="0" err="1"/>
            <a:t>Bilibili</a:t>
          </a:r>
          <a:r>
            <a:rPr lang="zh-CN" sz="1400" kern="1200" dirty="0"/>
            <a:t>平台上与生殖健康相关、单个观看次数大于等于</a:t>
          </a:r>
          <a:r>
            <a:rPr lang="en-US" sz="1400" kern="1200" dirty="0"/>
            <a:t>100,000</a:t>
          </a:r>
          <a:r>
            <a:rPr lang="zh-CN" sz="1400" kern="1200" dirty="0"/>
            <a:t>次的视频，采集用户评论与弹幕。</a:t>
          </a:r>
          <a:endParaRPr lang="zh-CN" altLang="en-US" sz="1400" kern="1200" dirty="0"/>
        </a:p>
      </dsp:txBody>
      <dsp:txXfrm rot="-5400000">
        <a:off x="687377" y="37279"/>
        <a:ext cx="8630478" cy="575962"/>
      </dsp:txXfrm>
    </dsp:sp>
    <dsp:sp modelId="{73E328DA-DE1A-4E9E-8BB6-2A129F302147}">
      <dsp:nvSpPr>
        <dsp:cNvPr id="0" name=""/>
        <dsp:cNvSpPr/>
      </dsp:nvSpPr>
      <dsp:spPr>
        <a:xfrm rot="5400000">
          <a:off x="-147295" y="1038307"/>
          <a:ext cx="981967" cy="6873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t>样本筛选</a:t>
          </a:r>
          <a:endParaRPr lang="zh-CN" altLang="en-US" sz="1200" kern="1200" dirty="0"/>
        </a:p>
      </dsp:txBody>
      <dsp:txXfrm rot="-5400000">
        <a:off x="1" y="1234701"/>
        <a:ext cx="687377" cy="294590"/>
      </dsp:txXfrm>
    </dsp:sp>
    <dsp:sp modelId="{2410FD5A-8060-48AD-BA98-BE7DBC4539D7}">
      <dsp:nvSpPr>
        <dsp:cNvPr id="0" name=""/>
        <dsp:cNvSpPr/>
      </dsp:nvSpPr>
      <dsp:spPr>
        <a:xfrm rot="5400000">
          <a:off x="4699056" y="-3120666"/>
          <a:ext cx="638278" cy="866163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None/>
          </a:pPr>
          <a:r>
            <a:rPr lang="zh-CN" sz="1400" kern="1200" dirty="0"/>
            <a:t>根据领域专家建议，遴选出</a:t>
          </a:r>
          <a:r>
            <a:rPr lang="en-US" sz="1400" kern="1200" dirty="0"/>
            <a:t>18</a:t>
          </a:r>
          <a:r>
            <a:rPr lang="zh-CN" sz="1400" kern="1200" dirty="0"/>
            <a:t>个生殖健康相关关键词作为初筛标准。</a:t>
          </a:r>
          <a:endParaRPr lang="zh-CN" altLang="en-US" sz="1400" kern="1200" dirty="0"/>
        </a:p>
      </dsp:txBody>
      <dsp:txXfrm rot="-5400000">
        <a:off x="687377" y="922171"/>
        <a:ext cx="8630478" cy="575962"/>
      </dsp:txXfrm>
    </dsp:sp>
    <dsp:sp modelId="{37A3A5C7-E79D-4614-ADC0-FAEEB13E6060}">
      <dsp:nvSpPr>
        <dsp:cNvPr id="0" name=""/>
        <dsp:cNvSpPr/>
      </dsp:nvSpPr>
      <dsp:spPr>
        <a:xfrm rot="5400000">
          <a:off x="-147295" y="1923199"/>
          <a:ext cx="981967" cy="6873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t>数据预处理</a:t>
          </a:r>
          <a:endParaRPr lang="zh-CN" altLang="en-US" sz="1200" kern="1200" dirty="0"/>
        </a:p>
      </dsp:txBody>
      <dsp:txXfrm rot="-5400000">
        <a:off x="1" y="2119593"/>
        <a:ext cx="687377" cy="294590"/>
      </dsp:txXfrm>
    </dsp:sp>
    <dsp:sp modelId="{9A9F67B5-2E3B-4547-B89E-46C1CB8B6E29}">
      <dsp:nvSpPr>
        <dsp:cNvPr id="0" name=""/>
        <dsp:cNvSpPr/>
      </dsp:nvSpPr>
      <dsp:spPr>
        <a:xfrm rot="5400000">
          <a:off x="4698888" y="-2235607"/>
          <a:ext cx="638614" cy="866163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Font typeface="Arial" panose="020B0604020202020204" pitchFamily="34" charset="0"/>
            <a:buNone/>
          </a:pPr>
          <a:r>
            <a:rPr lang="zh-CN" altLang="en-US" sz="1400" kern="1200" dirty="0"/>
            <a:t>作为</a:t>
          </a:r>
          <a:r>
            <a:rPr lang="zh-CN" sz="1400" kern="1200" dirty="0"/>
            <a:t>后续分析的基础</a:t>
          </a:r>
          <a:r>
            <a:rPr lang="zh-CN" altLang="en-US" sz="1400" kern="1200" dirty="0"/>
            <a:t>，</a:t>
          </a:r>
          <a:r>
            <a:rPr lang="zh-CN" sz="1400" kern="1200" dirty="0"/>
            <a:t>包括数据去重、异常值识别、文本清理与标准化。</a:t>
          </a:r>
          <a:endParaRPr lang="zh-CN" altLang="en-US" sz="1400" kern="1200" dirty="0"/>
        </a:p>
      </dsp:txBody>
      <dsp:txXfrm rot="-5400000">
        <a:off x="687378" y="1807078"/>
        <a:ext cx="8630461" cy="576264"/>
      </dsp:txXfrm>
    </dsp:sp>
    <dsp:sp modelId="{9CF63DC6-CD17-4852-9EFC-CFDC0623B8AD}">
      <dsp:nvSpPr>
        <dsp:cNvPr id="0" name=""/>
        <dsp:cNvSpPr/>
      </dsp:nvSpPr>
      <dsp:spPr>
        <a:xfrm rot="5400000">
          <a:off x="-147295" y="2808090"/>
          <a:ext cx="981967" cy="6873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zh-CN" altLang="en-US" sz="1050" b="1" kern="1200" dirty="0"/>
            <a:t>人工审核与质量控制</a:t>
          </a:r>
          <a:endParaRPr lang="zh-CN" altLang="en-US" sz="1050" kern="1200" dirty="0"/>
        </a:p>
      </dsp:txBody>
      <dsp:txXfrm rot="-5400000">
        <a:off x="1" y="3004484"/>
        <a:ext cx="687377" cy="294590"/>
      </dsp:txXfrm>
    </dsp:sp>
    <dsp:sp modelId="{8A71F499-1068-4504-A4B2-CA45678D4CD7}">
      <dsp:nvSpPr>
        <dsp:cNvPr id="0" name=""/>
        <dsp:cNvSpPr/>
      </dsp:nvSpPr>
      <dsp:spPr>
        <a:xfrm rot="5400000">
          <a:off x="4699056" y="-1350883"/>
          <a:ext cx="638278" cy="866163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None/>
          </a:pPr>
          <a:r>
            <a:rPr lang="zh-CN" sz="1400" kern="1200" dirty="0"/>
            <a:t>所有样本均由两名经过培训的研究人员独立进行主题归类、内容标签标注和创作者背景判断。</a:t>
          </a:r>
          <a:endParaRPr lang="zh-CN" altLang="en-US" sz="1400" kern="1200" dirty="0"/>
        </a:p>
      </dsp:txBody>
      <dsp:txXfrm rot="-5400000">
        <a:off x="687377" y="2691954"/>
        <a:ext cx="8630478" cy="575962"/>
      </dsp:txXfrm>
    </dsp:sp>
    <dsp:sp modelId="{B9CFBEED-ADB7-4BAA-A2BE-AE3821F8D146}">
      <dsp:nvSpPr>
        <dsp:cNvPr id="0" name=""/>
        <dsp:cNvSpPr/>
      </dsp:nvSpPr>
      <dsp:spPr>
        <a:xfrm rot="5400000">
          <a:off x="-147295" y="3692982"/>
          <a:ext cx="981967" cy="6873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t>情感分析</a:t>
          </a:r>
          <a:endParaRPr lang="zh-CN" altLang="en-US" sz="1200" kern="1200" dirty="0"/>
        </a:p>
      </dsp:txBody>
      <dsp:txXfrm rot="-5400000">
        <a:off x="1" y="3889376"/>
        <a:ext cx="687377" cy="294590"/>
      </dsp:txXfrm>
    </dsp:sp>
    <dsp:sp modelId="{295B1AEC-01DF-4979-BCF1-F5376FCC4615}">
      <dsp:nvSpPr>
        <dsp:cNvPr id="0" name=""/>
        <dsp:cNvSpPr/>
      </dsp:nvSpPr>
      <dsp:spPr>
        <a:xfrm rot="5400000">
          <a:off x="4699056" y="-465991"/>
          <a:ext cx="638278" cy="866163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None/>
          </a:pPr>
          <a:r>
            <a:rPr lang="zh-CN" sz="1400" kern="1200" dirty="0"/>
            <a:t>本环节采用先进的</a:t>
          </a:r>
          <a:r>
            <a:rPr lang="zh-CN" altLang="en-US" sz="1400" kern="1200" dirty="0"/>
            <a:t>人工智能技术</a:t>
          </a:r>
          <a:r>
            <a:rPr lang="zh-CN" sz="1400" kern="1200" dirty="0"/>
            <a:t>，对全部评论和弹幕文本进行自动情感极性判别。</a:t>
          </a:r>
          <a:endParaRPr lang="zh-CN" altLang="en-US" sz="1400" kern="1200" dirty="0"/>
        </a:p>
      </dsp:txBody>
      <dsp:txXfrm rot="-5400000">
        <a:off x="687377" y="3576846"/>
        <a:ext cx="8630478" cy="575962"/>
      </dsp:txXfrm>
    </dsp:sp>
    <dsp:sp modelId="{9C1BAC06-AF14-4CC8-A77E-B13B968EDF07}">
      <dsp:nvSpPr>
        <dsp:cNvPr id="0" name=""/>
        <dsp:cNvSpPr/>
      </dsp:nvSpPr>
      <dsp:spPr>
        <a:xfrm rot="5400000">
          <a:off x="-147295" y="4577874"/>
          <a:ext cx="981967" cy="6873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zh-CN" altLang="en-US" sz="1050" b="1" kern="1200" dirty="0"/>
            <a:t>数据管理与隐私保护</a:t>
          </a:r>
          <a:endParaRPr lang="zh-CN" altLang="en-US" sz="1050" kern="1200" dirty="0"/>
        </a:p>
      </dsp:txBody>
      <dsp:txXfrm rot="-5400000">
        <a:off x="1" y="4774268"/>
        <a:ext cx="687377" cy="294590"/>
      </dsp:txXfrm>
    </dsp:sp>
    <dsp:sp modelId="{7D4981FF-70A5-4A7B-ABA4-2D45B5E8BC6C}">
      <dsp:nvSpPr>
        <dsp:cNvPr id="0" name=""/>
        <dsp:cNvSpPr/>
      </dsp:nvSpPr>
      <dsp:spPr>
        <a:xfrm rot="5400000">
          <a:off x="4699056" y="418899"/>
          <a:ext cx="638278" cy="866163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None/>
          </a:pPr>
          <a:r>
            <a:rPr lang="zh-CN" sz="1400" kern="1200" dirty="0"/>
            <a:t>研究将严格遵守数据伦理和隐私保护规范。</a:t>
          </a:r>
          <a:endParaRPr lang="zh-CN" altLang="en-US" sz="1400" kern="1200" dirty="0"/>
        </a:p>
      </dsp:txBody>
      <dsp:txXfrm rot="-5400000">
        <a:off x="687377" y="4461736"/>
        <a:ext cx="8630478" cy="57596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C8A292-F1E0-482E-956C-EBF92F223467}">
      <dsp:nvSpPr>
        <dsp:cNvPr id="0" name=""/>
        <dsp:cNvSpPr/>
      </dsp:nvSpPr>
      <dsp:spPr>
        <a:xfrm>
          <a:off x="0" y="0"/>
          <a:ext cx="8428078" cy="947655"/>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ts val="0"/>
            </a:spcAft>
            <a:buNone/>
          </a:pPr>
          <a:r>
            <a:rPr lang="zh-CN" altLang="en-US" sz="2000" kern="1200" dirty="0">
              <a:latin typeface="华文中宋" panose="02010600040101010101" pitchFamily="2" charset="-122"/>
              <a:ea typeface="华文中宋" panose="02010600040101010101" pitchFamily="2" charset="-122"/>
            </a:rPr>
            <a:t>数据采集</a:t>
          </a:r>
        </a:p>
        <a:p>
          <a:pPr marL="114300" lvl="1" indent="0" algn="l" defTabSz="622300">
            <a:lnSpc>
              <a:spcPct val="90000"/>
            </a:lnSpc>
            <a:spcBef>
              <a:spcPct val="0"/>
            </a:spcBef>
            <a:spcAft>
              <a:spcPct val="15000"/>
            </a:spcAft>
            <a:buNone/>
          </a:pPr>
          <a:r>
            <a:rPr lang="zh-CN" altLang="en-US" sz="1400" kern="1200" dirty="0">
              <a:latin typeface="华文中宋" panose="02010600040101010101" pitchFamily="2" charset="-122"/>
              <a:ea typeface="华文中宋" panose="02010600040101010101" pitchFamily="2" charset="-122"/>
            </a:rPr>
            <a:t>搭建分布式网络爬虫框架，自动化采集</a:t>
          </a:r>
          <a:r>
            <a:rPr lang="en-US" altLang="en-US" sz="1400" kern="1200" dirty="0" err="1">
              <a:latin typeface="华文中宋" panose="02010600040101010101" pitchFamily="2" charset="-122"/>
              <a:ea typeface="华文中宋" panose="02010600040101010101" pitchFamily="2" charset="-122"/>
            </a:rPr>
            <a:t>Bilibili</a:t>
          </a:r>
          <a:r>
            <a:rPr lang="zh-CN" altLang="en-US" sz="1400" kern="1200" dirty="0">
              <a:latin typeface="华文中宋" panose="02010600040101010101" pitchFamily="2" charset="-122"/>
              <a:ea typeface="华文中宋" panose="02010600040101010101" pitchFamily="2" charset="-122"/>
            </a:rPr>
            <a:t>平台自</a:t>
          </a:r>
          <a:r>
            <a:rPr lang="en-US" altLang="en-US" sz="1400" kern="1200" dirty="0">
              <a:latin typeface="华文中宋" panose="02010600040101010101" pitchFamily="2" charset="-122"/>
              <a:ea typeface="华文中宋" panose="02010600040101010101" pitchFamily="2" charset="-122"/>
            </a:rPr>
            <a:t>2016</a:t>
          </a:r>
          <a:r>
            <a:rPr lang="zh-CN" altLang="en-US" sz="1400" kern="1200" dirty="0">
              <a:latin typeface="华文中宋" panose="02010600040101010101" pitchFamily="2" charset="-122"/>
              <a:ea typeface="华文中宋" panose="02010600040101010101" pitchFamily="2" charset="-122"/>
            </a:rPr>
            <a:t>年</a:t>
          </a:r>
          <a:r>
            <a:rPr lang="en-US" altLang="en-US" sz="1400" kern="1200" dirty="0">
              <a:latin typeface="华文中宋" panose="02010600040101010101" pitchFamily="2" charset="-122"/>
              <a:ea typeface="华文中宋" panose="02010600040101010101" pitchFamily="2" charset="-122"/>
            </a:rPr>
            <a:t>9</a:t>
          </a:r>
          <a:r>
            <a:rPr lang="zh-CN" altLang="en-US" sz="1400" kern="1200" dirty="0">
              <a:latin typeface="华文中宋" panose="02010600040101010101" pitchFamily="2" charset="-122"/>
              <a:ea typeface="华文中宋" panose="02010600040101010101" pitchFamily="2" charset="-122"/>
            </a:rPr>
            <a:t>月至</a:t>
          </a:r>
          <a:r>
            <a:rPr lang="en-US" altLang="en-US" sz="1400" kern="1200" dirty="0">
              <a:latin typeface="华文中宋" panose="02010600040101010101" pitchFamily="2" charset="-122"/>
              <a:ea typeface="华文中宋" panose="02010600040101010101" pitchFamily="2" charset="-122"/>
            </a:rPr>
            <a:t>2024</a:t>
          </a:r>
          <a:r>
            <a:rPr lang="zh-CN" altLang="en-US" sz="1400" kern="1200" dirty="0">
              <a:latin typeface="华文中宋" panose="02010600040101010101" pitchFamily="2" charset="-122"/>
              <a:ea typeface="华文中宋" panose="02010600040101010101" pitchFamily="2" charset="-122"/>
            </a:rPr>
            <a:t>年</a:t>
          </a:r>
          <a:r>
            <a:rPr lang="en-US" altLang="en-US" sz="1400" kern="1200" dirty="0">
              <a:latin typeface="华文中宋" panose="02010600040101010101" pitchFamily="2" charset="-122"/>
              <a:ea typeface="华文中宋" panose="02010600040101010101" pitchFamily="2" charset="-122"/>
            </a:rPr>
            <a:t>6</a:t>
          </a:r>
          <a:r>
            <a:rPr lang="zh-CN" altLang="en-US" sz="1400" kern="1200" dirty="0">
              <a:latin typeface="华文中宋" panose="02010600040101010101" pitchFamily="2" charset="-122"/>
              <a:ea typeface="华文中宋" panose="02010600040101010101" pitchFamily="2" charset="-122"/>
            </a:rPr>
            <a:t>月期间相关视频及其用户评论、弹幕、互动指标等多维数据。</a:t>
          </a:r>
        </a:p>
      </dsp:txBody>
      <dsp:txXfrm>
        <a:off x="27756" y="27756"/>
        <a:ext cx="7294609" cy="892143"/>
      </dsp:txXfrm>
    </dsp:sp>
    <dsp:sp modelId="{69EBED10-70CC-47D8-892F-3FFF03139CB7}">
      <dsp:nvSpPr>
        <dsp:cNvPr id="0" name=""/>
        <dsp:cNvSpPr/>
      </dsp:nvSpPr>
      <dsp:spPr>
        <a:xfrm>
          <a:off x="629369" y="1079273"/>
          <a:ext cx="8428078" cy="947655"/>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ts val="0"/>
            </a:spcAft>
            <a:buNone/>
          </a:pPr>
          <a:r>
            <a:rPr lang="zh-CN" altLang="en-US" sz="2000" kern="1200" dirty="0">
              <a:latin typeface="华文中宋" panose="02010600040101010101" pitchFamily="2" charset="-122"/>
              <a:ea typeface="华文中宋" panose="02010600040101010101" pitchFamily="2" charset="-122"/>
            </a:rPr>
            <a:t>数据处理</a:t>
          </a:r>
        </a:p>
        <a:p>
          <a:pPr marL="114300" lvl="1" indent="0" algn="l" defTabSz="622300">
            <a:lnSpc>
              <a:spcPct val="90000"/>
            </a:lnSpc>
            <a:spcBef>
              <a:spcPct val="0"/>
            </a:spcBef>
            <a:spcAft>
              <a:spcPct val="15000"/>
            </a:spcAft>
            <a:buNone/>
          </a:pPr>
          <a:r>
            <a:rPr lang="zh-CN" sz="1400" kern="1200" dirty="0">
              <a:latin typeface="华文中宋" panose="02010600040101010101" pitchFamily="2" charset="-122"/>
              <a:ea typeface="华文中宋" panose="02010600040101010101" pitchFamily="2" charset="-122"/>
            </a:rPr>
            <a:t>使用</a:t>
          </a:r>
          <a:r>
            <a:rPr lang="en-US" sz="1400" kern="1200" dirty="0" err="1">
              <a:latin typeface="华文中宋" panose="02010600040101010101" pitchFamily="2" charset="-122"/>
              <a:ea typeface="华文中宋" panose="02010600040101010101" pitchFamily="2" charset="-122"/>
            </a:rPr>
            <a:t>Jieba</a:t>
          </a:r>
          <a:r>
            <a:rPr lang="zh-CN" sz="1400" kern="1200" dirty="0">
              <a:latin typeface="华文中宋" panose="02010600040101010101" pitchFamily="2" charset="-122"/>
              <a:ea typeface="华文中宋" panose="02010600040101010101" pitchFamily="2" charset="-122"/>
            </a:rPr>
            <a:t>等中文分词工具，对文本数据进行分词、去重、去噪、标准化表情符号等预处理，确保文本语料的分析质量。</a:t>
          </a:r>
          <a:endParaRPr lang="zh-CN" altLang="en-US" sz="1400" kern="1200" dirty="0">
            <a:latin typeface="华文中宋" panose="02010600040101010101" pitchFamily="2" charset="-122"/>
            <a:ea typeface="华文中宋" panose="02010600040101010101" pitchFamily="2" charset="-122"/>
          </a:endParaRPr>
        </a:p>
      </dsp:txBody>
      <dsp:txXfrm>
        <a:off x="657125" y="1107029"/>
        <a:ext cx="7127221" cy="892143"/>
      </dsp:txXfrm>
    </dsp:sp>
    <dsp:sp modelId="{31838605-8E90-4495-9186-8BA56D99A361}">
      <dsp:nvSpPr>
        <dsp:cNvPr id="0" name=""/>
        <dsp:cNvSpPr/>
      </dsp:nvSpPr>
      <dsp:spPr>
        <a:xfrm>
          <a:off x="1258739" y="2158547"/>
          <a:ext cx="8428078" cy="947655"/>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ts val="0"/>
            </a:spcAft>
            <a:buNone/>
          </a:pPr>
          <a:r>
            <a:rPr lang="zh-CN" altLang="en-US" sz="2000" kern="1200" dirty="0">
              <a:latin typeface="华文中宋" panose="02010600040101010101" pitchFamily="2" charset="-122"/>
              <a:ea typeface="华文中宋" panose="02010600040101010101" pitchFamily="2" charset="-122"/>
            </a:rPr>
            <a:t>内容分类</a:t>
          </a:r>
        </a:p>
        <a:p>
          <a:pPr marL="114300" lvl="1" indent="0" algn="l" defTabSz="622300">
            <a:lnSpc>
              <a:spcPct val="90000"/>
            </a:lnSpc>
            <a:spcBef>
              <a:spcPct val="0"/>
            </a:spcBef>
            <a:spcAft>
              <a:spcPts val="0"/>
            </a:spcAft>
            <a:buFont typeface="Arial" panose="020B0604020202020204" pitchFamily="34" charset="0"/>
            <a:buNone/>
          </a:pPr>
          <a:r>
            <a:rPr lang="zh-CN" sz="1400" kern="1200" dirty="0">
              <a:latin typeface="华文中宋" panose="02010600040101010101" pitchFamily="2" charset="-122"/>
              <a:ea typeface="华文中宋" panose="02010600040101010101" pitchFamily="2" charset="-122"/>
            </a:rPr>
            <a:t>建立涵盖</a:t>
          </a:r>
          <a:r>
            <a:rPr lang="en-US" sz="1400" kern="1200" dirty="0">
              <a:latin typeface="华文中宋" panose="02010600040101010101" pitchFamily="2" charset="-122"/>
              <a:ea typeface="华文中宋" panose="02010600040101010101" pitchFamily="2" charset="-122"/>
            </a:rPr>
            <a:t>13</a:t>
          </a:r>
          <a:r>
            <a:rPr lang="zh-CN" sz="1400" kern="1200" dirty="0">
              <a:latin typeface="华文中宋" panose="02010600040101010101" pitchFamily="2" charset="-122"/>
              <a:ea typeface="华文中宋" panose="02010600040101010101" pitchFamily="2" charset="-122"/>
            </a:rPr>
            <a:t>大类的生殖健康主题标签体系，对所有视频内容进行人工与自动结合的多轮分类，确保主题归属科学、合理。</a:t>
          </a:r>
          <a:endParaRPr lang="zh-CN" altLang="en-US" sz="1400" kern="1200" dirty="0">
            <a:latin typeface="华文中宋" panose="02010600040101010101" pitchFamily="2" charset="-122"/>
            <a:ea typeface="华文中宋" panose="02010600040101010101" pitchFamily="2" charset="-122"/>
          </a:endParaRPr>
        </a:p>
      </dsp:txBody>
      <dsp:txXfrm>
        <a:off x="1286495" y="2186303"/>
        <a:ext cx="7127221" cy="892142"/>
      </dsp:txXfrm>
    </dsp:sp>
    <dsp:sp modelId="{6CD1A703-C5B5-4FFF-8A19-98D94AE14070}">
      <dsp:nvSpPr>
        <dsp:cNvPr id="0" name=""/>
        <dsp:cNvSpPr/>
      </dsp:nvSpPr>
      <dsp:spPr>
        <a:xfrm>
          <a:off x="1888108" y="3237821"/>
          <a:ext cx="8428078" cy="947655"/>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ts val="0"/>
            </a:spcAft>
            <a:buNone/>
          </a:pPr>
          <a:r>
            <a:rPr lang="zh-CN" altLang="en-US" sz="2000" kern="1200" dirty="0">
              <a:latin typeface="华文中宋" panose="02010600040101010101" pitchFamily="2" charset="-122"/>
              <a:ea typeface="华文中宋" panose="02010600040101010101" pitchFamily="2" charset="-122"/>
            </a:rPr>
            <a:t>情感分析</a:t>
          </a:r>
        </a:p>
        <a:p>
          <a:pPr marL="114300" lvl="1" indent="0" algn="l" defTabSz="622300">
            <a:lnSpc>
              <a:spcPct val="90000"/>
            </a:lnSpc>
            <a:spcBef>
              <a:spcPct val="0"/>
            </a:spcBef>
            <a:spcAft>
              <a:spcPct val="15000"/>
            </a:spcAft>
            <a:buNone/>
          </a:pPr>
          <a:r>
            <a:rPr lang="zh-CN" sz="1400" kern="1200" dirty="0">
              <a:latin typeface="华文中宋" panose="02010600040101010101" pitchFamily="2" charset="-122"/>
              <a:ea typeface="华文中宋" panose="02010600040101010101" pitchFamily="2" charset="-122"/>
            </a:rPr>
            <a:t>利用</a:t>
          </a:r>
          <a:r>
            <a:rPr lang="zh-CN" altLang="en-US" sz="1400" kern="1200" dirty="0">
              <a:latin typeface="华文中宋" panose="02010600040101010101" pitchFamily="2" charset="-122"/>
              <a:ea typeface="华文中宋" panose="02010600040101010101" pitchFamily="2" charset="-122"/>
            </a:rPr>
            <a:t>人工智能技术</a:t>
          </a:r>
          <a:r>
            <a:rPr lang="zh-CN" sz="1400" kern="1200" dirty="0">
              <a:latin typeface="华文中宋" panose="02010600040101010101" pitchFamily="2" charset="-122"/>
              <a:ea typeface="华文中宋" panose="02010600040101010101" pitchFamily="2" charset="-122"/>
            </a:rPr>
            <a:t>对评论与弹幕进行情感极性（正向</a:t>
          </a:r>
          <a:r>
            <a:rPr lang="en-US" sz="1400" kern="1200" dirty="0">
              <a:latin typeface="华文中宋" panose="02010600040101010101" pitchFamily="2" charset="-122"/>
              <a:ea typeface="华文中宋" panose="02010600040101010101" pitchFamily="2" charset="-122"/>
            </a:rPr>
            <a:t>/</a:t>
          </a:r>
          <a:r>
            <a:rPr lang="zh-CN" sz="1400" kern="1200" dirty="0">
              <a:latin typeface="华文中宋" panose="02010600040101010101" pitchFamily="2" charset="-122"/>
              <a:ea typeface="华文中宋" panose="02010600040101010101" pitchFamily="2" charset="-122"/>
            </a:rPr>
            <a:t>中性</a:t>
          </a:r>
          <a:r>
            <a:rPr lang="en-US" sz="1400" kern="1200" dirty="0">
              <a:latin typeface="华文中宋" panose="02010600040101010101" pitchFamily="2" charset="-122"/>
              <a:ea typeface="华文中宋" panose="02010600040101010101" pitchFamily="2" charset="-122"/>
            </a:rPr>
            <a:t>/</a:t>
          </a:r>
          <a:r>
            <a:rPr lang="zh-CN" sz="1400" kern="1200" dirty="0">
              <a:latin typeface="华文中宋" panose="02010600040101010101" pitchFamily="2" charset="-122"/>
              <a:ea typeface="华文中宋" panose="02010600040101010101" pitchFamily="2" charset="-122"/>
            </a:rPr>
            <a:t>负向）自动化判别，并结合具体话题进行分层分析。</a:t>
          </a:r>
          <a:endParaRPr lang="zh-CN" altLang="en-US" sz="1400" kern="1200" dirty="0">
            <a:latin typeface="华文中宋" panose="02010600040101010101" pitchFamily="2" charset="-122"/>
            <a:ea typeface="华文中宋" panose="02010600040101010101" pitchFamily="2" charset="-122"/>
          </a:endParaRPr>
        </a:p>
      </dsp:txBody>
      <dsp:txXfrm>
        <a:off x="1915864" y="3265577"/>
        <a:ext cx="7127221" cy="892142"/>
      </dsp:txXfrm>
    </dsp:sp>
    <dsp:sp modelId="{0C816039-35D9-4ECA-A6EF-46DAA2CB5004}">
      <dsp:nvSpPr>
        <dsp:cNvPr id="0" name=""/>
        <dsp:cNvSpPr/>
      </dsp:nvSpPr>
      <dsp:spPr>
        <a:xfrm>
          <a:off x="2517478" y="4317094"/>
          <a:ext cx="8428078" cy="947655"/>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ts val="0"/>
            </a:spcAft>
            <a:buNone/>
          </a:pPr>
          <a:r>
            <a:rPr lang="zh-CN" altLang="en-US" sz="2000" kern="1200" dirty="0">
              <a:latin typeface="华文中宋" panose="02010600040101010101" pitchFamily="2" charset="-122"/>
              <a:ea typeface="华文中宋" panose="02010600040101010101" pitchFamily="2" charset="-122"/>
            </a:rPr>
            <a:t>统计分析</a:t>
          </a:r>
        </a:p>
        <a:p>
          <a:pPr marL="114300" lvl="1" indent="0" algn="l" defTabSz="622300">
            <a:lnSpc>
              <a:spcPct val="90000"/>
            </a:lnSpc>
            <a:spcBef>
              <a:spcPct val="0"/>
            </a:spcBef>
            <a:spcAft>
              <a:spcPct val="15000"/>
            </a:spcAft>
            <a:buNone/>
          </a:pPr>
          <a:r>
            <a:rPr lang="zh-CN" altLang="en-US" sz="1400" kern="1200" dirty="0">
              <a:latin typeface="华文中宋" panose="02010600040101010101" pitchFamily="2" charset="-122"/>
              <a:ea typeface="华文中宋" panose="02010600040101010101" pitchFamily="2" charset="-122"/>
            </a:rPr>
            <a:t>多维度地探讨用户行为指标与情感分布、内容类型、创作者背景之间的相关性，揭示影响青少年生殖健康信息传播的关键机制。</a:t>
          </a:r>
        </a:p>
      </dsp:txBody>
      <dsp:txXfrm>
        <a:off x="2545234" y="4344850"/>
        <a:ext cx="7127221" cy="892143"/>
      </dsp:txXfrm>
    </dsp:sp>
    <dsp:sp modelId="{CB615EB4-540A-409F-98E6-08319EC316C0}">
      <dsp:nvSpPr>
        <dsp:cNvPr id="0" name=""/>
        <dsp:cNvSpPr/>
      </dsp:nvSpPr>
      <dsp:spPr>
        <a:xfrm>
          <a:off x="7812103" y="692314"/>
          <a:ext cx="615975" cy="615975"/>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zh-CN" altLang="en-US" sz="2900" kern="1200"/>
        </a:p>
      </dsp:txBody>
      <dsp:txXfrm>
        <a:off x="7950697" y="692314"/>
        <a:ext cx="338787" cy="463521"/>
      </dsp:txXfrm>
    </dsp:sp>
    <dsp:sp modelId="{01343685-4FDA-4FEA-B8B7-673F2D4B0C80}">
      <dsp:nvSpPr>
        <dsp:cNvPr id="0" name=""/>
        <dsp:cNvSpPr/>
      </dsp:nvSpPr>
      <dsp:spPr>
        <a:xfrm>
          <a:off x="8441472" y="1771588"/>
          <a:ext cx="615975" cy="615975"/>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zh-CN" altLang="en-US" sz="2900" kern="1200"/>
        </a:p>
      </dsp:txBody>
      <dsp:txXfrm>
        <a:off x="8580066" y="1771588"/>
        <a:ext cx="338787" cy="463521"/>
      </dsp:txXfrm>
    </dsp:sp>
    <dsp:sp modelId="{4F83FC25-BC59-4780-AB69-C0257B656877}">
      <dsp:nvSpPr>
        <dsp:cNvPr id="0" name=""/>
        <dsp:cNvSpPr/>
      </dsp:nvSpPr>
      <dsp:spPr>
        <a:xfrm>
          <a:off x="9070842" y="2835067"/>
          <a:ext cx="615975" cy="615975"/>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zh-CN" altLang="en-US" sz="2900" kern="1200"/>
        </a:p>
      </dsp:txBody>
      <dsp:txXfrm>
        <a:off x="9209436" y="2835067"/>
        <a:ext cx="338787" cy="463521"/>
      </dsp:txXfrm>
    </dsp:sp>
    <dsp:sp modelId="{DA32DB84-A2F5-4779-89BC-F7A801CCFC00}">
      <dsp:nvSpPr>
        <dsp:cNvPr id="0" name=""/>
        <dsp:cNvSpPr/>
      </dsp:nvSpPr>
      <dsp:spPr>
        <a:xfrm>
          <a:off x="9700211" y="3924871"/>
          <a:ext cx="615975" cy="615975"/>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zh-CN" altLang="en-US" sz="2900" kern="1200"/>
        </a:p>
      </dsp:txBody>
      <dsp:txXfrm>
        <a:off x="9838805" y="3924871"/>
        <a:ext cx="338787" cy="46352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AB80BF-4DF8-45DE-BD82-FACFDADAED74}">
      <dsp:nvSpPr>
        <dsp:cNvPr id="0" name=""/>
        <dsp:cNvSpPr/>
      </dsp:nvSpPr>
      <dsp:spPr>
        <a:xfrm rot="10800000">
          <a:off x="3881882" y="0"/>
          <a:ext cx="7535418" cy="1227364"/>
        </a:xfrm>
        <a:prstGeom prst="nonIsoscelesTrapezoid">
          <a:avLst>
            <a:gd name="adj1" fmla="val 0"/>
            <a:gd name="adj2" fmla="val 79069"/>
          </a:avLst>
        </a:prstGeom>
        <a:solidFill>
          <a:schemeClr val="lt1">
            <a:alpha val="90000"/>
            <a:hueOff val="0"/>
            <a:satOff val="0"/>
            <a:lumOff val="0"/>
            <a:alphaOff val="0"/>
          </a:schemeClr>
        </a:solidFill>
        <a:ln w="12700" cap="flat" cmpd="sng" algn="ctr">
          <a:solidFill>
            <a:schemeClr val="accent3">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0" lvl="1" indent="0" algn="just" defTabSz="711200">
            <a:lnSpc>
              <a:spcPct val="90000"/>
            </a:lnSpc>
            <a:spcBef>
              <a:spcPct val="0"/>
            </a:spcBef>
            <a:spcAft>
              <a:spcPct val="15000"/>
            </a:spcAft>
            <a:buNone/>
          </a:pPr>
          <a:r>
            <a:rPr lang="zh-CN" altLang="en-US" sz="1600" b="0" kern="1200" dirty="0">
              <a:latin typeface="华文中宋" panose="02010600040101010101" pitchFamily="2" charset="-122"/>
              <a:ea typeface="华文中宋" panose="02010600040101010101" pitchFamily="2" charset="-122"/>
            </a:rPr>
            <a:t>研究成果兼具理论与实践价值，可为政府、机构、专家、平台提供多维度的、具有可操作性的循证建议。</a:t>
          </a:r>
        </a:p>
      </dsp:txBody>
      <dsp:txXfrm rot="10800000">
        <a:off x="4852352" y="0"/>
        <a:ext cx="6564947" cy="1227364"/>
      </dsp:txXfrm>
    </dsp:sp>
    <dsp:sp modelId="{8A6BE2A7-3FA7-46EC-BDF1-9C99E44EDBE6}">
      <dsp:nvSpPr>
        <dsp:cNvPr id="0" name=""/>
        <dsp:cNvSpPr/>
      </dsp:nvSpPr>
      <dsp:spPr>
        <a:xfrm>
          <a:off x="2918670" y="16323"/>
          <a:ext cx="1940941" cy="1227364"/>
        </a:xfrm>
        <a:prstGeom prst="trapezoid">
          <a:avLst>
            <a:gd name="adj" fmla="val 79069"/>
          </a:avLst>
        </a:prstGeom>
        <a:solidFill>
          <a:schemeClr val="accent3">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ts val="1900"/>
            </a:lnSpc>
            <a:spcBef>
              <a:spcPts val="1200"/>
            </a:spcBef>
            <a:spcAft>
              <a:spcPts val="0"/>
            </a:spcAft>
            <a:buSzPts val="1500"/>
            <a:buFont typeface="Times New Roman" panose="02020603050405020304" pitchFamily="18" charset="0"/>
            <a:buNone/>
          </a:pPr>
          <a:endParaRPr lang="en-US" altLang="zh-CN" sz="1800" b="1" kern="1200" dirty="0">
            <a:latin typeface="华文中宋" panose="02010600040101010101" pitchFamily="2" charset="-122"/>
            <a:ea typeface="华文中宋" panose="02010600040101010101" pitchFamily="2" charset="-122"/>
          </a:endParaRPr>
        </a:p>
        <a:p>
          <a:pPr marL="0" lvl="0" indent="0" algn="ctr" defTabSz="800100">
            <a:lnSpc>
              <a:spcPts val="2600"/>
            </a:lnSpc>
            <a:spcBef>
              <a:spcPts val="1200"/>
            </a:spcBef>
            <a:spcAft>
              <a:spcPts val="0"/>
            </a:spcAft>
            <a:buSzPts val="1500"/>
            <a:buFont typeface="Times New Roman" panose="02020603050405020304" pitchFamily="18" charset="0"/>
            <a:buNone/>
          </a:pPr>
          <a:r>
            <a:rPr lang="zh-CN" altLang="en-US" sz="2400" b="1" kern="1200" dirty="0">
              <a:latin typeface="华文中宋" panose="02010600040101010101" pitchFamily="2" charset="-122"/>
              <a:ea typeface="华文中宋" panose="02010600040101010101" pitchFamily="2" charset="-122"/>
            </a:rPr>
            <a:t>实践</a:t>
          </a:r>
          <a:br>
            <a:rPr lang="en-US" altLang="zh-CN" sz="2400" b="1" kern="1200" dirty="0">
              <a:latin typeface="华文中宋" panose="02010600040101010101" pitchFamily="2" charset="-122"/>
              <a:ea typeface="华文中宋" panose="02010600040101010101" pitchFamily="2" charset="-122"/>
            </a:rPr>
          </a:br>
          <a:r>
            <a:rPr lang="zh-CN" altLang="en-US" sz="2400" b="1" kern="1200" dirty="0">
              <a:latin typeface="华文中宋" panose="02010600040101010101" pitchFamily="2" charset="-122"/>
              <a:ea typeface="华文中宋" panose="02010600040101010101" pitchFamily="2" charset="-122"/>
            </a:rPr>
            <a:t>价值突出</a:t>
          </a:r>
          <a:endParaRPr lang="zh-CN" altLang="en-US" sz="1800" kern="1200" dirty="0">
            <a:latin typeface="华文中宋" panose="02010600040101010101" pitchFamily="2" charset="-122"/>
            <a:ea typeface="华文中宋" panose="02010600040101010101" pitchFamily="2" charset="-122"/>
          </a:endParaRPr>
        </a:p>
      </dsp:txBody>
      <dsp:txXfrm>
        <a:off x="2918670" y="16323"/>
        <a:ext cx="1940941" cy="1227364"/>
      </dsp:txXfrm>
    </dsp:sp>
    <dsp:sp modelId="{A4F6C74A-D9F2-416B-BD14-71A6BCA72FD5}">
      <dsp:nvSpPr>
        <dsp:cNvPr id="0" name=""/>
        <dsp:cNvSpPr/>
      </dsp:nvSpPr>
      <dsp:spPr>
        <a:xfrm rot="10800000">
          <a:off x="4852352" y="1227364"/>
          <a:ext cx="6564947" cy="1227364"/>
        </a:xfrm>
        <a:prstGeom prst="nonIsoscelesTrapezoid">
          <a:avLst>
            <a:gd name="adj1" fmla="val 0"/>
            <a:gd name="adj2" fmla="val 79069"/>
          </a:avLst>
        </a:prstGeom>
        <a:solidFill>
          <a:schemeClr val="lt1">
            <a:alpha val="90000"/>
            <a:hueOff val="0"/>
            <a:satOff val="0"/>
            <a:lumOff val="0"/>
            <a:alphaOff val="0"/>
          </a:schemeClr>
        </a:solidFill>
        <a:ln w="12700" cap="flat" cmpd="sng" algn="ctr">
          <a:solidFill>
            <a:schemeClr val="accent3">
              <a:alpha val="90000"/>
              <a:hueOff val="0"/>
              <a:satOff val="0"/>
              <a:lumOff val="0"/>
              <a:alphaOff val="-13333"/>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0" algn="just" defTabSz="711200">
            <a:lnSpc>
              <a:spcPts val="2200"/>
            </a:lnSpc>
            <a:spcBef>
              <a:spcPct val="0"/>
            </a:spcBef>
            <a:spcAft>
              <a:spcPts val="0"/>
            </a:spcAft>
            <a:buSzPts val="1500"/>
            <a:buFont typeface="Times New Roman" panose="02020603050405020304" pitchFamily="18" charset="0"/>
            <a:buNone/>
          </a:pPr>
          <a:r>
            <a:rPr lang="zh-CN" altLang="en-US" sz="1600" kern="1200" dirty="0">
              <a:latin typeface="华文中宋" panose="02010600040101010101" pitchFamily="2" charset="-122"/>
              <a:ea typeface="华文中宋" panose="02010600040101010101" pitchFamily="2" charset="-122"/>
            </a:rPr>
            <a:t>构建了国内同类研究中规模最大、结构最完整的数据库。
预估覆盖近</a:t>
          </a:r>
          <a:r>
            <a:rPr lang="en-US" altLang="en-US" sz="1600" kern="1200" dirty="0">
              <a:latin typeface="华文中宋" panose="02010600040101010101" pitchFamily="2" charset="-122"/>
              <a:ea typeface="华文中宋" panose="02010600040101010101" pitchFamily="2" charset="-122"/>
            </a:rPr>
            <a:t>5</a:t>
          </a:r>
          <a:r>
            <a:rPr lang="zh-CN" altLang="en-US" sz="1600" kern="1200" dirty="0">
              <a:latin typeface="华文中宋" panose="02010600040101010101" pitchFamily="2" charset="-122"/>
              <a:ea typeface="华文中宋" panose="02010600040101010101" pitchFamily="2" charset="-122"/>
            </a:rPr>
            <a:t>亿次观看，超百万条用户文本数据，确保了分析结果的代表性与科学性。</a:t>
          </a:r>
        </a:p>
      </dsp:txBody>
      <dsp:txXfrm rot="10800000">
        <a:off x="5822823" y="1227364"/>
        <a:ext cx="5594477" cy="1227364"/>
      </dsp:txXfrm>
    </dsp:sp>
    <dsp:sp modelId="{3D3CF89A-7D13-4491-9E5A-AC47DCE1660E}">
      <dsp:nvSpPr>
        <dsp:cNvPr id="0" name=""/>
        <dsp:cNvSpPr/>
      </dsp:nvSpPr>
      <dsp:spPr>
        <a:xfrm>
          <a:off x="1940941" y="1227364"/>
          <a:ext cx="3881882" cy="1227364"/>
        </a:xfrm>
        <a:prstGeom prst="trapezoid">
          <a:avLst>
            <a:gd name="adj" fmla="val 79069"/>
          </a:avLst>
        </a:prstGeom>
        <a:solidFill>
          <a:schemeClr val="accent3">
            <a:alpha val="90000"/>
            <a:hueOff val="0"/>
            <a:satOff val="0"/>
            <a:lumOff val="0"/>
            <a:alphaOff val="-13333"/>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SzPts val="1500"/>
            <a:buFont typeface="Times New Roman" panose="02020603050405020304" pitchFamily="18" charset="0"/>
            <a:buNone/>
          </a:pPr>
          <a:r>
            <a:rPr lang="zh-CN" altLang="en-US" sz="2400" b="1" kern="1200" dirty="0">
              <a:latin typeface="华文中宋" panose="02010600040101010101" pitchFamily="2" charset="-122"/>
              <a:ea typeface="华文中宋" panose="02010600040101010101" pitchFamily="2" charset="-122"/>
            </a:rPr>
            <a:t>数据规模领先</a:t>
          </a:r>
          <a:endParaRPr lang="zh-CN" altLang="en-US" sz="2400" kern="1200" dirty="0">
            <a:latin typeface="华文中宋" panose="02010600040101010101" pitchFamily="2" charset="-122"/>
            <a:ea typeface="华文中宋" panose="02010600040101010101" pitchFamily="2" charset="-122"/>
          </a:endParaRPr>
        </a:p>
      </dsp:txBody>
      <dsp:txXfrm>
        <a:off x="2620270" y="1227364"/>
        <a:ext cx="2523223" cy="1227364"/>
      </dsp:txXfrm>
    </dsp:sp>
    <dsp:sp modelId="{0B5DE6FB-1F6C-4CA3-BBEB-BB0FEA640CAC}">
      <dsp:nvSpPr>
        <dsp:cNvPr id="0" name=""/>
        <dsp:cNvSpPr/>
      </dsp:nvSpPr>
      <dsp:spPr>
        <a:xfrm rot="10800000">
          <a:off x="5822823" y="2438000"/>
          <a:ext cx="5594477" cy="1227364"/>
        </a:xfrm>
        <a:prstGeom prst="nonIsoscelesTrapezoid">
          <a:avLst>
            <a:gd name="adj1" fmla="val 0"/>
            <a:gd name="adj2" fmla="val 79069"/>
          </a:avLst>
        </a:prstGeom>
        <a:solidFill>
          <a:schemeClr val="lt1">
            <a:alpha val="90000"/>
            <a:hueOff val="0"/>
            <a:satOff val="0"/>
            <a:lumOff val="0"/>
            <a:alphaOff val="0"/>
          </a:schemeClr>
        </a:solidFill>
        <a:ln w="12700" cap="flat" cmpd="sng" algn="ctr">
          <a:solidFill>
            <a:schemeClr val="accent3">
              <a:alpha val="90000"/>
              <a:hueOff val="0"/>
              <a:satOff val="0"/>
              <a:lumOff val="0"/>
              <a:alphaOff val="-26667"/>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0" algn="just" defTabSz="711200">
            <a:lnSpc>
              <a:spcPct val="90000"/>
            </a:lnSpc>
            <a:spcBef>
              <a:spcPct val="0"/>
            </a:spcBef>
            <a:spcAft>
              <a:spcPct val="15000"/>
            </a:spcAft>
            <a:buSzPts val="1500"/>
            <a:buFont typeface="Times New Roman" panose="02020603050405020304" pitchFamily="18" charset="0"/>
            <a:buNone/>
          </a:pPr>
          <a:r>
            <a:rPr lang="zh-CN" altLang="en-US" sz="1600" kern="1200" dirty="0">
              <a:latin typeface="华文中宋" panose="02010600040101010101" pitchFamily="2" charset="-122"/>
              <a:ea typeface="华文中宋" panose="02010600040101010101" pitchFamily="2" charset="-122"/>
            </a:rPr>
            <a:t>技术前沿，创新性地将人工智能技术应用于大规模社交媒体文本的情感分析，实现了对用户细腻情感的高效、精准量化。</a:t>
          </a:r>
        </a:p>
      </dsp:txBody>
      <dsp:txXfrm rot="10800000">
        <a:off x="6793293" y="2438000"/>
        <a:ext cx="4624006" cy="1227364"/>
      </dsp:txXfrm>
    </dsp:sp>
    <dsp:sp modelId="{E1B023EA-6ACA-4B3E-9428-A750F0402FA3}">
      <dsp:nvSpPr>
        <dsp:cNvPr id="0" name=""/>
        <dsp:cNvSpPr/>
      </dsp:nvSpPr>
      <dsp:spPr>
        <a:xfrm>
          <a:off x="970470" y="2454729"/>
          <a:ext cx="5822823" cy="1227364"/>
        </a:xfrm>
        <a:prstGeom prst="trapezoid">
          <a:avLst>
            <a:gd name="adj" fmla="val 79069"/>
          </a:avLst>
        </a:prstGeom>
        <a:solidFill>
          <a:schemeClr val="accent3">
            <a:alpha val="90000"/>
            <a:hueOff val="0"/>
            <a:satOff val="0"/>
            <a:lumOff val="0"/>
            <a:alphaOff val="-26667"/>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SzPts val="1500"/>
            <a:buFont typeface="Times New Roman" panose="02020603050405020304" pitchFamily="18" charset="0"/>
            <a:buNone/>
          </a:pPr>
          <a:r>
            <a:rPr lang="zh-CN" altLang="en-US" sz="2400" b="1" kern="1200" dirty="0">
              <a:latin typeface="华文中宋" panose="02010600040101010101" pitchFamily="2" charset="-122"/>
              <a:ea typeface="华文中宋" panose="02010600040101010101" pitchFamily="2" charset="-122"/>
            </a:rPr>
            <a:t>方法创新</a:t>
          </a:r>
          <a:endParaRPr lang="zh-CN" altLang="en-US" sz="2400" kern="1200" dirty="0">
            <a:latin typeface="华文中宋" panose="02010600040101010101" pitchFamily="2" charset="-122"/>
            <a:ea typeface="华文中宋" panose="02010600040101010101" pitchFamily="2" charset="-122"/>
          </a:endParaRPr>
        </a:p>
      </dsp:txBody>
      <dsp:txXfrm>
        <a:off x="1989464" y="2454729"/>
        <a:ext cx="3784834" cy="1227364"/>
      </dsp:txXfrm>
    </dsp:sp>
    <dsp:sp modelId="{25BBE2C9-AF84-41ED-A51D-1589F4AA8A4C}">
      <dsp:nvSpPr>
        <dsp:cNvPr id="0" name=""/>
        <dsp:cNvSpPr/>
      </dsp:nvSpPr>
      <dsp:spPr>
        <a:xfrm rot="10800000">
          <a:off x="6793293" y="3682093"/>
          <a:ext cx="4624006" cy="1227364"/>
        </a:xfrm>
        <a:prstGeom prst="nonIsoscelesTrapezoid">
          <a:avLst>
            <a:gd name="adj1" fmla="val 0"/>
            <a:gd name="adj2" fmla="val 79069"/>
          </a:avLst>
        </a:prstGeom>
        <a:solidFill>
          <a:schemeClr val="lt1">
            <a:alpha val="90000"/>
            <a:hueOff val="0"/>
            <a:satOff val="0"/>
            <a:lumOff val="0"/>
            <a:alphaOff val="0"/>
          </a:schemeClr>
        </a:solidFill>
        <a:ln w="12700" cap="flat" cmpd="sng" algn="ctr">
          <a:solidFill>
            <a:schemeClr val="accent3">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0" algn="just" defTabSz="711200">
            <a:lnSpc>
              <a:spcPct val="90000"/>
            </a:lnSpc>
            <a:spcBef>
              <a:spcPct val="0"/>
            </a:spcBef>
            <a:spcAft>
              <a:spcPct val="15000"/>
            </a:spcAft>
            <a:buSzPts val="1500"/>
            <a:buFontTx/>
            <a:buNone/>
          </a:pPr>
          <a:r>
            <a:rPr lang="zh-CN" altLang="en-US" sz="1600" kern="1200" dirty="0">
              <a:latin typeface="华文中宋" panose="02010600040101010101" pitchFamily="2" charset="-122"/>
              <a:ea typeface="华文中宋" panose="02010600040101010101" pitchFamily="2" charset="-122"/>
            </a:rPr>
            <a:t>以主流社交媒体 </a:t>
          </a:r>
          <a:r>
            <a:rPr lang="en-US" altLang="en-US" sz="1600" kern="1200" dirty="0">
              <a:latin typeface="华文中宋" panose="02010600040101010101" pitchFamily="2" charset="-122"/>
              <a:ea typeface="华文中宋" panose="02010600040101010101" pitchFamily="2" charset="-122"/>
            </a:rPr>
            <a:t>(</a:t>
          </a:r>
          <a:r>
            <a:rPr lang="en-US" altLang="en-US" sz="1600" kern="1200" dirty="0" err="1">
              <a:latin typeface="华文中宋" panose="02010600040101010101" pitchFamily="2" charset="-122"/>
              <a:ea typeface="华文中宋" panose="02010600040101010101" pitchFamily="2" charset="-122"/>
            </a:rPr>
            <a:t>Bilibili</a:t>
          </a:r>
          <a:r>
            <a:rPr lang="en-US" altLang="en-US" sz="1600" kern="1200" dirty="0">
              <a:latin typeface="华文中宋" panose="02010600040101010101" pitchFamily="2" charset="-122"/>
              <a:ea typeface="华文中宋" panose="02010600040101010101" pitchFamily="2" charset="-122"/>
            </a:rPr>
            <a:t>) </a:t>
          </a:r>
          <a:r>
            <a:rPr lang="zh-CN" altLang="en-US" sz="1600" kern="1200" dirty="0">
              <a:latin typeface="华文中宋" panose="02010600040101010101" pitchFamily="2" charset="-122"/>
              <a:ea typeface="华文中宋" panose="02010600040101010101" pitchFamily="2" charset="-122"/>
            </a:rPr>
            <a:t>为场景，系统分析中国青少年在网络环境下的生殖健康信息互动全貌，打破传统研究视角局限。</a:t>
          </a:r>
        </a:p>
      </dsp:txBody>
      <dsp:txXfrm rot="10800000">
        <a:off x="7763764" y="3682093"/>
        <a:ext cx="3653536" cy="1227364"/>
      </dsp:txXfrm>
    </dsp:sp>
    <dsp:sp modelId="{8F78BC14-239A-4D13-9BAC-0D143E38FA45}">
      <dsp:nvSpPr>
        <dsp:cNvPr id="0" name=""/>
        <dsp:cNvSpPr/>
      </dsp:nvSpPr>
      <dsp:spPr>
        <a:xfrm>
          <a:off x="0" y="3682093"/>
          <a:ext cx="7763764" cy="1227364"/>
        </a:xfrm>
        <a:prstGeom prst="trapezoid">
          <a:avLst>
            <a:gd name="adj" fmla="val 79069"/>
          </a:avLst>
        </a:prstGeom>
        <a:solidFill>
          <a:schemeClr val="accent3">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SzPts val="1500"/>
            <a:buFont typeface="Times New Roman" panose="02020603050405020304" pitchFamily="18" charset="0"/>
            <a:buNone/>
          </a:pPr>
          <a:r>
            <a:rPr lang="zh-CN" altLang="en-US" sz="2400" b="1" kern="1200" dirty="0">
              <a:latin typeface="华文中宋" panose="02010600040101010101" pitchFamily="2" charset="-122"/>
              <a:ea typeface="华文中宋" panose="02010600040101010101" pitchFamily="2" charset="-122"/>
            </a:rPr>
            <a:t>研究视角创新</a:t>
          </a:r>
          <a:endParaRPr lang="zh-CN" altLang="en-US" sz="2400" kern="1200" dirty="0">
            <a:latin typeface="华文中宋" panose="02010600040101010101" pitchFamily="2" charset="-122"/>
            <a:ea typeface="华文中宋" panose="02010600040101010101" pitchFamily="2" charset="-122"/>
          </a:endParaRPr>
        </a:p>
      </dsp:txBody>
      <dsp:txXfrm>
        <a:off x="1358658" y="3682093"/>
        <a:ext cx="5046446" cy="1227364"/>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0F783F24-5C15-4D68-A484-913DE326CD9A}" type="datetimeFigureOut">
              <a:rPr lang="zh-CN" altLang="en-US" smtClean="0"/>
              <a:pPr/>
              <a:t>2025/9/16</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78F332AE-CF90-437C-9F1F-BE6050743CDA}" type="slidenum">
              <a:rPr lang="zh-CN" altLang="en-US" smtClean="0"/>
              <a:pPr/>
              <a:t>‹#›</a:t>
            </a:fld>
            <a:endParaRPr lang="zh-CN" altLang="en-US" dirty="0"/>
          </a:p>
        </p:txBody>
      </p:sp>
    </p:spTree>
    <p:extLst>
      <p:ext uri="{BB962C8B-B14F-4D97-AF65-F5344CB8AC3E}">
        <p14:creationId xmlns:p14="http://schemas.microsoft.com/office/powerpoint/2010/main" val="397381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尊敬的评审老师、各位同学们：</a:t>
            </a:r>
            <a:endParaRPr lang="en-US" altLang="zh-CN" dirty="0"/>
          </a:p>
          <a:p>
            <a:r>
              <a:rPr lang="zh-CN" altLang="en-US" dirty="0"/>
              <a:t>各位老师好，我是周子轩，我的毕业设计题目是“基于大语言模型的社交媒体青少年生殖健康评论分类分析与问答生成研究”。指导老师是黄若尘老师。</a:t>
            </a:r>
            <a:endParaRPr lang="en-US" altLang="zh-CN" dirty="0"/>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1</a:t>
            </a:fld>
            <a:endParaRPr lang="zh-CN" altLang="en-US" dirty="0"/>
          </a:p>
        </p:txBody>
      </p:sp>
    </p:spTree>
    <p:extLst>
      <p:ext uri="{BB962C8B-B14F-4D97-AF65-F5344CB8AC3E}">
        <p14:creationId xmlns:p14="http://schemas.microsoft.com/office/powerpoint/2010/main" val="2046701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内容将分为四部分来进行陈述。</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2</a:t>
            </a:fld>
            <a:endParaRPr lang="zh-CN" altLang="en-US" dirty="0"/>
          </a:p>
        </p:txBody>
      </p:sp>
    </p:spTree>
    <p:extLst>
      <p:ext uri="{BB962C8B-B14F-4D97-AF65-F5344CB8AC3E}">
        <p14:creationId xmlns:p14="http://schemas.microsoft.com/office/powerpoint/2010/main" val="1457403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第一部分 研究背景与意义</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3</a:t>
            </a:fld>
            <a:endParaRPr lang="zh-CN" altLang="en-US" dirty="0"/>
          </a:p>
        </p:txBody>
      </p:sp>
    </p:spTree>
    <p:extLst>
      <p:ext uri="{BB962C8B-B14F-4D97-AF65-F5344CB8AC3E}">
        <p14:creationId xmlns:p14="http://schemas.microsoft.com/office/powerpoint/2010/main" val="2822420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首先，关于本研究的背景。青少年生殖健康问题在全球范围内都十分严峻。根据世界经济论坛</a:t>
            </a:r>
            <a:r>
              <a:rPr lang="en-US" altLang="zh-CN" dirty="0"/>
              <a:t>2024</a:t>
            </a:r>
            <a:r>
              <a:rPr lang="zh-CN" altLang="en-US" dirty="0"/>
              <a:t>年的报道，仅在亚太地区，每年就有高达</a:t>
            </a:r>
            <a:r>
              <a:rPr lang="en-US" altLang="zh-CN" dirty="0"/>
              <a:t>390</a:t>
            </a:r>
            <a:r>
              <a:rPr lang="zh-CN" altLang="en-US" dirty="0"/>
              <a:t>万例的青少年意外怀孕。</a:t>
            </a:r>
            <a:endParaRPr lang="en-US" altLang="zh-CN" dirty="0"/>
          </a:p>
          <a:p>
            <a:r>
              <a:rPr lang="zh-CN" altLang="en-US" dirty="0"/>
              <a:t>聚焦到我国，情况同样不容乐观。数据显示，超过两成的未婚青少年曾有性行为，但其中过半数在首次性行为时未采取任何避孕措施，这直接导致了超过</a:t>
            </a:r>
            <a:r>
              <a:rPr lang="en-US" altLang="zh-CN" dirty="0"/>
              <a:t>20%</a:t>
            </a:r>
            <a:r>
              <a:rPr lang="zh-CN" altLang="en-US" dirty="0"/>
              <a:t>的非意愿妊娠率，而其中绝大多数最终选择了流产。此外，青少年艾滋病感染人数也在增加。</a:t>
            </a:r>
            <a:endParaRPr lang="en-US" altLang="zh-CN" dirty="0"/>
          </a:p>
          <a:p>
            <a:r>
              <a:rPr lang="zh-CN" altLang="en-US" dirty="0"/>
              <a:t>这些数据的背后，反映出一个核心矛盾：那就是日益严峻的健康风险与当前亟需加强的性与生殖健康教育之间的巨大鸿沟。</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4</a:t>
            </a:fld>
            <a:endParaRPr lang="zh-CN" altLang="en-US" dirty="0"/>
          </a:p>
        </p:txBody>
      </p:sp>
    </p:spTree>
    <p:extLst>
      <p:ext uri="{BB962C8B-B14F-4D97-AF65-F5344CB8AC3E}">
        <p14:creationId xmlns:p14="http://schemas.microsoft.com/office/powerpoint/2010/main" val="1259462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那么，之所以会出现这样的知识鸿沟，一个重要原因在于传统教育模式的局限性。</a:t>
            </a:r>
            <a:endParaRPr lang="en-US" altLang="zh-CN" dirty="0"/>
          </a:p>
          <a:p>
            <a:r>
              <a:rPr lang="zh-CN" altLang="en-US" dirty="0"/>
              <a:t>在国内，受传统文化观念的影响，学校的生殖健康教育往往因为话题敏感而难以深入、全面地开展，导致青少年普遍存在知识盲区。一项</a:t>
            </a:r>
            <a:r>
              <a:rPr lang="en-US" altLang="zh-CN" dirty="0"/>
              <a:t>2019</a:t>
            </a:r>
            <a:r>
              <a:rPr lang="zh-CN" altLang="en-US" dirty="0"/>
              <a:t>年的全国性调查也证实了这一点，青少年相关知识的及格率普遍偏低。</a:t>
            </a:r>
          </a:p>
          <a:p>
            <a:r>
              <a:rPr lang="zh-CN" altLang="en-US" dirty="0"/>
              <a:t>在传统渠道受阻的同时，互联网和社交媒体为青少年打开了一扇新的窗户。特别是像</a:t>
            </a:r>
            <a:r>
              <a:rPr lang="en-US" altLang="zh-CN" dirty="0"/>
              <a:t>B</a:t>
            </a:r>
            <a:r>
              <a:rPr lang="zh-CN" altLang="en-US" dirty="0"/>
              <a:t>站这样深受</a:t>
            </a:r>
            <a:r>
              <a:rPr lang="en-US" altLang="zh-CN" dirty="0"/>
              <a:t>Z</a:t>
            </a:r>
            <a:r>
              <a:rPr lang="zh-CN" altLang="en-US" dirty="0"/>
              <a:t>世代喜爱的平台，它拥有庞大且高度集中的年轻用户群体。其匿名、便捷的特点，使其成为青少年探索和讨论生殖健康这类敏感话题的重要空间。平台上丰富的用户生成内容，为我们系统性地研究这一群体的真实需求和心理动态，提供了前所未有的机遇。</a:t>
            </a:r>
          </a:p>
          <a:p>
            <a:endParaRPr lang="zh-CN" altLang="en-US" dirty="0"/>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5</a:t>
            </a:fld>
            <a:endParaRPr lang="zh-CN" altLang="en-US" dirty="0"/>
          </a:p>
        </p:txBody>
      </p:sp>
    </p:spTree>
    <p:extLst>
      <p:ext uri="{BB962C8B-B14F-4D97-AF65-F5344CB8AC3E}">
        <p14:creationId xmlns:p14="http://schemas.microsoft.com/office/powerpoint/2010/main" val="2536188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10501-3BDF-4D53-230E-B5886F4521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D5A98E-E107-5D47-C959-E8046D5F04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3EE4E7-5B49-6AAE-2B9F-0998744760A4}"/>
              </a:ext>
            </a:extLst>
          </p:cNvPr>
          <p:cNvSpPr>
            <a:spLocks noGrp="1"/>
          </p:cNvSpPr>
          <p:nvPr>
            <p:ph type="body" idx="1"/>
          </p:nvPr>
        </p:nvSpPr>
        <p:spPr/>
        <p:txBody>
          <a:bodyPr/>
          <a:lstStyle/>
          <a:p>
            <a:r>
              <a:rPr lang="zh-CN" altLang="en-US" dirty="0"/>
              <a:t>基于以上背景，本研究的意义主要体现在以下三个方面。首先，它是对现实需求的直接响应，旨在探索一种更贴合当代青少年信息获取习惯、更有效的健康教育新路径，以弥补传统教育的不足。</a:t>
            </a:r>
          </a:p>
          <a:p>
            <a:r>
              <a:rPr lang="zh-CN" altLang="en-US" dirty="0"/>
              <a:t>其次，本研究致力于填补学术上的空白。目前虽有研究关注社交媒体，但鲜有针对</a:t>
            </a:r>
            <a:r>
              <a:rPr lang="en-US" altLang="zh-CN" dirty="0"/>
              <a:t>B</a:t>
            </a:r>
            <a:r>
              <a:rPr lang="zh-CN" altLang="en-US" dirty="0"/>
              <a:t>站这一关键平台，并利用网络文本挖掘技术进行大规模、系统性数据分析的研究。我们将深入挖掘用户的评论和弹幕，来识别他们的真实诉求和知识盲区。</a:t>
            </a:r>
          </a:p>
          <a:p>
            <a:r>
              <a:rPr lang="zh-CN" altLang="en-US" dirty="0"/>
              <a:t>最后，本研究也是对数字平台健康信息生态的一次全面评估。我们将重点考察平台内容的质量与可信度，分析其传播效果，最终目标是为优化数字平台的健康内容、提升健康干预措施的质量提供坚实的科学依据。</a:t>
            </a:r>
          </a:p>
        </p:txBody>
      </p:sp>
      <p:sp>
        <p:nvSpPr>
          <p:cNvPr id="4" name="灯片编号占位符 3">
            <a:extLst>
              <a:ext uri="{FF2B5EF4-FFF2-40B4-BE49-F238E27FC236}">
                <a16:creationId xmlns:a16="http://schemas.microsoft.com/office/drawing/2014/main" id="{86573301-64D5-7264-8221-CE182AD84F07}"/>
              </a:ext>
            </a:extLst>
          </p:cNvPr>
          <p:cNvSpPr>
            <a:spLocks noGrp="1"/>
          </p:cNvSpPr>
          <p:nvPr>
            <p:ph type="sldNum" sz="quarter" idx="5"/>
          </p:nvPr>
        </p:nvSpPr>
        <p:spPr/>
        <p:txBody>
          <a:bodyPr/>
          <a:lstStyle/>
          <a:p>
            <a:fld id="{78F332AE-CF90-437C-9F1F-BE6050743CDA}" type="slidenum">
              <a:rPr lang="zh-CN" altLang="en-US" smtClean="0"/>
              <a:pPr/>
              <a:t>6</a:t>
            </a:fld>
            <a:endParaRPr lang="zh-CN" altLang="en-US" dirty="0"/>
          </a:p>
        </p:txBody>
      </p:sp>
    </p:spTree>
    <p:extLst>
      <p:ext uri="{BB962C8B-B14F-4D97-AF65-F5344CB8AC3E}">
        <p14:creationId xmlns:p14="http://schemas.microsoft.com/office/powerpoint/2010/main" val="3674951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1118-1889-163A-4537-89CEC55D00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154E2F-E1CD-82AB-E5FE-84C12FEB04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8F1617-E390-F470-92EC-CC643A42C14A}"/>
              </a:ext>
            </a:extLst>
          </p:cNvPr>
          <p:cNvSpPr>
            <a:spLocks noGrp="1"/>
          </p:cNvSpPr>
          <p:nvPr>
            <p:ph type="body" idx="1"/>
          </p:nvPr>
        </p:nvSpPr>
        <p:spPr/>
        <p:txBody>
          <a:bodyPr/>
          <a:lstStyle/>
          <a:p>
            <a:r>
              <a:rPr lang="zh-CN" altLang="en-US" b="1" dirty="0"/>
              <a:t>早期：证实数字渠道的有效性</a:t>
            </a:r>
            <a:endParaRPr lang="zh-CN" altLang="en-US" dirty="0"/>
          </a:p>
          <a:p>
            <a:pPr lvl="1"/>
            <a:r>
              <a:rPr lang="zh-CN" altLang="en-US" b="1" dirty="0"/>
              <a:t>核心结论：</a:t>
            </a:r>
            <a:r>
              <a:rPr lang="zh-CN" altLang="en-US" dirty="0"/>
              <a:t> 系统性综述证实，</a:t>
            </a:r>
            <a:r>
              <a:rPr lang="en-US" altLang="zh-CN" dirty="0"/>
              <a:t>YouTube</a:t>
            </a:r>
            <a:r>
              <a:rPr lang="zh-CN" altLang="en-US" dirty="0"/>
              <a:t>、</a:t>
            </a:r>
            <a:r>
              <a:rPr lang="en-US" altLang="zh-CN" dirty="0"/>
              <a:t>Facebook</a:t>
            </a:r>
            <a:r>
              <a:rPr lang="zh-CN" altLang="en-US" dirty="0"/>
              <a:t>等社交媒体作为健康信息渠道是可行的，数字干预措施（如</a:t>
            </a:r>
            <a:r>
              <a:rPr lang="en-US" altLang="zh-CN" dirty="0"/>
              <a:t>App</a:t>
            </a:r>
            <a:r>
              <a:rPr lang="zh-CN" altLang="en-US" dirty="0"/>
              <a:t>、在线项目）能</a:t>
            </a:r>
            <a:r>
              <a:rPr lang="zh-CN" altLang="en-US" b="1" dirty="0"/>
              <a:t>显著提升青少年性健康知识水平和改变健康行为</a:t>
            </a:r>
            <a:r>
              <a:rPr lang="zh-CN" altLang="en-US" dirty="0"/>
              <a:t>。</a:t>
            </a:r>
          </a:p>
          <a:p>
            <a:pPr lvl="1"/>
            <a:r>
              <a:rPr lang="zh-CN" altLang="en-US" b="1" dirty="0"/>
              <a:t>研究奠基：</a:t>
            </a:r>
            <a:r>
              <a:rPr lang="zh-CN" altLang="en-US" dirty="0"/>
              <a:t> 这些研究为数字健康传播奠定了坚实的理论与实证基础。</a:t>
            </a:r>
          </a:p>
          <a:p>
            <a:r>
              <a:rPr lang="zh-CN" altLang="en-US" b="1" dirty="0"/>
              <a:t>中期：深入内容质量与用户需求挖掘</a:t>
            </a:r>
            <a:endParaRPr lang="zh-CN" altLang="en-US" dirty="0"/>
          </a:p>
          <a:p>
            <a:pPr lvl="1"/>
            <a:r>
              <a:rPr lang="zh-CN" altLang="en-US" b="1" dirty="0"/>
              <a:t>质量监控与风险评估：</a:t>
            </a:r>
            <a:r>
              <a:rPr lang="zh-CN" altLang="en-US" dirty="0"/>
              <a:t> 研究发现社交媒体充斥着大量</a:t>
            </a:r>
            <a:r>
              <a:rPr lang="zh-CN" altLang="en-US" b="1" dirty="0"/>
              <a:t>误导性信息</a:t>
            </a:r>
            <a:r>
              <a:rPr lang="zh-CN" altLang="en-US" dirty="0"/>
              <a:t>，对缺乏辨别能力的青少年构成风险。例如，一项研究对比发现，</a:t>
            </a:r>
            <a:r>
              <a:rPr lang="en-US" altLang="zh-CN" dirty="0"/>
              <a:t>TikTok</a:t>
            </a:r>
            <a:r>
              <a:rPr lang="zh-CN" altLang="en-US" dirty="0"/>
              <a:t>上梅毒相关视频的科学性远低于</a:t>
            </a:r>
            <a:r>
              <a:rPr lang="en-US" altLang="zh-CN" dirty="0"/>
              <a:t>YouTube</a:t>
            </a:r>
            <a:r>
              <a:rPr lang="zh-CN" altLang="en-US" dirty="0"/>
              <a:t>，凸显了内容质量监控的紧迫性。</a:t>
            </a:r>
          </a:p>
          <a:p>
            <a:pPr lvl="1"/>
            <a:r>
              <a:rPr lang="zh-CN" altLang="en-US" b="1" dirty="0"/>
              <a:t>用户需求挖掘：</a:t>
            </a:r>
            <a:r>
              <a:rPr lang="zh-CN" altLang="en-US" dirty="0"/>
              <a:t> 研究视角从“传播了什么”转向“</a:t>
            </a:r>
            <a:r>
              <a:rPr lang="zh-CN" altLang="en-US" b="1" dirty="0"/>
              <a:t>用户在问什么</a:t>
            </a:r>
            <a:r>
              <a:rPr lang="zh-CN" altLang="en-US" dirty="0"/>
              <a:t>”。开始利用自然语言处理（</a:t>
            </a:r>
            <a:r>
              <a:rPr lang="en-US" altLang="zh-CN" dirty="0"/>
              <a:t>NLP</a:t>
            </a:r>
            <a:r>
              <a:rPr lang="zh-CN" altLang="en-US" dirty="0"/>
              <a:t>）技术分析用户评论，发现评论区已成为青少年提出疑问、分享经验和寻求情感支持的</a:t>
            </a:r>
            <a:r>
              <a:rPr lang="zh-CN" altLang="en-US" b="1" dirty="0"/>
              <a:t>重要互动空间</a:t>
            </a:r>
            <a:r>
              <a:rPr lang="zh-CN" altLang="en-US" dirty="0"/>
              <a:t>，其价值远超简单的内容反馈。</a:t>
            </a:r>
          </a:p>
          <a:p>
            <a:r>
              <a:rPr lang="zh-CN" altLang="en-US" b="1" dirty="0"/>
              <a:t>近期：探索大语言模型（</a:t>
            </a:r>
            <a:r>
              <a:rPr lang="en-US" altLang="zh-CN" b="1" dirty="0"/>
              <a:t>LLM</a:t>
            </a:r>
            <a:r>
              <a:rPr lang="zh-CN" altLang="en-US" b="1" dirty="0"/>
              <a:t>）的革命性潜力</a:t>
            </a:r>
            <a:endParaRPr lang="zh-CN" altLang="en-US" dirty="0"/>
          </a:p>
          <a:p>
            <a:pPr lvl="1"/>
            <a:r>
              <a:rPr lang="zh-CN" altLang="en-US" b="1" dirty="0"/>
              <a:t>强大的医学知识能力：</a:t>
            </a:r>
            <a:r>
              <a:rPr lang="zh-CN" altLang="en-US" dirty="0"/>
              <a:t> 最先进的</a:t>
            </a:r>
            <a:r>
              <a:rPr lang="en-US" altLang="zh-CN" dirty="0"/>
              <a:t>LLM</a:t>
            </a:r>
            <a:r>
              <a:rPr lang="zh-CN" altLang="en-US" dirty="0"/>
              <a:t>（如</a:t>
            </a:r>
            <a:r>
              <a:rPr lang="en-US" altLang="zh-CN" dirty="0"/>
              <a:t>GPT-4</a:t>
            </a:r>
            <a:r>
              <a:rPr lang="zh-CN" altLang="en-US" dirty="0"/>
              <a:t>）已具备通过美国执业医师资格考试的能力，证明其掌握了渊博的医学知识。</a:t>
            </a:r>
          </a:p>
          <a:p>
            <a:pPr lvl="1"/>
            <a:r>
              <a:rPr lang="zh-CN" altLang="en-US" b="1" dirty="0"/>
              <a:t>卓越的问答表现：</a:t>
            </a:r>
            <a:r>
              <a:rPr lang="zh-CN" altLang="en-US" dirty="0"/>
              <a:t> 一项广受关注的研究显示，在回答社交媒体上的患者提问时，</a:t>
            </a:r>
            <a:r>
              <a:rPr lang="en-US" altLang="zh-CN" dirty="0"/>
              <a:t>AI</a:t>
            </a:r>
            <a:r>
              <a:rPr lang="zh-CN" altLang="en-US" dirty="0"/>
              <a:t>（</a:t>
            </a:r>
            <a:r>
              <a:rPr lang="en-US" altLang="zh-CN" dirty="0"/>
              <a:t>ChatGPT</a:t>
            </a:r>
            <a:r>
              <a:rPr lang="zh-CN" altLang="en-US" dirty="0"/>
              <a:t>）的回答在</a:t>
            </a:r>
            <a:r>
              <a:rPr lang="zh-CN" altLang="en-US" b="1" dirty="0"/>
              <a:t>同理心和信息丰富度方面甚至超越了人类医生</a:t>
            </a:r>
            <a:r>
              <a:rPr lang="zh-CN" altLang="en-US" dirty="0"/>
              <a:t>，展现出在健康咨询、个性化教育材料生成等方面的巨大潜力。</a:t>
            </a:r>
          </a:p>
        </p:txBody>
      </p:sp>
      <p:sp>
        <p:nvSpPr>
          <p:cNvPr id="4" name="灯片编号占位符 3">
            <a:extLst>
              <a:ext uri="{FF2B5EF4-FFF2-40B4-BE49-F238E27FC236}">
                <a16:creationId xmlns:a16="http://schemas.microsoft.com/office/drawing/2014/main" id="{7E0DC287-7A62-F09B-EF15-403E8CCB415A}"/>
              </a:ext>
            </a:extLst>
          </p:cNvPr>
          <p:cNvSpPr>
            <a:spLocks noGrp="1"/>
          </p:cNvSpPr>
          <p:nvPr>
            <p:ph type="sldNum" sz="quarter" idx="5"/>
          </p:nvPr>
        </p:nvSpPr>
        <p:spPr/>
        <p:txBody>
          <a:bodyPr/>
          <a:lstStyle/>
          <a:p>
            <a:fld id="{78F332AE-CF90-437C-9F1F-BE6050743CDA}" type="slidenum">
              <a:rPr lang="zh-CN" altLang="en-US" smtClean="0"/>
              <a:pPr/>
              <a:t>7</a:t>
            </a:fld>
            <a:endParaRPr lang="zh-CN" altLang="en-US" dirty="0"/>
          </a:p>
        </p:txBody>
      </p:sp>
    </p:spTree>
    <p:extLst>
      <p:ext uri="{BB962C8B-B14F-4D97-AF65-F5344CB8AC3E}">
        <p14:creationId xmlns:p14="http://schemas.microsoft.com/office/powerpoint/2010/main" val="3600009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AF5C8-25FA-9DE9-A021-E4AC4D7EA6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F74FE1-2EF5-024D-ECA7-AE4582D26F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5669C7-FB04-4A14-338B-60B13DF78574}"/>
              </a:ext>
            </a:extLst>
          </p:cNvPr>
          <p:cNvSpPr>
            <a:spLocks noGrp="1"/>
          </p:cNvSpPr>
          <p:nvPr>
            <p:ph type="body" idx="1"/>
          </p:nvPr>
        </p:nvSpPr>
        <p:spPr/>
        <p:txBody>
          <a:bodyPr/>
          <a:lstStyle/>
          <a:p>
            <a:r>
              <a:rPr lang="zh-CN" altLang="en-US" b="1" dirty="0"/>
              <a:t>背景：</a:t>
            </a:r>
            <a:r>
              <a:rPr lang="zh-CN" altLang="en-US" dirty="0"/>
              <a:t> 因传统学校教育存在敏感话题规避、覆盖不足等问题，青少年日益转向</a:t>
            </a:r>
            <a:r>
              <a:rPr lang="en-US" altLang="zh-CN" dirty="0" err="1"/>
              <a:t>Bilibili</a:t>
            </a:r>
            <a:r>
              <a:rPr lang="zh-CN" altLang="en-US" dirty="0"/>
              <a:t>（</a:t>
            </a:r>
            <a:r>
              <a:rPr lang="en-US" altLang="zh-CN" dirty="0"/>
              <a:t>B</a:t>
            </a:r>
            <a:r>
              <a:rPr lang="zh-CN" altLang="en-US" dirty="0"/>
              <a:t>站）、抖音等数字平台“自学”生殖健康知识。 </a:t>
            </a:r>
            <a:endParaRPr lang="en-US" altLang="zh-CN" dirty="0"/>
          </a:p>
          <a:p>
            <a:r>
              <a:rPr lang="zh-CN" altLang="en-US" b="1" dirty="0"/>
              <a:t>挑战：</a:t>
            </a:r>
            <a:r>
              <a:rPr lang="zh-CN" altLang="en-US" dirty="0"/>
              <a:t> 研究发现，这些平台的用户生成内容（</a:t>
            </a:r>
            <a:r>
              <a:rPr lang="en-US" altLang="zh-CN" dirty="0"/>
              <a:t>UGC</a:t>
            </a:r>
            <a:r>
              <a:rPr lang="zh-CN" altLang="en-US" dirty="0"/>
              <a:t>）质量参差不齐，存在信息“失真”、过度娱乐化和商业化等风险，亟需科学引导。</a:t>
            </a:r>
            <a:endParaRPr lang="en-US" altLang="zh-CN" dirty="0"/>
          </a:p>
          <a:p>
            <a:endParaRPr lang="en-US" altLang="zh-CN" dirty="0"/>
          </a:p>
          <a:p>
            <a:r>
              <a:rPr lang="zh-CN" altLang="en-US" dirty="0"/>
              <a:t>针对</a:t>
            </a:r>
            <a:r>
              <a:rPr lang="en-US" altLang="zh-CN" dirty="0"/>
              <a:t>B</a:t>
            </a:r>
            <a:r>
              <a:rPr lang="zh-CN" altLang="en-US" dirty="0"/>
              <a:t>站等本土平台的研究逐渐深入。</a:t>
            </a:r>
            <a:r>
              <a:rPr lang="zh-CN" altLang="en-US" u="sng" dirty="0"/>
              <a:t>一项对</a:t>
            </a:r>
            <a:r>
              <a:rPr lang="en-US" altLang="zh-CN" u="sng" dirty="0"/>
              <a:t>B</a:t>
            </a:r>
            <a:r>
              <a:rPr lang="zh-CN" altLang="en-US" u="sng" dirty="0"/>
              <a:t>站弹幕的研究极具启发性，</a:t>
            </a:r>
            <a:r>
              <a:rPr lang="zh-CN" altLang="en-US" dirty="0"/>
              <a:t>其发现弹幕是承载青少年</a:t>
            </a:r>
            <a:r>
              <a:rPr lang="zh-CN" altLang="en-US" b="1" dirty="0"/>
              <a:t>真实困惑、情感诉求和知识缺口的“富矿”</a:t>
            </a:r>
            <a:r>
              <a:rPr lang="zh-CN" altLang="en-US" dirty="0"/>
              <a:t>，</a:t>
            </a:r>
            <a:r>
              <a:rPr lang="zh-CN" altLang="en-US" u="sng" dirty="0"/>
              <a:t>这为本研究将评论视为“问题语料库”提供了有力支持。</a:t>
            </a:r>
            <a:endParaRPr lang="en-US" altLang="zh-CN" u="sng" dirty="0"/>
          </a:p>
          <a:p>
            <a:r>
              <a:rPr lang="zh-CN" altLang="en-US" dirty="0"/>
              <a:t>国内已出现专注于中文医疗领域的垂域大模型（如“</a:t>
            </a:r>
            <a:r>
              <a:rPr lang="zh-CN" altLang="en-US" b="1" dirty="0"/>
              <a:t>仲景</a:t>
            </a:r>
            <a:r>
              <a:rPr lang="zh-CN" altLang="en-US" dirty="0"/>
              <a:t>”），通过专家反馈和真实医患对话进行微调，显著提升了模型在中文医学问答任务上的</a:t>
            </a:r>
            <a:r>
              <a:rPr lang="zh-CN" altLang="en-US" b="1" dirty="0"/>
              <a:t>准确性和专业性</a:t>
            </a:r>
            <a:r>
              <a:rPr lang="zh-CN" altLang="en-US" dirty="0"/>
              <a:t>，</a:t>
            </a:r>
            <a:r>
              <a:rPr lang="zh-CN" altLang="en-US" u="sng" dirty="0"/>
              <a:t>验证了本研究技术路线的可行性。</a:t>
            </a:r>
          </a:p>
        </p:txBody>
      </p:sp>
      <p:sp>
        <p:nvSpPr>
          <p:cNvPr id="4" name="灯片编号占位符 3">
            <a:extLst>
              <a:ext uri="{FF2B5EF4-FFF2-40B4-BE49-F238E27FC236}">
                <a16:creationId xmlns:a16="http://schemas.microsoft.com/office/drawing/2014/main" id="{087E1088-9E35-F793-EEC9-D87908FA00B1}"/>
              </a:ext>
            </a:extLst>
          </p:cNvPr>
          <p:cNvSpPr>
            <a:spLocks noGrp="1"/>
          </p:cNvSpPr>
          <p:nvPr>
            <p:ph type="sldNum" sz="quarter" idx="5"/>
          </p:nvPr>
        </p:nvSpPr>
        <p:spPr/>
        <p:txBody>
          <a:bodyPr/>
          <a:lstStyle/>
          <a:p>
            <a:fld id="{78F332AE-CF90-437C-9F1F-BE6050743CDA}" type="slidenum">
              <a:rPr lang="zh-CN" altLang="en-US" smtClean="0"/>
              <a:pPr/>
              <a:t>8</a:t>
            </a:fld>
            <a:endParaRPr lang="zh-CN" altLang="en-US" dirty="0"/>
          </a:p>
        </p:txBody>
      </p:sp>
    </p:spTree>
    <p:extLst>
      <p:ext uri="{BB962C8B-B14F-4D97-AF65-F5344CB8AC3E}">
        <p14:creationId xmlns:p14="http://schemas.microsoft.com/office/powerpoint/2010/main" val="2716886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54ED6-BAC2-466B-A4C9-98C160FB1E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0CA33D-9616-D3BC-B72F-568B574FE6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AB72C4F-6A3F-9271-80BB-D6CF891B6EB2}"/>
              </a:ext>
            </a:extLst>
          </p:cNvPr>
          <p:cNvSpPr>
            <a:spLocks noGrp="1"/>
          </p:cNvSpPr>
          <p:nvPr>
            <p:ph type="body" idx="1"/>
          </p:nvPr>
        </p:nvSpPr>
        <p:spPr/>
        <p:txBody>
          <a:bodyPr/>
          <a:lstStyle/>
          <a:p>
            <a:r>
              <a:rPr lang="zh-CN" altLang="en-US" b="1" dirty="0"/>
              <a:t>现有研究存在断层：</a:t>
            </a:r>
            <a:r>
              <a:rPr lang="zh-CN" altLang="en-US" dirty="0"/>
              <a:t> </a:t>
            </a:r>
            <a:r>
              <a:rPr lang="zh-CN" altLang="en-US" u="sng" dirty="0"/>
              <a:t>不论是国内还是国外，</a:t>
            </a:r>
            <a:r>
              <a:rPr lang="zh-CN" altLang="en-US" dirty="0"/>
              <a:t>分析用户行为的研究多停留在现象描述，而探索</a:t>
            </a:r>
            <a:r>
              <a:rPr lang="en-US" altLang="zh-CN" dirty="0"/>
              <a:t>AI</a:t>
            </a:r>
            <a:r>
              <a:rPr lang="zh-CN" altLang="en-US" dirty="0"/>
              <a:t>应用的研究又较少扎根于社交媒体海量的、真实的用户话语体系。 </a:t>
            </a:r>
            <a:endParaRPr lang="en-US" altLang="zh-CN" dirty="0"/>
          </a:p>
          <a:p>
            <a:r>
              <a:rPr lang="zh-CN" altLang="en-US" b="1" dirty="0"/>
              <a:t>本研究的创新：</a:t>
            </a:r>
            <a:r>
              <a:rPr lang="zh-CN" altLang="en-US" dirty="0"/>
              <a:t> 系统性地将</a:t>
            </a:r>
            <a:r>
              <a:rPr lang="zh-CN" altLang="en-US" b="1" dirty="0"/>
              <a:t>大语言模型</a:t>
            </a:r>
            <a:r>
              <a:rPr lang="zh-CN" altLang="en-US" dirty="0"/>
              <a:t>作为核心工具，打通从“</a:t>
            </a:r>
            <a:r>
              <a:rPr lang="zh-CN" altLang="en-US" b="1" dirty="0"/>
              <a:t>非结构化用户评论</a:t>
            </a:r>
            <a:r>
              <a:rPr lang="zh-CN" altLang="en-US" dirty="0"/>
              <a:t>”到“</a:t>
            </a:r>
            <a:r>
              <a:rPr lang="zh-CN" altLang="en-US" b="1" dirty="0"/>
              <a:t>高质量、可用于模型微调的结构化问答数据集</a:t>
            </a:r>
            <a:r>
              <a:rPr lang="zh-CN" altLang="en-US" dirty="0"/>
              <a:t>”的全链路，填补了当前研究的空白。</a:t>
            </a:r>
          </a:p>
        </p:txBody>
      </p:sp>
      <p:sp>
        <p:nvSpPr>
          <p:cNvPr id="4" name="灯片编号占位符 3">
            <a:extLst>
              <a:ext uri="{FF2B5EF4-FFF2-40B4-BE49-F238E27FC236}">
                <a16:creationId xmlns:a16="http://schemas.microsoft.com/office/drawing/2014/main" id="{5B0E297B-5972-0822-A629-73BB30CFA1FD}"/>
              </a:ext>
            </a:extLst>
          </p:cNvPr>
          <p:cNvSpPr>
            <a:spLocks noGrp="1"/>
          </p:cNvSpPr>
          <p:nvPr>
            <p:ph type="sldNum" sz="quarter" idx="5"/>
          </p:nvPr>
        </p:nvSpPr>
        <p:spPr/>
        <p:txBody>
          <a:bodyPr/>
          <a:lstStyle/>
          <a:p>
            <a:fld id="{78F332AE-CF90-437C-9F1F-BE6050743CDA}" type="slidenum">
              <a:rPr lang="zh-CN" altLang="en-US" smtClean="0"/>
              <a:pPr/>
              <a:t>9</a:t>
            </a:fld>
            <a:endParaRPr lang="zh-CN" altLang="en-US" dirty="0"/>
          </a:p>
        </p:txBody>
      </p:sp>
    </p:spTree>
    <p:extLst>
      <p:ext uri="{BB962C8B-B14F-4D97-AF65-F5344CB8AC3E}">
        <p14:creationId xmlns:p14="http://schemas.microsoft.com/office/powerpoint/2010/main" val="1617530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F07A3-511F-2436-DA8E-F21B6D7620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8064C0-11F4-E279-DF87-92E2CDA43B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E91890-7543-8AA7-8EA6-20EB07DD690B}"/>
              </a:ext>
            </a:extLst>
          </p:cNvPr>
          <p:cNvSpPr>
            <a:spLocks noGrp="1"/>
          </p:cNvSpPr>
          <p:nvPr>
            <p:ph type="body" idx="1"/>
          </p:nvPr>
        </p:nvSpPr>
        <p:spPr/>
        <p:txBody>
          <a:bodyPr/>
          <a:lstStyle/>
          <a:p>
            <a:r>
              <a:rPr lang="zh-CN" altLang="en-US" b="1" dirty="0"/>
              <a:t>为政策制定提供数据支撑</a:t>
            </a:r>
            <a:endParaRPr lang="zh-CN" altLang="en-US" dirty="0"/>
          </a:p>
          <a:p>
            <a:r>
              <a:rPr lang="zh-CN" altLang="en-US" u="sng" dirty="0"/>
              <a:t>通过挖掘海量真实评论</a:t>
            </a:r>
            <a:r>
              <a:rPr lang="zh-CN" altLang="en-US" dirty="0"/>
              <a:t>，构建青少年生殖健康需求的“</a:t>
            </a:r>
            <a:r>
              <a:rPr lang="zh-CN" altLang="en-US" b="1" dirty="0"/>
              <a:t>数据画像</a:t>
            </a:r>
            <a:r>
              <a:rPr lang="zh-CN" altLang="en-US" dirty="0"/>
              <a:t>”，弥补传统问卷调查的局限。</a:t>
            </a:r>
          </a:p>
          <a:p>
            <a:r>
              <a:rPr lang="zh-CN" altLang="en-US" u="sng" dirty="0"/>
              <a:t>帮助决策者</a:t>
            </a:r>
            <a:r>
              <a:rPr lang="zh-CN" altLang="en-US" dirty="0"/>
              <a:t>精准定位教育重点与知识盲区，推动健康教育从“普适性宣教”向“</a:t>
            </a:r>
            <a:r>
              <a:rPr lang="zh-CN" altLang="en-US" b="1" dirty="0"/>
              <a:t>精准化干预</a:t>
            </a:r>
            <a:r>
              <a:rPr lang="zh-CN" altLang="en-US" dirty="0"/>
              <a:t>”转变。</a:t>
            </a:r>
          </a:p>
          <a:p>
            <a:r>
              <a:rPr lang="en-US" altLang="zh-CN" b="1" dirty="0"/>
              <a:t>2. </a:t>
            </a:r>
            <a:r>
              <a:rPr lang="zh-CN" altLang="en-US" b="1" dirty="0"/>
              <a:t>赋能专业内容创作与传播</a:t>
            </a:r>
            <a:endParaRPr lang="zh-CN" altLang="en-US" dirty="0"/>
          </a:p>
          <a:p>
            <a:r>
              <a:rPr lang="zh-CN" altLang="en-US" u="sng" dirty="0"/>
              <a:t>为医疗专家和科普创作者</a:t>
            </a:r>
            <a:r>
              <a:rPr lang="zh-CN" altLang="en-US" dirty="0"/>
              <a:t>提供科学指南，揭示何种内容与叙事风格更受年轻用户欢迎。</a:t>
            </a:r>
          </a:p>
          <a:p>
            <a:r>
              <a:rPr lang="zh-CN" altLang="en-US" u="sng" dirty="0"/>
              <a:t>产出的高质量问答数据集可作为宝贵的“</a:t>
            </a:r>
            <a:r>
              <a:rPr lang="zh-CN" altLang="en-US" b="1" u="sng" dirty="0"/>
              <a:t>知识库</a:t>
            </a:r>
            <a:r>
              <a:rPr lang="zh-CN" altLang="en-US" u="sng" dirty="0"/>
              <a:t>”</a:t>
            </a:r>
            <a:r>
              <a:rPr lang="zh-CN" altLang="en-US" dirty="0"/>
              <a:t>，帮助其创作更贴近青少年真实需求的科普内容，有效对抗网络谣言。</a:t>
            </a:r>
          </a:p>
          <a:p>
            <a:r>
              <a:rPr lang="en-US" altLang="zh-CN" b="1" dirty="0"/>
              <a:t>3. </a:t>
            </a:r>
            <a:r>
              <a:rPr lang="zh-CN" altLang="en-US" b="1" dirty="0"/>
              <a:t>驱动智能化健康服务与平台优化</a:t>
            </a:r>
            <a:endParaRPr lang="zh-CN" altLang="en-US" dirty="0"/>
          </a:p>
          <a:p>
            <a:r>
              <a:rPr lang="zh-CN" altLang="en-US" u="sng" dirty="0"/>
              <a:t>研究产出的微调模</a:t>
            </a:r>
            <a:r>
              <a:rPr lang="zh-CN" altLang="en-US" u="none" dirty="0"/>
              <a:t>型可作为开发下一代“</a:t>
            </a:r>
            <a:r>
              <a:rPr lang="en-US" altLang="zh-CN" b="1" u="none" dirty="0"/>
              <a:t>AI</a:t>
            </a:r>
            <a:r>
              <a:rPr lang="zh-CN" altLang="en-US" b="1" u="none" dirty="0"/>
              <a:t>健康助手</a:t>
            </a:r>
            <a:r>
              <a:rPr lang="zh-CN" altLang="en-US" u="none" dirty="0"/>
              <a:t>”的核心，</a:t>
            </a:r>
            <a:r>
              <a:rPr lang="zh-CN" altLang="en-US" dirty="0"/>
              <a:t>为青少年提供私密、安全、全天候的专业问答服务。</a:t>
            </a:r>
          </a:p>
          <a:p>
            <a:r>
              <a:rPr lang="zh-CN" altLang="en-US" u="sng" dirty="0"/>
              <a:t>同时，研究发现可为各类社交媒体平台</a:t>
            </a:r>
            <a:r>
              <a:rPr lang="zh-CN" altLang="en-US" b="1" u="sng" dirty="0"/>
              <a:t>优化推荐算法</a:t>
            </a:r>
            <a:r>
              <a:rPr lang="zh-CN" altLang="en-US" u="sng" dirty="0"/>
              <a:t>提供依据，优先推送权威、高质量的健康内容，改善平台内容生态。</a:t>
            </a:r>
          </a:p>
        </p:txBody>
      </p:sp>
      <p:sp>
        <p:nvSpPr>
          <p:cNvPr id="4" name="灯片编号占位符 3">
            <a:extLst>
              <a:ext uri="{FF2B5EF4-FFF2-40B4-BE49-F238E27FC236}">
                <a16:creationId xmlns:a16="http://schemas.microsoft.com/office/drawing/2014/main" id="{4E687E50-B105-82F9-2BB9-AD1942401E01}"/>
              </a:ext>
            </a:extLst>
          </p:cNvPr>
          <p:cNvSpPr>
            <a:spLocks noGrp="1"/>
          </p:cNvSpPr>
          <p:nvPr>
            <p:ph type="sldNum" sz="quarter" idx="5"/>
          </p:nvPr>
        </p:nvSpPr>
        <p:spPr/>
        <p:txBody>
          <a:bodyPr/>
          <a:lstStyle/>
          <a:p>
            <a:fld id="{78F332AE-CF90-437C-9F1F-BE6050743CDA}" type="slidenum">
              <a:rPr lang="zh-CN" altLang="en-US" smtClean="0"/>
              <a:pPr/>
              <a:t>10</a:t>
            </a:fld>
            <a:endParaRPr lang="zh-CN" altLang="en-US" dirty="0"/>
          </a:p>
        </p:txBody>
      </p:sp>
    </p:spTree>
    <p:extLst>
      <p:ext uri="{BB962C8B-B14F-4D97-AF65-F5344CB8AC3E}">
        <p14:creationId xmlns:p14="http://schemas.microsoft.com/office/powerpoint/2010/main" val="3294935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F1B8A-8A96-35E1-CD4F-E46D5F08BA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D4A3E4-703B-7DFF-F02D-B0D4C848BC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EC1D3D-F301-618D-FF3E-DC2F79E9D958}"/>
              </a:ext>
            </a:extLst>
          </p:cNvPr>
          <p:cNvSpPr>
            <a:spLocks noGrp="1"/>
          </p:cNvSpPr>
          <p:nvPr>
            <p:ph type="body" idx="1"/>
          </p:nvPr>
        </p:nvSpPr>
        <p:spPr/>
        <p:txBody>
          <a:bodyPr/>
          <a:lstStyle/>
          <a:p>
            <a:r>
              <a:rPr lang="zh-CN" altLang="en-US" dirty="0"/>
              <a:t>第二部分 研究内容与方法</a:t>
            </a:r>
          </a:p>
        </p:txBody>
      </p:sp>
      <p:sp>
        <p:nvSpPr>
          <p:cNvPr id="4" name="灯片编号占位符 3">
            <a:extLst>
              <a:ext uri="{FF2B5EF4-FFF2-40B4-BE49-F238E27FC236}">
                <a16:creationId xmlns:a16="http://schemas.microsoft.com/office/drawing/2014/main" id="{CE39B927-37AC-6EA6-B679-739A26B23B66}"/>
              </a:ext>
            </a:extLst>
          </p:cNvPr>
          <p:cNvSpPr>
            <a:spLocks noGrp="1"/>
          </p:cNvSpPr>
          <p:nvPr>
            <p:ph type="sldNum" sz="quarter" idx="5"/>
          </p:nvPr>
        </p:nvSpPr>
        <p:spPr/>
        <p:txBody>
          <a:bodyPr/>
          <a:lstStyle/>
          <a:p>
            <a:fld id="{78F332AE-CF90-437C-9F1F-BE6050743CDA}" type="slidenum">
              <a:rPr lang="zh-CN" altLang="en-US" smtClean="0"/>
              <a:pPr/>
              <a:t>11</a:t>
            </a:fld>
            <a:endParaRPr lang="zh-CN" altLang="en-US" dirty="0"/>
          </a:p>
        </p:txBody>
      </p:sp>
    </p:spTree>
    <p:extLst>
      <p:ext uri="{BB962C8B-B14F-4D97-AF65-F5344CB8AC3E}">
        <p14:creationId xmlns:p14="http://schemas.microsoft.com/office/powerpoint/2010/main" val="1825566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34B8C-2ED4-7B03-FA4D-FAC81400FF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A76089-793C-D347-8F85-39D3C6C88E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95BF83-C188-E930-2860-734BAAF97E75}"/>
              </a:ext>
            </a:extLst>
          </p:cNvPr>
          <p:cNvSpPr>
            <a:spLocks noGrp="1"/>
          </p:cNvSpPr>
          <p:nvPr>
            <p:ph type="body" idx="1"/>
          </p:nvPr>
        </p:nvSpPr>
        <p:spPr/>
        <p:txBody>
          <a:bodyPr/>
          <a:lstStyle/>
          <a:p>
            <a:r>
              <a:rPr lang="zh-CN" altLang="en-US" dirty="0"/>
              <a:t>本研究的目标将包含以下方面：</a:t>
            </a:r>
            <a:br>
              <a:rPr lang="en-US" altLang="zh-CN" dirty="0"/>
            </a:br>
            <a:r>
              <a:rPr lang="zh-CN" altLang="en-US" dirty="0"/>
              <a:t>第一，揭示青少年的信息需求特征，搞清楚他们在</a:t>
            </a:r>
            <a:r>
              <a:rPr lang="en-US" altLang="zh-CN" dirty="0"/>
              <a:t>B</a:t>
            </a:r>
            <a:r>
              <a:rPr lang="zh-CN" altLang="en-US" dirty="0"/>
              <a:t>站上到底想看什么、关心什么。</a:t>
            </a:r>
            <a:br>
              <a:rPr lang="zh-CN" altLang="en-US" dirty="0"/>
            </a:br>
            <a:r>
              <a:rPr lang="zh-CN" altLang="en-US" dirty="0"/>
              <a:t>第二，分析用户的参与模式，看看不同类型的生殖健康话题，哪种更能激发用户的点赞、评论和分享。</a:t>
            </a:r>
            <a:br>
              <a:rPr lang="zh-CN" altLang="en-US" dirty="0"/>
            </a:br>
            <a:r>
              <a:rPr lang="zh-CN" altLang="en-US" dirty="0"/>
              <a:t>第三，评估内容创作者的背景所带来的影响，特别是拥有专业医学背景的</a:t>
            </a:r>
            <a:r>
              <a:rPr lang="en-US" altLang="zh-CN" dirty="0"/>
              <a:t>UP</a:t>
            </a:r>
            <a:r>
              <a:rPr lang="zh-CN" altLang="en-US" dirty="0"/>
              <a:t>主，他们的内容是否更受欢迎、更受信赖。</a:t>
            </a:r>
            <a:br>
              <a:rPr lang="zh-CN" altLang="en-US" dirty="0"/>
            </a:br>
            <a:r>
              <a:rPr lang="zh-CN" altLang="en-US" dirty="0"/>
              <a:t>最后，也利用先进的人工智能技术，探索用户的情感反应与他们的互动行为之间是否存在某种关联机制。</a:t>
            </a:r>
          </a:p>
        </p:txBody>
      </p:sp>
      <p:sp>
        <p:nvSpPr>
          <p:cNvPr id="4" name="灯片编号占位符 3">
            <a:extLst>
              <a:ext uri="{FF2B5EF4-FFF2-40B4-BE49-F238E27FC236}">
                <a16:creationId xmlns:a16="http://schemas.microsoft.com/office/drawing/2014/main" id="{0CAAA176-A3D7-C0AB-B6DB-54DE2B87BB2C}"/>
              </a:ext>
            </a:extLst>
          </p:cNvPr>
          <p:cNvSpPr>
            <a:spLocks noGrp="1"/>
          </p:cNvSpPr>
          <p:nvPr>
            <p:ph type="sldNum" sz="quarter" idx="5"/>
          </p:nvPr>
        </p:nvSpPr>
        <p:spPr/>
        <p:txBody>
          <a:bodyPr/>
          <a:lstStyle/>
          <a:p>
            <a:fld id="{78F332AE-CF90-437C-9F1F-BE6050743CDA}" type="slidenum">
              <a:rPr lang="zh-CN" altLang="en-US" smtClean="0"/>
              <a:pPr/>
              <a:t>12</a:t>
            </a:fld>
            <a:endParaRPr lang="zh-CN" altLang="en-US" dirty="0"/>
          </a:p>
        </p:txBody>
      </p:sp>
    </p:spTree>
    <p:extLst>
      <p:ext uri="{BB962C8B-B14F-4D97-AF65-F5344CB8AC3E}">
        <p14:creationId xmlns:p14="http://schemas.microsoft.com/office/powerpoint/2010/main" val="3264093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22C1F-0D6F-D951-1ACF-3C5AC50213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434F1E-31D6-E595-247E-8E2245422E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0717C9-D127-33BF-004C-481749CF72D7}"/>
              </a:ext>
            </a:extLst>
          </p:cNvPr>
          <p:cNvSpPr>
            <a:spLocks noGrp="1"/>
          </p:cNvSpPr>
          <p:nvPr>
            <p:ph type="body" idx="1"/>
          </p:nvPr>
        </p:nvSpPr>
        <p:spPr/>
        <p:txBody>
          <a:bodyPr/>
          <a:lstStyle/>
          <a:p>
            <a:r>
              <a:rPr lang="zh-CN" altLang="en-US" dirty="0"/>
              <a:t>研究内容主要分为四部分。</a:t>
            </a:r>
          </a:p>
          <a:p>
            <a:r>
              <a:rPr lang="zh-CN" altLang="en-US" dirty="0"/>
              <a:t>首先是内容覆盖度分析，建立一个包含</a:t>
            </a:r>
            <a:r>
              <a:rPr lang="en-US" altLang="zh-CN" dirty="0"/>
              <a:t>13</a:t>
            </a:r>
            <a:r>
              <a:rPr lang="zh-CN" altLang="en-US" dirty="0"/>
              <a:t>个话题的标签体系，比如安全套、避孕药、人工流产等，然后系统地分析平台上的视频都覆盖了哪些主题。</a:t>
            </a:r>
          </a:p>
          <a:p>
            <a:r>
              <a:rPr lang="zh-CN" altLang="en-US" dirty="0"/>
              <a:t>其次是用户参与度研究，利用点赞、评论等一系列互动数据，来量化衡量不同话题的火爆程度。</a:t>
            </a:r>
          </a:p>
          <a:p>
            <a:r>
              <a:rPr lang="zh-CN" altLang="en-US" dirty="0"/>
              <a:t>第三是创作者背景调查，对</a:t>
            </a:r>
            <a:r>
              <a:rPr lang="en-US" altLang="zh-CN" dirty="0"/>
              <a:t>UP</a:t>
            </a:r>
            <a:r>
              <a:rPr lang="zh-CN" altLang="en-US" dirty="0"/>
              <a:t>主进行分类，重点比较有医学背景和没有医学背景的创作者，他们的内容在传播效果和用户评价上有什么不同。</a:t>
            </a:r>
          </a:p>
          <a:p>
            <a:r>
              <a:rPr lang="zh-CN" altLang="en-US" dirty="0"/>
              <a:t>最后是情感响应分析，利用大语言模型等人工智能技术，对海量的评论和弹幕进行情感定性与定量分析，探究用户在讨论不同话题时的情绪是积极的、中性的还是消极的，以及这种情绪和他们的互动行为之间的关系。</a:t>
            </a:r>
          </a:p>
        </p:txBody>
      </p:sp>
      <p:sp>
        <p:nvSpPr>
          <p:cNvPr id="4" name="灯片编号占位符 3">
            <a:extLst>
              <a:ext uri="{FF2B5EF4-FFF2-40B4-BE49-F238E27FC236}">
                <a16:creationId xmlns:a16="http://schemas.microsoft.com/office/drawing/2014/main" id="{C580C07A-B5E2-F1A1-412D-49A91E98A90D}"/>
              </a:ext>
            </a:extLst>
          </p:cNvPr>
          <p:cNvSpPr>
            <a:spLocks noGrp="1"/>
          </p:cNvSpPr>
          <p:nvPr>
            <p:ph type="sldNum" sz="quarter" idx="5"/>
          </p:nvPr>
        </p:nvSpPr>
        <p:spPr/>
        <p:txBody>
          <a:bodyPr/>
          <a:lstStyle/>
          <a:p>
            <a:fld id="{78F332AE-CF90-437C-9F1F-BE6050743CDA}" type="slidenum">
              <a:rPr lang="zh-CN" altLang="en-US" smtClean="0"/>
              <a:pPr/>
              <a:t>13</a:t>
            </a:fld>
            <a:endParaRPr lang="zh-CN" altLang="en-US" dirty="0"/>
          </a:p>
        </p:txBody>
      </p:sp>
    </p:spTree>
    <p:extLst>
      <p:ext uri="{BB962C8B-B14F-4D97-AF65-F5344CB8AC3E}">
        <p14:creationId xmlns:p14="http://schemas.microsoft.com/office/powerpoint/2010/main" val="2198006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0D020-BD62-7507-D1CD-913180D9CA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00B4AD-DB7C-55E2-77E9-0C51FAB9269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AA1D54-07CA-FD7E-2553-993EF290299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95A3CD-B6BA-1085-2C42-24AEB4160ABA}"/>
              </a:ext>
            </a:extLst>
          </p:cNvPr>
          <p:cNvSpPr>
            <a:spLocks noGrp="1"/>
          </p:cNvSpPr>
          <p:nvPr>
            <p:ph type="sldNum" sz="quarter" idx="5"/>
          </p:nvPr>
        </p:nvSpPr>
        <p:spPr/>
        <p:txBody>
          <a:bodyPr/>
          <a:lstStyle/>
          <a:p>
            <a:fld id="{78F332AE-CF90-437C-9F1F-BE6050743CDA}" type="slidenum">
              <a:rPr lang="zh-CN" altLang="en-US" smtClean="0"/>
              <a:pPr/>
              <a:t>14</a:t>
            </a:fld>
            <a:endParaRPr lang="zh-CN" altLang="en-US" dirty="0"/>
          </a:p>
        </p:txBody>
      </p:sp>
    </p:spTree>
    <p:extLst>
      <p:ext uri="{BB962C8B-B14F-4D97-AF65-F5344CB8AC3E}">
        <p14:creationId xmlns:p14="http://schemas.microsoft.com/office/powerpoint/2010/main" val="1648408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E19B4-C1E9-1865-105B-FE595A03FB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5195F1-E8B6-8C13-CB79-E9ABB89605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4A00AC-EEA1-9FE6-2594-E73D2C7F23FC}"/>
              </a:ext>
            </a:extLst>
          </p:cNvPr>
          <p:cNvSpPr>
            <a:spLocks noGrp="1"/>
          </p:cNvSpPr>
          <p:nvPr>
            <p:ph type="body" idx="1"/>
          </p:nvPr>
        </p:nvSpPr>
        <p:spPr/>
        <p:txBody>
          <a:bodyPr/>
          <a:lstStyle/>
          <a:p>
            <a:r>
              <a:rPr lang="zh-CN" altLang="en-US" dirty="0"/>
              <a:t>研究将参照以下技术路线：</a:t>
            </a:r>
            <a:br>
              <a:rPr lang="en-US" altLang="zh-CN" dirty="0"/>
            </a:br>
            <a:r>
              <a:rPr lang="zh-CN" altLang="en-US" dirty="0"/>
              <a:t>第一步是数据获取，我们将使用分布式网络爬虫，大规模采集</a:t>
            </a:r>
            <a:r>
              <a:rPr lang="en-US" altLang="zh-CN" dirty="0"/>
              <a:t>B</a:t>
            </a:r>
            <a:r>
              <a:rPr lang="zh-CN" altLang="en-US" dirty="0"/>
              <a:t>站从</a:t>
            </a:r>
            <a:r>
              <a:rPr lang="en-US" altLang="zh-CN" dirty="0"/>
              <a:t>2016</a:t>
            </a:r>
            <a:r>
              <a:rPr lang="zh-CN" altLang="en-US" dirty="0"/>
              <a:t>年到</a:t>
            </a:r>
            <a:r>
              <a:rPr lang="en-US" altLang="zh-CN" dirty="0"/>
              <a:t>2024</a:t>
            </a:r>
            <a:r>
              <a:rPr lang="zh-CN" altLang="en-US" dirty="0"/>
              <a:t>年间的相关视频数据，包括它的标题、评论、弹幕以及各种互动数据。</a:t>
            </a:r>
          </a:p>
          <a:p>
            <a:r>
              <a:rPr lang="zh-CN" altLang="en-US" dirty="0"/>
              <a:t>第二步是数据处理，利用</a:t>
            </a:r>
            <a:r>
              <a:rPr lang="en-US" altLang="zh-CN" dirty="0" err="1"/>
              <a:t>Jieba</a:t>
            </a:r>
            <a:r>
              <a:rPr lang="zh-CN" altLang="en-US" dirty="0"/>
              <a:t>分词等自然语言处理工具，对收集到的海量文本进行清洗和预处理，为后续分析打下干净、高质量的数据基础。</a:t>
            </a:r>
          </a:p>
          <a:p>
            <a:r>
              <a:rPr lang="zh-CN" altLang="en-US" dirty="0"/>
              <a:t>第三步是内容分类，我们会结合人工和自动化方法，依据我们建立的</a:t>
            </a:r>
            <a:r>
              <a:rPr lang="en-US" altLang="zh-CN" dirty="0"/>
              <a:t>13</a:t>
            </a:r>
            <a:r>
              <a:rPr lang="zh-CN" altLang="en-US" dirty="0"/>
              <a:t>类主题标签，对所有视频进行精准归类。</a:t>
            </a:r>
          </a:p>
          <a:p>
            <a:r>
              <a:rPr lang="zh-CN" altLang="en-US" dirty="0"/>
              <a:t>第四步是情感分析，我们将利用先进的</a:t>
            </a:r>
            <a:r>
              <a:rPr lang="en-US" altLang="zh-CN" dirty="0"/>
              <a:t>Qwen2.5</a:t>
            </a:r>
            <a:r>
              <a:rPr lang="zh-CN" altLang="en-US" dirty="0"/>
              <a:t>大语言模型，对每一条评论和弹幕进行情感极性的自动判断。</a:t>
            </a:r>
          </a:p>
          <a:p>
            <a:r>
              <a:rPr lang="zh-CN" altLang="en-US" dirty="0"/>
              <a:t>最后一步是统计分析，在前面所有数据处理的基础上，运用统计学方法，如相关性分析，来深入挖掘用户行为、情感反应、内容类型以及创作者背景之间的内在联系和规律。</a:t>
            </a:r>
          </a:p>
        </p:txBody>
      </p:sp>
      <p:sp>
        <p:nvSpPr>
          <p:cNvPr id="4" name="灯片编号占位符 3">
            <a:extLst>
              <a:ext uri="{FF2B5EF4-FFF2-40B4-BE49-F238E27FC236}">
                <a16:creationId xmlns:a16="http://schemas.microsoft.com/office/drawing/2014/main" id="{F1B849C9-B019-9BAC-2E36-05AA643D552D}"/>
              </a:ext>
            </a:extLst>
          </p:cNvPr>
          <p:cNvSpPr>
            <a:spLocks noGrp="1"/>
          </p:cNvSpPr>
          <p:nvPr>
            <p:ph type="sldNum" sz="quarter" idx="5"/>
          </p:nvPr>
        </p:nvSpPr>
        <p:spPr/>
        <p:txBody>
          <a:bodyPr/>
          <a:lstStyle/>
          <a:p>
            <a:fld id="{78F332AE-CF90-437C-9F1F-BE6050743CDA}" type="slidenum">
              <a:rPr lang="zh-CN" altLang="en-US" smtClean="0"/>
              <a:pPr/>
              <a:t>15</a:t>
            </a:fld>
            <a:endParaRPr lang="zh-CN" altLang="en-US" dirty="0"/>
          </a:p>
        </p:txBody>
      </p:sp>
    </p:spTree>
    <p:extLst>
      <p:ext uri="{BB962C8B-B14F-4D97-AF65-F5344CB8AC3E}">
        <p14:creationId xmlns:p14="http://schemas.microsoft.com/office/powerpoint/2010/main" val="7751688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15FE-A716-4F12-A18F-5B5489A514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1591A5-C862-CBB9-CEC0-65A96711AA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2AEF7B-9D24-9AB5-F8A0-A508FB1EBE97}"/>
              </a:ext>
            </a:extLst>
          </p:cNvPr>
          <p:cNvSpPr>
            <a:spLocks noGrp="1"/>
          </p:cNvSpPr>
          <p:nvPr>
            <p:ph type="body" idx="1"/>
          </p:nvPr>
        </p:nvSpPr>
        <p:spPr/>
        <p:txBody>
          <a:bodyPr/>
          <a:lstStyle/>
          <a:p>
            <a:r>
              <a:rPr lang="zh-CN" altLang="en-US" dirty="0"/>
              <a:t>第三部分 研究成果与创新</a:t>
            </a:r>
          </a:p>
        </p:txBody>
      </p:sp>
      <p:sp>
        <p:nvSpPr>
          <p:cNvPr id="4" name="灯片编号占位符 3">
            <a:extLst>
              <a:ext uri="{FF2B5EF4-FFF2-40B4-BE49-F238E27FC236}">
                <a16:creationId xmlns:a16="http://schemas.microsoft.com/office/drawing/2014/main" id="{7FD7756E-9808-86C3-0FCF-A75D091220DC}"/>
              </a:ext>
            </a:extLst>
          </p:cNvPr>
          <p:cNvSpPr>
            <a:spLocks noGrp="1"/>
          </p:cNvSpPr>
          <p:nvPr>
            <p:ph type="sldNum" sz="quarter" idx="5"/>
          </p:nvPr>
        </p:nvSpPr>
        <p:spPr/>
        <p:txBody>
          <a:bodyPr/>
          <a:lstStyle/>
          <a:p>
            <a:fld id="{78F332AE-CF90-437C-9F1F-BE6050743CDA}" type="slidenum">
              <a:rPr lang="zh-CN" altLang="en-US" smtClean="0"/>
              <a:pPr/>
              <a:t>16</a:t>
            </a:fld>
            <a:endParaRPr lang="zh-CN" altLang="en-US" dirty="0"/>
          </a:p>
        </p:txBody>
      </p:sp>
    </p:spTree>
    <p:extLst>
      <p:ext uri="{BB962C8B-B14F-4D97-AF65-F5344CB8AC3E}">
        <p14:creationId xmlns:p14="http://schemas.microsoft.com/office/powerpoint/2010/main" val="2835714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CE7F5-7605-4A28-6A4E-F9B6694D51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CBBE46-3630-C9E5-AEBD-06B937D6C5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DC6BF3-E59E-EFD9-AB06-D48EB2EE778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ED637DD-68BC-ABB8-A581-7DF2AF11DB35}"/>
              </a:ext>
            </a:extLst>
          </p:cNvPr>
          <p:cNvSpPr>
            <a:spLocks noGrp="1"/>
          </p:cNvSpPr>
          <p:nvPr>
            <p:ph type="sldNum" sz="quarter" idx="5"/>
          </p:nvPr>
        </p:nvSpPr>
        <p:spPr/>
        <p:txBody>
          <a:bodyPr/>
          <a:lstStyle/>
          <a:p>
            <a:fld id="{78F332AE-CF90-437C-9F1F-BE6050743CDA}" type="slidenum">
              <a:rPr lang="zh-CN" altLang="en-US" smtClean="0"/>
              <a:pPr/>
              <a:t>17</a:t>
            </a:fld>
            <a:endParaRPr lang="zh-CN" altLang="en-US" dirty="0"/>
          </a:p>
        </p:txBody>
      </p:sp>
    </p:spTree>
    <p:extLst>
      <p:ext uri="{BB962C8B-B14F-4D97-AF65-F5344CB8AC3E}">
        <p14:creationId xmlns:p14="http://schemas.microsoft.com/office/powerpoint/2010/main" val="3984501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78DA7-95DE-2B63-C99D-C115F10A10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B1AC18-A51D-0C3D-F2F9-6D30C26881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D7EA10-F1F3-8E71-26BD-5B3BC9F60BA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27257A2-5AD6-AD4C-DE49-4DB3BD78BDA0}"/>
              </a:ext>
            </a:extLst>
          </p:cNvPr>
          <p:cNvSpPr>
            <a:spLocks noGrp="1"/>
          </p:cNvSpPr>
          <p:nvPr>
            <p:ph type="sldNum" sz="quarter" idx="5"/>
          </p:nvPr>
        </p:nvSpPr>
        <p:spPr/>
        <p:txBody>
          <a:bodyPr/>
          <a:lstStyle/>
          <a:p>
            <a:fld id="{78F332AE-CF90-437C-9F1F-BE6050743CDA}" type="slidenum">
              <a:rPr lang="zh-CN" altLang="en-US" smtClean="0"/>
              <a:pPr/>
              <a:t>18</a:t>
            </a:fld>
            <a:endParaRPr lang="zh-CN" altLang="en-US" dirty="0"/>
          </a:p>
        </p:txBody>
      </p:sp>
    </p:spTree>
    <p:extLst>
      <p:ext uri="{BB962C8B-B14F-4D97-AF65-F5344CB8AC3E}">
        <p14:creationId xmlns:p14="http://schemas.microsoft.com/office/powerpoint/2010/main" val="177986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9F788-F06F-55E2-2F55-64C8EE4CF4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D3911F-29A1-C851-6338-688FE4814C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C6367E-43CA-C9A3-6030-DFA7AA25A3D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B210E8E-5F5B-B5E2-14FF-1C7E0F5588B5}"/>
              </a:ext>
            </a:extLst>
          </p:cNvPr>
          <p:cNvSpPr>
            <a:spLocks noGrp="1"/>
          </p:cNvSpPr>
          <p:nvPr>
            <p:ph type="sldNum" sz="quarter" idx="5"/>
          </p:nvPr>
        </p:nvSpPr>
        <p:spPr/>
        <p:txBody>
          <a:bodyPr/>
          <a:lstStyle/>
          <a:p>
            <a:fld id="{78F332AE-CF90-437C-9F1F-BE6050743CDA}" type="slidenum">
              <a:rPr lang="zh-CN" altLang="en-US" smtClean="0"/>
              <a:pPr/>
              <a:t>19</a:t>
            </a:fld>
            <a:endParaRPr lang="zh-CN" altLang="en-US" dirty="0"/>
          </a:p>
        </p:txBody>
      </p:sp>
    </p:spTree>
    <p:extLst>
      <p:ext uri="{BB962C8B-B14F-4D97-AF65-F5344CB8AC3E}">
        <p14:creationId xmlns:p14="http://schemas.microsoft.com/office/powerpoint/2010/main" val="2402147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11638-BA07-FE41-B838-95B48AD454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32EA4B-328A-7471-CC7E-1552BA6A02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78D346-58B5-64E6-99C4-E546D9BF8D5C}"/>
              </a:ext>
            </a:extLst>
          </p:cNvPr>
          <p:cNvSpPr>
            <a:spLocks noGrp="1"/>
          </p:cNvSpPr>
          <p:nvPr>
            <p:ph type="body" idx="1"/>
          </p:nvPr>
        </p:nvSpPr>
        <p:spPr/>
        <p:txBody>
          <a:bodyPr/>
          <a:lstStyle/>
          <a:p>
            <a:r>
              <a:rPr lang="zh-CN" altLang="en-US" dirty="0"/>
              <a:t>为确保研究的顺利进行，我已经制定了详细的研究计划，具体安排如图</a:t>
            </a:r>
          </a:p>
        </p:txBody>
      </p:sp>
      <p:sp>
        <p:nvSpPr>
          <p:cNvPr id="4" name="灯片编号占位符 3">
            <a:extLst>
              <a:ext uri="{FF2B5EF4-FFF2-40B4-BE49-F238E27FC236}">
                <a16:creationId xmlns:a16="http://schemas.microsoft.com/office/drawing/2014/main" id="{6C50F3A2-2BB3-3D1E-17E9-E420EC8BDF74}"/>
              </a:ext>
            </a:extLst>
          </p:cNvPr>
          <p:cNvSpPr>
            <a:spLocks noGrp="1"/>
          </p:cNvSpPr>
          <p:nvPr>
            <p:ph type="sldNum" sz="quarter" idx="5"/>
          </p:nvPr>
        </p:nvSpPr>
        <p:spPr/>
        <p:txBody>
          <a:bodyPr/>
          <a:lstStyle/>
          <a:p>
            <a:fld id="{78F332AE-CF90-437C-9F1F-BE6050743CDA}" type="slidenum">
              <a:rPr lang="zh-CN" altLang="en-US" smtClean="0"/>
              <a:pPr/>
              <a:t>20</a:t>
            </a:fld>
            <a:endParaRPr lang="zh-CN" altLang="en-US" dirty="0"/>
          </a:p>
        </p:txBody>
      </p:sp>
    </p:spTree>
    <p:extLst>
      <p:ext uri="{BB962C8B-B14F-4D97-AF65-F5344CB8AC3E}">
        <p14:creationId xmlns:p14="http://schemas.microsoft.com/office/powerpoint/2010/main" val="35985819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B7B09-8BE1-D3E9-26FA-B100351147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557D10-8FA1-6B6E-039F-304FE3C017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31F221-FB56-0F03-7041-1B7DF4349B3E}"/>
              </a:ext>
            </a:extLst>
          </p:cNvPr>
          <p:cNvSpPr>
            <a:spLocks noGrp="1"/>
          </p:cNvSpPr>
          <p:nvPr>
            <p:ph type="body" idx="1"/>
          </p:nvPr>
        </p:nvSpPr>
        <p:spPr/>
        <p:txBody>
          <a:bodyPr/>
          <a:lstStyle/>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完整的哔哩哔哩平台数据集</a:t>
            </a:r>
          </a:p>
          <a:p>
            <a:pPr lvl="1"/>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已系统采集并整理了</a:t>
            </a:r>
            <a:r>
              <a:rPr lang="en-US" altLang="zh-CN" sz="1200" kern="1200" dirty="0" err="1">
                <a:solidFill>
                  <a:schemeClr val="tx1"/>
                </a:solidFill>
                <a:effectLst/>
                <a:latin typeface="微软雅黑" panose="020B0503020204020204" pitchFamily="34" charset="-122"/>
                <a:ea typeface="微软雅黑" panose="020B0503020204020204" pitchFamily="34" charset="-122"/>
                <a:cs typeface="+mn-cs"/>
              </a:rPr>
              <a:t>Bilibili</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平台自</a:t>
            </a:r>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2016</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年至</a:t>
            </a:r>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2024</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年期间与青少年生殖健康相关的全部视频、评论和弹幕数据，为后续分析提供坚实的数据基础。</a:t>
            </a: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成熟的文本挖掘技术框架</a:t>
            </a:r>
          </a:p>
          <a:p>
            <a:pPr lvl="1"/>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研究已搭建高效的中文文本预处理与分析流程，具备大规模网络文本数据的自动化清洗、分词、主题分类和情感识别能力。</a:t>
            </a: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初步的研究发现与分析结果</a:t>
            </a:r>
          </a:p>
          <a:p>
            <a:pPr lvl="1"/>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通过前期数据探索，已获得青少年参与度分布、主要话题覆盖、情感反应等基础发现，为进一步深入研究提供方向和参考。</a:t>
            </a: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跨学科研究人员支持</a:t>
            </a:r>
          </a:p>
          <a:p>
            <a:pPr lvl="1"/>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课题组成员涵盖生物医学信息、公共卫生、数据科学等多学科背景，具备经验丰富的技术与理论支撑。</a:t>
            </a:r>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更多医疗专业人员的参与验证</a:t>
            </a:r>
          </a:p>
          <a:p>
            <a:pPr lvl="1"/>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目前研究中医学知识背景有限，尚需引入更多专业医生和健康传播专家参与内容审核与科学性把关。</a:t>
            </a: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长期追踪数据以观察趋势变化</a:t>
            </a:r>
          </a:p>
          <a:p>
            <a:pPr lvl="1"/>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现有数据以横断面为主，缺乏对青少年生殖健康信息需求与互动行为的长期动态跟踪资料。</a:t>
            </a: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其他社交平台的对比数据</a:t>
            </a:r>
          </a:p>
          <a:p>
            <a:pPr lvl="1"/>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目前研究聚焦于</a:t>
            </a:r>
            <a:r>
              <a:rPr lang="en-US" altLang="zh-CN" sz="1200" kern="1200" dirty="0" err="1">
                <a:solidFill>
                  <a:schemeClr val="tx1"/>
                </a:solidFill>
                <a:effectLst/>
                <a:latin typeface="微软雅黑" panose="020B0503020204020204" pitchFamily="34" charset="-122"/>
                <a:ea typeface="微软雅黑" panose="020B0503020204020204" pitchFamily="34" charset="-122"/>
                <a:cs typeface="+mn-cs"/>
              </a:rPr>
              <a:t>Bilibili</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，尚未涵盖微博、抖音等其他主流平台的相关数据，难以进行跨平台对比分析。</a:t>
            </a:r>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与医疗机构建立合作关系</a:t>
            </a:r>
          </a:p>
          <a:p>
            <a:pPr lvl="1"/>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主动联系医院、健康科普机构等单位，邀请医学专家参与课题组，共同提升研究内容的科学性与实践指导性。</a:t>
            </a: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设计纵向研究追踪内容演变</a:t>
            </a:r>
          </a:p>
          <a:p>
            <a:pPr lvl="1"/>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规划后续开展定期数据采集和用户行为跟踪，建立长期观测机制，系统记录青少年生殖健康议题的传播演变和情感变化趋势。</a:t>
            </a: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拓展研究范围至其他主流平台</a:t>
            </a:r>
          </a:p>
          <a:p>
            <a:pPr lvl="1"/>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积极申请数据采集权限，扩展研究样本至微博、抖音等主流社交媒体，实现多平台健康信息生态的全面对比与分析。</a:t>
            </a:r>
          </a:p>
          <a:p>
            <a:endParaRPr lang="zh-CN"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endParaRPr lang="zh-CN"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endParaRPr lang="zh-CN" altLang="en-US" dirty="0"/>
          </a:p>
        </p:txBody>
      </p:sp>
      <p:sp>
        <p:nvSpPr>
          <p:cNvPr id="4" name="灯片编号占位符 3">
            <a:extLst>
              <a:ext uri="{FF2B5EF4-FFF2-40B4-BE49-F238E27FC236}">
                <a16:creationId xmlns:a16="http://schemas.microsoft.com/office/drawing/2014/main" id="{AF397199-B9DC-9BB1-3269-097E9210B880}"/>
              </a:ext>
            </a:extLst>
          </p:cNvPr>
          <p:cNvSpPr>
            <a:spLocks noGrp="1"/>
          </p:cNvSpPr>
          <p:nvPr>
            <p:ph type="sldNum" sz="quarter" idx="5"/>
          </p:nvPr>
        </p:nvSpPr>
        <p:spPr/>
        <p:txBody>
          <a:bodyPr/>
          <a:lstStyle/>
          <a:p>
            <a:fld id="{78F332AE-CF90-437C-9F1F-BE6050743CDA}" type="slidenum">
              <a:rPr lang="zh-CN" altLang="en-US" smtClean="0"/>
              <a:pPr/>
              <a:t>21</a:t>
            </a:fld>
            <a:endParaRPr lang="zh-CN" altLang="en-US" dirty="0"/>
          </a:p>
        </p:txBody>
      </p:sp>
    </p:spTree>
    <p:extLst>
      <p:ext uri="{BB962C8B-B14F-4D97-AF65-F5344CB8AC3E}">
        <p14:creationId xmlns:p14="http://schemas.microsoft.com/office/powerpoint/2010/main" val="4157839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49491-CA8C-C9DF-619F-DCCE723570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726CA2-B079-B532-AF5E-E2AA532A02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F5880F-5620-223D-0DAB-1A1753526A8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21D3731-0681-76DC-7834-500099550E3C}"/>
              </a:ext>
            </a:extLst>
          </p:cNvPr>
          <p:cNvSpPr>
            <a:spLocks noGrp="1"/>
          </p:cNvSpPr>
          <p:nvPr>
            <p:ph type="sldNum" sz="quarter" idx="5"/>
          </p:nvPr>
        </p:nvSpPr>
        <p:spPr/>
        <p:txBody>
          <a:bodyPr/>
          <a:lstStyle/>
          <a:p>
            <a:fld id="{78F332AE-CF90-437C-9F1F-BE6050743CDA}" type="slidenum">
              <a:rPr lang="zh-CN" altLang="en-US" smtClean="0"/>
              <a:pPr/>
              <a:t>22</a:t>
            </a:fld>
            <a:endParaRPr lang="zh-CN" altLang="en-US" dirty="0"/>
          </a:p>
        </p:txBody>
      </p:sp>
    </p:spTree>
    <p:extLst>
      <p:ext uri="{BB962C8B-B14F-4D97-AF65-F5344CB8AC3E}">
        <p14:creationId xmlns:p14="http://schemas.microsoft.com/office/powerpoint/2010/main" val="701153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61E27-616C-364B-AD06-578EA7112C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437BA3-681D-5A6F-7899-9676E53699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1A69B2-A238-B51E-1ECC-EC746BA6506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7E3DF0C-669C-677A-15AF-3E46CFF31B8D}"/>
              </a:ext>
            </a:extLst>
          </p:cNvPr>
          <p:cNvSpPr>
            <a:spLocks noGrp="1"/>
          </p:cNvSpPr>
          <p:nvPr>
            <p:ph type="sldNum" sz="quarter" idx="5"/>
          </p:nvPr>
        </p:nvSpPr>
        <p:spPr/>
        <p:txBody>
          <a:bodyPr/>
          <a:lstStyle/>
          <a:p>
            <a:fld id="{78F332AE-CF90-437C-9F1F-BE6050743CDA}" type="slidenum">
              <a:rPr lang="zh-CN" altLang="en-US" smtClean="0"/>
              <a:pPr/>
              <a:t>23</a:t>
            </a:fld>
            <a:endParaRPr lang="zh-CN" altLang="en-US" dirty="0"/>
          </a:p>
        </p:txBody>
      </p:sp>
    </p:spTree>
    <p:extLst>
      <p:ext uri="{BB962C8B-B14F-4D97-AF65-F5344CB8AC3E}">
        <p14:creationId xmlns:p14="http://schemas.microsoft.com/office/powerpoint/2010/main" val="559367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B1580-A2C7-B9F8-1365-FFDF6257EC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38A697-D5ED-4CDA-2F50-83657502E5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F99DBF-95AB-E048-29E8-743B2851B78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11CBEAE-093C-EDDE-93D2-57D8A0AED1CF}"/>
              </a:ext>
            </a:extLst>
          </p:cNvPr>
          <p:cNvSpPr>
            <a:spLocks noGrp="1"/>
          </p:cNvSpPr>
          <p:nvPr>
            <p:ph type="sldNum" sz="quarter" idx="5"/>
          </p:nvPr>
        </p:nvSpPr>
        <p:spPr/>
        <p:txBody>
          <a:bodyPr/>
          <a:lstStyle/>
          <a:p>
            <a:fld id="{78F332AE-CF90-437C-9F1F-BE6050743CDA}" type="slidenum">
              <a:rPr lang="zh-CN" altLang="en-US" smtClean="0"/>
              <a:pPr/>
              <a:t>24</a:t>
            </a:fld>
            <a:endParaRPr lang="zh-CN" altLang="en-US" dirty="0"/>
          </a:p>
        </p:txBody>
      </p:sp>
    </p:spTree>
    <p:extLst>
      <p:ext uri="{BB962C8B-B14F-4D97-AF65-F5344CB8AC3E}">
        <p14:creationId xmlns:p14="http://schemas.microsoft.com/office/powerpoint/2010/main" val="178380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D4DDC-1276-E397-BED1-DB3324F1ED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519AE0-B2DA-9338-7BA2-23DEBC1919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187A27-ECFE-B4F8-E38B-D345D2CBB8F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A8169A4-7275-9CAF-A1A1-62C03095274F}"/>
              </a:ext>
            </a:extLst>
          </p:cNvPr>
          <p:cNvSpPr>
            <a:spLocks noGrp="1"/>
          </p:cNvSpPr>
          <p:nvPr>
            <p:ph type="sldNum" sz="quarter" idx="5"/>
          </p:nvPr>
        </p:nvSpPr>
        <p:spPr/>
        <p:txBody>
          <a:bodyPr/>
          <a:lstStyle/>
          <a:p>
            <a:fld id="{78F332AE-CF90-437C-9F1F-BE6050743CDA}" type="slidenum">
              <a:rPr lang="zh-CN" altLang="en-US" smtClean="0"/>
              <a:pPr/>
              <a:t>25</a:t>
            </a:fld>
            <a:endParaRPr lang="zh-CN" altLang="en-US" dirty="0"/>
          </a:p>
        </p:txBody>
      </p:sp>
    </p:spTree>
    <p:extLst>
      <p:ext uri="{BB962C8B-B14F-4D97-AF65-F5344CB8AC3E}">
        <p14:creationId xmlns:p14="http://schemas.microsoft.com/office/powerpoint/2010/main" val="541137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26</a:t>
            </a:fld>
            <a:endParaRPr lang="zh-CN" altLang="en-US" dirty="0"/>
          </a:p>
        </p:txBody>
      </p:sp>
    </p:spTree>
    <p:extLst>
      <p:ext uri="{BB962C8B-B14F-4D97-AF65-F5344CB8AC3E}">
        <p14:creationId xmlns:p14="http://schemas.microsoft.com/office/powerpoint/2010/main" val="867588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37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48" name="矩形 47">
            <a:extLst>
              <a:ext uri="{FF2B5EF4-FFF2-40B4-BE49-F238E27FC236}">
                <a16:creationId xmlns:a16="http://schemas.microsoft.com/office/drawing/2014/main" id="{3CB205BA-4361-4E5B-9711-477C74B88BC8}"/>
              </a:ext>
            </a:extLst>
          </p:cNvPr>
          <p:cNvSpPr/>
          <p:nvPr userDrawn="1"/>
        </p:nvSpPr>
        <p:spPr>
          <a:xfrm>
            <a:off x="0" y="1766854"/>
            <a:ext cx="12192000" cy="3138975"/>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a:extLst>
              <a:ext uri="{FF2B5EF4-FFF2-40B4-BE49-F238E27FC236}">
                <a16:creationId xmlns:a16="http://schemas.microsoft.com/office/drawing/2014/main" id="{343D4712-A0D4-4270-BD1B-32C0AAAFBF42}"/>
              </a:ext>
            </a:extLst>
          </p:cNvPr>
          <p:cNvGrpSpPr/>
          <p:nvPr userDrawn="1"/>
        </p:nvGrpSpPr>
        <p:grpSpPr>
          <a:xfrm>
            <a:off x="4833184" y="812181"/>
            <a:ext cx="2525633" cy="669707"/>
            <a:chOff x="4424897" y="1351534"/>
            <a:chExt cx="3151707" cy="835719"/>
          </a:xfrm>
        </p:grpSpPr>
        <p:sp>
          <p:nvSpPr>
            <p:cNvPr id="58" name="Freeform 270">
              <a:extLst>
                <a:ext uri="{FF2B5EF4-FFF2-40B4-BE49-F238E27FC236}">
                  <a16:creationId xmlns:a16="http://schemas.microsoft.com/office/drawing/2014/main" id="{F5D3F871-3D3C-4A7C-B260-73533E6A0159}"/>
                </a:ext>
              </a:extLst>
            </p:cNvPr>
            <p:cNvSpPr>
              <a:spLocks/>
            </p:cNvSpPr>
            <p:nvPr/>
          </p:nvSpPr>
          <p:spPr bwMode="auto">
            <a:xfrm>
              <a:off x="5319209" y="1444684"/>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271">
              <a:extLst>
                <a:ext uri="{FF2B5EF4-FFF2-40B4-BE49-F238E27FC236}">
                  <a16:creationId xmlns:a16="http://schemas.microsoft.com/office/drawing/2014/main" id="{523A590D-DEF0-4134-89FF-D28008F8693E}"/>
                </a:ext>
              </a:extLst>
            </p:cNvPr>
            <p:cNvSpPr>
              <a:spLocks/>
            </p:cNvSpPr>
            <p:nvPr/>
          </p:nvSpPr>
          <p:spPr bwMode="auto">
            <a:xfrm>
              <a:off x="6145958" y="1472744"/>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2">
              <a:extLst>
                <a:ext uri="{FF2B5EF4-FFF2-40B4-BE49-F238E27FC236}">
                  <a16:creationId xmlns:a16="http://schemas.microsoft.com/office/drawing/2014/main" id="{6528A2E4-AFA3-4F27-96DC-5381298E58E5}"/>
                </a:ext>
              </a:extLst>
            </p:cNvPr>
            <p:cNvSpPr>
              <a:spLocks/>
            </p:cNvSpPr>
            <p:nvPr/>
          </p:nvSpPr>
          <p:spPr bwMode="auto">
            <a:xfrm>
              <a:off x="6895440" y="1517477"/>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73">
              <a:extLst>
                <a:ext uri="{FF2B5EF4-FFF2-40B4-BE49-F238E27FC236}">
                  <a16:creationId xmlns:a16="http://schemas.microsoft.com/office/drawing/2014/main" id="{44722B21-200A-4D64-B07D-2FE06AEC124D}"/>
                </a:ext>
              </a:extLst>
            </p:cNvPr>
            <p:cNvSpPr>
              <a:spLocks noEditPoints="1"/>
            </p:cNvSpPr>
            <p:nvPr/>
          </p:nvSpPr>
          <p:spPr bwMode="auto">
            <a:xfrm>
              <a:off x="7227279" y="1441431"/>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74">
              <a:extLst>
                <a:ext uri="{FF2B5EF4-FFF2-40B4-BE49-F238E27FC236}">
                  <a16:creationId xmlns:a16="http://schemas.microsoft.com/office/drawing/2014/main" id="{4DBCBBAC-1A09-46F2-BBBC-DE045CE61BEB}"/>
                </a:ext>
              </a:extLst>
            </p:cNvPr>
            <p:cNvSpPr>
              <a:spLocks noEditPoints="1"/>
            </p:cNvSpPr>
            <p:nvPr/>
          </p:nvSpPr>
          <p:spPr bwMode="auto">
            <a:xfrm>
              <a:off x="7246392" y="1617110"/>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75">
              <a:extLst>
                <a:ext uri="{FF2B5EF4-FFF2-40B4-BE49-F238E27FC236}">
                  <a16:creationId xmlns:a16="http://schemas.microsoft.com/office/drawing/2014/main" id="{0CC41383-F4AD-4B74-BA07-3269B9512135}"/>
                </a:ext>
              </a:extLst>
            </p:cNvPr>
            <p:cNvSpPr>
              <a:spLocks/>
            </p:cNvSpPr>
            <p:nvPr/>
          </p:nvSpPr>
          <p:spPr bwMode="auto">
            <a:xfrm>
              <a:off x="6437944" y="1456070"/>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76">
              <a:extLst>
                <a:ext uri="{FF2B5EF4-FFF2-40B4-BE49-F238E27FC236}">
                  <a16:creationId xmlns:a16="http://schemas.microsoft.com/office/drawing/2014/main" id="{5ACC20D8-CFDE-4533-B8B5-C586B2C14BCC}"/>
                </a:ext>
              </a:extLst>
            </p:cNvPr>
            <p:cNvSpPr>
              <a:spLocks/>
            </p:cNvSpPr>
            <p:nvPr/>
          </p:nvSpPr>
          <p:spPr bwMode="auto">
            <a:xfrm>
              <a:off x="6513176" y="1474370"/>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77">
              <a:extLst>
                <a:ext uri="{FF2B5EF4-FFF2-40B4-BE49-F238E27FC236}">
                  <a16:creationId xmlns:a16="http://schemas.microsoft.com/office/drawing/2014/main" id="{668CE9AC-0F6C-4B6D-81E1-ED496B6D9069}"/>
                </a:ext>
              </a:extLst>
            </p:cNvPr>
            <p:cNvSpPr>
              <a:spLocks/>
            </p:cNvSpPr>
            <p:nvPr/>
          </p:nvSpPr>
          <p:spPr bwMode="auto">
            <a:xfrm>
              <a:off x="5833640" y="1597590"/>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6" name="Freeform 278">
              <a:extLst>
                <a:ext uri="{FF2B5EF4-FFF2-40B4-BE49-F238E27FC236}">
                  <a16:creationId xmlns:a16="http://schemas.microsoft.com/office/drawing/2014/main" id="{1F94FD3B-DF75-422F-9D13-9CAA27026E0A}"/>
                </a:ext>
              </a:extLst>
            </p:cNvPr>
            <p:cNvSpPr>
              <a:spLocks/>
            </p:cNvSpPr>
            <p:nvPr/>
          </p:nvSpPr>
          <p:spPr bwMode="auto">
            <a:xfrm>
              <a:off x="5773860" y="1451190"/>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79">
              <a:extLst>
                <a:ext uri="{FF2B5EF4-FFF2-40B4-BE49-F238E27FC236}">
                  <a16:creationId xmlns:a16="http://schemas.microsoft.com/office/drawing/2014/main" id="{0B61ED16-37EE-40AE-AA1D-7B3B29625734}"/>
                </a:ext>
              </a:extLst>
            </p:cNvPr>
            <p:cNvSpPr>
              <a:spLocks/>
            </p:cNvSpPr>
            <p:nvPr/>
          </p:nvSpPr>
          <p:spPr bwMode="auto">
            <a:xfrm>
              <a:off x="5971091" y="1729350"/>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0">
              <a:extLst>
                <a:ext uri="{FF2B5EF4-FFF2-40B4-BE49-F238E27FC236}">
                  <a16:creationId xmlns:a16="http://schemas.microsoft.com/office/drawing/2014/main" id="{F4EBBEBC-BA33-419F-B27F-2F55F96FCC56}"/>
                </a:ext>
              </a:extLst>
            </p:cNvPr>
            <p:cNvSpPr>
              <a:spLocks/>
            </p:cNvSpPr>
            <p:nvPr/>
          </p:nvSpPr>
          <p:spPr bwMode="auto">
            <a:xfrm>
              <a:off x="5784433" y="1791569"/>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1">
              <a:extLst>
                <a:ext uri="{FF2B5EF4-FFF2-40B4-BE49-F238E27FC236}">
                  <a16:creationId xmlns:a16="http://schemas.microsoft.com/office/drawing/2014/main" id="{B2D7E6CF-EC06-4BF6-869B-BB700BA8BEAD}"/>
                </a:ext>
              </a:extLst>
            </p:cNvPr>
            <p:cNvSpPr>
              <a:spLocks/>
            </p:cNvSpPr>
            <p:nvPr/>
          </p:nvSpPr>
          <p:spPr bwMode="auto">
            <a:xfrm>
              <a:off x="5338322" y="2027840"/>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2">
              <a:extLst>
                <a:ext uri="{FF2B5EF4-FFF2-40B4-BE49-F238E27FC236}">
                  <a16:creationId xmlns:a16="http://schemas.microsoft.com/office/drawing/2014/main" id="{4198F2DC-B7D5-4B35-92B7-3A4E79381FCD}"/>
                </a:ext>
              </a:extLst>
            </p:cNvPr>
            <p:cNvSpPr>
              <a:spLocks noEditPoints="1"/>
            </p:cNvSpPr>
            <p:nvPr/>
          </p:nvSpPr>
          <p:spPr bwMode="auto">
            <a:xfrm>
              <a:off x="5437549" y="2026621"/>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83">
              <a:extLst>
                <a:ext uri="{FF2B5EF4-FFF2-40B4-BE49-F238E27FC236}">
                  <a16:creationId xmlns:a16="http://schemas.microsoft.com/office/drawing/2014/main" id="{D4DFDD69-88FD-4170-9629-41633ED728BF}"/>
                </a:ext>
              </a:extLst>
            </p:cNvPr>
            <p:cNvSpPr>
              <a:spLocks/>
            </p:cNvSpPr>
            <p:nvPr/>
          </p:nvSpPr>
          <p:spPr bwMode="auto">
            <a:xfrm>
              <a:off x="5544500" y="2027840"/>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84">
              <a:extLst>
                <a:ext uri="{FF2B5EF4-FFF2-40B4-BE49-F238E27FC236}">
                  <a16:creationId xmlns:a16="http://schemas.microsoft.com/office/drawing/2014/main" id="{B67B4723-34AB-4591-8C87-AB2264CC8F59}"/>
                </a:ext>
              </a:extLst>
            </p:cNvPr>
            <p:cNvSpPr>
              <a:spLocks/>
            </p:cNvSpPr>
            <p:nvPr/>
          </p:nvSpPr>
          <p:spPr bwMode="auto">
            <a:xfrm>
              <a:off x="5644947" y="2027840"/>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85">
              <a:extLst>
                <a:ext uri="{FF2B5EF4-FFF2-40B4-BE49-F238E27FC236}">
                  <a16:creationId xmlns:a16="http://schemas.microsoft.com/office/drawing/2014/main" id="{462F08D4-D839-4D63-A537-7D80E0BDF47D}"/>
                </a:ext>
              </a:extLst>
            </p:cNvPr>
            <p:cNvSpPr>
              <a:spLocks/>
            </p:cNvSpPr>
            <p:nvPr/>
          </p:nvSpPr>
          <p:spPr bwMode="auto">
            <a:xfrm>
              <a:off x="5700661" y="2027840"/>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86">
              <a:extLst>
                <a:ext uri="{FF2B5EF4-FFF2-40B4-BE49-F238E27FC236}">
                  <a16:creationId xmlns:a16="http://schemas.microsoft.com/office/drawing/2014/main" id="{FAEE5A52-2829-4EFA-9BAB-635D05FED1A2}"/>
                </a:ext>
              </a:extLst>
            </p:cNvPr>
            <p:cNvSpPr>
              <a:spLocks/>
            </p:cNvSpPr>
            <p:nvPr/>
          </p:nvSpPr>
          <p:spPr bwMode="auto">
            <a:xfrm>
              <a:off x="5751900" y="2027840"/>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87">
              <a:extLst>
                <a:ext uri="{FF2B5EF4-FFF2-40B4-BE49-F238E27FC236}">
                  <a16:creationId xmlns:a16="http://schemas.microsoft.com/office/drawing/2014/main" id="{63CCAD2F-0AC5-4D33-BDB2-81E353E41DD2}"/>
                </a:ext>
              </a:extLst>
            </p:cNvPr>
            <p:cNvSpPr>
              <a:spLocks/>
            </p:cNvSpPr>
            <p:nvPr/>
          </p:nvSpPr>
          <p:spPr bwMode="auto">
            <a:xfrm>
              <a:off x="5859260" y="2026621"/>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88">
              <a:extLst>
                <a:ext uri="{FF2B5EF4-FFF2-40B4-BE49-F238E27FC236}">
                  <a16:creationId xmlns:a16="http://schemas.microsoft.com/office/drawing/2014/main" id="{F37C69F8-5D22-4A3B-A7DB-13D396755B7D}"/>
                </a:ext>
              </a:extLst>
            </p:cNvPr>
            <p:cNvSpPr>
              <a:spLocks/>
            </p:cNvSpPr>
            <p:nvPr/>
          </p:nvSpPr>
          <p:spPr bwMode="auto">
            <a:xfrm>
              <a:off x="6003219" y="2027840"/>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89">
              <a:extLst>
                <a:ext uri="{FF2B5EF4-FFF2-40B4-BE49-F238E27FC236}">
                  <a16:creationId xmlns:a16="http://schemas.microsoft.com/office/drawing/2014/main" id="{71A8CED6-8122-4C26-81B7-A78D7F6D277D}"/>
                </a:ext>
              </a:extLst>
            </p:cNvPr>
            <p:cNvSpPr>
              <a:spLocks/>
            </p:cNvSpPr>
            <p:nvPr/>
          </p:nvSpPr>
          <p:spPr bwMode="auto">
            <a:xfrm>
              <a:off x="6132538" y="2027840"/>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0">
              <a:extLst>
                <a:ext uri="{FF2B5EF4-FFF2-40B4-BE49-F238E27FC236}">
                  <a16:creationId xmlns:a16="http://schemas.microsoft.com/office/drawing/2014/main" id="{0902FC1B-FD82-49AC-A7AD-2BF427120A3D}"/>
                </a:ext>
              </a:extLst>
            </p:cNvPr>
            <p:cNvSpPr>
              <a:spLocks noEditPoints="1"/>
            </p:cNvSpPr>
            <p:nvPr/>
          </p:nvSpPr>
          <p:spPr bwMode="auto">
            <a:xfrm>
              <a:off x="6223224" y="2027840"/>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1">
              <a:extLst>
                <a:ext uri="{FF2B5EF4-FFF2-40B4-BE49-F238E27FC236}">
                  <a16:creationId xmlns:a16="http://schemas.microsoft.com/office/drawing/2014/main" id="{A3F74B0F-ABDF-4D6B-8B90-05E3EE88D80E}"/>
                </a:ext>
              </a:extLst>
            </p:cNvPr>
            <p:cNvSpPr>
              <a:spLocks/>
            </p:cNvSpPr>
            <p:nvPr/>
          </p:nvSpPr>
          <p:spPr bwMode="auto">
            <a:xfrm>
              <a:off x="6328143" y="2027840"/>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2">
              <a:extLst>
                <a:ext uri="{FF2B5EF4-FFF2-40B4-BE49-F238E27FC236}">
                  <a16:creationId xmlns:a16="http://schemas.microsoft.com/office/drawing/2014/main" id="{3E13307B-C2B7-490B-B39B-064208C73EE4}"/>
                </a:ext>
              </a:extLst>
            </p:cNvPr>
            <p:cNvSpPr>
              <a:spLocks/>
            </p:cNvSpPr>
            <p:nvPr/>
          </p:nvSpPr>
          <p:spPr bwMode="auto">
            <a:xfrm>
              <a:off x="6378977" y="2026621"/>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93">
              <a:extLst>
                <a:ext uri="{FF2B5EF4-FFF2-40B4-BE49-F238E27FC236}">
                  <a16:creationId xmlns:a16="http://schemas.microsoft.com/office/drawing/2014/main" id="{91DDCDAD-EFCC-4EE5-A904-071DCE9F6E26}"/>
                </a:ext>
              </a:extLst>
            </p:cNvPr>
            <p:cNvSpPr>
              <a:spLocks noEditPoints="1"/>
            </p:cNvSpPr>
            <p:nvPr/>
          </p:nvSpPr>
          <p:spPr bwMode="auto">
            <a:xfrm>
              <a:off x="6459090" y="2026621"/>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94">
              <a:extLst>
                <a:ext uri="{FF2B5EF4-FFF2-40B4-BE49-F238E27FC236}">
                  <a16:creationId xmlns:a16="http://schemas.microsoft.com/office/drawing/2014/main" id="{FA1735C3-F778-416D-B74F-A188FBE981F5}"/>
                </a:ext>
              </a:extLst>
            </p:cNvPr>
            <p:cNvSpPr>
              <a:spLocks/>
            </p:cNvSpPr>
            <p:nvPr/>
          </p:nvSpPr>
          <p:spPr bwMode="auto">
            <a:xfrm>
              <a:off x="6566450" y="2027840"/>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95">
              <a:extLst>
                <a:ext uri="{FF2B5EF4-FFF2-40B4-BE49-F238E27FC236}">
                  <a16:creationId xmlns:a16="http://schemas.microsoft.com/office/drawing/2014/main" id="{CE113ABA-21AD-44F3-B24B-52E030D2853D}"/>
                </a:ext>
              </a:extLst>
            </p:cNvPr>
            <p:cNvSpPr>
              <a:spLocks/>
            </p:cNvSpPr>
            <p:nvPr/>
          </p:nvSpPr>
          <p:spPr bwMode="auto">
            <a:xfrm>
              <a:off x="6696174" y="2027840"/>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96">
              <a:extLst>
                <a:ext uri="{FF2B5EF4-FFF2-40B4-BE49-F238E27FC236}">
                  <a16:creationId xmlns:a16="http://schemas.microsoft.com/office/drawing/2014/main" id="{B1AC567D-E3DA-4AAB-B583-B7BE37EF92A7}"/>
                </a:ext>
              </a:extLst>
            </p:cNvPr>
            <p:cNvSpPr>
              <a:spLocks/>
            </p:cNvSpPr>
            <p:nvPr/>
          </p:nvSpPr>
          <p:spPr bwMode="auto">
            <a:xfrm>
              <a:off x="6801094" y="2027840"/>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97">
              <a:extLst>
                <a:ext uri="{FF2B5EF4-FFF2-40B4-BE49-F238E27FC236}">
                  <a16:creationId xmlns:a16="http://schemas.microsoft.com/office/drawing/2014/main" id="{65232F45-822E-4971-BD54-946A92EB6BCC}"/>
                </a:ext>
              </a:extLst>
            </p:cNvPr>
            <p:cNvSpPr>
              <a:spLocks/>
            </p:cNvSpPr>
            <p:nvPr/>
          </p:nvSpPr>
          <p:spPr bwMode="auto">
            <a:xfrm>
              <a:off x="6908860" y="2027840"/>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98">
              <a:extLst>
                <a:ext uri="{FF2B5EF4-FFF2-40B4-BE49-F238E27FC236}">
                  <a16:creationId xmlns:a16="http://schemas.microsoft.com/office/drawing/2014/main" id="{26C8E8D8-D821-4DC8-BFB7-7CF8A64173E1}"/>
                </a:ext>
              </a:extLst>
            </p:cNvPr>
            <p:cNvSpPr>
              <a:spLocks/>
            </p:cNvSpPr>
            <p:nvPr/>
          </p:nvSpPr>
          <p:spPr bwMode="auto">
            <a:xfrm>
              <a:off x="6951967" y="2027840"/>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99">
              <a:extLst>
                <a:ext uri="{FF2B5EF4-FFF2-40B4-BE49-F238E27FC236}">
                  <a16:creationId xmlns:a16="http://schemas.microsoft.com/office/drawing/2014/main" id="{0CA78744-87AD-4EDF-A262-12EBEA46D1D7}"/>
                </a:ext>
              </a:extLst>
            </p:cNvPr>
            <p:cNvSpPr>
              <a:spLocks/>
            </p:cNvSpPr>
            <p:nvPr/>
          </p:nvSpPr>
          <p:spPr bwMode="auto">
            <a:xfrm>
              <a:off x="7055260" y="2027840"/>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9" name="Freeform 300">
              <a:extLst>
                <a:ext uri="{FF2B5EF4-FFF2-40B4-BE49-F238E27FC236}">
                  <a16:creationId xmlns:a16="http://schemas.microsoft.com/office/drawing/2014/main" id="{7D5A925F-28C3-4D76-86D4-E238B0943102}"/>
                </a:ext>
              </a:extLst>
            </p:cNvPr>
            <p:cNvSpPr>
              <a:spLocks noEditPoints="1"/>
            </p:cNvSpPr>
            <p:nvPr/>
          </p:nvSpPr>
          <p:spPr bwMode="auto">
            <a:xfrm>
              <a:off x="7146353" y="2027840"/>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0" name="Freeform 301">
              <a:extLst>
                <a:ext uri="{FF2B5EF4-FFF2-40B4-BE49-F238E27FC236}">
                  <a16:creationId xmlns:a16="http://schemas.microsoft.com/office/drawing/2014/main" id="{2A001DD7-F173-4464-A636-AB59C3D972BF}"/>
                </a:ext>
              </a:extLst>
            </p:cNvPr>
            <p:cNvSpPr>
              <a:spLocks/>
            </p:cNvSpPr>
            <p:nvPr/>
          </p:nvSpPr>
          <p:spPr bwMode="auto">
            <a:xfrm>
              <a:off x="7243546" y="2026621"/>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1" name="Freeform 302">
              <a:extLst>
                <a:ext uri="{FF2B5EF4-FFF2-40B4-BE49-F238E27FC236}">
                  <a16:creationId xmlns:a16="http://schemas.microsoft.com/office/drawing/2014/main" id="{196EC8C2-341F-45E3-9DEE-3DE387B6A500}"/>
                </a:ext>
              </a:extLst>
            </p:cNvPr>
            <p:cNvSpPr>
              <a:spLocks/>
            </p:cNvSpPr>
            <p:nvPr/>
          </p:nvSpPr>
          <p:spPr bwMode="auto">
            <a:xfrm>
              <a:off x="7322438" y="2027840"/>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4" name="Freeform 303">
              <a:extLst>
                <a:ext uri="{FF2B5EF4-FFF2-40B4-BE49-F238E27FC236}">
                  <a16:creationId xmlns:a16="http://schemas.microsoft.com/office/drawing/2014/main" id="{A6A8B491-5795-4B97-A608-F7B6C307B3DD}"/>
                </a:ext>
              </a:extLst>
            </p:cNvPr>
            <p:cNvSpPr>
              <a:spLocks/>
            </p:cNvSpPr>
            <p:nvPr/>
          </p:nvSpPr>
          <p:spPr bwMode="auto">
            <a:xfrm>
              <a:off x="7369611" y="2027840"/>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5" name="Freeform 304">
              <a:extLst>
                <a:ext uri="{FF2B5EF4-FFF2-40B4-BE49-F238E27FC236}">
                  <a16:creationId xmlns:a16="http://schemas.microsoft.com/office/drawing/2014/main" id="{E9B3EB32-529C-4025-BCCF-59271AAFFFB9}"/>
                </a:ext>
              </a:extLst>
            </p:cNvPr>
            <p:cNvSpPr>
              <a:spLocks/>
            </p:cNvSpPr>
            <p:nvPr/>
          </p:nvSpPr>
          <p:spPr bwMode="auto">
            <a:xfrm>
              <a:off x="7459485" y="2027840"/>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36" name="图片 135">
              <a:extLst>
                <a:ext uri="{FF2B5EF4-FFF2-40B4-BE49-F238E27FC236}">
                  <a16:creationId xmlns:a16="http://schemas.microsoft.com/office/drawing/2014/main" id="{24E98A7E-0E16-4B23-84C2-B6AA084F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4897" y="1351534"/>
              <a:ext cx="630731" cy="835719"/>
            </a:xfrm>
            <a:prstGeom prst="rect">
              <a:avLst/>
            </a:prstGeom>
          </p:spPr>
        </p:pic>
      </p:grpSp>
      <p:sp>
        <p:nvSpPr>
          <p:cNvPr id="138" name="标题 1">
            <a:extLst>
              <a:ext uri="{FF2B5EF4-FFF2-40B4-BE49-F238E27FC236}">
                <a16:creationId xmlns:a16="http://schemas.microsoft.com/office/drawing/2014/main" id="{2E9CF270-6682-4938-B3BE-17A2AF0AF81E}"/>
              </a:ext>
            </a:extLst>
          </p:cNvPr>
          <p:cNvSpPr>
            <a:spLocks noGrp="1"/>
          </p:cNvSpPr>
          <p:nvPr>
            <p:ph type="title" hasCustomPrompt="1"/>
          </p:nvPr>
        </p:nvSpPr>
        <p:spPr>
          <a:xfrm>
            <a:off x="1567548" y="2336785"/>
            <a:ext cx="9056905" cy="707886"/>
          </a:xfrm>
        </p:spPr>
        <p:txBody>
          <a:bodyPr wrap="square">
            <a:spAutoFit/>
          </a:bodyPr>
          <a:lstStyle>
            <a:lvl1pPr algn="ctr">
              <a:lnSpc>
                <a:spcPct val="100000"/>
              </a:lnSpc>
              <a:defRPr sz="4000" b="1" spc="600">
                <a:solidFill>
                  <a:schemeClr val="bg1"/>
                </a:solidFill>
              </a:defRPr>
            </a:lvl1pPr>
          </a:lstStyle>
          <a:p>
            <a:r>
              <a:rPr lang="zh-CN" altLang="en-US" dirty="0"/>
              <a:t>南京医科大学</a:t>
            </a:r>
          </a:p>
        </p:txBody>
      </p:sp>
      <p:sp>
        <p:nvSpPr>
          <p:cNvPr id="141" name="文本占位符 14">
            <a:extLst>
              <a:ext uri="{FF2B5EF4-FFF2-40B4-BE49-F238E27FC236}">
                <a16:creationId xmlns:a16="http://schemas.microsoft.com/office/drawing/2014/main" id="{8F6339E7-DE35-4CD6-A778-2CA5D8E08267}"/>
              </a:ext>
            </a:extLst>
          </p:cNvPr>
          <p:cNvSpPr>
            <a:spLocks noGrp="1"/>
          </p:cNvSpPr>
          <p:nvPr>
            <p:ph type="body" sz="quarter" idx="13" hasCustomPrompt="1"/>
          </p:nvPr>
        </p:nvSpPr>
        <p:spPr>
          <a:xfrm>
            <a:off x="2977286" y="5423909"/>
            <a:ext cx="6237428" cy="424732"/>
          </a:xfrm>
        </p:spPr>
        <p:txBody>
          <a:bodyPr wrap="square" anchor="ctr">
            <a:spAutoFit/>
          </a:bodyPr>
          <a:lstStyle>
            <a:lvl1pPr marL="0" indent="0" algn="ctr">
              <a:buFontTx/>
              <a:buNone/>
              <a:defRPr sz="2400">
                <a:solidFill>
                  <a:schemeClr val="accent1"/>
                </a:solidFill>
              </a:defRPr>
            </a:lvl1pPr>
          </a:lstStyle>
          <a:p>
            <a:pPr lvl="0"/>
            <a:r>
              <a:rPr lang="zh-CN" altLang="en-US" dirty="0"/>
              <a:t>汇报人：南小医  丨  导师：南大医</a:t>
            </a:r>
          </a:p>
        </p:txBody>
      </p:sp>
    </p:spTree>
    <p:extLst>
      <p:ext uri="{BB962C8B-B14F-4D97-AF65-F5344CB8AC3E}">
        <p14:creationId xmlns:p14="http://schemas.microsoft.com/office/powerpoint/2010/main" val="3508632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F6A3EB8-05C4-4D56-9B73-A1DDD3BACC21}"/>
              </a:ext>
            </a:extLst>
          </p:cNvPr>
          <p:cNvSpPr/>
          <p:nvPr userDrawn="1"/>
        </p:nvSpPr>
        <p:spPr>
          <a:xfrm>
            <a:off x="-4345" y="6629400"/>
            <a:ext cx="12196345"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a:extLst>
              <a:ext uri="{FF2B5EF4-FFF2-40B4-BE49-F238E27FC236}">
                <a16:creationId xmlns:a16="http://schemas.microsoft.com/office/drawing/2014/main" id="{CEB8FD0D-5E61-4EF4-B9D1-34F65B906062}"/>
              </a:ext>
            </a:extLst>
          </p:cNvPr>
          <p:cNvSpPr>
            <a:spLocks noGrp="1"/>
          </p:cNvSpPr>
          <p:nvPr>
            <p:ph type="title"/>
          </p:nvPr>
        </p:nvSpPr>
        <p:spPr>
          <a:xfrm>
            <a:off x="658813" y="310998"/>
            <a:ext cx="10874375" cy="814540"/>
          </a:xfrm>
        </p:spPr>
        <p:txBody>
          <a:bodyPr>
            <a:normAutofit/>
          </a:bodyPr>
          <a:lstStyle>
            <a:lvl1pPr>
              <a:defRPr sz="3200" b="1">
                <a:solidFill>
                  <a:schemeClr val="tx1">
                    <a:lumMod val="75000"/>
                    <a:lumOff val="25000"/>
                  </a:schemeClr>
                </a:solidFill>
              </a:defRPr>
            </a:lvl1pPr>
          </a:lstStyle>
          <a:p>
            <a:r>
              <a:rPr lang="zh-CN" altLang="en-US" dirty="0"/>
              <a:t>单击此处编辑母版标题样式</a:t>
            </a:r>
          </a:p>
        </p:txBody>
      </p:sp>
      <p:sp>
        <p:nvSpPr>
          <p:cNvPr id="6" name="日期占位符 2">
            <a:extLst>
              <a:ext uri="{FF2B5EF4-FFF2-40B4-BE49-F238E27FC236}">
                <a16:creationId xmlns:a16="http://schemas.microsoft.com/office/drawing/2014/main" id="{86B7FC32-61BA-46E5-BEB6-0A1D82FD1FAA}"/>
              </a:ext>
            </a:extLst>
          </p:cNvPr>
          <p:cNvSpPr>
            <a:spLocks noGrp="1"/>
          </p:cNvSpPr>
          <p:nvPr>
            <p:ph type="dt" sz="half" idx="10"/>
          </p:nvPr>
        </p:nvSpPr>
        <p:spPr>
          <a:xfrm>
            <a:off x="838200" y="6651523"/>
            <a:ext cx="2743200" cy="200578"/>
          </a:xfrm>
        </p:spPr>
        <p:txBody>
          <a:bodyPr/>
          <a:lstStyle>
            <a:lvl1pPr>
              <a:defRPr>
                <a:solidFill>
                  <a:schemeClr val="bg1"/>
                </a:solidFill>
              </a:defRPr>
            </a:lvl1pPr>
          </a:lstStyle>
          <a:p>
            <a:fld id="{4A181727-A34B-4640-B93E-0686B6355DC9}" type="datetime1">
              <a:rPr lang="zh-CN" altLang="en-US" smtClean="0"/>
              <a:t>2025/9/16</a:t>
            </a:fld>
            <a:endParaRPr lang="zh-CN" altLang="en-US" dirty="0"/>
          </a:p>
        </p:txBody>
      </p:sp>
      <p:sp>
        <p:nvSpPr>
          <p:cNvPr id="7" name="页脚占位符 3">
            <a:extLst>
              <a:ext uri="{FF2B5EF4-FFF2-40B4-BE49-F238E27FC236}">
                <a16:creationId xmlns:a16="http://schemas.microsoft.com/office/drawing/2014/main" id="{261A8D21-79DD-4632-9BE4-8E0D578DE3D2}"/>
              </a:ext>
            </a:extLst>
          </p:cNvPr>
          <p:cNvSpPr>
            <a:spLocks noGrp="1"/>
          </p:cNvSpPr>
          <p:nvPr>
            <p:ph type="ftr" sz="quarter" idx="11"/>
          </p:nvPr>
        </p:nvSpPr>
        <p:spPr>
          <a:xfrm>
            <a:off x="4038600" y="6651523"/>
            <a:ext cx="4114800" cy="200578"/>
          </a:xfrm>
        </p:spPr>
        <p:txBody>
          <a:bodyPr/>
          <a:lstStyle>
            <a:lvl1pPr>
              <a:defRPr>
                <a:solidFill>
                  <a:schemeClr val="bg1"/>
                </a:solidFill>
              </a:defRPr>
            </a:lvl1pPr>
          </a:lstStyle>
          <a:p>
            <a:r>
              <a:rPr lang="en-US" altLang="zh-CN"/>
              <a:t>——   </a:t>
            </a:r>
            <a:r>
              <a:rPr lang="zh-CN" altLang="en-US"/>
              <a:t>博学至精  明德至善   </a:t>
            </a:r>
            <a:r>
              <a:rPr lang="en-US" altLang="zh-CN"/>
              <a:t>——</a:t>
            </a:r>
            <a:endParaRPr lang="zh-CN" altLang="en-US" dirty="0"/>
          </a:p>
        </p:txBody>
      </p:sp>
      <p:sp>
        <p:nvSpPr>
          <p:cNvPr id="8" name="灯片编号占位符 4">
            <a:extLst>
              <a:ext uri="{FF2B5EF4-FFF2-40B4-BE49-F238E27FC236}">
                <a16:creationId xmlns:a16="http://schemas.microsoft.com/office/drawing/2014/main" id="{7AE14F91-7DE6-4F32-96CD-40932ADA2290}"/>
              </a:ext>
            </a:extLst>
          </p:cNvPr>
          <p:cNvSpPr>
            <a:spLocks noGrp="1"/>
          </p:cNvSpPr>
          <p:nvPr>
            <p:ph type="sldNum" sz="quarter" idx="12"/>
          </p:nvPr>
        </p:nvSpPr>
        <p:spPr>
          <a:xfrm>
            <a:off x="8610600" y="6651523"/>
            <a:ext cx="2743200" cy="200578"/>
          </a:xfrm>
        </p:spPr>
        <p:txBody>
          <a:bodyPr/>
          <a:lstStyle>
            <a:lvl1pPr>
              <a:defRPr>
                <a:solidFill>
                  <a:schemeClr val="bg1"/>
                </a:solidFill>
              </a:defRPr>
            </a:lvl1pPr>
          </a:lstStyle>
          <a:p>
            <a:fld id="{054335CC-B077-4EFF-BFF9-2EFEE3F838E2}" type="slidenum">
              <a:rPr lang="zh-CN" altLang="en-US" smtClean="0"/>
              <a:pPr/>
              <a:t>‹#›</a:t>
            </a:fld>
            <a:endParaRPr lang="zh-CN" altLang="en-US"/>
          </a:p>
        </p:txBody>
      </p:sp>
      <p:cxnSp>
        <p:nvCxnSpPr>
          <p:cNvPr id="9" name="直接连接符 8">
            <a:extLst>
              <a:ext uri="{FF2B5EF4-FFF2-40B4-BE49-F238E27FC236}">
                <a16:creationId xmlns:a16="http://schemas.microsoft.com/office/drawing/2014/main" id="{B9AB625C-EE2B-4F90-AF75-0C2BC82D1F36}"/>
              </a:ext>
            </a:extLst>
          </p:cNvPr>
          <p:cNvCxnSpPr/>
          <p:nvPr userDrawn="1"/>
        </p:nvCxnSpPr>
        <p:spPr>
          <a:xfrm>
            <a:off x="658813" y="1016000"/>
            <a:ext cx="108585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9FA181BE-0F13-4C34-876E-20512F2BFB5C}"/>
              </a:ext>
            </a:extLst>
          </p:cNvPr>
          <p:cNvSpPr/>
          <p:nvPr userDrawn="1"/>
        </p:nvSpPr>
        <p:spPr>
          <a:xfrm>
            <a:off x="403225" y="379193"/>
            <a:ext cx="1016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E98DE255-12A0-4D4E-A70B-0DE18D49ECC7}"/>
              </a:ext>
            </a:extLst>
          </p:cNvPr>
          <p:cNvGrpSpPr/>
          <p:nvPr userDrawn="1"/>
        </p:nvGrpSpPr>
        <p:grpSpPr>
          <a:xfrm>
            <a:off x="9987330" y="467575"/>
            <a:ext cx="1391400" cy="432133"/>
            <a:chOff x="9987330" y="467575"/>
            <a:chExt cx="1391400" cy="432133"/>
          </a:xfrm>
        </p:grpSpPr>
        <p:sp>
          <p:nvSpPr>
            <p:cNvPr id="51" name="Freeform 270">
              <a:extLst>
                <a:ext uri="{FF2B5EF4-FFF2-40B4-BE49-F238E27FC236}">
                  <a16:creationId xmlns:a16="http://schemas.microsoft.com/office/drawing/2014/main" id="{7D3B129A-9B94-4E85-BEDB-C1EC1722BB89}"/>
                </a:ext>
              </a:extLst>
            </p:cNvPr>
            <p:cNvSpPr>
              <a:spLocks/>
            </p:cNvSpPr>
            <p:nvPr/>
          </p:nvSpPr>
          <p:spPr bwMode="auto">
            <a:xfrm>
              <a:off x="9987330" y="469580"/>
              <a:ext cx="262188" cy="277227"/>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271">
              <a:extLst>
                <a:ext uri="{FF2B5EF4-FFF2-40B4-BE49-F238E27FC236}">
                  <a16:creationId xmlns:a16="http://schemas.microsoft.com/office/drawing/2014/main" id="{B667285F-E0B5-413F-ADAE-BC1C4F3A2609}"/>
                </a:ext>
              </a:extLst>
            </p:cNvPr>
            <p:cNvSpPr>
              <a:spLocks/>
            </p:cNvSpPr>
            <p:nvPr/>
          </p:nvSpPr>
          <p:spPr bwMode="auto">
            <a:xfrm>
              <a:off x="10496917" y="486876"/>
              <a:ext cx="185988" cy="242637"/>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272">
              <a:extLst>
                <a:ext uri="{FF2B5EF4-FFF2-40B4-BE49-F238E27FC236}">
                  <a16:creationId xmlns:a16="http://schemas.microsoft.com/office/drawing/2014/main" id="{59E377A1-8324-4CF8-A160-D9F8C2796EEF}"/>
                </a:ext>
              </a:extLst>
            </p:cNvPr>
            <p:cNvSpPr>
              <a:spLocks/>
            </p:cNvSpPr>
            <p:nvPr/>
          </p:nvSpPr>
          <p:spPr bwMode="auto">
            <a:xfrm>
              <a:off x="10958878" y="514448"/>
              <a:ext cx="180724" cy="205539"/>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273">
              <a:extLst>
                <a:ext uri="{FF2B5EF4-FFF2-40B4-BE49-F238E27FC236}">
                  <a16:creationId xmlns:a16="http://schemas.microsoft.com/office/drawing/2014/main" id="{EBFBE6F8-5BE6-4EDD-85FA-7B6D8E9B54FC}"/>
                </a:ext>
              </a:extLst>
            </p:cNvPr>
            <p:cNvSpPr>
              <a:spLocks noEditPoints="1"/>
            </p:cNvSpPr>
            <p:nvPr/>
          </p:nvSpPr>
          <p:spPr bwMode="auto">
            <a:xfrm>
              <a:off x="11163415" y="467575"/>
              <a:ext cx="215315" cy="162928"/>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274">
              <a:extLst>
                <a:ext uri="{FF2B5EF4-FFF2-40B4-BE49-F238E27FC236}">
                  <a16:creationId xmlns:a16="http://schemas.microsoft.com/office/drawing/2014/main" id="{94BAF5E0-DC78-4840-AA9B-D58D64D4224F}"/>
                </a:ext>
              </a:extLst>
            </p:cNvPr>
            <p:cNvSpPr>
              <a:spLocks noEditPoints="1"/>
            </p:cNvSpPr>
            <p:nvPr/>
          </p:nvSpPr>
          <p:spPr bwMode="auto">
            <a:xfrm>
              <a:off x="11175196" y="575859"/>
              <a:ext cx="143627" cy="172703"/>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275">
              <a:extLst>
                <a:ext uri="{FF2B5EF4-FFF2-40B4-BE49-F238E27FC236}">
                  <a16:creationId xmlns:a16="http://schemas.microsoft.com/office/drawing/2014/main" id="{586501DF-84F3-4DDD-AA71-C6805D35E38D}"/>
                </a:ext>
              </a:extLst>
            </p:cNvPr>
            <p:cNvSpPr>
              <a:spLocks/>
            </p:cNvSpPr>
            <p:nvPr/>
          </p:nvSpPr>
          <p:spPr bwMode="auto">
            <a:xfrm>
              <a:off x="10676889" y="476598"/>
              <a:ext cx="275222" cy="317583"/>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276">
              <a:extLst>
                <a:ext uri="{FF2B5EF4-FFF2-40B4-BE49-F238E27FC236}">
                  <a16:creationId xmlns:a16="http://schemas.microsoft.com/office/drawing/2014/main" id="{BFD33C0D-7879-4098-8CB4-6F35B52F696A}"/>
                </a:ext>
              </a:extLst>
            </p:cNvPr>
            <p:cNvSpPr>
              <a:spLocks/>
            </p:cNvSpPr>
            <p:nvPr/>
          </p:nvSpPr>
          <p:spPr bwMode="auto">
            <a:xfrm>
              <a:off x="10723260" y="487878"/>
              <a:ext cx="84973" cy="57401"/>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277">
              <a:extLst>
                <a:ext uri="{FF2B5EF4-FFF2-40B4-BE49-F238E27FC236}">
                  <a16:creationId xmlns:a16="http://schemas.microsoft.com/office/drawing/2014/main" id="{1847D756-7BA1-46B2-AEAE-9AE20551F9CA}"/>
                </a:ext>
              </a:extLst>
            </p:cNvPr>
            <p:cNvSpPr>
              <a:spLocks/>
            </p:cNvSpPr>
            <p:nvPr/>
          </p:nvSpPr>
          <p:spPr bwMode="auto">
            <a:xfrm>
              <a:off x="10304412" y="563828"/>
              <a:ext cx="117558" cy="179220"/>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59" name="Freeform 278">
              <a:extLst>
                <a:ext uri="{FF2B5EF4-FFF2-40B4-BE49-F238E27FC236}">
                  <a16:creationId xmlns:a16="http://schemas.microsoft.com/office/drawing/2014/main" id="{8230B048-8491-4394-A338-5181949D0101}"/>
                </a:ext>
              </a:extLst>
            </p:cNvPr>
            <p:cNvSpPr>
              <a:spLocks/>
            </p:cNvSpPr>
            <p:nvPr/>
          </p:nvSpPr>
          <p:spPr bwMode="auto">
            <a:xfrm>
              <a:off x="10267565" y="473590"/>
              <a:ext cx="188746" cy="91490"/>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9">
              <a:extLst>
                <a:ext uri="{FF2B5EF4-FFF2-40B4-BE49-F238E27FC236}">
                  <a16:creationId xmlns:a16="http://schemas.microsoft.com/office/drawing/2014/main" id="{C7F28500-689F-47A9-B744-89763E92D6B8}"/>
                </a:ext>
              </a:extLst>
            </p:cNvPr>
            <p:cNvSpPr>
              <a:spLocks/>
            </p:cNvSpPr>
            <p:nvPr/>
          </p:nvSpPr>
          <p:spPr bwMode="auto">
            <a:xfrm>
              <a:off x="10389133" y="645041"/>
              <a:ext cx="62414" cy="58152"/>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80">
              <a:extLst>
                <a:ext uri="{FF2B5EF4-FFF2-40B4-BE49-F238E27FC236}">
                  <a16:creationId xmlns:a16="http://schemas.microsoft.com/office/drawing/2014/main" id="{55768780-7694-4331-B2B8-62D91AC72D80}"/>
                </a:ext>
              </a:extLst>
            </p:cNvPr>
            <p:cNvSpPr>
              <a:spLocks/>
            </p:cNvSpPr>
            <p:nvPr/>
          </p:nvSpPr>
          <p:spPr bwMode="auto">
            <a:xfrm>
              <a:off x="10274082" y="683391"/>
              <a:ext cx="46623" cy="33839"/>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81">
              <a:extLst>
                <a:ext uri="{FF2B5EF4-FFF2-40B4-BE49-F238E27FC236}">
                  <a16:creationId xmlns:a16="http://schemas.microsoft.com/office/drawing/2014/main" id="{F8725C78-EA29-4BFF-8B43-E03504539BAD}"/>
                </a:ext>
              </a:extLst>
            </p:cNvPr>
            <p:cNvSpPr>
              <a:spLocks/>
            </p:cNvSpPr>
            <p:nvPr/>
          </p:nvSpPr>
          <p:spPr bwMode="auto">
            <a:xfrm>
              <a:off x="9999111" y="829023"/>
              <a:ext cx="55646" cy="55145"/>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82">
              <a:extLst>
                <a:ext uri="{FF2B5EF4-FFF2-40B4-BE49-F238E27FC236}">
                  <a16:creationId xmlns:a16="http://schemas.microsoft.com/office/drawing/2014/main" id="{0D6AA547-9927-492B-BEE7-2C903C091D4C}"/>
                </a:ext>
              </a:extLst>
            </p:cNvPr>
            <p:cNvSpPr>
              <a:spLocks noEditPoints="1"/>
            </p:cNvSpPr>
            <p:nvPr/>
          </p:nvSpPr>
          <p:spPr bwMode="auto">
            <a:xfrm>
              <a:off x="10060272" y="828272"/>
              <a:ext cx="59406" cy="55646"/>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83">
              <a:extLst>
                <a:ext uri="{FF2B5EF4-FFF2-40B4-BE49-F238E27FC236}">
                  <a16:creationId xmlns:a16="http://schemas.microsoft.com/office/drawing/2014/main" id="{48FEBF15-0F76-49BA-B2AF-B51F2686BE13}"/>
                </a:ext>
              </a:extLst>
            </p:cNvPr>
            <p:cNvSpPr>
              <a:spLocks/>
            </p:cNvSpPr>
            <p:nvPr/>
          </p:nvSpPr>
          <p:spPr bwMode="auto">
            <a:xfrm>
              <a:off x="10126193" y="829023"/>
              <a:ext cx="55395" cy="55145"/>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84">
              <a:extLst>
                <a:ext uri="{FF2B5EF4-FFF2-40B4-BE49-F238E27FC236}">
                  <a16:creationId xmlns:a16="http://schemas.microsoft.com/office/drawing/2014/main" id="{CDBDD334-93AE-4474-97B1-69EF83DCE9AF}"/>
                </a:ext>
              </a:extLst>
            </p:cNvPr>
            <p:cNvSpPr>
              <a:spLocks/>
            </p:cNvSpPr>
            <p:nvPr/>
          </p:nvSpPr>
          <p:spPr bwMode="auto">
            <a:xfrm>
              <a:off x="10188106" y="829023"/>
              <a:ext cx="23562" cy="70685"/>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285">
              <a:extLst>
                <a:ext uri="{FF2B5EF4-FFF2-40B4-BE49-F238E27FC236}">
                  <a16:creationId xmlns:a16="http://schemas.microsoft.com/office/drawing/2014/main" id="{248E7A94-BB6A-45F0-8E4E-332542DA180C}"/>
                </a:ext>
              </a:extLst>
            </p:cNvPr>
            <p:cNvSpPr>
              <a:spLocks/>
            </p:cNvSpPr>
            <p:nvPr/>
          </p:nvSpPr>
          <p:spPr bwMode="auto">
            <a:xfrm>
              <a:off x="10222447" y="829023"/>
              <a:ext cx="20053" cy="54894"/>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86">
              <a:extLst>
                <a:ext uri="{FF2B5EF4-FFF2-40B4-BE49-F238E27FC236}">
                  <a16:creationId xmlns:a16="http://schemas.microsoft.com/office/drawing/2014/main" id="{3E1D123A-F483-4EF5-A20B-AD235784516D}"/>
                </a:ext>
              </a:extLst>
            </p:cNvPr>
            <p:cNvSpPr>
              <a:spLocks/>
            </p:cNvSpPr>
            <p:nvPr/>
          </p:nvSpPr>
          <p:spPr bwMode="auto">
            <a:xfrm>
              <a:off x="10254029" y="829023"/>
              <a:ext cx="55395" cy="55145"/>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7">
              <a:extLst>
                <a:ext uri="{FF2B5EF4-FFF2-40B4-BE49-F238E27FC236}">
                  <a16:creationId xmlns:a16="http://schemas.microsoft.com/office/drawing/2014/main" id="{144989E4-8926-4CD9-8E38-27AD6C4E2013}"/>
                </a:ext>
              </a:extLst>
            </p:cNvPr>
            <p:cNvSpPr>
              <a:spLocks/>
            </p:cNvSpPr>
            <p:nvPr/>
          </p:nvSpPr>
          <p:spPr bwMode="auto">
            <a:xfrm>
              <a:off x="10320203" y="828272"/>
              <a:ext cx="50382" cy="56398"/>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8">
              <a:extLst>
                <a:ext uri="{FF2B5EF4-FFF2-40B4-BE49-F238E27FC236}">
                  <a16:creationId xmlns:a16="http://schemas.microsoft.com/office/drawing/2014/main" id="{2A23B524-BD70-49E8-97C1-396FA56E1658}"/>
                </a:ext>
              </a:extLst>
            </p:cNvPr>
            <p:cNvSpPr>
              <a:spLocks/>
            </p:cNvSpPr>
            <p:nvPr/>
          </p:nvSpPr>
          <p:spPr bwMode="auto">
            <a:xfrm>
              <a:off x="10408936" y="829023"/>
              <a:ext cx="68179" cy="54894"/>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9">
              <a:extLst>
                <a:ext uri="{FF2B5EF4-FFF2-40B4-BE49-F238E27FC236}">
                  <a16:creationId xmlns:a16="http://schemas.microsoft.com/office/drawing/2014/main" id="{A9575708-21BC-4C54-BC12-46F77890C4B4}"/>
                </a:ext>
              </a:extLst>
            </p:cNvPr>
            <p:cNvSpPr>
              <a:spLocks/>
            </p:cNvSpPr>
            <p:nvPr/>
          </p:nvSpPr>
          <p:spPr bwMode="auto">
            <a:xfrm>
              <a:off x="10488645" y="829023"/>
              <a:ext cx="44868" cy="54894"/>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90">
              <a:extLst>
                <a:ext uri="{FF2B5EF4-FFF2-40B4-BE49-F238E27FC236}">
                  <a16:creationId xmlns:a16="http://schemas.microsoft.com/office/drawing/2014/main" id="{5666E107-BAC0-45BD-A8A1-C263F7A1BCFA}"/>
                </a:ext>
              </a:extLst>
            </p:cNvPr>
            <p:cNvSpPr>
              <a:spLocks noEditPoints="1"/>
            </p:cNvSpPr>
            <p:nvPr/>
          </p:nvSpPr>
          <p:spPr bwMode="auto">
            <a:xfrm>
              <a:off x="10544541" y="829023"/>
              <a:ext cx="53139" cy="54894"/>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91">
              <a:extLst>
                <a:ext uri="{FF2B5EF4-FFF2-40B4-BE49-F238E27FC236}">
                  <a16:creationId xmlns:a16="http://schemas.microsoft.com/office/drawing/2014/main" id="{98FA8848-67B6-41E3-B327-D092A856937A}"/>
                </a:ext>
              </a:extLst>
            </p:cNvPr>
            <p:cNvSpPr>
              <a:spLocks/>
            </p:cNvSpPr>
            <p:nvPr/>
          </p:nvSpPr>
          <p:spPr bwMode="auto">
            <a:xfrm>
              <a:off x="10609211" y="829023"/>
              <a:ext cx="20053" cy="54894"/>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92">
              <a:extLst>
                <a:ext uri="{FF2B5EF4-FFF2-40B4-BE49-F238E27FC236}">
                  <a16:creationId xmlns:a16="http://schemas.microsoft.com/office/drawing/2014/main" id="{CC31BDE9-031F-4A5E-A5C1-E61AD29DBCCE}"/>
                </a:ext>
              </a:extLst>
            </p:cNvPr>
            <p:cNvSpPr>
              <a:spLocks/>
            </p:cNvSpPr>
            <p:nvPr/>
          </p:nvSpPr>
          <p:spPr bwMode="auto">
            <a:xfrm>
              <a:off x="10640544" y="828272"/>
              <a:ext cx="43866" cy="56398"/>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93">
              <a:extLst>
                <a:ext uri="{FF2B5EF4-FFF2-40B4-BE49-F238E27FC236}">
                  <a16:creationId xmlns:a16="http://schemas.microsoft.com/office/drawing/2014/main" id="{DA263056-D0BD-4D73-9321-8E3CBE133021}"/>
                </a:ext>
              </a:extLst>
            </p:cNvPr>
            <p:cNvSpPr>
              <a:spLocks noEditPoints="1"/>
            </p:cNvSpPr>
            <p:nvPr/>
          </p:nvSpPr>
          <p:spPr bwMode="auto">
            <a:xfrm>
              <a:off x="10689923" y="828272"/>
              <a:ext cx="59656" cy="55646"/>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94">
              <a:extLst>
                <a:ext uri="{FF2B5EF4-FFF2-40B4-BE49-F238E27FC236}">
                  <a16:creationId xmlns:a16="http://schemas.microsoft.com/office/drawing/2014/main" id="{24EF628C-E50D-47D9-8E28-C30F93EB6130}"/>
                </a:ext>
              </a:extLst>
            </p:cNvPr>
            <p:cNvSpPr>
              <a:spLocks/>
            </p:cNvSpPr>
            <p:nvPr/>
          </p:nvSpPr>
          <p:spPr bwMode="auto">
            <a:xfrm>
              <a:off x="10756097" y="829023"/>
              <a:ext cx="43615" cy="54894"/>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95">
              <a:extLst>
                <a:ext uri="{FF2B5EF4-FFF2-40B4-BE49-F238E27FC236}">
                  <a16:creationId xmlns:a16="http://schemas.microsoft.com/office/drawing/2014/main" id="{FA97783A-8EB0-4782-B07C-0F2B7A9DAEFB}"/>
                </a:ext>
              </a:extLst>
            </p:cNvPr>
            <p:cNvSpPr>
              <a:spLocks/>
            </p:cNvSpPr>
            <p:nvPr/>
          </p:nvSpPr>
          <p:spPr bwMode="auto">
            <a:xfrm>
              <a:off x="10836056" y="829023"/>
              <a:ext cx="54894" cy="55646"/>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96">
              <a:extLst>
                <a:ext uri="{FF2B5EF4-FFF2-40B4-BE49-F238E27FC236}">
                  <a16:creationId xmlns:a16="http://schemas.microsoft.com/office/drawing/2014/main" id="{7DC8E89F-DFFF-4364-A061-73942081AB67}"/>
                </a:ext>
              </a:extLst>
            </p:cNvPr>
            <p:cNvSpPr>
              <a:spLocks/>
            </p:cNvSpPr>
            <p:nvPr/>
          </p:nvSpPr>
          <p:spPr bwMode="auto">
            <a:xfrm>
              <a:off x="10900726" y="829023"/>
              <a:ext cx="55395" cy="55145"/>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7">
              <a:extLst>
                <a:ext uri="{FF2B5EF4-FFF2-40B4-BE49-F238E27FC236}">
                  <a16:creationId xmlns:a16="http://schemas.microsoft.com/office/drawing/2014/main" id="{F7A42A8A-C312-4C4A-B016-D9A769236604}"/>
                </a:ext>
              </a:extLst>
            </p:cNvPr>
            <p:cNvSpPr>
              <a:spLocks/>
            </p:cNvSpPr>
            <p:nvPr/>
          </p:nvSpPr>
          <p:spPr bwMode="auto">
            <a:xfrm>
              <a:off x="10967150" y="829023"/>
              <a:ext cx="19802" cy="54894"/>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8">
              <a:extLst>
                <a:ext uri="{FF2B5EF4-FFF2-40B4-BE49-F238E27FC236}">
                  <a16:creationId xmlns:a16="http://schemas.microsoft.com/office/drawing/2014/main" id="{6E2D8CD9-84DA-4F71-8575-CDB039AC3595}"/>
                </a:ext>
              </a:extLst>
            </p:cNvPr>
            <p:cNvSpPr>
              <a:spLocks/>
            </p:cNvSpPr>
            <p:nvPr/>
          </p:nvSpPr>
          <p:spPr bwMode="auto">
            <a:xfrm>
              <a:off x="10993720" y="829023"/>
              <a:ext cx="57902" cy="55646"/>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9">
              <a:extLst>
                <a:ext uri="{FF2B5EF4-FFF2-40B4-BE49-F238E27FC236}">
                  <a16:creationId xmlns:a16="http://schemas.microsoft.com/office/drawing/2014/main" id="{EFC587E9-ABEF-43E0-AB44-4A051A8F490F}"/>
                </a:ext>
              </a:extLst>
            </p:cNvPr>
            <p:cNvSpPr>
              <a:spLocks/>
            </p:cNvSpPr>
            <p:nvPr/>
          </p:nvSpPr>
          <p:spPr bwMode="auto">
            <a:xfrm>
              <a:off x="11057387" y="829023"/>
              <a:ext cx="44868" cy="54894"/>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300">
              <a:extLst>
                <a:ext uri="{FF2B5EF4-FFF2-40B4-BE49-F238E27FC236}">
                  <a16:creationId xmlns:a16="http://schemas.microsoft.com/office/drawing/2014/main" id="{60FE6542-D13A-44CC-97EF-409C6DF1337C}"/>
                </a:ext>
              </a:extLst>
            </p:cNvPr>
            <p:cNvSpPr>
              <a:spLocks noEditPoints="1"/>
            </p:cNvSpPr>
            <p:nvPr/>
          </p:nvSpPr>
          <p:spPr bwMode="auto">
            <a:xfrm>
              <a:off x="11113534" y="829023"/>
              <a:ext cx="54393" cy="54894"/>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301">
              <a:extLst>
                <a:ext uri="{FF2B5EF4-FFF2-40B4-BE49-F238E27FC236}">
                  <a16:creationId xmlns:a16="http://schemas.microsoft.com/office/drawing/2014/main" id="{A89EF4FF-067C-49B9-BC17-B676D3BD9B88}"/>
                </a:ext>
              </a:extLst>
            </p:cNvPr>
            <p:cNvSpPr>
              <a:spLocks/>
            </p:cNvSpPr>
            <p:nvPr/>
          </p:nvSpPr>
          <p:spPr bwMode="auto">
            <a:xfrm>
              <a:off x="11173442" y="828272"/>
              <a:ext cx="38350" cy="56398"/>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302">
              <a:extLst>
                <a:ext uri="{FF2B5EF4-FFF2-40B4-BE49-F238E27FC236}">
                  <a16:creationId xmlns:a16="http://schemas.microsoft.com/office/drawing/2014/main" id="{99553689-E11F-4C66-A76D-0A8FF710F1EB}"/>
                </a:ext>
              </a:extLst>
            </p:cNvPr>
            <p:cNvSpPr>
              <a:spLocks/>
            </p:cNvSpPr>
            <p:nvPr/>
          </p:nvSpPr>
          <p:spPr bwMode="auto">
            <a:xfrm>
              <a:off x="11222069" y="829023"/>
              <a:ext cx="20303" cy="54894"/>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303">
              <a:extLst>
                <a:ext uri="{FF2B5EF4-FFF2-40B4-BE49-F238E27FC236}">
                  <a16:creationId xmlns:a16="http://schemas.microsoft.com/office/drawing/2014/main" id="{655225EB-6C55-49B1-A41B-A23287069730}"/>
                </a:ext>
              </a:extLst>
            </p:cNvPr>
            <p:cNvSpPr>
              <a:spLocks/>
            </p:cNvSpPr>
            <p:nvPr/>
          </p:nvSpPr>
          <p:spPr bwMode="auto">
            <a:xfrm>
              <a:off x="11251145" y="829023"/>
              <a:ext cx="51385" cy="54894"/>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304">
              <a:extLst>
                <a:ext uri="{FF2B5EF4-FFF2-40B4-BE49-F238E27FC236}">
                  <a16:creationId xmlns:a16="http://schemas.microsoft.com/office/drawing/2014/main" id="{AC47CAD8-A10C-4991-BAAD-22DFEB1BF4AC}"/>
                </a:ext>
              </a:extLst>
            </p:cNvPr>
            <p:cNvSpPr>
              <a:spLocks/>
            </p:cNvSpPr>
            <p:nvPr/>
          </p:nvSpPr>
          <p:spPr bwMode="auto">
            <a:xfrm>
              <a:off x="11306541" y="829023"/>
              <a:ext cx="55145" cy="54894"/>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grpSp>
      <p:pic>
        <p:nvPicPr>
          <p:cNvPr id="86" name="图片 85">
            <a:extLst>
              <a:ext uri="{FF2B5EF4-FFF2-40B4-BE49-F238E27FC236}">
                <a16:creationId xmlns:a16="http://schemas.microsoft.com/office/drawing/2014/main" id="{D3EF5A83-2443-4241-9277-443E492EA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6099" y="412165"/>
            <a:ext cx="388766" cy="515116"/>
          </a:xfrm>
          <a:prstGeom prst="rect">
            <a:avLst/>
          </a:prstGeom>
        </p:spPr>
      </p:pic>
      <p:sp>
        <p:nvSpPr>
          <p:cNvPr id="48" name="矩形 47">
            <a:extLst>
              <a:ext uri="{FF2B5EF4-FFF2-40B4-BE49-F238E27FC236}">
                <a16:creationId xmlns:a16="http://schemas.microsoft.com/office/drawing/2014/main" id="{F5C78A11-1F5B-46F5-BC90-5E6C749BA02B}"/>
              </a:ext>
            </a:extLst>
          </p:cNvPr>
          <p:cNvSpPr/>
          <p:nvPr userDrawn="1"/>
        </p:nvSpPr>
        <p:spPr>
          <a:xfrm>
            <a:off x="-4345" y="368000"/>
            <a:ext cx="3048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25C14E2F-DF08-C46D-8425-D2ACE75C1741}"/>
              </a:ext>
            </a:extLst>
          </p:cNvPr>
          <p:cNvSpPr/>
          <p:nvPr userDrawn="1"/>
        </p:nvSpPr>
        <p:spPr>
          <a:xfrm>
            <a:off x="-4345" y="-7467"/>
            <a:ext cx="12196345"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18">
            <a:extLst>
              <a:ext uri="{FF2B5EF4-FFF2-40B4-BE49-F238E27FC236}">
                <a16:creationId xmlns:a16="http://schemas.microsoft.com/office/drawing/2014/main" id="{CD1B2E32-38F4-5CC8-1D79-D5229B2FE5E3}"/>
              </a:ext>
            </a:extLst>
          </p:cNvPr>
          <p:cNvSpPr>
            <a:spLocks noGrp="1"/>
          </p:cNvSpPr>
          <p:nvPr>
            <p:ph type="body" sz="quarter" idx="13" hasCustomPrompt="1"/>
          </p:nvPr>
        </p:nvSpPr>
        <p:spPr>
          <a:xfrm>
            <a:off x="4038600" y="-7467"/>
            <a:ext cx="4114800" cy="216775"/>
          </a:xfrm>
        </p:spPr>
        <p:txBody>
          <a:bodyPr>
            <a:noAutofit/>
          </a:bodyPr>
          <a:lstStyle>
            <a:lvl1pPr marL="0" indent="0" algn="ctr">
              <a:buNone/>
              <a:defRPr sz="1200">
                <a:solidFill>
                  <a:schemeClr val="bg1"/>
                </a:solidFill>
              </a:defRPr>
            </a:lvl1pPr>
          </a:lstStyle>
          <a:p>
            <a:pPr lvl="0"/>
            <a:r>
              <a:rPr lang="zh-CN" altLang="en-US" dirty="0"/>
              <a:t>当前节</a:t>
            </a:r>
          </a:p>
        </p:txBody>
      </p:sp>
    </p:spTree>
    <p:extLst>
      <p:ext uri="{BB962C8B-B14F-4D97-AF65-F5344CB8AC3E}">
        <p14:creationId xmlns:p14="http://schemas.microsoft.com/office/powerpoint/2010/main" val="2189555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_空白">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B042D6F3-DD5F-4B4A-BD44-0244D60A549F}"/>
              </a:ext>
            </a:extLst>
          </p:cNvPr>
          <p:cNvSpPr/>
          <p:nvPr userDrawn="1"/>
        </p:nvSpPr>
        <p:spPr>
          <a:xfrm>
            <a:off x="1161142" y="1746404"/>
            <a:ext cx="2307771" cy="4082896"/>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F6A3EB8-05C4-4D56-9B73-A1DDD3BACC21}"/>
              </a:ext>
            </a:extLst>
          </p:cNvPr>
          <p:cNvSpPr/>
          <p:nvPr userDrawn="1"/>
        </p:nvSpPr>
        <p:spPr>
          <a:xfrm>
            <a:off x="0" y="6629400"/>
            <a:ext cx="12192000"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a:extLst>
              <a:ext uri="{FF2B5EF4-FFF2-40B4-BE49-F238E27FC236}">
                <a16:creationId xmlns:a16="http://schemas.microsoft.com/office/drawing/2014/main" id="{CEB8FD0D-5E61-4EF4-B9D1-34F65B906062}"/>
              </a:ext>
            </a:extLst>
          </p:cNvPr>
          <p:cNvSpPr>
            <a:spLocks noGrp="1"/>
          </p:cNvSpPr>
          <p:nvPr>
            <p:ph type="title"/>
          </p:nvPr>
        </p:nvSpPr>
        <p:spPr>
          <a:xfrm>
            <a:off x="690364" y="310997"/>
            <a:ext cx="10858500" cy="825807"/>
          </a:xfrm>
        </p:spPr>
        <p:txBody>
          <a:bodyPr>
            <a:normAutofit/>
          </a:bodyPr>
          <a:lstStyle>
            <a:lvl1pPr>
              <a:defRPr sz="3200" b="1">
                <a:solidFill>
                  <a:schemeClr val="tx1">
                    <a:lumMod val="75000"/>
                    <a:lumOff val="25000"/>
                  </a:schemeClr>
                </a:solidFill>
              </a:defRPr>
            </a:lvl1pPr>
          </a:lstStyle>
          <a:p>
            <a:r>
              <a:rPr lang="zh-CN" altLang="en-US" dirty="0"/>
              <a:t>单击此处编辑母版标题样式</a:t>
            </a:r>
          </a:p>
        </p:txBody>
      </p:sp>
      <p:sp>
        <p:nvSpPr>
          <p:cNvPr id="6" name="日期占位符 2">
            <a:extLst>
              <a:ext uri="{FF2B5EF4-FFF2-40B4-BE49-F238E27FC236}">
                <a16:creationId xmlns:a16="http://schemas.microsoft.com/office/drawing/2014/main" id="{86B7FC32-61BA-46E5-BEB6-0A1D82FD1FAA}"/>
              </a:ext>
            </a:extLst>
          </p:cNvPr>
          <p:cNvSpPr>
            <a:spLocks noGrp="1"/>
          </p:cNvSpPr>
          <p:nvPr>
            <p:ph type="dt" sz="half" idx="10"/>
          </p:nvPr>
        </p:nvSpPr>
        <p:spPr>
          <a:xfrm>
            <a:off x="838200" y="6651523"/>
            <a:ext cx="2743200" cy="200578"/>
          </a:xfrm>
        </p:spPr>
        <p:txBody>
          <a:bodyPr/>
          <a:lstStyle>
            <a:lvl1pPr>
              <a:defRPr>
                <a:solidFill>
                  <a:schemeClr val="bg1"/>
                </a:solidFill>
              </a:defRPr>
            </a:lvl1pPr>
          </a:lstStyle>
          <a:p>
            <a:fld id="{ED571DAC-6D93-4750-B1A6-7CD54D2E0F20}" type="datetime1">
              <a:rPr lang="zh-CN" altLang="en-US" smtClean="0"/>
              <a:t>2025/9/16</a:t>
            </a:fld>
            <a:endParaRPr lang="zh-CN" altLang="en-US" dirty="0"/>
          </a:p>
        </p:txBody>
      </p:sp>
      <p:sp>
        <p:nvSpPr>
          <p:cNvPr id="7" name="页脚占位符 3">
            <a:extLst>
              <a:ext uri="{FF2B5EF4-FFF2-40B4-BE49-F238E27FC236}">
                <a16:creationId xmlns:a16="http://schemas.microsoft.com/office/drawing/2014/main" id="{261A8D21-79DD-4632-9BE4-8E0D578DE3D2}"/>
              </a:ext>
            </a:extLst>
          </p:cNvPr>
          <p:cNvSpPr>
            <a:spLocks noGrp="1"/>
          </p:cNvSpPr>
          <p:nvPr>
            <p:ph type="ftr" sz="quarter" idx="11"/>
          </p:nvPr>
        </p:nvSpPr>
        <p:spPr>
          <a:xfrm>
            <a:off x="4038600" y="6651523"/>
            <a:ext cx="4114800" cy="200578"/>
          </a:xfrm>
        </p:spPr>
        <p:txBody>
          <a:bodyPr/>
          <a:lstStyle>
            <a:lvl1pPr>
              <a:defRPr>
                <a:solidFill>
                  <a:schemeClr val="bg1"/>
                </a:solidFill>
              </a:defRPr>
            </a:lvl1pPr>
          </a:lstStyle>
          <a:p>
            <a:r>
              <a:rPr lang="en-US" altLang="zh-CN"/>
              <a:t>——   </a:t>
            </a:r>
            <a:r>
              <a:rPr lang="zh-CN" altLang="en-US"/>
              <a:t>博学至精  明德至善   </a:t>
            </a:r>
            <a:r>
              <a:rPr lang="en-US" altLang="zh-CN"/>
              <a:t>——</a:t>
            </a:r>
            <a:endParaRPr lang="zh-CN" altLang="en-US" dirty="0"/>
          </a:p>
        </p:txBody>
      </p:sp>
      <p:sp>
        <p:nvSpPr>
          <p:cNvPr id="8" name="灯片编号占位符 4">
            <a:extLst>
              <a:ext uri="{FF2B5EF4-FFF2-40B4-BE49-F238E27FC236}">
                <a16:creationId xmlns:a16="http://schemas.microsoft.com/office/drawing/2014/main" id="{7AE14F91-7DE6-4F32-96CD-40932ADA2290}"/>
              </a:ext>
            </a:extLst>
          </p:cNvPr>
          <p:cNvSpPr>
            <a:spLocks noGrp="1"/>
          </p:cNvSpPr>
          <p:nvPr>
            <p:ph type="sldNum" sz="quarter" idx="12"/>
          </p:nvPr>
        </p:nvSpPr>
        <p:spPr>
          <a:xfrm>
            <a:off x="8610600" y="6651523"/>
            <a:ext cx="2743200" cy="200578"/>
          </a:xfrm>
        </p:spPr>
        <p:txBody>
          <a:bodyPr/>
          <a:lstStyle>
            <a:lvl1pPr>
              <a:defRPr>
                <a:solidFill>
                  <a:schemeClr val="bg1"/>
                </a:solidFill>
              </a:defRPr>
            </a:lvl1pPr>
          </a:lstStyle>
          <a:p>
            <a:fld id="{054335CC-B077-4EFF-BFF9-2EFEE3F838E2}" type="slidenum">
              <a:rPr lang="zh-CN" altLang="en-US" smtClean="0"/>
              <a:pPr/>
              <a:t>‹#›</a:t>
            </a:fld>
            <a:endParaRPr lang="zh-CN" altLang="en-US"/>
          </a:p>
        </p:txBody>
      </p:sp>
      <p:cxnSp>
        <p:nvCxnSpPr>
          <p:cNvPr id="9" name="直接连接符 8">
            <a:extLst>
              <a:ext uri="{FF2B5EF4-FFF2-40B4-BE49-F238E27FC236}">
                <a16:creationId xmlns:a16="http://schemas.microsoft.com/office/drawing/2014/main" id="{B9AB625C-EE2B-4F90-AF75-0C2BC82D1F36}"/>
              </a:ext>
            </a:extLst>
          </p:cNvPr>
          <p:cNvCxnSpPr/>
          <p:nvPr userDrawn="1"/>
        </p:nvCxnSpPr>
        <p:spPr>
          <a:xfrm>
            <a:off x="660400" y="1028700"/>
            <a:ext cx="108585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EF74D780-D67C-4810-A2B2-FEFCEBBE1586}"/>
              </a:ext>
            </a:extLst>
          </p:cNvPr>
          <p:cNvSpPr/>
          <p:nvPr userDrawn="1"/>
        </p:nvSpPr>
        <p:spPr>
          <a:xfrm>
            <a:off x="0" y="365164"/>
            <a:ext cx="304800" cy="6635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9FA181BE-0F13-4C34-876E-20512F2BFB5C}"/>
              </a:ext>
            </a:extLst>
          </p:cNvPr>
          <p:cNvSpPr/>
          <p:nvPr userDrawn="1"/>
        </p:nvSpPr>
        <p:spPr>
          <a:xfrm>
            <a:off x="403225" y="365164"/>
            <a:ext cx="101600" cy="6635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a:extLst>
              <a:ext uri="{FF2B5EF4-FFF2-40B4-BE49-F238E27FC236}">
                <a16:creationId xmlns:a16="http://schemas.microsoft.com/office/drawing/2014/main" id="{4E42D22D-EEBF-4BC4-B9E1-6263857A89F5}"/>
              </a:ext>
            </a:extLst>
          </p:cNvPr>
          <p:cNvGrpSpPr/>
          <p:nvPr userDrawn="1"/>
        </p:nvGrpSpPr>
        <p:grpSpPr>
          <a:xfrm>
            <a:off x="9436099" y="412165"/>
            <a:ext cx="1942631" cy="515116"/>
            <a:chOff x="713386" y="1446438"/>
            <a:chExt cx="3151707" cy="835719"/>
          </a:xfrm>
        </p:grpSpPr>
        <p:sp>
          <p:nvSpPr>
            <p:cNvPr id="51" name="Freeform 270">
              <a:extLst>
                <a:ext uri="{FF2B5EF4-FFF2-40B4-BE49-F238E27FC236}">
                  <a16:creationId xmlns:a16="http://schemas.microsoft.com/office/drawing/2014/main" id="{7D3B129A-9B94-4E85-BEDB-C1EC1722BB89}"/>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271">
              <a:extLst>
                <a:ext uri="{FF2B5EF4-FFF2-40B4-BE49-F238E27FC236}">
                  <a16:creationId xmlns:a16="http://schemas.microsoft.com/office/drawing/2014/main" id="{B667285F-E0B5-413F-ADAE-BC1C4F3A2609}"/>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272">
              <a:extLst>
                <a:ext uri="{FF2B5EF4-FFF2-40B4-BE49-F238E27FC236}">
                  <a16:creationId xmlns:a16="http://schemas.microsoft.com/office/drawing/2014/main" id="{59E377A1-8324-4CF8-A160-D9F8C2796EEF}"/>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273">
              <a:extLst>
                <a:ext uri="{FF2B5EF4-FFF2-40B4-BE49-F238E27FC236}">
                  <a16:creationId xmlns:a16="http://schemas.microsoft.com/office/drawing/2014/main" id="{EBFBE6F8-5BE6-4EDD-85FA-7B6D8E9B54FC}"/>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274">
              <a:extLst>
                <a:ext uri="{FF2B5EF4-FFF2-40B4-BE49-F238E27FC236}">
                  <a16:creationId xmlns:a16="http://schemas.microsoft.com/office/drawing/2014/main" id="{94BAF5E0-DC78-4840-AA9B-D58D64D4224F}"/>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275">
              <a:extLst>
                <a:ext uri="{FF2B5EF4-FFF2-40B4-BE49-F238E27FC236}">
                  <a16:creationId xmlns:a16="http://schemas.microsoft.com/office/drawing/2014/main" id="{586501DF-84F3-4DDD-AA71-C6805D35E38D}"/>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276">
              <a:extLst>
                <a:ext uri="{FF2B5EF4-FFF2-40B4-BE49-F238E27FC236}">
                  <a16:creationId xmlns:a16="http://schemas.microsoft.com/office/drawing/2014/main" id="{BFD33C0D-7879-4098-8CB4-6F35B52F696A}"/>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277">
              <a:extLst>
                <a:ext uri="{FF2B5EF4-FFF2-40B4-BE49-F238E27FC236}">
                  <a16:creationId xmlns:a16="http://schemas.microsoft.com/office/drawing/2014/main" id="{1847D756-7BA1-46B2-AEAE-9AE20551F9CA}"/>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59" name="Freeform 278">
              <a:extLst>
                <a:ext uri="{FF2B5EF4-FFF2-40B4-BE49-F238E27FC236}">
                  <a16:creationId xmlns:a16="http://schemas.microsoft.com/office/drawing/2014/main" id="{8230B048-8491-4394-A338-5181949D0101}"/>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9">
              <a:extLst>
                <a:ext uri="{FF2B5EF4-FFF2-40B4-BE49-F238E27FC236}">
                  <a16:creationId xmlns:a16="http://schemas.microsoft.com/office/drawing/2014/main" id="{C7F28500-689F-47A9-B744-89763E92D6B8}"/>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80">
              <a:extLst>
                <a:ext uri="{FF2B5EF4-FFF2-40B4-BE49-F238E27FC236}">
                  <a16:creationId xmlns:a16="http://schemas.microsoft.com/office/drawing/2014/main" id="{55768780-7694-4331-B2B8-62D91AC72D80}"/>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81">
              <a:extLst>
                <a:ext uri="{FF2B5EF4-FFF2-40B4-BE49-F238E27FC236}">
                  <a16:creationId xmlns:a16="http://schemas.microsoft.com/office/drawing/2014/main" id="{F8725C78-EA29-4BFF-8B43-E03504539BAD}"/>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82">
              <a:extLst>
                <a:ext uri="{FF2B5EF4-FFF2-40B4-BE49-F238E27FC236}">
                  <a16:creationId xmlns:a16="http://schemas.microsoft.com/office/drawing/2014/main" id="{0D6AA547-9927-492B-BEE7-2C903C091D4C}"/>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83">
              <a:extLst>
                <a:ext uri="{FF2B5EF4-FFF2-40B4-BE49-F238E27FC236}">
                  <a16:creationId xmlns:a16="http://schemas.microsoft.com/office/drawing/2014/main" id="{48FEBF15-0F76-49BA-B2AF-B51F2686BE13}"/>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84">
              <a:extLst>
                <a:ext uri="{FF2B5EF4-FFF2-40B4-BE49-F238E27FC236}">
                  <a16:creationId xmlns:a16="http://schemas.microsoft.com/office/drawing/2014/main" id="{CDBDD334-93AE-4474-97B1-69EF83DCE9AF}"/>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285">
              <a:extLst>
                <a:ext uri="{FF2B5EF4-FFF2-40B4-BE49-F238E27FC236}">
                  <a16:creationId xmlns:a16="http://schemas.microsoft.com/office/drawing/2014/main" id="{248E7A94-BB6A-45F0-8E4E-332542DA180C}"/>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86">
              <a:extLst>
                <a:ext uri="{FF2B5EF4-FFF2-40B4-BE49-F238E27FC236}">
                  <a16:creationId xmlns:a16="http://schemas.microsoft.com/office/drawing/2014/main" id="{3E1D123A-F483-4EF5-A20B-AD235784516D}"/>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7">
              <a:extLst>
                <a:ext uri="{FF2B5EF4-FFF2-40B4-BE49-F238E27FC236}">
                  <a16:creationId xmlns:a16="http://schemas.microsoft.com/office/drawing/2014/main" id="{144989E4-8926-4CD9-8E38-27AD6C4E2013}"/>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8">
              <a:extLst>
                <a:ext uri="{FF2B5EF4-FFF2-40B4-BE49-F238E27FC236}">
                  <a16:creationId xmlns:a16="http://schemas.microsoft.com/office/drawing/2014/main" id="{2A23B524-BD70-49E8-97C1-396FA56E1658}"/>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9">
              <a:extLst>
                <a:ext uri="{FF2B5EF4-FFF2-40B4-BE49-F238E27FC236}">
                  <a16:creationId xmlns:a16="http://schemas.microsoft.com/office/drawing/2014/main" id="{A9575708-21BC-4C54-BC12-46F77890C4B4}"/>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90">
              <a:extLst>
                <a:ext uri="{FF2B5EF4-FFF2-40B4-BE49-F238E27FC236}">
                  <a16:creationId xmlns:a16="http://schemas.microsoft.com/office/drawing/2014/main" id="{5666E107-BAC0-45BD-A8A1-C263F7A1BCFA}"/>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91">
              <a:extLst>
                <a:ext uri="{FF2B5EF4-FFF2-40B4-BE49-F238E27FC236}">
                  <a16:creationId xmlns:a16="http://schemas.microsoft.com/office/drawing/2014/main" id="{98FA8848-67B6-41E3-B327-D092A856937A}"/>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92">
              <a:extLst>
                <a:ext uri="{FF2B5EF4-FFF2-40B4-BE49-F238E27FC236}">
                  <a16:creationId xmlns:a16="http://schemas.microsoft.com/office/drawing/2014/main" id="{CC31BDE9-031F-4A5E-A5C1-E61AD29DBCCE}"/>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93">
              <a:extLst>
                <a:ext uri="{FF2B5EF4-FFF2-40B4-BE49-F238E27FC236}">
                  <a16:creationId xmlns:a16="http://schemas.microsoft.com/office/drawing/2014/main" id="{DA263056-D0BD-4D73-9321-8E3CBE133021}"/>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94">
              <a:extLst>
                <a:ext uri="{FF2B5EF4-FFF2-40B4-BE49-F238E27FC236}">
                  <a16:creationId xmlns:a16="http://schemas.microsoft.com/office/drawing/2014/main" id="{24EF628C-E50D-47D9-8E28-C30F93EB6130}"/>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95">
              <a:extLst>
                <a:ext uri="{FF2B5EF4-FFF2-40B4-BE49-F238E27FC236}">
                  <a16:creationId xmlns:a16="http://schemas.microsoft.com/office/drawing/2014/main" id="{FA97783A-8EB0-4782-B07C-0F2B7A9DAEFB}"/>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96">
              <a:extLst>
                <a:ext uri="{FF2B5EF4-FFF2-40B4-BE49-F238E27FC236}">
                  <a16:creationId xmlns:a16="http://schemas.microsoft.com/office/drawing/2014/main" id="{7DC8E89F-DFFF-4364-A061-73942081AB67}"/>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7">
              <a:extLst>
                <a:ext uri="{FF2B5EF4-FFF2-40B4-BE49-F238E27FC236}">
                  <a16:creationId xmlns:a16="http://schemas.microsoft.com/office/drawing/2014/main" id="{F7A42A8A-C312-4C4A-B016-D9A769236604}"/>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8">
              <a:extLst>
                <a:ext uri="{FF2B5EF4-FFF2-40B4-BE49-F238E27FC236}">
                  <a16:creationId xmlns:a16="http://schemas.microsoft.com/office/drawing/2014/main" id="{6E2D8CD9-84DA-4F71-8575-CDB039AC3595}"/>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9">
              <a:extLst>
                <a:ext uri="{FF2B5EF4-FFF2-40B4-BE49-F238E27FC236}">
                  <a16:creationId xmlns:a16="http://schemas.microsoft.com/office/drawing/2014/main" id="{EFC587E9-ABEF-43E0-AB44-4A051A8F490F}"/>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300">
              <a:extLst>
                <a:ext uri="{FF2B5EF4-FFF2-40B4-BE49-F238E27FC236}">
                  <a16:creationId xmlns:a16="http://schemas.microsoft.com/office/drawing/2014/main" id="{60FE6542-D13A-44CC-97EF-409C6DF1337C}"/>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301">
              <a:extLst>
                <a:ext uri="{FF2B5EF4-FFF2-40B4-BE49-F238E27FC236}">
                  <a16:creationId xmlns:a16="http://schemas.microsoft.com/office/drawing/2014/main" id="{A89EF4FF-067C-49B9-BC17-B676D3BD9B88}"/>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302">
              <a:extLst>
                <a:ext uri="{FF2B5EF4-FFF2-40B4-BE49-F238E27FC236}">
                  <a16:creationId xmlns:a16="http://schemas.microsoft.com/office/drawing/2014/main" id="{99553689-E11F-4C66-A76D-0A8FF710F1EB}"/>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303">
              <a:extLst>
                <a:ext uri="{FF2B5EF4-FFF2-40B4-BE49-F238E27FC236}">
                  <a16:creationId xmlns:a16="http://schemas.microsoft.com/office/drawing/2014/main" id="{655225EB-6C55-49B1-A41B-A23287069730}"/>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304">
              <a:extLst>
                <a:ext uri="{FF2B5EF4-FFF2-40B4-BE49-F238E27FC236}">
                  <a16:creationId xmlns:a16="http://schemas.microsoft.com/office/drawing/2014/main" id="{AC47CAD8-A10C-4991-BAAD-22DFEB1BF4AC}"/>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86" name="图片 85">
              <a:extLst>
                <a:ext uri="{FF2B5EF4-FFF2-40B4-BE49-F238E27FC236}">
                  <a16:creationId xmlns:a16="http://schemas.microsoft.com/office/drawing/2014/main" id="{D3EF5A83-2443-4241-9277-443E492EA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
        <p:nvSpPr>
          <p:cNvPr id="10" name="图片占位符 9">
            <a:extLst>
              <a:ext uri="{FF2B5EF4-FFF2-40B4-BE49-F238E27FC236}">
                <a16:creationId xmlns:a16="http://schemas.microsoft.com/office/drawing/2014/main" id="{3DAC64D1-314E-4BCE-9FC6-4824083A1CD7}"/>
              </a:ext>
            </a:extLst>
          </p:cNvPr>
          <p:cNvSpPr>
            <a:spLocks noGrp="1"/>
          </p:cNvSpPr>
          <p:nvPr>
            <p:ph type="pic" sz="quarter" idx="13"/>
          </p:nvPr>
        </p:nvSpPr>
        <p:spPr>
          <a:xfrm>
            <a:off x="1241425" y="1854507"/>
            <a:ext cx="2159000" cy="3822393"/>
          </a:xfrm>
          <a:prstGeom prst="roundRect">
            <a:avLst>
              <a:gd name="adj" fmla="val 431"/>
            </a:avLst>
          </a:prstGeom>
        </p:spPr>
        <p:txBody>
          <a:bodyPr/>
          <a:lstStyle/>
          <a:p>
            <a:endParaRPr lang="zh-CN" altLang="en-US" dirty="0"/>
          </a:p>
        </p:txBody>
      </p:sp>
      <p:pic>
        <p:nvPicPr>
          <p:cNvPr id="89" name="Picture 4">
            <a:extLst>
              <a:ext uri="{FF2B5EF4-FFF2-40B4-BE49-F238E27FC236}">
                <a16:creationId xmlns:a16="http://schemas.microsoft.com/office/drawing/2014/main" id="{8E33CCEA-9E77-4A0C-845F-2B1214CA778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8100" y1="5979" x2="97938" y2="5979"/>
                        <a14:foregroundMark x1="5155" y1="93871" x2="99558" y2="95665"/>
                        <a14:foregroundMark x1="9867" y1="93572" x2="0" y2="87145"/>
                        <a14:foregroundMark x1="2946" y1="82810" x2="4124" y2="10912"/>
                        <a14:foregroundMark x1="96760" y1="10613" x2="97938" y2="92152"/>
                        <a14:foregroundMark x1="12371" y1="97534" x2="6775" y2="99701"/>
                        <a14:foregroundMark x1="6038" y1="8819" x2="295" y2="8595"/>
                        <a14:foregroundMark x1="94404" y1="7848" x2="99705" y2="4783"/>
                        <a14:foregroundMark x1="86745" y1="4559" x2="92931" y2="149"/>
                        <a14:backgroundMark x1="38586" y1="11211" x2="73638" y2="83109"/>
                        <a14:backgroundMark x1="17231" y1="15919" x2="44919" y2="80194"/>
                        <a14:backgroundMark x1="63034" y1="20703" x2="67894" y2="41779"/>
                      </a14:backgroundRemoval>
                    </a14:imgEffect>
                  </a14:imgLayer>
                </a14:imgProps>
              </a:ext>
              <a:ext uri="{28A0092B-C50C-407E-A947-70E740481C1C}">
                <a14:useLocalDpi xmlns:a14="http://schemas.microsoft.com/office/drawing/2010/main" val="0"/>
              </a:ext>
            </a:extLst>
          </a:blip>
          <a:stretch>
            <a:fillRect/>
          </a:stretch>
        </p:blipFill>
        <p:spPr>
          <a:xfrm>
            <a:off x="1058744" y="1280834"/>
            <a:ext cx="2521688" cy="5031618"/>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47875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A80E99-CFCF-43B0-B784-147975B12AB5}" type="datetime1">
              <a:rPr lang="zh-CN" altLang="en-US" smtClean="0"/>
              <a:t>2025/9/16</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   </a:t>
            </a:r>
            <a:r>
              <a:rPr lang="zh-CN" altLang="en-US"/>
              <a:t>博学至精  明德至善   </a:t>
            </a:r>
            <a:r>
              <a:rPr lang="en-US" altLang="zh-CN"/>
              <a:t>——</a:t>
            </a:r>
            <a:endParaRPr lang="zh-CN"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4335CC-B077-4EFF-BFF9-2EFEE3F838E2}" type="slidenum">
              <a:rPr lang="zh-CN" altLang="en-US" smtClean="0"/>
              <a:pPr/>
              <a:t>‹#›</a:t>
            </a:fld>
            <a:endParaRPr lang="zh-CN" altLang="en-US"/>
          </a:p>
        </p:txBody>
      </p:sp>
      <p:pic>
        <p:nvPicPr>
          <p:cNvPr id="7" name="图片 6">
            <a:extLst>
              <a:ext uri="{FF2B5EF4-FFF2-40B4-BE49-F238E27FC236}">
                <a16:creationId xmlns:a16="http://schemas.microsoft.com/office/drawing/2014/main" id="{2B8B85F6-51F7-EDC1-5A07-0A33FD784EE4}"/>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51" r="351" b="16216"/>
          <a:stretch/>
        </p:blipFill>
        <p:spPr>
          <a:xfrm>
            <a:off x="0" y="0"/>
            <a:ext cx="12192000" cy="6858000"/>
          </a:xfrm>
          <a:prstGeom prst="rect">
            <a:avLst/>
          </a:prstGeom>
        </p:spPr>
      </p:pic>
      <p:sp>
        <p:nvSpPr>
          <p:cNvPr id="8" name="矩形 7">
            <a:extLst>
              <a:ext uri="{FF2B5EF4-FFF2-40B4-BE49-F238E27FC236}">
                <a16:creationId xmlns:a16="http://schemas.microsoft.com/office/drawing/2014/main" id="{085DC24B-1042-135C-FD3C-7752A2B19A3F}"/>
              </a:ext>
            </a:extLst>
          </p:cNvPr>
          <p:cNvSpPr/>
          <p:nvPr userDrawn="1"/>
        </p:nvSpPr>
        <p:spPr>
          <a:xfrm>
            <a:off x="0" y="0"/>
            <a:ext cx="12192000" cy="6858000"/>
          </a:xfrm>
          <a:prstGeom prst="rect">
            <a:avLst/>
          </a:prstGeom>
          <a:solidFill>
            <a:schemeClr val="bg1">
              <a:alpha val="92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Tree>
    <p:extLst>
      <p:ext uri="{BB962C8B-B14F-4D97-AF65-F5344CB8AC3E}">
        <p14:creationId xmlns:p14="http://schemas.microsoft.com/office/powerpoint/2010/main" val="424178428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5" r:id="rId3"/>
    <p:sldLayoutId id="2147483672" r:id="rId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guide id="3" orient="horz" pos="640" userDrawn="1">
          <p15:clr>
            <a:srgbClr val="F26B43"/>
          </p15:clr>
        </p15:guide>
        <p15:guide id="4" orient="horz" pos="709" userDrawn="1">
          <p15:clr>
            <a:srgbClr val="F26B43"/>
          </p15:clr>
        </p15:guide>
        <p15:guide id="5" orient="horz" pos="3929" userDrawn="1">
          <p15:clr>
            <a:srgbClr val="F26B43"/>
          </p15:clr>
        </p15:guide>
        <p15:guide id="6"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标题 1">
            <a:extLst>
              <a:ext uri="{FF2B5EF4-FFF2-40B4-BE49-F238E27FC236}">
                <a16:creationId xmlns:a16="http://schemas.microsoft.com/office/drawing/2014/main" id="{C6B3EA26-E452-4E7D-8C5F-EA642BED2248}"/>
              </a:ext>
            </a:extLst>
          </p:cNvPr>
          <p:cNvSpPr txBox="1">
            <a:spLocks/>
          </p:cNvSpPr>
          <p:nvPr/>
        </p:nvSpPr>
        <p:spPr>
          <a:xfrm>
            <a:off x="666750" y="2429150"/>
            <a:ext cx="10858500" cy="1655453"/>
          </a:xfrm>
          <a:prstGeom prst="rect">
            <a:avLst/>
          </a:prstGeom>
        </p:spPr>
        <p:txBody>
          <a:bodyPr vert="horz" wrap="square" lIns="91440" tIns="45720" rIns="91440" bIns="45720" rtlCol="0" anchor="ctr">
            <a:spAutoFit/>
          </a:bodyPr>
          <a:lstStyle>
            <a:lvl1pPr algn="ctr" defTabSz="914400" rtl="0" eaLnBrk="1" latinLnBrk="0" hangingPunct="1">
              <a:lnSpc>
                <a:spcPct val="100000"/>
              </a:lnSpc>
              <a:spcBef>
                <a:spcPct val="0"/>
              </a:spcBef>
              <a:buNone/>
              <a:defRPr sz="4000" b="1" kern="1200" spc="600">
                <a:solidFill>
                  <a:schemeClr val="bg1"/>
                </a:solidFill>
                <a:latin typeface="+mj-lt"/>
                <a:ea typeface="+mj-ea"/>
                <a:cs typeface="+mj-cs"/>
              </a:defRPr>
            </a:lvl1pPr>
          </a:lstStyle>
          <a:p>
            <a:pPr>
              <a:lnSpc>
                <a:spcPct val="150000"/>
              </a:lnSpc>
            </a:pPr>
            <a:r>
              <a:rPr lang="zh-CN" altLang="zh-CN" sz="3600" dirty="0"/>
              <a:t>基于大语言模型的社交媒体青少年生殖健康</a:t>
            </a:r>
            <a:br>
              <a:rPr lang="en-US" altLang="zh-CN" sz="3600" dirty="0"/>
            </a:br>
            <a:r>
              <a:rPr lang="zh-CN" altLang="zh-CN" sz="3600" dirty="0"/>
              <a:t>评论分类分析与问答生成研究</a:t>
            </a:r>
            <a:endParaRPr lang="zh-CN" altLang="en-US" sz="3600" spc="600" dirty="0"/>
          </a:p>
        </p:txBody>
      </p:sp>
      <p:sp>
        <p:nvSpPr>
          <p:cNvPr id="9" name="等腰三角形 8">
            <a:extLst>
              <a:ext uri="{FF2B5EF4-FFF2-40B4-BE49-F238E27FC236}">
                <a16:creationId xmlns:a16="http://schemas.microsoft.com/office/drawing/2014/main" id="{840A8DA7-8FF0-4E4C-BA04-BA833EF3BCF5}"/>
              </a:ext>
            </a:extLst>
          </p:cNvPr>
          <p:cNvSpPr/>
          <p:nvPr/>
        </p:nvSpPr>
        <p:spPr>
          <a:xfrm rot="10800000">
            <a:off x="5903763" y="4664140"/>
            <a:ext cx="653762" cy="56358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 name="文本占位符 5">
            <a:extLst>
              <a:ext uri="{FF2B5EF4-FFF2-40B4-BE49-F238E27FC236}">
                <a16:creationId xmlns:a16="http://schemas.microsoft.com/office/drawing/2014/main" id="{13A5A2E5-FFA1-4A32-A67F-0FA7FD143D2C}"/>
              </a:ext>
            </a:extLst>
          </p:cNvPr>
          <p:cNvSpPr>
            <a:spLocks noGrp="1"/>
          </p:cNvSpPr>
          <p:nvPr>
            <p:ph type="body" sz="quarter" idx="13"/>
          </p:nvPr>
        </p:nvSpPr>
        <p:spPr/>
        <p:txBody>
          <a:bodyPr/>
          <a:lstStyle/>
          <a:p>
            <a:r>
              <a:rPr lang="zh-CN" altLang="en-US" dirty="0"/>
              <a:t>汇报人：周子轩 </a:t>
            </a:r>
            <a:r>
              <a:rPr lang="en-US" altLang="zh-CN" dirty="0"/>
              <a:t>| </a:t>
            </a:r>
            <a:r>
              <a:rPr lang="zh-CN" altLang="en-US" dirty="0"/>
              <a:t>导师：黄若尘</a:t>
            </a:r>
          </a:p>
        </p:txBody>
      </p:sp>
    </p:spTree>
    <p:extLst>
      <p:ext uri="{BB962C8B-B14F-4D97-AF65-F5344CB8AC3E}">
        <p14:creationId xmlns:p14="http://schemas.microsoft.com/office/powerpoint/2010/main" val="2464015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a:extLst>
              <a:ext uri="{FF2B5EF4-FFF2-40B4-BE49-F238E27FC236}">
                <a16:creationId xmlns:a16="http://schemas.microsoft.com/office/drawing/2014/main" id="{4154C12F-C00F-46E1-8B19-F18333913578}"/>
              </a:ext>
            </a:extLst>
          </p:cNvPr>
          <p:cNvPicPr>
            <a:picLocks noChangeAspect="1"/>
          </p:cNvPicPr>
          <p:nvPr/>
        </p:nvPicPr>
        <p:blipFill rotWithShape="1">
          <a:blip r:embed="rId3">
            <a:extLst>
              <a:ext uri="{28A0092B-C50C-407E-A947-70E740481C1C}">
                <a14:useLocalDpi xmlns:a14="http://schemas.microsoft.com/office/drawing/2010/main" val="0"/>
              </a:ext>
            </a:extLst>
          </a:blip>
          <a:srcRect l="88" t="35784" r="-88" b="35298"/>
          <a:stretch/>
        </p:blipFill>
        <p:spPr>
          <a:xfrm>
            <a:off x="0" y="0"/>
            <a:ext cx="12192000" cy="2350434"/>
          </a:xfrm>
          <a:prstGeom prst="rect">
            <a:avLst/>
          </a:prstGeom>
        </p:spPr>
      </p:pic>
      <p:sp>
        <p:nvSpPr>
          <p:cNvPr id="54" name="矩形 53">
            <a:extLst>
              <a:ext uri="{FF2B5EF4-FFF2-40B4-BE49-F238E27FC236}">
                <a16:creationId xmlns:a16="http://schemas.microsoft.com/office/drawing/2014/main" id="{D6021900-FA18-4C27-8B37-ADBC9FE76AB7}"/>
              </a:ext>
            </a:extLst>
          </p:cNvPr>
          <p:cNvSpPr/>
          <p:nvPr/>
        </p:nvSpPr>
        <p:spPr>
          <a:xfrm>
            <a:off x="0" y="1"/>
            <a:ext cx="12192000" cy="235043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39B8F1BE-B6FA-47F8-97B0-4DF37A700491}"/>
              </a:ext>
            </a:extLst>
          </p:cNvPr>
          <p:cNvSpPr txBox="1"/>
          <p:nvPr/>
        </p:nvSpPr>
        <p:spPr>
          <a:xfrm>
            <a:off x="5080338" y="377620"/>
            <a:ext cx="2031325" cy="1350819"/>
          </a:xfrm>
          <a:prstGeom prst="rect">
            <a:avLst/>
          </a:prstGeom>
          <a:noFill/>
        </p:spPr>
        <p:txBody>
          <a:bodyPr wrap="none" rtlCol="0">
            <a:spAutoFit/>
          </a:bodyPr>
          <a:lstStyle/>
          <a:p>
            <a:pPr algn="ctr">
              <a:lnSpc>
                <a:spcPct val="125000"/>
              </a:lnSpc>
            </a:pPr>
            <a:r>
              <a:rPr lang="zh-CN" altLang="en-US" sz="7200" dirty="0">
                <a:solidFill>
                  <a:schemeClr val="bg1"/>
                </a:solidFill>
                <a:latin typeface="+mj-ea"/>
                <a:ea typeface="+mj-ea"/>
              </a:rPr>
              <a:t>目录</a:t>
            </a:r>
          </a:p>
        </p:txBody>
      </p:sp>
      <p:grpSp>
        <p:nvGrpSpPr>
          <p:cNvPr id="60" name="组合 59">
            <a:extLst>
              <a:ext uri="{FF2B5EF4-FFF2-40B4-BE49-F238E27FC236}">
                <a16:creationId xmlns:a16="http://schemas.microsoft.com/office/drawing/2014/main" id="{0E8B1032-F139-4929-A621-75DD8E0F93C1}"/>
              </a:ext>
            </a:extLst>
          </p:cNvPr>
          <p:cNvGrpSpPr/>
          <p:nvPr/>
        </p:nvGrpSpPr>
        <p:grpSpPr>
          <a:xfrm>
            <a:off x="1903280" y="1175217"/>
            <a:ext cx="8385440" cy="0"/>
            <a:chOff x="1804330" y="1175217"/>
            <a:chExt cx="8385440" cy="0"/>
          </a:xfrm>
        </p:grpSpPr>
        <p:cxnSp>
          <p:nvCxnSpPr>
            <p:cNvPr id="57" name="直接连接符 56">
              <a:extLst>
                <a:ext uri="{FF2B5EF4-FFF2-40B4-BE49-F238E27FC236}">
                  <a16:creationId xmlns:a16="http://schemas.microsoft.com/office/drawing/2014/main" id="{4C8FD4FB-B394-4911-BDDF-391BC191E1F1}"/>
                </a:ext>
              </a:extLst>
            </p:cNvPr>
            <p:cNvCxnSpPr>
              <a:cxnSpLocks/>
            </p:cNvCxnSpPr>
            <p:nvPr/>
          </p:nvCxnSpPr>
          <p:spPr>
            <a:xfrm>
              <a:off x="1804330" y="1175217"/>
              <a:ext cx="26714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B51537C-62E0-4965-A85E-E63E3B4BE76F}"/>
                </a:ext>
              </a:extLst>
            </p:cNvPr>
            <p:cNvCxnSpPr>
              <a:cxnSpLocks/>
            </p:cNvCxnSpPr>
            <p:nvPr/>
          </p:nvCxnSpPr>
          <p:spPr>
            <a:xfrm>
              <a:off x="7518353" y="1175217"/>
              <a:ext cx="26714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E2230861-893C-E880-E622-54E5ED891E9F}"/>
              </a:ext>
            </a:extLst>
          </p:cNvPr>
          <p:cNvGrpSpPr/>
          <p:nvPr/>
        </p:nvGrpSpPr>
        <p:grpSpPr>
          <a:xfrm>
            <a:off x="451834" y="3758144"/>
            <a:ext cx="2334614" cy="1408967"/>
            <a:chOff x="451834" y="3909694"/>
            <a:chExt cx="2334614" cy="1408967"/>
          </a:xfrm>
        </p:grpSpPr>
        <p:sp>
          <p:nvSpPr>
            <p:cNvPr id="17" name="矩形 16">
              <a:extLst>
                <a:ext uri="{FF2B5EF4-FFF2-40B4-BE49-F238E27FC236}">
                  <a16:creationId xmlns:a16="http://schemas.microsoft.com/office/drawing/2014/main" id="{2739079D-C84E-907B-DFBB-569CA24EA7D5}"/>
                </a:ext>
              </a:extLst>
            </p:cNvPr>
            <p:cNvSpPr/>
            <p:nvPr/>
          </p:nvSpPr>
          <p:spPr>
            <a:xfrm>
              <a:off x="451834" y="4856996"/>
              <a:ext cx="2334614"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研究背景与意义</a:t>
              </a:r>
            </a:p>
          </p:txBody>
        </p:sp>
        <p:cxnSp>
          <p:nvCxnSpPr>
            <p:cNvPr id="18" name="直接连接符 17">
              <a:extLst>
                <a:ext uri="{FF2B5EF4-FFF2-40B4-BE49-F238E27FC236}">
                  <a16:creationId xmlns:a16="http://schemas.microsoft.com/office/drawing/2014/main" id="{5465996A-3758-B394-B75D-B30846809EF9}"/>
                </a:ext>
              </a:extLst>
            </p:cNvPr>
            <p:cNvCxnSpPr>
              <a:cxnSpLocks/>
            </p:cNvCxnSpPr>
            <p:nvPr/>
          </p:nvCxnSpPr>
          <p:spPr>
            <a:xfrm>
              <a:off x="660400" y="4750166"/>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FB539261-CD3F-3C80-5D75-B14191648A1E}"/>
                </a:ext>
              </a:extLst>
            </p:cNvPr>
            <p:cNvSpPr/>
            <p:nvPr/>
          </p:nvSpPr>
          <p:spPr>
            <a:xfrm>
              <a:off x="1268621" y="3909694"/>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01</a:t>
              </a:r>
              <a:endParaRPr lang="zh-CN" altLang="en-US" sz="2800" b="1" dirty="0">
                <a:latin typeface="+mj-lt"/>
              </a:endParaRPr>
            </a:p>
          </p:txBody>
        </p:sp>
      </p:grpSp>
      <p:grpSp>
        <p:nvGrpSpPr>
          <p:cNvPr id="20" name="组合 19">
            <a:extLst>
              <a:ext uri="{FF2B5EF4-FFF2-40B4-BE49-F238E27FC236}">
                <a16:creationId xmlns:a16="http://schemas.microsoft.com/office/drawing/2014/main" id="{5CA2007F-FCED-7926-9289-C423DC30E980}"/>
              </a:ext>
            </a:extLst>
          </p:cNvPr>
          <p:cNvGrpSpPr/>
          <p:nvPr/>
        </p:nvGrpSpPr>
        <p:grpSpPr>
          <a:xfrm>
            <a:off x="3345284" y="3758144"/>
            <a:ext cx="2334614" cy="1408967"/>
            <a:chOff x="2947493" y="3933287"/>
            <a:chExt cx="2334614" cy="1408967"/>
          </a:xfrm>
        </p:grpSpPr>
        <p:sp>
          <p:nvSpPr>
            <p:cNvPr id="21" name="矩形 20">
              <a:extLst>
                <a:ext uri="{FF2B5EF4-FFF2-40B4-BE49-F238E27FC236}">
                  <a16:creationId xmlns:a16="http://schemas.microsoft.com/office/drawing/2014/main" id="{70C15502-9F2F-8DDF-E5F9-2C16AE1372AE}"/>
                </a:ext>
              </a:extLst>
            </p:cNvPr>
            <p:cNvSpPr/>
            <p:nvPr/>
          </p:nvSpPr>
          <p:spPr>
            <a:xfrm>
              <a:off x="2947493" y="4880589"/>
              <a:ext cx="2334614"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研究内容与方法</a:t>
              </a:r>
            </a:p>
          </p:txBody>
        </p:sp>
        <p:cxnSp>
          <p:nvCxnSpPr>
            <p:cNvPr id="22" name="直接连接符 21">
              <a:extLst>
                <a:ext uri="{FF2B5EF4-FFF2-40B4-BE49-F238E27FC236}">
                  <a16:creationId xmlns:a16="http://schemas.microsoft.com/office/drawing/2014/main" id="{231140F5-1D89-382E-4A04-A04492BFEB32}"/>
                </a:ext>
              </a:extLst>
            </p:cNvPr>
            <p:cNvCxnSpPr>
              <a:cxnSpLocks/>
            </p:cNvCxnSpPr>
            <p:nvPr/>
          </p:nvCxnSpPr>
          <p:spPr>
            <a:xfrm>
              <a:off x="3156059" y="4773759"/>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21436998-73D1-EA22-0B7B-CD9FF9187A71}"/>
                </a:ext>
              </a:extLst>
            </p:cNvPr>
            <p:cNvSpPr/>
            <p:nvPr/>
          </p:nvSpPr>
          <p:spPr>
            <a:xfrm>
              <a:off x="3774980" y="3933287"/>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02</a:t>
              </a:r>
              <a:endParaRPr lang="zh-CN" altLang="en-US" sz="2800" b="1" dirty="0">
                <a:latin typeface="+mj-lt"/>
              </a:endParaRPr>
            </a:p>
          </p:txBody>
        </p:sp>
      </p:grpSp>
      <p:grpSp>
        <p:nvGrpSpPr>
          <p:cNvPr id="24" name="组合 23">
            <a:extLst>
              <a:ext uri="{FF2B5EF4-FFF2-40B4-BE49-F238E27FC236}">
                <a16:creationId xmlns:a16="http://schemas.microsoft.com/office/drawing/2014/main" id="{295109D5-2B25-071E-664F-89CBDDE254CB}"/>
              </a:ext>
            </a:extLst>
          </p:cNvPr>
          <p:cNvGrpSpPr/>
          <p:nvPr/>
        </p:nvGrpSpPr>
        <p:grpSpPr>
          <a:xfrm>
            <a:off x="6236491" y="3758144"/>
            <a:ext cx="2339102" cy="1408967"/>
            <a:chOff x="5694330" y="3933287"/>
            <a:chExt cx="2339102" cy="1408967"/>
          </a:xfrm>
        </p:grpSpPr>
        <p:sp>
          <p:nvSpPr>
            <p:cNvPr id="25" name="矩形 24">
              <a:extLst>
                <a:ext uri="{FF2B5EF4-FFF2-40B4-BE49-F238E27FC236}">
                  <a16:creationId xmlns:a16="http://schemas.microsoft.com/office/drawing/2014/main" id="{283718A1-9565-F160-82EE-415E199CD309}"/>
                </a:ext>
              </a:extLst>
            </p:cNvPr>
            <p:cNvSpPr/>
            <p:nvPr/>
          </p:nvSpPr>
          <p:spPr>
            <a:xfrm>
              <a:off x="5694330" y="4880589"/>
              <a:ext cx="2339102" cy="461665"/>
            </a:xfrm>
            <a:prstGeom prst="rect">
              <a:avLst/>
            </a:prstGeom>
          </p:spPr>
          <p:txBody>
            <a:bodyPr wrap="none">
              <a:spAutoFit/>
            </a:bodyPr>
            <a:lstStyle/>
            <a:p>
              <a:pPr algn="ctr">
                <a:lnSpc>
                  <a:spcPct val="100000"/>
                </a:lnSpc>
              </a:pPr>
              <a:r>
                <a:rPr lang="zh-CN" altLang="en-US" sz="2400" b="1" dirty="0">
                  <a:solidFill>
                    <a:schemeClr val="accent1"/>
                  </a:solidFill>
                  <a:latin typeface="+mj-ea"/>
                  <a:ea typeface="+mj-ea"/>
                  <a:cs typeface="微软雅黑" panose="020B0503020204020204" pitchFamily="34" charset="-122"/>
                </a:rPr>
                <a:t>研究成果与创新</a:t>
              </a:r>
            </a:p>
          </p:txBody>
        </p:sp>
        <p:cxnSp>
          <p:nvCxnSpPr>
            <p:cNvPr id="26" name="直接连接符 25">
              <a:extLst>
                <a:ext uri="{FF2B5EF4-FFF2-40B4-BE49-F238E27FC236}">
                  <a16:creationId xmlns:a16="http://schemas.microsoft.com/office/drawing/2014/main" id="{A9FC4E80-786E-3BD5-FE39-83ABC01F171F}"/>
                </a:ext>
              </a:extLst>
            </p:cNvPr>
            <p:cNvCxnSpPr>
              <a:cxnSpLocks/>
            </p:cNvCxnSpPr>
            <p:nvPr/>
          </p:nvCxnSpPr>
          <p:spPr>
            <a:xfrm>
              <a:off x="5905139" y="4773759"/>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5C798EF6-A092-07C0-5540-E3489EB1E748}"/>
                </a:ext>
              </a:extLst>
            </p:cNvPr>
            <p:cNvSpPr/>
            <p:nvPr/>
          </p:nvSpPr>
          <p:spPr>
            <a:xfrm>
              <a:off x="6513360" y="3933287"/>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03</a:t>
              </a:r>
              <a:endParaRPr lang="zh-CN" altLang="en-US" sz="2800" b="1" dirty="0">
                <a:latin typeface="+mj-lt"/>
              </a:endParaRPr>
            </a:p>
          </p:txBody>
        </p:sp>
      </p:grpSp>
      <p:grpSp>
        <p:nvGrpSpPr>
          <p:cNvPr id="28" name="组合 27">
            <a:extLst>
              <a:ext uri="{FF2B5EF4-FFF2-40B4-BE49-F238E27FC236}">
                <a16:creationId xmlns:a16="http://schemas.microsoft.com/office/drawing/2014/main" id="{5AB0F6E4-22F6-FF7D-3A8C-F0A69131D7D3}"/>
              </a:ext>
            </a:extLst>
          </p:cNvPr>
          <p:cNvGrpSpPr/>
          <p:nvPr/>
        </p:nvGrpSpPr>
        <p:grpSpPr>
          <a:xfrm>
            <a:off x="9132184" y="3729708"/>
            <a:ext cx="2334614" cy="1465839"/>
            <a:chOff x="813524" y="4765934"/>
            <a:chExt cx="2334614" cy="1465839"/>
          </a:xfrm>
        </p:grpSpPr>
        <p:sp>
          <p:nvSpPr>
            <p:cNvPr id="29" name="矩形 28">
              <a:extLst>
                <a:ext uri="{FF2B5EF4-FFF2-40B4-BE49-F238E27FC236}">
                  <a16:creationId xmlns:a16="http://schemas.microsoft.com/office/drawing/2014/main" id="{4192297B-5892-43CE-A07A-EB0AEAD8112B}"/>
                </a:ext>
              </a:extLst>
            </p:cNvPr>
            <p:cNvSpPr/>
            <p:nvPr/>
          </p:nvSpPr>
          <p:spPr>
            <a:xfrm>
              <a:off x="813524" y="5770108"/>
              <a:ext cx="2334614"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研究计划与安排</a:t>
              </a:r>
            </a:p>
          </p:txBody>
        </p:sp>
        <p:cxnSp>
          <p:nvCxnSpPr>
            <p:cNvPr id="30" name="直接连接符 29">
              <a:extLst>
                <a:ext uri="{FF2B5EF4-FFF2-40B4-BE49-F238E27FC236}">
                  <a16:creationId xmlns:a16="http://schemas.microsoft.com/office/drawing/2014/main" id="{4DD55869-38D4-E350-5F42-50E88448AA20}"/>
                </a:ext>
              </a:extLst>
            </p:cNvPr>
            <p:cNvCxnSpPr>
              <a:cxnSpLocks/>
            </p:cNvCxnSpPr>
            <p:nvPr/>
          </p:nvCxnSpPr>
          <p:spPr>
            <a:xfrm>
              <a:off x="1022089" y="5657444"/>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2287FE05-B2E2-BF24-53E6-70817B058197}"/>
                </a:ext>
              </a:extLst>
            </p:cNvPr>
            <p:cNvSpPr/>
            <p:nvPr/>
          </p:nvSpPr>
          <p:spPr>
            <a:xfrm>
              <a:off x="1630310" y="4765934"/>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04</a:t>
              </a:r>
              <a:endParaRPr lang="zh-CN" altLang="en-US" sz="2800" b="1" dirty="0">
                <a:latin typeface="+mj-lt"/>
              </a:endParaRPr>
            </a:p>
          </p:txBody>
        </p:sp>
      </p:grpSp>
    </p:spTree>
    <p:extLst>
      <p:ext uri="{BB962C8B-B14F-4D97-AF65-F5344CB8AC3E}">
        <p14:creationId xmlns:p14="http://schemas.microsoft.com/office/powerpoint/2010/main" val="3854735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a:extLst>
              <a:ext uri="{FF2B5EF4-FFF2-40B4-BE49-F238E27FC236}">
                <a16:creationId xmlns:a16="http://schemas.microsoft.com/office/drawing/2014/main" id="{8B7E39DD-90CA-4DEA-81BA-5D2BC52B566C}"/>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6B2B5E86-8289-457A-BA77-283C7FE632EE}"/>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848C8CBA-C060-4219-A864-D2EFE5E6339E}"/>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EC62725B-59B3-46DA-A09F-CC7933E09E77}"/>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465BA2A1-5AA3-4462-8923-92D719EDDE62}"/>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44551824-628B-4AE7-8C54-15C23EC578FA}"/>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4C9BDE5A-C6C1-4BE9-9AA5-39AA99931BDB}"/>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CFFE499D-1CAE-4A71-9EA4-BBA4381C3B7C}"/>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7DBBF0FA-2436-4E86-8214-51E02E37E28B}"/>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1C56CD22-3049-4940-80AF-BC4411748867}"/>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11612C97-67DC-497C-A7E0-0624FE277E2D}"/>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CCD0FB03-355B-42FF-B78A-15227377DCD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F46AECDB-A982-4207-8A52-C0C4AC6AF89D}"/>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D6D8FD02-751C-47A5-A7CF-88040CAD5C1F}"/>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430E9514-B568-4AA9-B9D1-BCC870E7AC38}"/>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2E62BCA1-0943-4E11-832D-C27B592A4A02}"/>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89D1CB5E-2A9A-4DDD-B333-2BC658C03081}"/>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05135DB6-8D27-4195-A4BC-88BB8264A357}"/>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7E3BC780-DEE9-49FD-A276-CAB22D1CC978}"/>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5804DB85-4D9F-4322-A594-80FBCCFA75D6}"/>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7B0BCA21-6B30-4EAE-B77D-1D78E8ACC065}"/>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61B8B40-6836-415A-A2C3-0561312D077A}"/>
              </a:ext>
            </a:extLst>
          </p:cNvPr>
          <p:cNvSpPr txBox="1"/>
          <p:nvPr/>
        </p:nvSpPr>
        <p:spPr>
          <a:xfrm>
            <a:off x="1873071" y="2105561"/>
            <a:ext cx="2137124"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01</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0317F167-8B43-43E5-9025-4259C3621979}"/>
              </a:ext>
            </a:extLst>
          </p:cNvPr>
          <p:cNvSpPr txBox="1">
            <a:spLocks/>
          </p:cNvSpPr>
          <p:nvPr/>
        </p:nvSpPr>
        <p:spPr>
          <a:xfrm>
            <a:off x="5222839" y="2846741"/>
            <a:ext cx="3949799"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研究背景与意义</a:t>
            </a:r>
          </a:p>
        </p:txBody>
      </p:sp>
      <p:sp>
        <p:nvSpPr>
          <p:cNvPr id="13" name="文本占位符 1">
            <a:extLst>
              <a:ext uri="{FF2B5EF4-FFF2-40B4-BE49-F238E27FC236}">
                <a16:creationId xmlns:a16="http://schemas.microsoft.com/office/drawing/2014/main" id="{8856A669-ABCB-4676-9B58-DABDF5B44BB8}"/>
              </a:ext>
            </a:extLst>
          </p:cNvPr>
          <p:cNvSpPr txBox="1">
            <a:spLocks/>
          </p:cNvSpPr>
          <p:nvPr/>
        </p:nvSpPr>
        <p:spPr>
          <a:xfrm>
            <a:off x="5222839" y="3617144"/>
            <a:ext cx="4039567"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Background and Significance</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947FBFA7-3C0F-44EA-95D9-5946A0B64346}"/>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2E8E066F-9D33-42A2-80B7-FDAA58AE691A}"/>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A9B04132-E049-48F9-96DF-25D5CDF90525}"/>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50F648D7-0E47-4328-8BB3-70C273ACC3F4}"/>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9AB844E3-9B82-4C00-96ED-208FF56B0F33}"/>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420507CE-CE24-4CEF-B09E-D42A8A40ADBF}"/>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8826AAF2-13E8-491A-9702-3E3D4584CA05}"/>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C2C450ED-FA8F-4DF2-BC13-FD87A8078ABC}"/>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F1BF9A0D-D52C-45E4-93D9-656B079FB498}"/>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2A13F31C-4422-4A7E-839C-C3AFD0EFF55F}"/>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87F3E934-9AB1-4966-B50D-FF99511AF481}"/>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59B46D8B-D343-46A8-B9C9-D70D66A11EDD}"/>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EE3CC980-B5F0-478D-B13C-D92ADE9063F7}"/>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94B42153-3792-414B-B2C4-2DC7194B6081}"/>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DFA66A65-DEED-439F-A1B9-4B818136F313}"/>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FC2937D8-C107-4D1C-B0DB-F87751DC049E}"/>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24564F21-29CF-4CED-9473-5CC189B8580B}"/>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5D6FD35C-DAB5-409F-8548-01E5A800A59D}"/>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1C41633E-7000-4057-8BD6-3487CA68C4E8}"/>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0D101CF5-044C-4248-B48D-90FEFB66B221}"/>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09B38121-CFA2-47DD-902E-B284AB4E97B9}"/>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89ED8038-E182-4BC2-8AD2-6758C69659C6}"/>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B88CBCD2-328B-47BD-8C6E-2D76DC322983}"/>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0FB64A4F-C439-4EFC-9C03-A5AD7DCA110E}"/>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075F33F7-8D48-4FC7-9B58-8693F81E22F1}"/>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748098E3-6349-45E9-9AFC-1CE0D4EAB2C8}"/>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83960F9F-4F34-4126-89B2-B6EF10F56FBB}"/>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3CBCA414-296F-4BFC-85EF-455252AA1577}"/>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BDAB498B-6EC5-4875-9ABD-FFAACA054CE8}"/>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D5CB87C1-69FD-4BA2-BD17-FF760BABC7DA}"/>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84E6371E-59F4-4DBF-90A4-16B6E62DE31F}"/>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9C39FB3D-82D1-428D-A857-5F23D934786B}"/>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C6E4485C-0E2B-461A-B401-AE07EE5D7E00}"/>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51F590F9-13DF-4408-9CC1-01D8D7D49388}"/>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922FE52D-881D-49A6-9EAE-AE2E12553635}"/>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84646460-C04D-4240-9BCD-9C193663A124}"/>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3A2D808B-3684-483A-9D8A-8822CB71718D}"/>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4DF1FD2F-0E50-4286-834E-6D431CF837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3225260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B40DAF-97C5-4E20-8B5C-64B37B0B74DD}"/>
              </a:ext>
            </a:extLst>
          </p:cNvPr>
          <p:cNvSpPr>
            <a:spLocks noGrp="1"/>
          </p:cNvSpPr>
          <p:nvPr>
            <p:ph type="title"/>
          </p:nvPr>
        </p:nvSpPr>
        <p:spPr>
          <a:xfrm>
            <a:off x="690364" y="310997"/>
            <a:ext cx="10858500" cy="825807"/>
          </a:xfrm>
        </p:spPr>
        <p:txBody>
          <a:bodyPr/>
          <a:lstStyle/>
          <a:p>
            <a:r>
              <a:rPr lang="zh-CN" altLang="en-US" dirty="0"/>
              <a:t>研究背景 </a:t>
            </a:r>
            <a:r>
              <a:rPr lang="en-US" altLang="zh-CN" dirty="0"/>
              <a:t>- </a:t>
            </a:r>
            <a:r>
              <a:rPr lang="zh-CN" altLang="en-US" dirty="0"/>
              <a:t>严峻的现实挑战</a:t>
            </a:r>
          </a:p>
        </p:txBody>
      </p:sp>
      <p:sp>
        <p:nvSpPr>
          <p:cNvPr id="3" name="日期占位符 2">
            <a:extLst>
              <a:ext uri="{FF2B5EF4-FFF2-40B4-BE49-F238E27FC236}">
                <a16:creationId xmlns:a16="http://schemas.microsoft.com/office/drawing/2014/main" id="{82F5FD81-874C-41AE-A71D-9D53856CD377}"/>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81BEA6C7-924E-4715-85F3-D2ABC564E500}"/>
              </a:ext>
            </a:extLst>
          </p:cNvPr>
          <p:cNvSpPr>
            <a:spLocks noGrp="1"/>
          </p:cNvSpPr>
          <p:nvPr>
            <p:ph type="ftr" sz="quarter" idx="11"/>
          </p:nvPr>
        </p:nvSpPr>
        <p:spPr>
          <a:xfrm>
            <a:off x="4038600" y="6657422"/>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D49663E3-01DF-42E4-8913-46D2F8152D6C}"/>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4</a:t>
            </a:fld>
            <a:endParaRPr lang="zh-CN" altLang="en-US"/>
          </a:p>
        </p:txBody>
      </p:sp>
      <p:sp>
        <p:nvSpPr>
          <p:cNvPr id="17" name="文本占位符 16">
            <a:extLst>
              <a:ext uri="{FF2B5EF4-FFF2-40B4-BE49-F238E27FC236}">
                <a16:creationId xmlns:a16="http://schemas.microsoft.com/office/drawing/2014/main" id="{8755A330-BCA2-6E42-0905-6592BACDE45F}"/>
              </a:ext>
            </a:extLst>
          </p:cNvPr>
          <p:cNvSpPr>
            <a:spLocks noGrp="1"/>
          </p:cNvSpPr>
          <p:nvPr>
            <p:ph type="body" sz="quarter" idx="13"/>
          </p:nvPr>
        </p:nvSpPr>
        <p:spPr/>
        <p:txBody>
          <a:bodyPr/>
          <a:lstStyle/>
          <a:p>
            <a:r>
              <a:rPr lang="zh-CN" altLang="en-US" dirty="0"/>
              <a:t>研究背景与意义</a:t>
            </a:r>
          </a:p>
        </p:txBody>
      </p:sp>
      <p:sp>
        <p:nvSpPr>
          <p:cNvPr id="7" name="矩形: 圆角 6">
            <a:extLst>
              <a:ext uri="{FF2B5EF4-FFF2-40B4-BE49-F238E27FC236}">
                <a16:creationId xmlns:a16="http://schemas.microsoft.com/office/drawing/2014/main" id="{A8BC1F0A-EC34-4828-82CE-FD1917CCA3F3}"/>
              </a:ext>
            </a:extLst>
          </p:cNvPr>
          <p:cNvSpPr/>
          <p:nvPr/>
        </p:nvSpPr>
        <p:spPr>
          <a:xfrm>
            <a:off x="187775" y="1637141"/>
            <a:ext cx="11761315" cy="487741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95FC5FFD-9C29-4E22-97E9-9900D69440FE}"/>
              </a:ext>
            </a:extLst>
          </p:cNvPr>
          <p:cNvSpPr/>
          <p:nvPr/>
        </p:nvSpPr>
        <p:spPr>
          <a:xfrm>
            <a:off x="570690" y="1174057"/>
            <a:ext cx="4603458" cy="647941"/>
          </a:xfrm>
          <a:prstGeom prst="roundRect">
            <a:avLst>
              <a:gd name="adj" fmla="val 1209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华文中宋" panose="02010600040101010101" pitchFamily="2" charset="-122"/>
                <a:ea typeface="华文中宋" panose="02010600040101010101" pitchFamily="2" charset="-122"/>
              </a:rPr>
              <a:t>青少年生殖健康问题的严峻性</a:t>
            </a:r>
          </a:p>
        </p:txBody>
      </p:sp>
      <p:sp>
        <p:nvSpPr>
          <p:cNvPr id="10" name="文本框 9">
            <a:extLst>
              <a:ext uri="{FF2B5EF4-FFF2-40B4-BE49-F238E27FC236}">
                <a16:creationId xmlns:a16="http://schemas.microsoft.com/office/drawing/2014/main" id="{A3914D99-AAB4-41E8-9EBC-BE7DD6E3A26B}"/>
              </a:ext>
            </a:extLst>
          </p:cNvPr>
          <p:cNvSpPr txBox="1"/>
          <p:nvPr/>
        </p:nvSpPr>
        <p:spPr>
          <a:xfrm>
            <a:off x="374458" y="1875436"/>
            <a:ext cx="7817923" cy="4388381"/>
          </a:xfrm>
          <a:prstGeom prst="rect">
            <a:avLst/>
          </a:prstGeom>
          <a:noFill/>
        </p:spPr>
        <p:txBody>
          <a:bodyPr wrap="square" rtlCol="0">
            <a:spAutoFit/>
          </a:bodyPr>
          <a:lstStyle/>
          <a:p>
            <a:pPr marL="285750" lvl="0" indent="-285750" latinLnBrk="1">
              <a:lnSpc>
                <a:spcPts val="3100"/>
              </a:lnSpc>
              <a:spcAft>
                <a:spcPts val="1200"/>
              </a:spcAft>
              <a:buFont typeface="Wingdings" panose="05000000000000000000" pitchFamily="2" charset="2"/>
              <a:buChar char="l"/>
              <a:defRPr/>
            </a:pPr>
            <a:r>
              <a:rPr lang="zh-CN" altLang="en-US" sz="2000" dirty="0">
                <a:solidFill>
                  <a:schemeClr val="tx1">
                    <a:lumMod val="85000"/>
                    <a:lumOff val="15000"/>
                  </a:schemeClr>
                </a:solidFill>
                <a:latin typeface="华文中宋" panose="02010600040101010101" pitchFamily="2" charset="-122"/>
                <a:ea typeface="华文中宋" panose="02010600040101010101" pitchFamily="2" charset="-122"/>
              </a:rPr>
              <a:t>全球视角：</a:t>
            </a:r>
            <a:endParaRPr lang="en-US" altLang="zh-CN" sz="2000" dirty="0">
              <a:solidFill>
                <a:schemeClr val="tx1">
                  <a:lumMod val="85000"/>
                  <a:lumOff val="15000"/>
                </a:schemeClr>
              </a:solidFill>
              <a:latin typeface="华文中宋" panose="02010600040101010101" pitchFamily="2" charset="-122"/>
              <a:ea typeface="华文中宋" panose="02010600040101010101" pitchFamily="2" charset="-122"/>
            </a:endParaRPr>
          </a:p>
          <a:p>
            <a:pPr lvl="2" indent="-360000" algn="just" latinLnBrk="1">
              <a:lnSpc>
                <a:spcPts val="2300"/>
              </a:lnSpc>
              <a:spcAft>
                <a:spcPts val="600"/>
              </a:spcAft>
              <a:buFont typeface="Wingdings" panose="05000000000000000000" pitchFamily="2" charset="2"/>
              <a:buChar char="Ø"/>
              <a:defRPr/>
            </a:pPr>
            <a:r>
              <a:rPr lang="zh-CN" altLang="en-US" sz="2000" dirty="0">
                <a:latin typeface="华文中宋" panose="02010600040101010101" pitchFamily="2" charset="-122"/>
                <a:ea typeface="华文中宋" panose="02010600040101010101" pitchFamily="2" charset="-122"/>
              </a:rPr>
              <a:t>世界卫生组织数据：仅</a:t>
            </a:r>
            <a:r>
              <a:rPr lang="en-US" altLang="zh-CN" sz="2000" dirty="0">
                <a:latin typeface="华文中宋" panose="02010600040101010101" pitchFamily="2" charset="-122"/>
                <a:ea typeface="华文中宋" panose="02010600040101010101" pitchFamily="2" charset="-122"/>
              </a:rPr>
              <a:t>2019</a:t>
            </a:r>
            <a:r>
              <a:rPr lang="zh-CN" altLang="en-US" sz="2000" dirty="0">
                <a:latin typeface="华文中宋" panose="02010600040101010101" pitchFamily="2" charset="-122"/>
                <a:ea typeface="华文中宋" panose="02010600040101010101" pitchFamily="2" charset="-122"/>
              </a:rPr>
              <a:t>年，中低收入国家</a:t>
            </a:r>
            <a:r>
              <a:rPr lang="en-US" altLang="zh-CN" sz="2000" dirty="0">
                <a:latin typeface="华文中宋" panose="02010600040101010101" pitchFamily="2" charset="-122"/>
                <a:ea typeface="华文中宋" panose="02010600040101010101" pitchFamily="2" charset="-122"/>
              </a:rPr>
              <a:t>15-19</a:t>
            </a:r>
            <a:r>
              <a:rPr lang="zh-CN" altLang="en-US" sz="2000" dirty="0">
                <a:latin typeface="华文中宋" panose="02010600040101010101" pitchFamily="2" charset="-122"/>
                <a:ea typeface="华文中宋" panose="02010600040101010101" pitchFamily="2" charset="-122"/>
              </a:rPr>
              <a:t>岁女性中估计有</a:t>
            </a:r>
            <a:r>
              <a:rPr lang="en-US" altLang="zh-CN" sz="2000" dirty="0">
                <a:latin typeface="华文中宋" panose="02010600040101010101" pitchFamily="2" charset="-122"/>
                <a:ea typeface="华文中宋" panose="02010600040101010101" pitchFamily="2" charset="-122"/>
              </a:rPr>
              <a:t>2100</a:t>
            </a:r>
            <a:r>
              <a:rPr lang="zh-CN" altLang="en-US" sz="2000" dirty="0">
                <a:latin typeface="华文中宋" panose="02010600040101010101" pitchFamily="2" charset="-122"/>
                <a:ea typeface="华文中宋" panose="02010600040101010101" pitchFamily="2" charset="-122"/>
              </a:rPr>
              <a:t>万例怀孕，约半数为非意愿妊娠。</a:t>
            </a:r>
            <a:endParaRPr lang="en-US" altLang="zh-CN" sz="2000" dirty="0">
              <a:latin typeface="华文中宋" panose="02010600040101010101" pitchFamily="2" charset="-122"/>
              <a:ea typeface="华文中宋" panose="02010600040101010101" pitchFamily="2" charset="-122"/>
            </a:endParaRPr>
          </a:p>
          <a:p>
            <a:pPr lvl="2" indent="-360000" algn="just" latinLnBrk="1">
              <a:lnSpc>
                <a:spcPts val="2300"/>
              </a:lnSpc>
              <a:spcAft>
                <a:spcPts val="600"/>
              </a:spcAft>
              <a:buFont typeface="Wingdings" panose="05000000000000000000" pitchFamily="2" charset="2"/>
              <a:buChar char="Ø"/>
              <a:defRPr/>
            </a:pPr>
            <a:r>
              <a:rPr lang="en-US" altLang="zh-CN" sz="2000" dirty="0">
                <a:latin typeface="华文中宋" panose="02010600040101010101" pitchFamily="2" charset="-122"/>
                <a:ea typeface="华文中宋" panose="02010600040101010101" pitchFamily="2" charset="-122"/>
              </a:rPr>
              <a:t>《</a:t>
            </a:r>
            <a:r>
              <a:rPr lang="zh-CN" altLang="en-US" sz="2000" dirty="0">
                <a:latin typeface="华文中宋" panose="02010600040101010101" pitchFamily="2" charset="-122"/>
                <a:ea typeface="华文中宋" panose="02010600040101010101" pitchFamily="2" charset="-122"/>
              </a:rPr>
              <a:t>柳叶刀</a:t>
            </a:r>
            <a:r>
              <a:rPr lang="en-US" altLang="zh-CN" sz="2000" dirty="0">
                <a:latin typeface="华文中宋" panose="02010600040101010101" pitchFamily="2" charset="-122"/>
                <a:ea typeface="华文中宋" panose="02010600040101010101" pitchFamily="2" charset="-122"/>
              </a:rPr>
              <a:t>》</a:t>
            </a:r>
            <a:r>
              <a:rPr lang="zh-CN" altLang="en-US" sz="2000" dirty="0">
                <a:latin typeface="华文中宋" panose="02010600040101010101" pitchFamily="2" charset="-122"/>
                <a:ea typeface="华文中宋" panose="02010600040101010101" pitchFamily="2" charset="-122"/>
              </a:rPr>
              <a:t>研究报告：全球青少年生殖健康长期未得到足够重视，多国在性教育、避孕服务等方面存在显著缺口。</a:t>
            </a:r>
            <a:endParaRPr lang="en-US" altLang="zh-CN" sz="2000" dirty="0">
              <a:solidFill>
                <a:schemeClr val="tx1">
                  <a:lumMod val="85000"/>
                  <a:lumOff val="15000"/>
                </a:schemeClr>
              </a:solidFill>
              <a:latin typeface="华文中宋" panose="02010600040101010101" pitchFamily="2" charset="-122"/>
              <a:ea typeface="华文中宋" panose="02010600040101010101" pitchFamily="2" charset="-122"/>
            </a:endParaRPr>
          </a:p>
          <a:p>
            <a:pPr marL="285750" lvl="0" indent="-285750">
              <a:lnSpc>
                <a:spcPts val="3100"/>
              </a:lnSpc>
              <a:spcAft>
                <a:spcPts val="600"/>
              </a:spcAft>
              <a:buFont typeface="Wingdings" panose="05000000000000000000" pitchFamily="2" charset="2"/>
              <a:buChar char="l"/>
              <a:defRPr/>
            </a:pPr>
            <a:r>
              <a:rPr lang="zh-CN" altLang="en-US" sz="2000" dirty="0">
                <a:solidFill>
                  <a:schemeClr val="tx1">
                    <a:lumMod val="85000"/>
                    <a:lumOff val="15000"/>
                  </a:schemeClr>
                </a:solidFill>
                <a:latin typeface="华文中宋" panose="02010600040101010101" pitchFamily="2" charset="-122"/>
                <a:ea typeface="华文中宋" panose="02010600040101010101" pitchFamily="2" charset="-122"/>
              </a:rPr>
              <a:t>中国现状：</a:t>
            </a:r>
            <a:endParaRPr lang="en-US" altLang="zh-CN" sz="2000" dirty="0">
              <a:solidFill>
                <a:schemeClr val="tx1">
                  <a:lumMod val="85000"/>
                  <a:lumOff val="15000"/>
                </a:schemeClr>
              </a:solidFill>
              <a:latin typeface="华文中宋" panose="02010600040101010101" pitchFamily="2" charset="-122"/>
              <a:ea typeface="华文中宋" panose="02010600040101010101" pitchFamily="2" charset="-122"/>
            </a:endParaRPr>
          </a:p>
          <a:p>
            <a:pPr lvl="2" indent="-360000" algn="just" latinLnBrk="1">
              <a:lnSpc>
                <a:spcPts val="2300"/>
              </a:lnSpc>
              <a:spcAft>
                <a:spcPts val="600"/>
              </a:spcAft>
              <a:buFont typeface="Wingdings" panose="05000000000000000000" pitchFamily="2" charset="2"/>
              <a:buChar char="Ø"/>
              <a:defRPr/>
            </a:pPr>
            <a:r>
              <a:rPr lang="zh-CN" altLang="en-US" sz="2000" dirty="0">
                <a:latin typeface="华文中宋" panose="02010600040101010101" pitchFamily="2" charset="-122"/>
                <a:ea typeface="华文中宋" panose="02010600040101010101" pitchFamily="2" charset="-122"/>
              </a:rPr>
              <a:t>青少年青春期提前，婚前性行为增多。</a:t>
            </a:r>
            <a:endParaRPr lang="en-US" altLang="zh-CN" sz="2000" dirty="0">
              <a:latin typeface="华文中宋" panose="02010600040101010101" pitchFamily="2" charset="-122"/>
              <a:ea typeface="华文中宋" panose="02010600040101010101" pitchFamily="2" charset="-122"/>
            </a:endParaRPr>
          </a:p>
          <a:p>
            <a:pPr lvl="2" indent="-360000" algn="just" latinLnBrk="1">
              <a:lnSpc>
                <a:spcPts val="2300"/>
              </a:lnSpc>
              <a:spcAft>
                <a:spcPts val="600"/>
              </a:spcAft>
              <a:buFont typeface="Wingdings" panose="05000000000000000000" pitchFamily="2" charset="2"/>
              <a:buChar char="Ø"/>
              <a:defRPr/>
            </a:pPr>
            <a:r>
              <a:rPr lang="zh-CN" altLang="en-US" sz="2000" dirty="0">
                <a:latin typeface="华文中宋" panose="02010600040101010101" pitchFamily="2" charset="-122"/>
                <a:ea typeface="华文中宋" panose="02010600040101010101" pitchFamily="2" charset="-122"/>
              </a:rPr>
              <a:t>非意愿妊娠、人工流产及性传播疾病感染率呈上升趋势。</a:t>
            </a:r>
            <a:endParaRPr lang="en-US" altLang="zh-CN" sz="2000" dirty="0">
              <a:latin typeface="华文中宋" panose="02010600040101010101" pitchFamily="2" charset="-122"/>
              <a:ea typeface="华文中宋" panose="02010600040101010101" pitchFamily="2" charset="-122"/>
            </a:endParaRPr>
          </a:p>
          <a:p>
            <a:pPr lvl="2" indent="-360000" algn="just" latinLnBrk="1">
              <a:lnSpc>
                <a:spcPts val="2300"/>
              </a:lnSpc>
              <a:spcAft>
                <a:spcPts val="600"/>
              </a:spcAft>
              <a:buFont typeface="Wingdings" panose="05000000000000000000" pitchFamily="2" charset="2"/>
              <a:buChar char="Ø"/>
              <a:defRPr/>
            </a:pPr>
            <a:r>
              <a:rPr lang="en-US" altLang="zh-CN" sz="2000" dirty="0">
                <a:latin typeface="华文中宋" panose="02010600040101010101" pitchFamily="2" charset="-122"/>
                <a:ea typeface="华文中宋" panose="02010600040101010101" pitchFamily="2" charset="-122"/>
              </a:rPr>
              <a:t>15-24</a:t>
            </a:r>
            <a:r>
              <a:rPr lang="zh-CN" altLang="en-US" sz="2000" dirty="0">
                <a:latin typeface="华文中宋" panose="02010600040101010101" pitchFamily="2" charset="-122"/>
                <a:ea typeface="华文中宋" panose="02010600040101010101" pitchFamily="2" charset="-122"/>
              </a:rPr>
              <a:t>岁青少年人群的</a:t>
            </a:r>
            <a:r>
              <a:rPr lang="en-US" altLang="zh-CN" sz="2000" dirty="0">
                <a:latin typeface="华文中宋" panose="02010600040101010101" pitchFamily="2" charset="-122"/>
                <a:ea typeface="华文中宋" panose="02010600040101010101" pitchFamily="2" charset="-122"/>
              </a:rPr>
              <a:t>HIV</a:t>
            </a:r>
            <a:r>
              <a:rPr lang="zh-CN" altLang="en-US" sz="2000" dirty="0">
                <a:latin typeface="华文中宋" panose="02010600040101010101" pitchFamily="2" charset="-122"/>
                <a:ea typeface="华文中宋" panose="02010600040101010101" pitchFamily="2" charset="-122"/>
              </a:rPr>
              <a:t>发病率在</a:t>
            </a:r>
            <a:r>
              <a:rPr lang="en-US" altLang="zh-CN" sz="2000" dirty="0">
                <a:latin typeface="华文中宋" panose="02010600040101010101" pitchFamily="2" charset="-122"/>
                <a:ea typeface="华文中宋" panose="02010600040101010101" pitchFamily="2" charset="-122"/>
              </a:rPr>
              <a:t>2008</a:t>
            </a:r>
            <a:r>
              <a:rPr lang="zh-CN" altLang="en-US" sz="2000" dirty="0">
                <a:latin typeface="华文中宋" panose="02010600040101010101" pitchFamily="2" charset="-122"/>
                <a:ea typeface="华文中宋" panose="02010600040101010101" pitchFamily="2" charset="-122"/>
              </a:rPr>
              <a:t>至</a:t>
            </a:r>
            <a:r>
              <a:rPr lang="en-US" altLang="zh-CN" sz="2000" dirty="0">
                <a:latin typeface="华文中宋" panose="02010600040101010101" pitchFamily="2" charset="-122"/>
                <a:ea typeface="华文中宋" panose="02010600040101010101" pitchFamily="2" charset="-122"/>
              </a:rPr>
              <a:t>2017</a:t>
            </a:r>
            <a:r>
              <a:rPr lang="zh-CN" altLang="en-US" sz="2000" dirty="0">
                <a:latin typeface="华文中宋" panose="02010600040101010101" pitchFamily="2" charset="-122"/>
                <a:ea typeface="华文中宋" panose="02010600040101010101" pitchFamily="2" charset="-122"/>
              </a:rPr>
              <a:t>年间增加了约五倍。</a:t>
            </a:r>
            <a:endParaRPr lang="en-US" altLang="zh-CN" sz="2000" dirty="0">
              <a:latin typeface="华文中宋" panose="02010600040101010101" pitchFamily="2" charset="-122"/>
              <a:ea typeface="华文中宋" panose="02010600040101010101" pitchFamily="2" charset="-122"/>
            </a:endParaRPr>
          </a:p>
          <a:p>
            <a:pPr marL="0" lvl="2" algn="just" latinLnBrk="1">
              <a:lnSpc>
                <a:spcPts val="2300"/>
              </a:lnSpc>
              <a:spcBef>
                <a:spcPts val="1800"/>
              </a:spcBef>
              <a:defRPr/>
            </a:pPr>
            <a:r>
              <a:rPr lang="en-US" altLang="zh-CN" sz="2000" b="1" dirty="0"/>
              <a:t>	</a:t>
            </a:r>
            <a:r>
              <a:rPr lang="zh-CN" altLang="en-US" sz="2000" b="1" dirty="0"/>
              <a:t>核心矛盾：</a:t>
            </a:r>
            <a:r>
              <a:rPr lang="zh-CN" altLang="en-US" sz="2000" dirty="0"/>
              <a:t> </a:t>
            </a:r>
            <a:r>
              <a:rPr lang="zh-CN" altLang="en-US" sz="2000" b="1" dirty="0"/>
              <a:t>日益严峻的健康问题</a:t>
            </a:r>
            <a:r>
              <a:rPr lang="zh-CN" altLang="en-US" sz="2000" dirty="0"/>
              <a:t> </a:t>
            </a:r>
            <a:r>
              <a:rPr lang="en-US" altLang="zh-CN" sz="2000" dirty="0"/>
              <a:t>vs </a:t>
            </a:r>
            <a:r>
              <a:rPr lang="zh-CN" altLang="en-US" sz="2000" b="1" dirty="0"/>
              <a:t>亟待加强的健康教育</a:t>
            </a:r>
            <a:endParaRPr lang="en-US" altLang="zh-CN" sz="2000" dirty="0">
              <a:solidFill>
                <a:schemeClr val="tx1">
                  <a:lumMod val="85000"/>
                  <a:lumOff val="15000"/>
                </a:schemeClr>
              </a:solidFill>
              <a:latin typeface="+mn-ea"/>
            </a:endParaRPr>
          </a:p>
        </p:txBody>
      </p:sp>
      <p:grpSp>
        <p:nvGrpSpPr>
          <p:cNvPr id="9" name="组合 8">
            <a:extLst>
              <a:ext uri="{FF2B5EF4-FFF2-40B4-BE49-F238E27FC236}">
                <a16:creationId xmlns:a16="http://schemas.microsoft.com/office/drawing/2014/main" id="{F00A7A28-D1AD-4B56-A95B-8074EB7A8E88}"/>
              </a:ext>
            </a:extLst>
          </p:cNvPr>
          <p:cNvGrpSpPr/>
          <p:nvPr/>
        </p:nvGrpSpPr>
        <p:grpSpPr>
          <a:xfrm rot="10800000" flipH="1" flipV="1">
            <a:off x="10609380" y="1266221"/>
            <a:ext cx="744420" cy="685405"/>
            <a:chOff x="4175617" y="1897018"/>
            <a:chExt cx="1673027" cy="845333"/>
          </a:xfrm>
          <a:solidFill>
            <a:schemeClr val="bg1">
              <a:lumMod val="75000"/>
            </a:schemeClr>
          </a:solidFill>
        </p:grpSpPr>
        <p:sp>
          <p:nvSpPr>
            <p:cNvPr id="11" name="文本框 10">
              <a:extLst>
                <a:ext uri="{FF2B5EF4-FFF2-40B4-BE49-F238E27FC236}">
                  <a16:creationId xmlns:a16="http://schemas.microsoft.com/office/drawing/2014/main" id="{F66A7108-526C-4A06-A039-316129D55A33}"/>
                </a:ext>
              </a:extLst>
            </p:cNvPr>
            <p:cNvSpPr txBox="1"/>
            <p:nvPr/>
          </p:nvSpPr>
          <p:spPr>
            <a:xfrm>
              <a:off x="5025438" y="1897018"/>
              <a:ext cx="823206" cy="845333"/>
            </a:xfrm>
            <a:custGeom>
              <a:avLst/>
              <a:gdLst>
                <a:gd name="connsiteX0" fmla="*/ 58041 w 758147"/>
                <a:gd name="connsiteY0" fmla="*/ 0 h 1741200"/>
                <a:gd name="connsiteX1" fmla="*/ 758147 w 758147"/>
                <a:gd name="connsiteY1" fmla="*/ 0 h 1741200"/>
                <a:gd name="connsiteX2" fmla="*/ 758147 w 758147"/>
                <a:gd name="connsiteY2" fmla="*/ 598538 h 1741200"/>
                <a:gd name="connsiteX3" fmla="*/ 645694 w 758147"/>
                <a:gd name="connsiteY3" fmla="*/ 1298645 h 1741200"/>
                <a:gd name="connsiteX4" fmla="*/ 159610 w 758147"/>
                <a:gd name="connsiteY4" fmla="*/ 1741200 h 1741200"/>
                <a:gd name="connsiteX5" fmla="*/ 0 w 758147"/>
                <a:gd name="connsiteY5" fmla="*/ 1483647 h 1741200"/>
                <a:gd name="connsiteX6" fmla="*/ 292014 w 758147"/>
                <a:gd name="connsiteY6" fmla="*/ 1231536 h 1741200"/>
                <a:gd name="connsiteX7" fmla="*/ 399024 w 758147"/>
                <a:gd name="connsiteY7" fmla="*/ 758148 h 1741200"/>
                <a:gd name="connsiteX8" fmla="*/ 58041 w 758147"/>
                <a:gd name="connsiteY8" fmla="*/ 758148 h 1741200"/>
                <a:gd name="connsiteX9" fmla="*/ 58041 w 758147"/>
                <a:gd name="connsiteY9" fmla="*/ 0 h 174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8147" h="1741200">
                  <a:moveTo>
                    <a:pt x="58041" y="0"/>
                  </a:moveTo>
                  <a:lnTo>
                    <a:pt x="758147" y="0"/>
                  </a:lnTo>
                  <a:lnTo>
                    <a:pt x="758147" y="598538"/>
                  </a:lnTo>
                  <a:cubicBezTo>
                    <a:pt x="758147" y="922594"/>
                    <a:pt x="720663" y="1155964"/>
                    <a:pt x="645694" y="1298645"/>
                  </a:cubicBezTo>
                  <a:cubicBezTo>
                    <a:pt x="541706" y="1494530"/>
                    <a:pt x="379678" y="1642048"/>
                    <a:pt x="159610" y="1741200"/>
                  </a:cubicBezTo>
                  <a:lnTo>
                    <a:pt x="0" y="1483647"/>
                  </a:lnTo>
                  <a:cubicBezTo>
                    <a:pt x="130591" y="1430445"/>
                    <a:pt x="227928" y="1346407"/>
                    <a:pt x="292014" y="1231536"/>
                  </a:cubicBezTo>
                  <a:cubicBezTo>
                    <a:pt x="356099" y="1116666"/>
                    <a:pt x="391770" y="958870"/>
                    <a:pt x="399024" y="758148"/>
                  </a:cubicBezTo>
                  <a:lnTo>
                    <a:pt x="58041" y="758148"/>
                  </a:lnTo>
                  <a:lnTo>
                    <a:pt x="58041"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59500">
                <a:solidFill>
                  <a:schemeClr val="bg1">
                    <a:lumMod val="85000"/>
                  </a:schemeClr>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0314C485-BB0A-4A78-BF7D-CD8F22FC7EF0}"/>
                </a:ext>
              </a:extLst>
            </p:cNvPr>
            <p:cNvSpPr txBox="1"/>
            <p:nvPr/>
          </p:nvSpPr>
          <p:spPr>
            <a:xfrm>
              <a:off x="4175617" y="1897018"/>
              <a:ext cx="823206" cy="845333"/>
            </a:xfrm>
            <a:custGeom>
              <a:avLst/>
              <a:gdLst>
                <a:gd name="connsiteX0" fmla="*/ 58040 w 758147"/>
                <a:gd name="connsiteY0" fmla="*/ 0 h 1741200"/>
                <a:gd name="connsiteX1" fmla="*/ 758147 w 758147"/>
                <a:gd name="connsiteY1" fmla="*/ 0 h 1741200"/>
                <a:gd name="connsiteX2" fmla="*/ 758147 w 758147"/>
                <a:gd name="connsiteY2" fmla="*/ 598538 h 1741200"/>
                <a:gd name="connsiteX3" fmla="*/ 645695 w 758147"/>
                <a:gd name="connsiteY3" fmla="*/ 1298645 h 1741200"/>
                <a:gd name="connsiteX4" fmla="*/ 159610 w 758147"/>
                <a:gd name="connsiteY4" fmla="*/ 1741200 h 1741200"/>
                <a:gd name="connsiteX5" fmla="*/ 0 w 758147"/>
                <a:gd name="connsiteY5" fmla="*/ 1483647 h 1741200"/>
                <a:gd name="connsiteX6" fmla="*/ 292014 w 758147"/>
                <a:gd name="connsiteY6" fmla="*/ 1231536 h 1741200"/>
                <a:gd name="connsiteX7" fmla="*/ 399025 w 758147"/>
                <a:gd name="connsiteY7" fmla="*/ 758148 h 1741200"/>
                <a:gd name="connsiteX8" fmla="*/ 58040 w 758147"/>
                <a:gd name="connsiteY8" fmla="*/ 758148 h 1741200"/>
                <a:gd name="connsiteX9" fmla="*/ 58040 w 758147"/>
                <a:gd name="connsiteY9" fmla="*/ 0 h 174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8147" h="1741200">
                  <a:moveTo>
                    <a:pt x="58040" y="0"/>
                  </a:moveTo>
                  <a:lnTo>
                    <a:pt x="758147" y="0"/>
                  </a:lnTo>
                  <a:lnTo>
                    <a:pt x="758147" y="598538"/>
                  </a:lnTo>
                  <a:cubicBezTo>
                    <a:pt x="758147" y="922594"/>
                    <a:pt x="720662" y="1155964"/>
                    <a:pt x="645695" y="1298645"/>
                  </a:cubicBezTo>
                  <a:cubicBezTo>
                    <a:pt x="541706" y="1494530"/>
                    <a:pt x="379678" y="1642048"/>
                    <a:pt x="159610" y="1741200"/>
                  </a:cubicBezTo>
                  <a:lnTo>
                    <a:pt x="0" y="1483647"/>
                  </a:lnTo>
                  <a:cubicBezTo>
                    <a:pt x="130590" y="1430445"/>
                    <a:pt x="227927" y="1346407"/>
                    <a:pt x="292014" y="1231536"/>
                  </a:cubicBezTo>
                  <a:cubicBezTo>
                    <a:pt x="356099" y="1116666"/>
                    <a:pt x="391770" y="958870"/>
                    <a:pt x="399025" y="758148"/>
                  </a:cubicBezTo>
                  <a:lnTo>
                    <a:pt x="58040" y="758148"/>
                  </a:lnTo>
                  <a:lnTo>
                    <a:pt x="5804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59500">
                <a:solidFill>
                  <a:schemeClr val="bg1">
                    <a:lumMod val="85000"/>
                  </a:schemeClr>
                </a:solidFill>
                <a:latin typeface="Arial" panose="020B0604020202020204" pitchFamily="34" charset="0"/>
                <a:cs typeface="Arial" panose="020B0604020202020204" pitchFamily="34" charset="0"/>
              </a:endParaRPr>
            </a:p>
          </p:txBody>
        </p:sp>
      </p:grpSp>
      <p:graphicFrame>
        <p:nvGraphicFramePr>
          <p:cNvPr id="15" name="图示 14">
            <a:extLst>
              <a:ext uri="{FF2B5EF4-FFF2-40B4-BE49-F238E27FC236}">
                <a16:creationId xmlns:a16="http://schemas.microsoft.com/office/drawing/2014/main" id="{EC29F2DD-B1D0-ED72-AA56-B73F2D46A7AC}"/>
              </a:ext>
            </a:extLst>
          </p:cNvPr>
          <p:cNvGraphicFramePr/>
          <p:nvPr>
            <p:extLst>
              <p:ext uri="{D42A27DB-BD31-4B8C-83A1-F6EECF244321}">
                <p14:modId xmlns:p14="http://schemas.microsoft.com/office/powerpoint/2010/main" val="2726823268"/>
              </p:ext>
            </p:extLst>
          </p:nvPr>
        </p:nvGraphicFramePr>
        <p:xfrm>
          <a:off x="8107971" y="2117714"/>
          <a:ext cx="3841119" cy="3742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0264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EC9A68-3F23-A857-6C85-94D9823125BA}"/>
              </a:ext>
            </a:extLst>
          </p:cNvPr>
          <p:cNvSpPr>
            <a:spLocks noGrp="1"/>
          </p:cNvSpPr>
          <p:nvPr>
            <p:ph type="title"/>
          </p:nvPr>
        </p:nvSpPr>
        <p:spPr/>
        <p:txBody>
          <a:bodyPr/>
          <a:lstStyle/>
          <a:p>
            <a:r>
              <a:rPr lang="zh-CN" altLang="en-US" dirty="0"/>
              <a:t>研究背景 </a:t>
            </a:r>
            <a:r>
              <a:rPr lang="en-US" altLang="zh-CN" dirty="0"/>
              <a:t>- </a:t>
            </a:r>
            <a:r>
              <a:rPr lang="zh-CN" altLang="en-US" dirty="0"/>
              <a:t>传统教育的局限与新渠道的兴起</a:t>
            </a:r>
          </a:p>
        </p:txBody>
      </p:sp>
      <p:sp>
        <p:nvSpPr>
          <p:cNvPr id="3" name="日期占位符 2">
            <a:extLst>
              <a:ext uri="{FF2B5EF4-FFF2-40B4-BE49-F238E27FC236}">
                <a16:creationId xmlns:a16="http://schemas.microsoft.com/office/drawing/2014/main" id="{0D4C269D-9DBC-78E7-003A-66D924C2FB62}"/>
              </a:ext>
            </a:extLst>
          </p:cNvPr>
          <p:cNvSpPr>
            <a:spLocks noGrp="1"/>
          </p:cNvSpPr>
          <p:nvPr>
            <p:ph type="dt" sz="half" idx="10"/>
          </p:nvPr>
        </p:nvSpPr>
        <p:spPr/>
        <p:txBody>
          <a:bodyPr/>
          <a:lstStyle/>
          <a:p>
            <a:fld id="{4A181727-A34B-4640-B93E-0686B6355DC9}" type="datetime1">
              <a:rPr lang="zh-CN" altLang="en-US" smtClean="0"/>
              <a:t>2025/9/16</a:t>
            </a:fld>
            <a:endParaRPr lang="zh-CN" altLang="en-US" dirty="0"/>
          </a:p>
        </p:txBody>
      </p:sp>
      <p:sp>
        <p:nvSpPr>
          <p:cNvPr id="4" name="页脚占位符 3">
            <a:extLst>
              <a:ext uri="{FF2B5EF4-FFF2-40B4-BE49-F238E27FC236}">
                <a16:creationId xmlns:a16="http://schemas.microsoft.com/office/drawing/2014/main" id="{B67FD95E-C016-3F22-4F85-A87A54F74595}"/>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547D493A-F236-5D58-EB53-75E82B57D8E6}"/>
              </a:ext>
            </a:extLst>
          </p:cNvPr>
          <p:cNvSpPr>
            <a:spLocks noGrp="1"/>
          </p:cNvSpPr>
          <p:nvPr>
            <p:ph type="sldNum" sz="quarter" idx="12"/>
          </p:nvPr>
        </p:nvSpPr>
        <p:spPr/>
        <p:txBody>
          <a:bodyPr/>
          <a:lstStyle/>
          <a:p>
            <a:fld id="{054335CC-B077-4EFF-BFF9-2EFEE3F838E2}" type="slidenum">
              <a:rPr lang="zh-CN" altLang="en-US" smtClean="0"/>
              <a:pPr/>
              <a:t>5</a:t>
            </a:fld>
            <a:endParaRPr lang="zh-CN" altLang="en-US" dirty="0"/>
          </a:p>
        </p:txBody>
      </p:sp>
      <p:sp>
        <p:nvSpPr>
          <p:cNvPr id="13" name="任意多边形: 形状 12">
            <a:extLst>
              <a:ext uri="{FF2B5EF4-FFF2-40B4-BE49-F238E27FC236}">
                <a16:creationId xmlns:a16="http://schemas.microsoft.com/office/drawing/2014/main" id="{1CDCFE03-774E-6D2C-5132-9A996E38A53C}"/>
              </a:ext>
            </a:extLst>
          </p:cNvPr>
          <p:cNvSpPr/>
          <p:nvPr/>
        </p:nvSpPr>
        <p:spPr>
          <a:xfrm>
            <a:off x="146771" y="1465823"/>
            <a:ext cx="11825489" cy="1738316"/>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defTabSz="1022350">
              <a:lnSpc>
                <a:spcPts val="2800"/>
              </a:lnSpc>
              <a:spcBef>
                <a:spcPct val="0"/>
              </a:spcBef>
              <a:buFont typeface="Arial" panose="020B0604020202020204" pitchFamily="34" charset="0"/>
              <a:buChar char="•"/>
            </a:pPr>
            <a:r>
              <a:rPr lang="zh-CN" altLang="en-US" sz="2000" kern="1200" dirty="0">
                <a:latin typeface="华文中宋" panose="02010600040101010101" pitchFamily="2" charset="-122"/>
                <a:ea typeface="华文中宋" panose="02010600040101010101" pitchFamily="2" charset="-122"/>
              </a:rPr>
              <a:t>文化敏感性：受传统观念影响，学校教育对</a:t>
            </a:r>
            <a:r>
              <a:rPr lang="zh-CN" altLang="en-US" sz="2000" dirty="0">
                <a:latin typeface="华文中宋" panose="02010600040101010101" pitchFamily="2" charset="-122"/>
                <a:ea typeface="华文中宋" panose="02010600040101010101" pitchFamily="2" charset="-122"/>
              </a:rPr>
              <a:t>生殖健康话题</a:t>
            </a:r>
            <a:r>
              <a:rPr lang="zh-CN" altLang="en-US" sz="2000" kern="1200" dirty="0">
                <a:latin typeface="华文中宋" panose="02010600040101010101" pitchFamily="2" charset="-122"/>
                <a:ea typeface="华文中宋" panose="02010600040101010101" pitchFamily="2" charset="-122"/>
              </a:rPr>
              <a:t>常避而不谈。</a:t>
            </a:r>
            <a:endParaRPr lang="en-US" altLang="zh-CN" sz="2000" kern="1200" dirty="0">
              <a:latin typeface="华文中宋" panose="02010600040101010101" pitchFamily="2" charset="-122"/>
              <a:ea typeface="华文中宋" panose="02010600040101010101" pitchFamily="2" charset="-122"/>
            </a:endParaRPr>
          </a:p>
          <a:p>
            <a:pPr marL="288000" lvl="1" indent="-288000" algn="l" defTabSz="1022350">
              <a:lnSpc>
                <a:spcPts val="2800"/>
              </a:lnSpc>
              <a:spcBef>
                <a:spcPct val="0"/>
              </a:spcBef>
              <a:buFont typeface="Arial" panose="020B0604020202020204" pitchFamily="34" charset="0"/>
              <a:buChar char="•"/>
            </a:pPr>
            <a:r>
              <a:rPr lang="zh-CN" altLang="en-US" sz="2000" kern="1200" dirty="0">
                <a:latin typeface="华文中宋" panose="02010600040101010101" pitchFamily="2" charset="-122"/>
                <a:ea typeface="华文中宋" panose="02010600040101010101" pitchFamily="2" charset="-122"/>
              </a:rPr>
              <a:t>覆盖面不足：课程体系不完善，存在显著的知识缺口。</a:t>
            </a:r>
            <a:endParaRPr lang="en-US" altLang="zh-CN" sz="2000" kern="1200" dirty="0">
              <a:latin typeface="华文中宋" panose="02010600040101010101" pitchFamily="2" charset="-122"/>
              <a:ea typeface="华文中宋" panose="02010600040101010101" pitchFamily="2" charset="-122"/>
            </a:endParaRPr>
          </a:p>
          <a:p>
            <a:pPr marL="288000" lvl="1" indent="-288000" algn="l" defTabSz="1022350">
              <a:lnSpc>
                <a:spcPts val="2800"/>
              </a:lnSpc>
              <a:spcBef>
                <a:spcPct val="0"/>
              </a:spcBef>
              <a:buFont typeface="Arial" panose="020B0604020202020204" pitchFamily="34" charset="0"/>
              <a:buChar char="•"/>
            </a:pPr>
            <a:r>
              <a:rPr lang="zh-CN" altLang="en-US" sz="2000" kern="1200" dirty="0">
                <a:latin typeface="华文中宋" panose="02010600040101010101" pitchFamily="2" charset="-122"/>
                <a:ea typeface="华文中宋" panose="02010600040101010101" pitchFamily="2" charset="-122"/>
              </a:rPr>
              <a:t>效果不佳：全国调查显示，青少年生殖健康知识及格率普遍偏低。</a:t>
            </a:r>
          </a:p>
        </p:txBody>
      </p:sp>
      <p:sp>
        <p:nvSpPr>
          <p:cNvPr id="14" name="任意多边形: 形状 13">
            <a:extLst>
              <a:ext uri="{FF2B5EF4-FFF2-40B4-BE49-F238E27FC236}">
                <a16:creationId xmlns:a16="http://schemas.microsoft.com/office/drawing/2014/main" id="{A532D225-5B98-11C3-E746-E24B29130584}"/>
              </a:ext>
            </a:extLst>
          </p:cNvPr>
          <p:cNvSpPr/>
          <p:nvPr/>
        </p:nvSpPr>
        <p:spPr>
          <a:xfrm>
            <a:off x="455428" y="1167390"/>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传统教育的困境</a:t>
            </a:r>
          </a:p>
        </p:txBody>
      </p:sp>
      <p:sp>
        <p:nvSpPr>
          <p:cNvPr id="20" name="任意多边形: 形状 19">
            <a:extLst>
              <a:ext uri="{FF2B5EF4-FFF2-40B4-BE49-F238E27FC236}">
                <a16:creationId xmlns:a16="http://schemas.microsoft.com/office/drawing/2014/main" id="{38EC4077-96F5-7266-878A-69D4921AAF14}"/>
              </a:ext>
            </a:extLst>
          </p:cNvPr>
          <p:cNvSpPr/>
          <p:nvPr/>
        </p:nvSpPr>
        <p:spPr>
          <a:xfrm>
            <a:off x="146771" y="3711484"/>
            <a:ext cx="11825490" cy="2651491"/>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algn="just" defTabSz="1022350">
              <a:lnSpc>
                <a:spcPts val="2600"/>
              </a:lnSpc>
              <a:spcBef>
                <a:spcPct val="0"/>
              </a:spcBef>
              <a:spcAft>
                <a:spcPct val="15000"/>
              </a:spcAft>
              <a:buFont typeface="Arial" panose="020B0604020202020204" pitchFamily="34" charset="0"/>
              <a:buChar char="•"/>
            </a:pPr>
            <a:r>
              <a:rPr lang="en-US" altLang="zh-CN" sz="2000" dirty="0">
                <a:latin typeface="华文中宋" panose="02010600040101010101" pitchFamily="2" charset="-122"/>
                <a:ea typeface="华文中宋" panose="02010600040101010101" pitchFamily="2" charset="-122"/>
              </a:rPr>
              <a:t>Z</a:t>
            </a:r>
            <a:r>
              <a:rPr lang="zh-CN" altLang="en-US" sz="2000" dirty="0">
                <a:latin typeface="华文中宋" panose="02010600040101010101" pitchFamily="2" charset="-122"/>
                <a:ea typeface="华文中宋" panose="02010600040101010101" pitchFamily="2" charset="-122"/>
              </a:rPr>
              <a:t>世代的信息新入口：</a:t>
            </a:r>
            <a:r>
              <a:rPr lang="en-US" altLang="zh-CN" sz="2000" dirty="0" err="1">
                <a:latin typeface="华文中宋" panose="02010600040101010101" pitchFamily="2" charset="-122"/>
                <a:ea typeface="华文中宋" panose="02010600040101010101" pitchFamily="2" charset="-122"/>
              </a:rPr>
              <a:t>Bilibili</a:t>
            </a:r>
            <a:r>
              <a:rPr lang="zh-CN" altLang="en-US" sz="2000" dirty="0">
                <a:latin typeface="华文中宋" panose="02010600040101010101" pitchFamily="2" charset="-122"/>
                <a:ea typeface="华文中宋" panose="02010600040101010101" pitchFamily="2" charset="-122"/>
              </a:rPr>
              <a:t> 等社交媒体平台因其匿名性、便捷性，成为青少年探寻敏感话题的首选渠道。</a:t>
            </a:r>
            <a:endParaRPr lang="en-US" altLang="zh-CN" sz="2000" dirty="0">
              <a:latin typeface="华文中宋" panose="02010600040101010101" pitchFamily="2" charset="-122"/>
              <a:ea typeface="华文中宋" panose="02010600040101010101" pitchFamily="2" charset="-122"/>
            </a:endParaRPr>
          </a:p>
          <a:p>
            <a:pPr marL="288000" lvl="1" indent="-288000" algn="just" defTabSz="1022350">
              <a:lnSpc>
                <a:spcPts val="2600"/>
              </a:lnSpc>
              <a:spcBef>
                <a:spcPct val="0"/>
              </a:spcBef>
              <a:spcAft>
                <a:spcPct val="15000"/>
              </a:spcAft>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天然的“问题语料库”：海量、真实的评论和弹幕，构成了自发的“问答社区”，反映了青少年最真实的困惑与诉求。</a:t>
            </a:r>
            <a:endParaRPr lang="en-US" altLang="zh-CN" sz="2000" dirty="0">
              <a:latin typeface="华文中宋" panose="02010600040101010101" pitchFamily="2" charset="-122"/>
              <a:ea typeface="华文中宋" panose="02010600040101010101" pitchFamily="2" charset="-122"/>
            </a:endParaRPr>
          </a:p>
          <a:p>
            <a:pPr marL="288000" lvl="1" indent="-288000" algn="just" defTabSz="1022350">
              <a:lnSpc>
                <a:spcPts val="2600"/>
              </a:lnSpc>
              <a:spcBef>
                <a:spcPct val="0"/>
              </a:spcBef>
              <a:spcAft>
                <a:spcPct val="15000"/>
              </a:spcAft>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核心挑战：用户生成内容 </a:t>
            </a:r>
            <a:r>
              <a:rPr lang="en-US" altLang="zh-CN" sz="1600" dirty="0">
                <a:latin typeface="华文中宋" panose="02010600040101010101" pitchFamily="2" charset="-122"/>
                <a:ea typeface="华文中宋" panose="02010600040101010101" pitchFamily="2" charset="-122"/>
              </a:rPr>
              <a:t>(User-Generated Content, UGC) </a:t>
            </a:r>
            <a:r>
              <a:rPr lang="zh-CN" altLang="en-US" sz="2000" dirty="0">
                <a:latin typeface="华文中宋" panose="02010600040101010101" pitchFamily="2" charset="-122"/>
                <a:ea typeface="华文中宋" panose="02010600040101010101" pitchFamily="2" charset="-122"/>
              </a:rPr>
              <a:t>质量参差不齐，充斥着大量错误信息。如何从海量、非结构化的文本中挖掘价值，并转化为科学、规范的知识资源，成为关键。</a:t>
            </a:r>
          </a:p>
        </p:txBody>
      </p:sp>
      <p:sp>
        <p:nvSpPr>
          <p:cNvPr id="21" name="任意多边形: 形状 20">
            <a:extLst>
              <a:ext uri="{FF2B5EF4-FFF2-40B4-BE49-F238E27FC236}">
                <a16:creationId xmlns:a16="http://schemas.microsoft.com/office/drawing/2014/main" id="{E4FD4AED-AE53-EB6C-5DF0-88D117E1498C}"/>
              </a:ext>
            </a:extLst>
          </p:cNvPr>
          <p:cNvSpPr/>
          <p:nvPr/>
        </p:nvSpPr>
        <p:spPr>
          <a:xfrm>
            <a:off x="455429" y="3413051"/>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dirty="0">
                <a:latin typeface="华文中宋" panose="02010600040101010101" pitchFamily="2" charset="-122"/>
                <a:ea typeface="华文中宋" panose="02010600040101010101" pitchFamily="2" charset="-122"/>
              </a:rPr>
              <a:t>社交媒体的机遇</a:t>
            </a:r>
            <a:endParaRPr lang="zh-CN" altLang="en-US" sz="2400" kern="1200" dirty="0">
              <a:latin typeface="华文中宋" panose="02010600040101010101" pitchFamily="2" charset="-122"/>
              <a:ea typeface="华文中宋" panose="02010600040101010101" pitchFamily="2" charset="-122"/>
            </a:endParaRPr>
          </a:p>
        </p:txBody>
      </p:sp>
      <p:sp>
        <p:nvSpPr>
          <p:cNvPr id="24" name="文本占位符 16">
            <a:extLst>
              <a:ext uri="{FF2B5EF4-FFF2-40B4-BE49-F238E27FC236}">
                <a16:creationId xmlns:a16="http://schemas.microsoft.com/office/drawing/2014/main" id="{80EEA9EA-5E80-D260-F506-D8FEDB53E63E}"/>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Tree>
    <p:extLst>
      <p:ext uri="{BB962C8B-B14F-4D97-AF65-F5344CB8AC3E}">
        <p14:creationId xmlns:p14="http://schemas.microsoft.com/office/powerpoint/2010/main" val="3093219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AB573-953D-DE8B-EB35-EC9A70DBE5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E40093-4C0C-645D-1332-67C2030F3456}"/>
              </a:ext>
            </a:extLst>
          </p:cNvPr>
          <p:cNvSpPr>
            <a:spLocks noGrp="1"/>
          </p:cNvSpPr>
          <p:nvPr>
            <p:ph type="title"/>
          </p:nvPr>
        </p:nvSpPr>
        <p:spPr>
          <a:xfrm>
            <a:off x="690364" y="310997"/>
            <a:ext cx="10858500" cy="825807"/>
          </a:xfrm>
        </p:spPr>
        <p:txBody>
          <a:bodyPr/>
          <a:lstStyle/>
          <a:p>
            <a:r>
              <a:rPr lang="zh-CN" altLang="en-US" dirty="0"/>
              <a:t>研究意义 </a:t>
            </a:r>
            <a:r>
              <a:rPr lang="en-US" altLang="zh-CN" dirty="0"/>
              <a:t>- </a:t>
            </a:r>
            <a:r>
              <a:rPr lang="zh-CN" altLang="en-US" dirty="0"/>
              <a:t>从“真实需求”到“智能服务”</a:t>
            </a:r>
          </a:p>
        </p:txBody>
      </p:sp>
      <p:sp>
        <p:nvSpPr>
          <p:cNvPr id="3" name="日期占位符 2">
            <a:extLst>
              <a:ext uri="{FF2B5EF4-FFF2-40B4-BE49-F238E27FC236}">
                <a16:creationId xmlns:a16="http://schemas.microsoft.com/office/drawing/2014/main" id="{D899937B-DF3A-A038-EB75-B65332EF4101}"/>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7DF11DDB-1EEE-9204-4980-FB923A7C18AC}"/>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9F01B778-EC48-5955-8BC8-DA5961D22D0D}"/>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6</a:t>
            </a:fld>
            <a:endParaRPr lang="zh-CN" altLang="en-US" dirty="0"/>
          </a:p>
        </p:txBody>
      </p:sp>
      <p:sp>
        <p:nvSpPr>
          <p:cNvPr id="17" name="文本占位符 16">
            <a:extLst>
              <a:ext uri="{FF2B5EF4-FFF2-40B4-BE49-F238E27FC236}">
                <a16:creationId xmlns:a16="http://schemas.microsoft.com/office/drawing/2014/main" id="{9A4D8B8E-B995-BFA8-53DB-D1182E9E89B0}"/>
              </a:ext>
            </a:extLst>
          </p:cNvPr>
          <p:cNvSpPr>
            <a:spLocks noGrp="1"/>
          </p:cNvSpPr>
          <p:nvPr>
            <p:ph type="body" sz="quarter" idx="13"/>
          </p:nvPr>
        </p:nvSpPr>
        <p:spPr/>
        <p:txBody>
          <a:bodyPr/>
          <a:lstStyle/>
          <a:p>
            <a:r>
              <a:rPr lang="zh-CN" altLang="en-US" dirty="0"/>
              <a:t>研究背景与意义</a:t>
            </a:r>
          </a:p>
        </p:txBody>
      </p:sp>
      <p:graphicFrame>
        <p:nvGraphicFramePr>
          <p:cNvPr id="9" name="图示 8">
            <a:extLst>
              <a:ext uri="{FF2B5EF4-FFF2-40B4-BE49-F238E27FC236}">
                <a16:creationId xmlns:a16="http://schemas.microsoft.com/office/drawing/2014/main" id="{8264D606-1444-C356-A80F-8B9374503788}"/>
              </a:ext>
            </a:extLst>
          </p:cNvPr>
          <p:cNvGraphicFramePr/>
          <p:nvPr>
            <p:extLst>
              <p:ext uri="{D42A27DB-BD31-4B8C-83A1-F6EECF244321}">
                <p14:modId xmlns:p14="http://schemas.microsoft.com/office/powerpoint/2010/main" val="830035374"/>
              </p:ext>
            </p:extLst>
          </p:nvPr>
        </p:nvGraphicFramePr>
        <p:xfrm>
          <a:off x="242230" y="1334745"/>
          <a:ext cx="11707540" cy="4877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8605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DE1F9-3ECA-E1AE-CBF3-93E2493D548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25E3C63-35A3-2FBF-03D6-5911DFC19549}"/>
              </a:ext>
            </a:extLst>
          </p:cNvPr>
          <p:cNvSpPr>
            <a:spLocks noGrp="1"/>
          </p:cNvSpPr>
          <p:nvPr>
            <p:ph type="title"/>
          </p:nvPr>
        </p:nvSpPr>
        <p:spPr>
          <a:xfrm>
            <a:off x="690364" y="310997"/>
            <a:ext cx="10858500" cy="825807"/>
          </a:xfrm>
        </p:spPr>
        <p:txBody>
          <a:bodyPr/>
          <a:lstStyle/>
          <a:p>
            <a:r>
              <a:rPr lang="zh-CN" altLang="en-US" dirty="0"/>
              <a:t>国外研究概况</a:t>
            </a:r>
          </a:p>
        </p:txBody>
      </p:sp>
      <p:sp>
        <p:nvSpPr>
          <p:cNvPr id="3" name="日期占位符 2">
            <a:extLst>
              <a:ext uri="{FF2B5EF4-FFF2-40B4-BE49-F238E27FC236}">
                <a16:creationId xmlns:a16="http://schemas.microsoft.com/office/drawing/2014/main" id="{DCEB4F47-079F-5195-D500-377AF84615D6}"/>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23103F09-347C-3096-0F44-2945A1164D2F}"/>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B0C29CA3-C555-0F7D-9183-A707757606DB}"/>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7</a:t>
            </a:fld>
            <a:endParaRPr lang="zh-CN" altLang="en-US"/>
          </a:p>
        </p:txBody>
      </p:sp>
      <p:sp>
        <p:nvSpPr>
          <p:cNvPr id="15" name="文本占位符 14">
            <a:extLst>
              <a:ext uri="{FF2B5EF4-FFF2-40B4-BE49-F238E27FC236}">
                <a16:creationId xmlns:a16="http://schemas.microsoft.com/office/drawing/2014/main" id="{2D219EE0-E474-CEC8-7EF9-6BBF5CDADA63}"/>
              </a:ext>
            </a:extLst>
          </p:cNvPr>
          <p:cNvSpPr>
            <a:spLocks noGrp="1"/>
          </p:cNvSpPr>
          <p:nvPr>
            <p:ph type="body" sz="quarter" idx="13"/>
          </p:nvPr>
        </p:nvSpPr>
        <p:spPr/>
        <p:txBody>
          <a:bodyPr/>
          <a:lstStyle/>
          <a:p>
            <a:r>
              <a:rPr lang="zh-CN" altLang="en-US" dirty="0"/>
              <a:t>研究背景与意义</a:t>
            </a:r>
          </a:p>
        </p:txBody>
      </p:sp>
      <p:grpSp>
        <p:nvGrpSpPr>
          <p:cNvPr id="27" name="组合 26">
            <a:extLst>
              <a:ext uri="{FF2B5EF4-FFF2-40B4-BE49-F238E27FC236}">
                <a16:creationId xmlns:a16="http://schemas.microsoft.com/office/drawing/2014/main" id="{1BAB7FC0-F085-6441-2A55-84B9EF77FB80}"/>
              </a:ext>
            </a:extLst>
          </p:cNvPr>
          <p:cNvGrpSpPr/>
          <p:nvPr/>
        </p:nvGrpSpPr>
        <p:grpSpPr>
          <a:xfrm>
            <a:off x="251925" y="1806224"/>
            <a:ext cx="11688150" cy="4602519"/>
            <a:chOff x="419954" y="1120231"/>
            <a:chExt cx="11587522" cy="4320821"/>
          </a:xfrm>
        </p:grpSpPr>
        <p:sp>
          <p:nvSpPr>
            <p:cNvPr id="22" name="任意多边形: 形状 21">
              <a:extLst>
                <a:ext uri="{FF2B5EF4-FFF2-40B4-BE49-F238E27FC236}">
                  <a16:creationId xmlns:a16="http://schemas.microsoft.com/office/drawing/2014/main" id="{F6BF7A05-A38F-7C98-4193-9DD4BAEB8523}"/>
                </a:ext>
              </a:extLst>
            </p:cNvPr>
            <p:cNvSpPr/>
            <p:nvPr/>
          </p:nvSpPr>
          <p:spPr>
            <a:xfrm>
              <a:off x="4527626" y="2094255"/>
              <a:ext cx="3695370" cy="2328284"/>
            </a:xfrm>
            <a:custGeom>
              <a:avLst/>
              <a:gdLst>
                <a:gd name="connsiteX0" fmla="*/ 0 w 2793783"/>
                <a:gd name="connsiteY0" fmla="*/ 216721 h 2167205"/>
                <a:gd name="connsiteX1" fmla="*/ 216721 w 2793783"/>
                <a:gd name="connsiteY1" fmla="*/ 0 h 2167205"/>
                <a:gd name="connsiteX2" fmla="*/ 2577063 w 2793783"/>
                <a:gd name="connsiteY2" fmla="*/ 0 h 2167205"/>
                <a:gd name="connsiteX3" fmla="*/ 2793784 w 2793783"/>
                <a:gd name="connsiteY3" fmla="*/ 216721 h 2167205"/>
                <a:gd name="connsiteX4" fmla="*/ 2793783 w 2793783"/>
                <a:gd name="connsiteY4" fmla="*/ 1950485 h 2167205"/>
                <a:gd name="connsiteX5" fmla="*/ 2577062 w 2793783"/>
                <a:gd name="connsiteY5" fmla="*/ 2167206 h 2167205"/>
                <a:gd name="connsiteX6" fmla="*/ 216721 w 2793783"/>
                <a:gd name="connsiteY6" fmla="*/ 2167205 h 2167205"/>
                <a:gd name="connsiteX7" fmla="*/ 0 w 2793783"/>
                <a:gd name="connsiteY7" fmla="*/ 1950484 h 2167205"/>
                <a:gd name="connsiteX8" fmla="*/ 0 w 2793783"/>
                <a:gd name="connsiteY8" fmla="*/ 216721 h 216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3783" h="2167205">
                  <a:moveTo>
                    <a:pt x="0" y="216721"/>
                  </a:moveTo>
                  <a:cubicBezTo>
                    <a:pt x="0" y="97029"/>
                    <a:pt x="97029" y="0"/>
                    <a:pt x="216721" y="0"/>
                  </a:cubicBezTo>
                  <a:lnTo>
                    <a:pt x="2577063" y="0"/>
                  </a:lnTo>
                  <a:cubicBezTo>
                    <a:pt x="2696755" y="0"/>
                    <a:pt x="2793784" y="97029"/>
                    <a:pt x="2793784" y="216721"/>
                  </a:cubicBezTo>
                  <a:cubicBezTo>
                    <a:pt x="2793784" y="794642"/>
                    <a:pt x="2793783" y="1372564"/>
                    <a:pt x="2793783" y="1950485"/>
                  </a:cubicBezTo>
                  <a:cubicBezTo>
                    <a:pt x="2793783" y="2070177"/>
                    <a:pt x="2696754" y="2167206"/>
                    <a:pt x="2577062" y="2167206"/>
                  </a:cubicBezTo>
                  <a:lnTo>
                    <a:pt x="216721" y="2167205"/>
                  </a:lnTo>
                  <a:cubicBezTo>
                    <a:pt x="97029" y="2167205"/>
                    <a:pt x="0" y="2070176"/>
                    <a:pt x="0" y="1950484"/>
                  </a:cubicBezTo>
                  <a:lnTo>
                    <a:pt x="0" y="216721"/>
                  </a:ln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6543" tIns="76543" rIns="76543" bIns="540944" numCol="1" spcCol="1270" anchor="t" anchorCtr="0">
              <a:noAutofit/>
            </a:bodyPr>
            <a:lstStyle/>
            <a:p>
              <a:pPr indent="-457200" algn="just" defTabSz="711200">
                <a:lnSpc>
                  <a:spcPts val="2600"/>
                </a:lnSpc>
                <a:spcBef>
                  <a:spcPct val="0"/>
                </a:spcBef>
                <a:spcAft>
                  <a:spcPct val="15000"/>
                </a:spcAft>
                <a:buFont typeface="Wingdings" panose="05000000000000000000" pitchFamily="2" charset="2"/>
                <a:buChar char="l"/>
              </a:pPr>
              <a:endParaRPr lang="en-US" altLang="zh-CN" dirty="0">
                <a:latin typeface="华文中宋" panose="02010600040101010101" pitchFamily="2" charset="-122"/>
                <a:ea typeface="华文中宋" panose="02010600040101010101" pitchFamily="2" charset="-122"/>
              </a:endParaRPr>
            </a:p>
            <a:p>
              <a:pPr marL="285750" lvl="1" indent="-285750" algn="just" defTabSz="711200">
                <a:lnSpc>
                  <a:spcPts val="2000"/>
                </a:lnSpc>
                <a:buFont typeface="Wingdings" panose="05000000000000000000" pitchFamily="2" charset="2"/>
                <a:buChar char="Ø"/>
              </a:pPr>
              <a:r>
                <a:rPr lang="zh-CN" altLang="en-US" dirty="0">
                  <a:latin typeface="华文中宋" panose="02010600040101010101" pitchFamily="2" charset="-122"/>
                  <a:ea typeface="华文中宋" panose="02010600040101010101" pitchFamily="2" charset="-122"/>
                </a:rPr>
                <a:t>社交媒体充斥着大量误导性信息，对缺乏辨别能力的青少年构成风险。</a:t>
              </a:r>
              <a:endParaRPr lang="en-US" altLang="zh-CN" dirty="0">
                <a:latin typeface="华文中宋" panose="02010600040101010101" pitchFamily="2" charset="-122"/>
                <a:ea typeface="华文中宋" panose="02010600040101010101" pitchFamily="2" charset="-122"/>
              </a:endParaRPr>
            </a:p>
            <a:p>
              <a:pPr marL="285750" lvl="1" indent="-285750" algn="just" defTabSz="711200">
                <a:lnSpc>
                  <a:spcPts val="2000"/>
                </a:lnSpc>
                <a:spcBef>
                  <a:spcPts val="600"/>
                </a:spcBef>
                <a:buFont typeface="Wingdings" panose="05000000000000000000" pitchFamily="2" charset="2"/>
                <a:buChar char="Ø"/>
              </a:pPr>
              <a:r>
                <a:rPr lang="zh-CN" altLang="en-US" dirty="0">
                  <a:latin typeface="华文中宋" panose="02010600040101010101" pitchFamily="2" charset="-122"/>
                  <a:ea typeface="华文中宋" panose="02010600040101010101" pitchFamily="2" charset="-122"/>
                </a:rPr>
                <a:t>评论区已成为青少年提出疑问、分享经验和寻求情感支持的重要互动空间。</a:t>
              </a:r>
            </a:p>
          </p:txBody>
        </p:sp>
        <p:grpSp>
          <p:nvGrpSpPr>
            <p:cNvPr id="12" name="组合 11">
              <a:extLst>
                <a:ext uri="{FF2B5EF4-FFF2-40B4-BE49-F238E27FC236}">
                  <a16:creationId xmlns:a16="http://schemas.microsoft.com/office/drawing/2014/main" id="{5E482BF9-820E-18BE-9DD2-DF08FD90AE17}"/>
                </a:ext>
              </a:extLst>
            </p:cNvPr>
            <p:cNvGrpSpPr/>
            <p:nvPr/>
          </p:nvGrpSpPr>
          <p:grpSpPr>
            <a:xfrm>
              <a:off x="419954" y="1120231"/>
              <a:ext cx="11587522" cy="4320821"/>
              <a:chOff x="437890" y="1152761"/>
              <a:chExt cx="11587522" cy="4701893"/>
            </a:xfrm>
          </p:grpSpPr>
          <p:sp>
            <p:nvSpPr>
              <p:cNvPr id="13" name="任意多边形: 形状 12">
                <a:extLst>
                  <a:ext uri="{FF2B5EF4-FFF2-40B4-BE49-F238E27FC236}">
                    <a16:creationId xmlns:a16="http://schemas.microsoft.com/office/drawing/2014/main" id="{10D6BFA4-C069-E9FF-F6BF-439622052593}"/>
                  </a:ext>
                </a:extLst>
              </p:cNvPr>
              <p:cNvSpPr/>
              <p:nvPr/>
            </p:nvSpPr>
            <p:spPr>
              <a:xfrm>
                <a:off x="437890" y="2212688"/>
                <a:ext cx="3572745" cy="2541054"/>
              </a:xfrm>
              <a:custGeom>
                <a:avLst/>
                <a:gdLst>
                  <a:gd name="connsiteX0" fmla="*/ 0 w 2793783"/>
                  <a:gd name="connsiteY0" fmla="*/ 216721 h 2167205"/>
                  <a:gd name="connsiteX1" fmla="*/ 216721 w 2793783"/>
                  <a:gd name="connsiteY1" fmla="*/ 0 h 2167205"/>
                  <a:gd name="connsiteX2" fmla="*/ 2577063 w 2793783"/>
                  <a:gd name="connsiteY2" fmla="*/ 0 h 2167205"/>
                  <a:gd name="connsiteX3" fmla="*/ 2793784 w 2793783"/>
                  <a:gd name="connsiteY3" fmla="*/ 216721 h 2167205"/>
                  <a:gd name="connsiteX4" fmla="*/ 2793783 w 2793783"/>
                  <a:gd name="connsiteY4" fmla="*/ 1950485 h 2167205"/>
                  <a:gd name="connsiteX5" fmla="*/ 2577062 w 2793783"/>
                  <a:gd name="connsiteY5" fmla="*/ 2167206 h 2167205"/>
                  <a:gd name="connsiteX6" fmla="*/ 216721 w 2793783"/>
                  <a:gd name="connsiteY6" fmla="*/ 2167205 h 2167205"/>
                  <a:gd name="connsiteX7" fmla="*/ 0 w 2793783"/>
                  <a:gd name="connsiteY7" fmla="*/ 1950484 h 2167205"/>
                  <a:gd name="connsiteX8" fmla="*/ 0 w 2793783"/>
                  <a:gd name="connsiteY8" fmla="*/ 216721 h 216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3783" h="2167205">
                    <a:moveTo>
                      <a:pt x="0" y="216721"/>
                    </a:moveTo>
                    <a:cubicBezTo>
                      <a:pt x="0" y="97029"/>
                      <a:pt x="97029" y="0"/>
                      <a:pt x="216721" y="0"/>
                    </a:cubicBezTo>
                    <a:lnTo>
                      <a:pt x="2577063" y="0"/>
                    </a:lnTo>
                    <a:cubicBezTo>
                      <a:pt x="2696755" y="0"/>
                      <a:pt x="2793784" y="97029"/>
                      <a:pt x="2793784" y="216721"/>
                    </a:cubicBezTo>
                    <a:cubicBezTo>
                      <a:pt x="2793784" y="794642"/>
                      <a:pt x="2793783" y="1372564"/>
                      <a:pt x="2793783" y="1950485"/>
                    </a:cubicBezTo>
                    <a:cubicBezTo>
                      <a:pt x="2793783" y="2070177"/>
                      <a:pt x="2696754" y="2167206"/>
                      <a:pt x="2577062" y="2167206"/>
                    </a:cubicBezTo>
                    <a:lnTo>
                      <a:pt x="216721" y="2167205"/>
                    </a:lnTo>
                    <a:cubicBezTo>
                      <a:pt x="97029" y="2167205"/>
                      <a:pt x="0" y="2070176"/>
                      <a:pt x="0" y="1950484"/>
                    </a:cubicBezTo>
                    <a:lnTo>
                      <a:pt x="0" y="216721"/>
                    </a:ln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6543" tIns="76543" rIns="76543" bIns="540944" numCol="1" spcCol="1270" anchor="t" anchorCtr="0">
                <a:noAutofit/>
              </a:bodyPr>
              <a:lstStyle/>
              <a:p>
                <a:pPr marL="0" lvl="1" algn="just" defTabSz="711200">
                  <a:lnSpc>
                    <a:spcPts val="1500"/>
                  </a:lnSpc>
                </a:pPr>
                <a:endParaRPr lang="en-US" altLang="zh-CN" dirty="0">
                  <a:latin typeface="华文中宋" panose="02010600040101010101" pitchFamily="2" charset="-122"/>
                  <a:ea typeface="华文中宋" panose="02010600040101010101" pitchFamily="2" charset="-122"/>
                </a:endParaRPr>
              </a:p>
              <a:p>
                <a:pPr marL="285750" lvl="1" indent="-285750" algn="just" defTabSz="711200">
                  <a:lnSpc>
                    <a:spcPts val="2000"/>
                  </a:lnSpc>
                  <a:spcBef>
                    <a:spcPts val="1200"/>
                  </a:spcBef>
                  <a:buFont typeface="Wingdings" panose="05000000000000000000" pitchFamily="2" charset="2"/>
                  <a:buChar char="Ø"/>
                </a:pPr>
                <a:r>
                  <a:rPr lang="en-US" altLang="zh-CN" dirty="0">
                    <a:latin typeface="华文中宋" panose="02010600040101010101" pitchFamily="2" charset="-122"/>
                    <a:ea typeface="华文中宋" panose="02010600040101010101" pitchFamily="2" charset="-122"/>
                  </a:rPr>
                  <a:t>YouTube</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Facebook</a:t>
                </a:r>
                <a:r>
                  <a:rPr lang="zh-CN" altLang="en-US" dirty="0">
                    <a:latin typeface="华文中宋" panose="02010600040101010101" pitchFamily="2" charset="-122"/>
                    <a:ea typeface="华文中宋" panose="02010600040101010101" pitchFamily="2" charset="-122"/>
                  </a:rPr>
                  <a:t>等社交媒体作为健康信息渠道被证明可行。</a:t>
                </a:r>
                <a:endParaRPr lang="en-US" altLang="zh-CN" dirty="0">
                  <a:latin typeface="华文中宋" panose="02010600040101010101" pitchFamily="2" charset="-122"/>
                  <a:ea typeface="华文中宋" panose="02010600040101010101" pitchFamily="2" charset="-122"/>
                </a:endParaRPr>
              </a:p>
              <a:p>
                <a:pPr marL="285750" lvl="1" indent="-285750" algn="just" defTabSz="711200">
                  <a:lnSpc>
                    <a:spcPts val="2000"/>
                  </a:lnSpc>
                  <a:spcBef>
                    <a:spcPts val="1200"/>
                  </a:spcBef>
                  <a:buFont typeface="Wingdings" panose="05000000000000000000" pitchFamily="2" charset="2"/>
                  <a:buChar char="Ø"/>
                </a:pPr>
                <a:r>
                  <a:rPr lang="zh-CN" altLang="en-US" dirty="0">
                    <a:latin typeface="华文中宋" panose="02010600040101010101" pitchFamily="2" charset="-122"/>
                    <a:ea typeface="华文中宋" panose="02010600040101010101" pitchFamily="2" charset="-122"/>
                  </a:rPr>
                  <a:t>数字干预措施（如</a:t>
                </a:r>
                <a:r>
                  <a:rPr lang="en-US" altLang="zh-CN" dirty="0">
                    <a:latin typeface="华文中宋" panose="02010600040101010101" pitchFamily="2" charset="-122"/>
                    <a:ea typeface="华文中宋" panose="02010600040101010101" pitchFamily="2" charset="-122"/>
                  </a:rPr>
                  <a:t>App</a:t>
                </a:r>
                <a:r>
                  <a:rPr lang="zh-CN" altLang="en-US" dirty="0">
                    <a:latin typeface="华文中宋" panose="02010600040101010101" pitchFamily="2" charset="-122"/>
                    <a:ea typeface="华文中宋" panose="02010600040101010101" pitchFamily="2" charset="-122"/>
                  </a:rPr>
                  <a:t>、在线项目）能显著提升青少年性健康知识水平和改变健康行为。</a:t>
                </a:r>
                <a:endParaRPr lang="zh-CN" altLang="en-US" b="0" kern="1200" dirty="0">
                  <a:latin typeface="华文中宋" panose="02010600040101010101" pitchFamily="2" charset="-122"/>
                  <a:ea typeface="华文中宋" panose="02010600040101010101" pitchFamily="2" charset="-122"/>
                </a:endParaRPr>
              </a:p>
            </p:txBody>
          </p:sp>
          <p:sp>
            <p:nvSpPr>
              <p:cNvPr id="14" name="形状 13">
                <a:extLst>
                  <a:ext uri="{FF2B5EF4-FFF2-40B4-BE49-F238E27FC236}">
                    <a16:creationId xmlns:a16="http://schemas.microsoft.com/office/drawing/2014/main" id="{65371D55-6415-805C-650C-D82220378E5D}"/>
                  </a:ext>
                </a:extLst>
              </p:cNvPr>
              <p:cNvSpPr/>
              <p:nvPr/>
            </p:nvSpPr>
            <p:spPr>
              <a:xfrm>
                <a:off x="2052171" y="3095003"/>
                <a:ext cx="3744792" cy="2759651"/>
              </a:xfrm>
              <a:prstGeom prst="leftCircularArrow">
                <a:avLst>
                  <a:gd name="adj1" fmla="val 3472"/>
                  <a:gd name="adj2" fmla="val 398176"/>
                  <a:gd name="adj3" fmla="val 861221"/>
                  <a:gd name="adj4" fmla="val 9777460"/>
                  <a:gd name="adj5" fmla="val 5879"/>
                </a:avLst>
              </a:pr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zh-CN" altLang="en-US" dirty="0"/>
              </a:p>
            </p:txBody>
          </p:sp>
          <p:sp>
            <p:nvSpPr>
              <p:cNvPr id="16" name="任意多边形: 形状 15">
                <a:extLst>
                  <a:ext uri="{FF2B5EF4-FFF2-40B4-BE49-F238E27FC236}">
                    <a16:creationId xmlns:a16="http://schemas.microsoft.com/office/drawing/2014/main" id="{91ABFF42-F8B8-3FE6-1795-150C06C7CEB8}"/>
                  </a:ext>
                </a:extLst>
              </p:cNvPr>
              <p:cNvSpPr/>
              <p:nvPr/>
            </p:nvSpPr>
            <p:spPr>
              <a:xfrm>
                <a:off x="601917" y="4511729"/>
                <a:ext cx="2564443" cy="602259"/>
              </a:xfrm>
              <a:custGeom>
                <a:avLst/>
                <a:gdLst>
                  <a:gd name="connsiteX0" fmla="*/ 0 w 2483363"/>
                  <a:gd name="connsiteY0" fmla="*/ 98755 h 987551"/>
                  <a:gd name="connsiteX1" fmla="*/ 98755 w 2483363"/>
                  <a:gd name="connsiteY1" fmla="*/ 0 h 987551"/>
                  <a:gd name="connsiteX2" fmla="*/ 2384608 w 2483363"/>
                  <a:gd name="connsiteY2" fmla="*/ 0 h 987551"/>
                  <a:gd name="connsiteX3" fmla="*/ 2483363 w 2483363"/>
                  <a:gd name="connsiteY3" fmla="*/ 98755 h 987551"/>
                  <a:gd name="connsiteX4" fmla="*/ 2483363 w 2483363"/>
                  <a:gd name="connsiteY4" fmla="*/ 888796 h 987551"/>
                  <a:gd name="connsiteX5" fmla="*/ 2384608 w 2483363"/>
                  <a:gd name="connsiteY5" fmla="*/ 987551 h 987551"/>
                  <a:gd name="connsiteX6" fmla="*/ 98755 w 2483363"/>
                  <a:gd name="connsiteY6" fmla="*/ 987551 h 987551"/>
                  <a:gd name="connsiteX7" fmla="*/ 0 w 2483363"/>
                  <a:gd name="connsiteY7" fmla="*/ 888796 h 987551"/>
                  <a:gd name="connsiteX8" fmla="*/ 0 w 2483363"/>
                  <a:gd name="connsiteY8" fmla="*/ 98755 h 987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3363" h="987551">
                    <a:moveTo>
                      <a:pt x="0" y="98755"/>
                    </a:moveTo>
                    <a:cubicBezTo>
                      <a:pt x="0" y="44214"/>
                      <a:pt x="44214" y="0"/>
                      <a:pt x="98755" y="0"/>
                    </a:cubicBezTo>
                    <a:lnTo>
                      <a:pt x="2384608" y="0"/>
                    </a:lnTo>
                    <a:cubicBezTo>
                      <a:pt x="2439149" y="0"/>
                      <a:pt x="2483363" y="44214"/>
                      <a:pt x="2483363" y="98755"/>
                    </a:cubicBezTo>
                    <a:lnTo>
                      <a:pt x="2483363" y="888796"/>
                    </a:lnTo>
                    <a:cubicBezTo>
                      <a:pt x="2483363" y="943337"/>
                      <a:pt x="2439149" y="987551"/>
                      <a:pt x="2384608" y="987551"/>
                    </a:cubicBezTo>
                    <a:lnTo>
                      <a:pt x="98755" y="987551"/>
                    </a:lnTo>
                    <a:cubicBezTo>
                      <a:pt x="44214" y="987551"/>
                      <a:pt x="0" y="943337"/>
                      <a:pt x="0" y="888796"/>
                    </a:cubicBezTo>
                    <a:lnTo>
                      <a:pt x="0" y="98755"/>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67024" tIns="54324" rIns="67024" bIns="54324" numCol="1" spcCol="1270" anchor="ctr" anchorCtr="0">
                <a:noAutofit/>
              </a:bodyPr>
              <a:lstStyle/>
              <a:p>
                <a:pPr lvl="0" algn="ctr" defTabSz="889000">
                  <a:lnSpc>
                    <a:spcPct val="90000"/>
                  </a:lnSpc>
                  <a:spcBef>
                    <a:spcPct val="0"/>
                  </a:spcBef>
                  <a:spcAft>
                    <a:spcPct val="35000"/>
                  </a:spcAft>
                </a:pPr>
                <a:r>
                  <a:rPr lang="zh-CN" altLang="en-US" dirty="0">
                    <a:latin typeface="华文中宋" panose="02010600040101010101" pitchFamily="2" charset="-122"/>
                    <a:ea typeface="华文中宋" panose="02010600040101010101" pitchFamily="2" charset="-122"/>
                  </a:rPr>
                  <a:t>数字渠道的有效性证实</a:t>
                </a:r>
                <a:endParaRPr lang="zh-CN" altLang="en-US" sz="2000" kern="1200" dirty="0">
                  <a:latin typeface="华文中宋" panose="02010600040101010101" pitchFamily="2" charset="-122"/>
                  <a:ea typeface="华文中宋" panose="02010600040101010101" pitchFamily="2" charset="-122"/>
                </a:endParaRPr>
              </a:p>
            </p:txBody>
          </p:sp>
          <p:sp>
            <p:nvSpPr>
              <p:cNvPr id="18" name="箭头: 环形 17">
                <a:extLst>
                  <a:ext uri="{FF2B5EF4-FFF2-40B4-BE49-F238E27FC236}">
                    <a16:creationId xmlns:a16="http://schemas.microsoft.com/office/drawing/2014/main" id="{1FF53BED-C754-8D55-A56E-C33A59139A49}"/>
                  </a:ext>
                </a:extLst>
              </p:cNvPr>
              <p:cNvSpPr/>
              <p:nvPr/>
            </p:nvSpPr>
            <p:spPr>
              <a:xfrm>
                <a:off x="7240905" y="1152761"/>
                <a:ext cx="3579208" cy="3093331"/>
              </a:xfrm>
              <a:prstGeom prst="circularArrow">
                <a:avLst>
                  <a:gd name="adj1" fmla="val 3480"/>
                  <a:gd name="adj2" fmla="val 487230"/>
                  <a:gd name="adj3" fmla="val 20218698"/>
                  <a:gd name="adj4" fmla="val 11751305"/>
                  <a:gd name="adj5" fmla="val 3589"/>
                </a:avLst>
              </a:prstGeom>
            </p:spPr>
            <p:style>
              <a:lnRef idx="0">
                <a:schemeClr val="lt1">
                  <a:hueOff val="0"/>
                  <a:satOff val="0"/>
                  <a:lumOff val="0"/>
                  <a:alphaOff val="0"/>
                </a:schemeClr>
              </a:lnRef>
              <a:fillRef idx="1">
                <a:schemeClr val="accent3">
                  <a:hueOff val="428568"/>
                  <a:satOff val="-48092"/>
                  <a:lumOff val="8236"/>
                  <a:alphaOff val="0"/>
                </a:schemeClr>
              </a:fillRef>
              <a:effectRef idx="0">
                <a:schemeClr val="accent3">
                  <a:hueOff val="428568"/>
                  <a:satOff val="-48092"/>
                  <a:lumOff val="8236"/>
                  <a:alphaOff val="0"/>
                </a:schemeClr>
              </a:effectRef>
              <a:fontRef idx="minor">
                <a:schemeClr val="lt1"/>
              </a:fontRef>
            </p:style>
          </p:sp>
          <p:sp>
            <p:nvSpPr>
              <p:cNvPr id="19" name="任意多边形: 形状 18">
                <a:extLst>
                  <a:ext uri="{FF2B5EF4-FFF2-40B4-BE49-F238E27FC236}">
                    <a16:creationId xmlns:a16="http://schemas.microsoft.com/office/drawing/2014/main" id="{83BA512E-1C0E-E21C-851F-260F79BBF58D}"/>
                  </a:ext>
                </a:extLst>
              </p:cNvPr>
              <p:cNvSpPr/>
              <p:nvPr/>
            </p:nvSpPr>
            <p:spPr>
              <a:xfrm>
                <a:off x="4623804" y="1796095"/>
                <a:ext cx="3355543" cy="618930"/>
              </a:xfrm>
              <a:custGeom>
                <a:avLst/>
                <a:gdLst>
                  <a:gd name="connsiteX0" fmla="*/ 0 w 2992676"/>
                  <a:gd name="connsiteY0" fmla="*/ 98755 h 987551"/>
                  <a:gd name="connsiteX1" fmla="*/ 98755 w 2992676"/>
                  <a:gd name="connsiteY1" fmla="*/ 0 h 987551"/>
                  <a:gd name="connsiteX2" fmla="*/ 2893921 w 2992676"/>
                  <a:gd name="connsiteY2" fmla="*/ 0 h 987551"/>
                  <a:gd name="connsiteX3" fmla="*/ 2992676 w 2992676"/>
                  <a:gd name="connsiteY3" fmla="*/ 98755 h 987551"/>
                  <a:gd name="connsiteX4" fmla="*/ 2992676 w 2992676"/>
                  <a:gd name="connsiteY4" fmla="*/ 888796 h 987551"/>
                  <a:gd name="connsiteX5" fmla="*/ 2893921 w 2992676"/>
                  <a:gd name="connsiteY5" fmla="*/ 987551 h 987551"/>
                  <a:gd name="connsiteX6" fmla="*/ 98755 w 2992676"/>
                  <a:gd name="connsiteY6" fmla="*/ 987551 h 987551"/>
                  <a:gd name="connsiteX7" fmla="*/ 0 w 2992676"/>
                  <a:gd name="connsiteY7" fmla="*/ 888796 h 987551"/>
                  <a:gd name="connsiteX8" fmla="*/ 0 w 2992676"/>
                  <a:gd name="connsiteY8" fmla="*/ 98755 h 987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2676" h="987551">
                    <a:moveTo>
                      <a:pt x="0" y="98755"/>
                    </a:moveTo>
                    <a:cubicBezTo>
                      <a:pt x="0" y="44214"/>
                      <a:pt x="44214" y="0"/>
                      <a:pt x="98755" y="0"/>
                    </a:cubicBezTo>
                    <a:lnTo>
                      <a:pt x="2893921" y="0"/>
                    </a:lnTo>
                    <a:cubicBezTo>
                      <a:pt x="2948462" y="0"/>
                      <a:pt x="2992676" y="44214"/>
                      <a:pt x="2992676" y="98755"/>
                    </a:cubicBezTo>
                    <a:lnTo>
                      <a:pt x="2992676" y="888796"/>
                    </a:lnTo>
                    <a:cubicBezTo>
                      <a:pt x="2992676" y="943337"/>
                      <a:pt x="2948462" y="987551"/>
                      <a:pt x="2893921" y="987551"/>
                    </a:cubicBezTo>
                    <a:lnTo>
                      <a:pt x="98755" y="987551"/>
                    </a:lnTo>
                    <a:cubicBezTo>
                      <a:pt x="44214" y="987551"/>
                      <a:pt x="0" y="943337"/>
                      <a:pt x="0" y="888796"/>
                    </a:cubicBezTo>
                    <a:lnTo>
                      <a:pt x="0" y="98755"/>
                    </a:lnTo>
                    <a:close/>
                  </a:path>
                </a:pathLst>
              </a:custGeom>
            </p:spPr>
            <p:style>
              <a:lnRef idx="2">
                <a:schemeClr val="lt1">
                  <a:hueOff val="0"/>
                  <a:satOff val="0"/>
                  <a:lumOff val="0"/>
                  <a:alphaOff val="0"/>
                </a:schemeClr>
              </a:lnRef>
              <a:fillRef idx="1">
                <a:schemeClr val="accent3">
                  <a:hueOff val="214284"/>
                  <a:satOff val="-24046"/>
                  <a:lumOff val="4118"/>
                  <a:alphaOff val="0"/>
                </a:schemeClr>
              </a:fillRef>
              <a:effectRef idx="0">
                <a:schemeClr val="accent3">
                  <a:hueOff val="214284"/>
                  <a:satOff val="-24046"/>
                  <a:lumOff val="4118"/>
                  <a:alphaOff val="0"/>
                </a:schemeClr>
              </a:effectRef>
              <a:fontRef idx="minor">
                <a:schemeClr val="lt1"/>
              </a:fontRef>
            </p:style>
            <p:txBody>
              <a:bodyPr spcFirstLastPara="0" vert="horz" wrap="square" lIns="63214" tIns="51784" rIns="63214" bIns="51784"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华文中宋" panose="02010600040101010101" pitchFamily="2" charset="-122"/>
                    <a:ea typeface="华文中宋" panose="02010600040101010101" pitchFamily="2" charset="-122"/>
                  </a:rPr>
                  <a:t>内容质量与用户需求的深入挖掘</a:t>
                </a:r>
              </a:p>
            </p:txBody>
          </p:sp>
          <p:sp>
            <p:nvSpPr>
              <p:cNvPr id="20" name="任意多边形: 形状 19">
                <a:extLst>
                  <a:ext uri="{FF2B5EF4-FFF2-40B4-BE49-F238E27FC236}">
                    <a16:creationId xmlns:a16="http://schemas.microsoft.com/office/drawing/2014/main" id="{E18F377F-1D8B-4D84-4587-C7EDFE081963}"/>
                  </a:ext>
                </a:extLst>
              </p:cNvPr>
              <p:cNvSpPr/>
              <p:nvPr/>
            </p:nvSpPr>
            <p:spPr>
              <a:xfrm>
                <a:off x="8604068" y="2212688"/>
                <a:ext cx="3421344" cy="2533625"/>
              </a:xfrm>
              <a:custGeom>
                <a:avLst/>
                <a:gdLst>
                  <a:gd name="connsiteX0" fmla="*/ 0 w 2793783"/>
                  <a:gd name="connsiteY0" fmla="*/ 199208 h 1992079"/>
                  <a:gd name="connsiteX1" fmla="*/ 199208 w 2793783"/>
                  <a:gd name="connsiteY1" fmla="*/ 0 h 1992079"/>
                  <a:gd name="connsiteX2" fmla="*/ 2594575 w 2793783"/>
                  <a:gd name="connsiteY2" fmla="*/ 0 h 1992079"/>
                  <a:gd name="connsiteX3" fmla="*/ 2793783 w 2793783"/>
                  <a:gd name="connsiteY3" fmla="*/ 199208 h 1992079"/>
                  <a:gd name="connsiteX4" fmla="*/ 2793783 w 2793783"/>
                  <a:gd name="connsiteY4" fmla="*/ 1792871 h 1992079"/>
                  <a:gd name="connsiteX5" fmla="*/ 2594575 w 2793783"/>
                  <a:gd name="connsiteY5" fmla="*/ 1992079 h 1992079"/>
                  <a:gd name="connsiteX6" fmla="*/ 199208 w 2793783"/>
                  <a:gd name="connsiteY6" fmla="*/ 1992079 h 1992079"/>
                  <a:gd name="connsiteX7" fmla="*/ 0 w 2793783"/>
                  <a:gd name="connsiteY7" fmla="*/ 1792871 h 1992079"/>
                  <a:gd name="connsiteX8" fmla="*/ 0 w 2793783"/>
                  <a:gd name="connsiteY8" fmla="*/ 199208 h 199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3783" h="1992079">
                    <a:moveTo>
                      <a:pt x="0" y="199208"/>
                    </a:moveTo>
                    <a:cubicBezTo>
                      <a:pt x="0" y="89188"/>
                      <a:pt x="89188" y="0"/>
                      <a:pt x="199208" y="0"/>
                    </a:cubicBezTo>
                    <a:lnTo>
                      <a:pt x="2594575" y="0"/>
                    </a:lnTo>
                    <a:cubicBezTo>
                      <a:pt x="2704595" y="0"/>
                      <a:pt x="2793783" y="89188"/>
                      <a:pt x="2793783" y="199208"/>
                    </a:cubicBezTo>
                    <a:lnTo>
                      <a:pt x="2793783" y="1792871"/>
                    </a:lnTo>
                    <a:cubicBezTo>
                      <a:pt x="2793783" y="1902891"/>
                      <a:pt x="2704595" y="1992079"/>
                      <a:pt x="2594575" y="1992079"/>
                    </a:cubicBezTo>
                    <a:lnTo>
                      <a:pt x="199208" y="1992079"/>
                    </a:lnTo>
                    <a:cubicBezTo>
                      <a:pt x="89188" y="1992079"/>
                      <a:pt x="0" y="1902891"/>
                      <a:pt x="0" y="1792871"/>
                    </a:cubicBezTo>
                    <a:lnTo>
                      <a:pt x="0" y="199208"/>
                    </a:lnTo>
                    <a:close/>
                  </a:path>
                </a:pathLst>
              </a:custGeom>
            </p:spPr>
            <p:style>
              <a:lnRef idx="2">
                <a:schemeClr val="accent3">
                  <a:hueOff val="428568"/>
                  <a:satOff val="-48092"/>
                  <a:lumOff val="823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513" tIns="72513" rIns="72513" bIns="499387" numCol="1" spcCol="1270" anchor="t" anchorCtr="0">
                <a:noAutofit/>
              </a:bodyPr>
              <a:lstStyle/>
              <a:p>
                <a:pPr marL="285750" lvl="1" indent="-285750" algn="just" defTabSz="711200">
                  <a:lnSpc>
                    <a:spcPts val="2600"/>
                  </a:lnSpc>
                  <a:spcBef>
                    <a:spcPct val="0"/>
                  </a:spcBef>
                  <a:spcAft>
                    <a:spcPct val="15000"/>
                  </a:spcAft>
                  <a:buFont typeface="Wingdings" panose="05000000000000000000" pitchFamily="2" charset="2"/>
                  <a:buChar char="l"/>
                </a:pPr>
                <a:endParaRPr lang="en-US" altLang="zh-CN" dirty="0">
                  <a:latin typeface="华文中宋" panose="02010600040101010101" pitchFamily="2" charset="-122"/>
                  <a:ea typeface="华文中宋" panose="02010600040101010101" pitchFamily="2" charset="-122"/>
                </a:endParaRPr>
              </a:p>
              <a:p>
                <a:pPr marL="285750" lvl="1" indent="-285750" algn="just" defTabSz="711200">
                  <a:lnSpc>
                    <a:spcPts val="2600"/>
                  </a:lnSpc>
                  <a:spcBef>
                    <a:spcPct val="0"/>
                  </a:spcBef>
                  <a:spcAft>
                    <a:spcPct val="15000"/>
                  </a:spcAft>
                  <a:buFont typeface="Wingdings" panose="05000000000000000000" pitchFamily="2" charset="2"/>
                  <a:buChar char="Ø"/>
                </a:pPr>
                <a:r>
                  <a:rPr lang="zh-CN" altLang="en-US" dirty="0">
                    <a:latin typeface="华文中宋" panose="02010600040101010101" pitchFamily="2" charset="-122"/>
                    <a:ea typeface="华文中宋" panose="02010600040101010101" pitchFamily="2" charset="-122"/>
                  </a:rPr>
                  <a:t>先进的大语言模型掌握了渊博的医学知识。</a:t>
                </a:r>
                <a:endParaRPr lang="en-US" altLang="zh-CN" dirty="0">
                  <a:latin typeface="华文中宋" panose="02010600040101010101" pitchFamily="2" charset="-122"/>
                  <a:ea typeface="华文中宋" panose="02010600040101010101" pitchFamily="2" charset="-122"/>
                </a:endParaRPr>
              </a:p>
              <a:p>
                <a:pPr marL="285750" lvl="1" indent="-285750" algn="just" defTabSz="711200">
                  <a:lnSpc>
                    <a:spcPts val="2600"/>
                  </a:lnSpc>
                  <a:spcBef>
                    <a:spcPct val="0"/>
                  </a:spcBef>
                  <a:spcAft>
                    <a:spcPct val="15000"/>
                  </a:spcAft>
                  <a:buFont typeface="Wingdings" panose="05000000000000000000" pitchFamily="2" charset="2"/>
                  <a:buChar char="Ø"/>
                </a:pPr>
                <a:r>
                  <a:rPr lang="zh-CN" altLang="en-US" dirty="0">
                    <a:latin typeface="华文中宋" panose="02010600040101010101" pitchFamily="2" charset="-122"/>
                    <a:ea typeface="华文中宋" panose="02010600040101010101" pitchFamily="2" charset="-122"/>
                  </a:rPr>
                  <a:t>回答在同理心和信息丰富度方面追平人类医生。</a:t>
                </a:r>
              </a:p>
            </p:txBody>
          </p:sp>
          <p:sp>
            <p:nvSpPr>
              <p:cNvPr id="21" name="任意多边形: 形状 20">
                <a:extLst>
                  <a:ext uri="{FF2B5EF4-FFF2-40B4-BE49-F238E27FC236}">
                    <a16:creationId xmlns:a16="http://schemas.microsoft.com/office/drawing/2014/main" id="{81061FDC-4E54-B66B-EF42-014AA796197F}"/>
                  </a:ext>
                </a:extLst>
              </p:cNvPr>
              <p:cNvSpPr/>
              <p:nvPr/>
            </p:nvSpPr>
            <p:spPr>
              <a:xfrm>
                <a:off x="8780568" y="4552635"/>
                <a:ext cx="2568200" cy="606809"/>
              </a:xfrm>
              <a:custGeom>
                <a:avLst/>
                <a:gdLst>
                  <a:gd name="connsiteX0" fmla="*/ 0 w 2483363"/>
                  <a:gd name="connsiteY0" fmla="*/ 98755 h 987551"/>
                  <a:gd name="connsiteX1" fmla="*/ 98755 w 2483363"/>
                  <a:gd name="connsiteY1" fmla="*/ 0 h 987551"/>
                  <a:gd name="connsiteX2" fmla="*/ 2384608 w 2483363"/>
                  <a:gd name="connsiteY2" fmla="*/ 0 h 987551"/>
                  <a:gd name="connsiteX3" fmla="*/ 2483363 w 2483363"/>
                  <a:gd name="connsiteY3" fmla="*/ 98755 h 987551"/>
                  <a:gd name="connsiteX4" fmla="*/ 2483363 w 2483363"/>
                  <a:gd name="connsiteY4" fmla="*/ 888796 h 987551"/>
                  <a:gd name="connsiteX5" fmla="*/ 2384608 w 2483363"/>
                  <a:gd name="connsiteY5" fmla="*/ 987551 h 987551"/>
                  <a:gd name="connsiteX6" fmla="*/ 98755 w 2483363"/>
                  <a:gd name="connsiteY6" fmla="*/ 987551 h 987551"/>
                  <a:gd name="connsiteX7" fmla="*/ 0 w 2483363"/>
                  <a:gd name="connsiteY7" fmla="*/ 888796 h 987551"/>
                  <a:gd name="connsiteX8" fmla="*/ 0 w 2483363"/>
                  <a:gd name="connsiteY8" fmla="*/ 98755 h 987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3363" h="987551">
                    <a:moveTo>
                      <a:pt x="0" y="98755"/>
                    </a:moveTo>
                    <a:cubicBezTo>
                      <a:pt x="0" y="44214"/>
                      <a:pt x="44214" y="0"/>
                      <a:pt x="98755" y="0"/>
                    </a:cubicBezTo>
                    <a:lnTo>
                      <a:pt x="2384608" y="0"/>
                    </a:lnTo>
                    <a:cubicBezTo>
                      <a:pt x="2439149" y="0"/>
                      <a:pt x="2483363" y="44214"/>
                      <a:pt x="2483363" y="98755"/>
                    </a:cubicBezTo>
                    <a:lnTo>
                      <a:pt x="2483363" y="888796"/>
                    </a:lnTo>
                    <a:cubicBezTo>
                      <a:pt x="2483363" y="943337"/>
                      <a:pt x="2439149" y="987551"/>
                      <a:pt x="2384608" y="987551"/>
                    </a:cubicBezTo>
                    <a:lnTo>
                      <a:pt x="98755" y="987551"/>
                    </a:lnTo>
                    <a:cubicBezTo>
                      <a:pt x="44214" y="987551"/>
                      <a:pt x="0" y="943337"/>
                      <a:pt x="0" y="888796"/>
                    </a:cubicBezTo>
                    <a:lnTo>
                      <a:pt x="0" y="98755"/>
                    </a:lnTo>
                    <a:close/>
                  </a:path>
                </a:pathLst>
              </a:custGeom>
            </p:spPr>
            <p:style>
              <a:lnRef idx="2">
                <a:schemeClr val="lt1">
                  <a:hueOff val="0"/>
                  <a:satOff val="0"/>
                  <a:lumOff val="0"/>
                  <a:alphaOff val="0"/>
                </a:schemeClr>
              </a:lnRef>
              <a:fillRef idx="1">
                <a:schemeClr val="accent3">
                  <a:hueOff val="428568"/>
                  <a:satOff val="-48092"/>
                  <a:lumOff val="8236"/>
                  <a:alphaOff val="0"/>
                </a:schemeClr>
              </a:fillRef>
              <a:effectRef idx="0">
                <a:schemeClr val="accent3">
                  <a:hueOff val="428568"/>
                  <a:satOff val="-48092"/>
                  <a:lumOff val="8236"/>
                  <a:alphaOff val="0"/>
                </a:schemeClr>
              </a:effectRef>
              <a:fontRef idx="minor">
                <a:schemeClr val="lt1"/>
              </a:fontRef>
            </p:style>
            <p:txBody>
              <a:bodyPr spcFirstLastPara="0" vert="horz" wrap="square" lIns="63214" tIns="51784" rIns="63214" bIns="51784" numCol="1" spcCol="1270" anchor="ctr" anchorCtr="0">
                <a:noAutofit/>
              </a:bodyPr>
              <a:lstStyle/>
              <a:p>
                <a:pPr lvl="0" algn="ctr" defTabSz="800100">
                  <a:lnSpc>
                    <a:spcPct val="90000"/>
                  </a:lnSpc>
                  <a:spcBef>
                    <a:spcPct val="0"/>
                  </a:spcBef>
                  <a:spcAft>
                    <a:spcPct val="35000"/>
                  </a:spcAft>
                </a:pPr>
                <a:r>
                  <a:rPr lang="zh-CN" altLang="en-US" dirty="0">
                    <a:latin typeface="华文中宋" panose="02010600040101010101" pitchFamily="2" charset="-122"/>
                    <a:ea typeface="华文中宋" panose="02010600040101010101" pitchFamily="2" charset="-122"/>
                  </a:rPr>
                  <a:t>探索大语言模型的潜力</a:t>
                </a:r>
                <a:endParaRPr lang="zh-CN" altLang="en-US" sz="1800" kern="1200" dirty="0">
                  <a:latin typeface="华文中宋" panose="02010600040101010101" pitchFamily="2" charset="-122"/>
                  <a:ea typeface="华文中宋" panose="02010600040101010101" pitchFamily="2" charset="-122"/>
                </a:endParaRPr>
              </a:p>
            </p:txBody>
          </p:sp>
        </p:grpSp>
      </p:grpSp>
      <p:sp>
        <p:nvSpPr>
          <p:cNvPr id="26" name="文本框 25">
            <a:extLst>
              <a:ext uri="{FF2B5EF4-FFF2-40B4-BE49-F238E27FC236}">
                <a16:creationId xmlns:a16="http://schemas.microsoft.com/office/drawing/2014/main" id="{E38973B4-652F-158E-98AA-FCDC29EFA3A5}"/>
              </a:ext>
            </a:extLst>
          </p:cNvPr>
          <p:cNvSpPr txBox="1"/>
          <p:nvPr/>
        </p:nvSpPr>
        <p:spPr>
          <a:xfrm>
            <a:off x="419955" y="1147893"/>
            <a:ext cx="11352090" cy="415551"/>
          </a:xfrm>
          <a:prstGeom prst="rect">
            <a:avLst/>
          </a:prstGeom>
          <a:effectLst>
            <a:innerShdw blurRad="63500" dist="50800" dir="54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lgn="ctr">
              <a:spcBef>
                <a:spcPts val="1200"/>
              </a:spcBef>
              <a:spcAft>
                <a:spcPts val="1200"/>
              </a:spcAft>
              <a:defRPr sz="2000">
                <a:effectLst>
                  <a:outerShdw blurRad="75057" dist="38100" dir="5400000" sy="-20000" rotWithShape="0">
                    <a:prstClr val="black">
                      <a:alpha val="25000"/>
                    </a:prstClr>
                  </a:outerShdw>
                </a:effectLst>
                <a:latin typeface="华文中宋" panose="02010600040101010101" pitchFamily="2" charset="-122"/>
                <a:ea typeface="华文中宋" panose="02010600040101010101" pitchFamily="2" charset="-122"/>
              </a:defRPr>
            </a:lvl1pPr>
          </a:lstStyle>
          <a:p>
            <a:r>
              <a:rPr lang="zh-CN" altLang="en-US" dirty="0"/>
              <a:t>研究起步早，</a:t>
            </a:r>
            <a:r>
              <a:rPr lang="zh-CN" altLang="zh-CN" dirty="0"/>
              <a:t>已形成较为系统的体系</a:t>
            </a:r>
            <a:endParaRPr lang="zh-CN" altLang="en-US" dirty="0"/>
          </a:p>
        </p:txBody>
      </p:sp>
    </p:spTree>
    <p:extLst>
      <p:ext uri="{BB962C8B-B14F-4D97-AF65-F5344CB8AC3E}">
        <p14:creationId xmlns:p14="http://schemas.microsoft.com/office/powerpoint/2010/main" val="2660114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F0464-3168-09F1-FAF1-A2FF17F48FB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514ECC-7C81-CA88-14D1-3840A9BD1079}"/>
              </a:ext>
            </a:extLst>
          </p:cNvPr>
          <p:cNvSpPr>
            <a:spLocks noGrp="1"/>
          </p:cNvSpPr>
          <p:nvPr>
            <p:ph type="title"/>
          </p:nvPr>
        </p:nvSpPr>
        <p:spPr>
          <a:xfrm>
            <a:off x="690364" y="310997"/>
            <a:ext cx="10858500" cy="825807"/>
          </a:xfrm>
        </p:spPr>
        <p:txBody>
          <a:bodyPr/>
          <a:lstStyle/>
          <a:p>
            <a:r>
              <a:rPr lang="zh-CN" altLang="en-US" dirty="0"/>
              <a:t>国内研究概况</a:t>
            </a:r>
          </a:p>
        </p:txBody>
      </p:sp>
      <p:sp>
        <p:nvSpPr>
          <p:cNvPr id="3" name="日期占位符 2">
            <a:extLst>
              <a:ext uri="{FF2B5EF4-FFF2-40B4-BE49-F238E27FC236}">
                <a16:creationId xmlns:a16="http://schemas.microsoft.com/office/drawing/2014/main" id="{FB3A7B81-D54B-1AAD-5BDC-93F92C55E187}"/>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90BCD10D-5965-07DA-B815-D6401EFC6C6B}"/>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528D466C-9FEA-7090-75E3-2708479DB3C2}"/>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8</a:t>
            </a:fld>
            <a:endParaRPr lang="zh-CN" altLang="en-US"/>
          </a:p>
        </p:txBody>
      </p:sp>
      <p:sp>
        <p:nvSpPr>
          <p:cNvPr id="15" name="文本占位符 14">
            <a:extLst>
              <a:ext uri="{FF2B5EF4-FFF2-40B4-BE49-F238E27FC236}">
                <a16:creationId xmlns:a16="http://schemas.microsoft.com/office/drawing/2014/main" id="{3AF50DA6-25DD-CADA-DE60-3ADE3B1369FA}"/>
              </a:ext>
            </a:extLst>
          </p:cNvPr>
          <p:cNvSpPr>
            <a:spLocks noGrp="1"/>
          </p:cNvSpPr>
          <p:nvPr>
            <p:ph type="body" sz="quarter" idx="13"/>
          </p:nvPr>
        </p:nvSpPr>
        <p:spPr/>
        <p:txBody>
          <a:bodyPr/>
          <a:lstStyle/>
          <a:p>
            <a:r>
              <a:rPr lang="zh-CN" altLang="en-US" dirty="0"/>
              <a:t>研究背景与意义</a:t>
            </a:r>
          </a:p>
        </p:txBody>
      </p:sp>
      <p:sp>
        <p:nvSpPr>
          <p:cNvPr id="7" name="文本框 6">
            <a:extLst>
              <a:ext uri="{FF2B5EF4-FFF2-40B4-BE49-F238E27FC236}">
                <a16:creationId xmlns:a16="http://schemas.microsoft.com/office/drawing/2014/main" id="{1BE93DAD-4A03-17C8-7016-C19F95BA515A}"/>
              </a:ext>
            </a:extLst>
          </p:cNvPr>
          <p:cNvSpPr txBox="1"/>
          <p:nvPr/>
        </p:nvSpPr>
        <p:spPr>
          <a:xfrm>
            <a:off x="419955" y="1147893"/>
            <a:ext cx="11352090" cy="415551"/>
          </a:xfrm>
          <a:prstGeom prst="rect">
            <a:avLst/>
          </a:prstGeom>
          <a:effectLst>
            <a:innerShdw blurRad="63500" dist="50800" dir="54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wrap="square">
            <a:spAutoFit/>
          </a:bodyPr>
          <a:lstStyle/>
          <a:p>
            <a:pPr algn="ctr">
              <a:spcBef>
                <a:spcPts val="1200"/>
              </a:spcBef>
              <a:spcAft>
                <a:spcPts val="1200"/>
              </a:spcAft>
            </a:pPr>
            <a:r>
              <a:rPr lang="zh-CN" altLang="en-US" sz="2000" dirty="0">
                <a:effectLst>
                  <a:outerShdw blurRad="75057" dist="38100" dir="5400000" sy="-20000" rotWithShape="0">
                    <a:prstClr val="black">
                      <a:alpha val="25000"/>
                    </a:prstClr>
                  </a:outerShdw>
                </a:effectLst>
                <a:latin typeface="华文中宋" panose="02010600040101010101" pitchFamily="2" charset="-122"/>
                <a:ea typeface="华文中宋" panose="02010600040101010101" pitchFamily="2" charset="-122"/>
              </a:rPr>
              <a:t>研究起步晚，受传统观念限制较多</a:t>
            </a:r>
          </a:p>
        </p:txBody>
      </p:sp>
      <p:graphicFrame>
        <p:nvGraphicFramePr>
          <p:cNvPr id="8" name="图示 7">
            <a:extLst>
              <a:ext uri="{FF2B5EF4-FFF2-40B4-BE49-F238E27FC236}">
                <a16:creationId xmlns:a16="http://schemas.microsoft.com/office/drawing/2014/main" id="{5C938108-C8C3-7884-8E6B-6B04466A5F91}"/>
              </a:ext>
            </a:extLst>
          </p:cNvPr>
          <p:cNvGraphicFramePr/>
          <p:nvPr>
            <p:extLst>
              <p:ext uri="{D42A27DB-BD31-4B8C-83A1-F6EECF244321}">
                <p14:modId xmlns:p14="http://schemas.microsoft.com/office/powerpoint/2010/main" val="1597579641"/>
              </p:ext>
            </p:extLst>
          </p:nvPr>
        </p:nvGraphicFramePr>
        <p:xfrm>
          <a:off x="168277" y="1606374"/>
          <a:ext cx="11902673" cy="50451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07388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83B7B-78A2-9707-0D3E-ED9F9AD22F3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DFBAC1-D93E-35F1-58B5-13F496CED5D9}"/>
              </a:ext>
            </a:extLst>
          </p:cNvPr>
          <p:cNvSpPr>
            <a:spLocks noGrp="1"/>
          </p:cNvSpPr>
          <p:nvPr>
            <p:ph type="title"/>
          </p:nvPr>
        </p:nvSpPr>
        <p:spPr>
          <a:xfrm>
            <a:off x="690364" y="310997"/>
            <a:ext cx="10858500" cy="825807"/>
          </a:xfrm>
        </p:spPr>
        <p:txBody>
          <a:bodyPr/>
          <a:lstStyle/>
          <a:p>
            <a:r>
              <a:rPr lang="zh-CN" altLang="en-US" dirty="0"/>
              <a:t>研究空白与本研究切入点</a:t>
            </a:r>
          </a:p>
        </p:txBody>
      </p:sp>
      <p:sp>
        <p:nvSpPr>
          <p:cNvPr id="3" name="日期占位符 2">
            <a:extLst>
              <a:ext uri="{FF2B5EF4-FFF2-40B4-BE49-F238E27FC236}">
                <a16:creationId xmlns:a16="http://schemas.microsoft.com/office/drawing/2014/main" id="{CEDEDC09-F30C-8990-4418-D9523DEA2176}"/>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D10B81D6-2245-4DAD-2C9A-FE49931190E1}"/>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ACEC4600-D151-75AE-4C23-88EB3DC6C54D}"/>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9</a:t>
            </a:fld>
            <a:endParaRPr lang="zh-CN" altLang="en-US"/>
          </a:p>
        </p:txBody>
      </p:sp>
      <p:sp>
        <p:nvSpPr>
          <p:cNvPr id="17" name="文本占位符 16">
            <a:extLst>
              <a:ext uri="{FF2B5EF4-FFF2-40B4-BE49-F238E27FC236}">
                <a16:creationId xmlns:a16="http://schemas.microsoft.com/office/drawing/2014/main" id="{88CE6900-9169-5FEB-40AF-4DF0A1FCE3A0}"/>
              </a:ext>
            </a:extLst>
          </p:cNvPr>
          <p:cNvSpPr>
            <a:spLocks noGrp="1"/>
          </p:cNvSpPr>
          <p:nvPr>
            <p:ph type="body" sz="quarter" idx="13"/>
          </p:nvPr>
        </p:nvSpPr>
        <p:spPr/>
        <p:txBody>
          <a:bodyPr/>
          <a:lstStyle/>
          <a:p>
            <a:r>
              <a:rPr lang="zh-CN" altLang="en-US" dirty="0"/>
              <a:t>研究背景与意义</a:t>
            </a:r>
          </a:p>
        </p:txBody>
      </p:sp>
      <p:graphicFrame>
        <p:nvGraphicFramePr>
          <p:cNvPr id="6" name="图示 5">
            <a:extLst>
              <a:ext uri="{FF2B5EF4-FFF2-40B4-BE49-F238E27FC236}">
                <a16:creationId xmlns:a16="http://schemas.microsoft.com/office/drawing/2014/main" id="{C3C5BFF4-CEFA-04BC-65A9-E1620DE7D722}"/>
              </a:ext>
            </a:extLst>
          </p:cNvPr>
          <p:cNvGraphicFramePr/>
          <p:nvPr>
            <p:extLst>
              <p:ext uri="{D42A27DB-BD31-4B8C-83A1-F6EECF244321}">
                <p14:modId xmlns:p14="http://schemas.microsoft.com/office/powerpoint/2010/main" val="3124071060"/>
              </p:ext>
            </p:extLst>
          </p:nvPr>
        </p:nvGraphicFramePr>
        <p:xfrm>
          <a:off x="285709" y="1350334"/>
          <a:ext cx="11341100" cy="47633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0786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5FED8-2443-41AF-4A4D-D680E8AA774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0781120-4180-1C40-F35E-61372C9A0334}"/>
              </a:ext>
            </a:extLst>
          </p:cNvPr>
          <p:cNvSpPr>
            <a:spLocks noGrp="1"/>
          </p:cNvSpPr>
          <p:nvPr>
            <p:ph type="title"/>
          </p:nvPr>
        </p:nvSpPr>
        <p:spPr>
          <a:xfrm>
            <a:off x="690364" y="310997"/>
            <a:ext cx="10858500" cy="825807"/>
          </a:xfrm>
        </p:spPr>
        <p:txBody>
          <a:bodyPr/>
          <a:lstStyle/>
          <a:p>
            <a:r>
              <a:rPr lang="zh-CN" altLang="en-US" dirty="0"/>
              <a:t>应用前景</a:t>
            </a:r>
          </a:p>
        </p:txBody>
      </p:sp>
      <p:sp>
        <p:nvSpPr>
          <p:cNvPr id="3" name="日期占位符 2">
            <a:extLst>
              <a:ext uri="{FF2B5EF4-FFF2-40B4-BE49-F238E27FC236}">
                <a16:creationId xmlns:a16="http://schemas.microsoft.com/office/drawing/2014/main" id="{AC6525AD-D1B4-FBE3-BCBA-74EAFA251884}"/>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11487F7A-3EB4-155D-9BFD-C78DE30DB904}"/>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9513DC6F-10CE-815B-0322-FD71F10C1289}"/>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10</a:t>
            </a:fld>
            <a:endParaRPr lang="zh-CN" altLang="en-US"/>
          </a:p>
        </p:txBody>
      </p:sp>
      <p:sp>
        <p:nvSpPr>
          <p:cNvPr id="17" name="文本占位符 16">
            <a:extLst>
              <a:ext uri="{FF2B5EF4-FFF2-40B4-BE49-F238E27FC236}">
                <a16:creationId xmlns:a16="http://schemas.microsoft.com/office/drawing/2014/main" id="{483C0D8F-73F7-5785-8ACB-F96C8BD5C7CD}"/>
              </a:ext>
            </a:extLst>
          </p:cNvPr>
          <p:cNvSpPr>
            <a:spLocks noGrp="1"/>
          </p:cNvSpPr>
          <p:nvPr>
            <p:ph type="body" sz="quarter" idx="13"/>
          </p:nvPr>
        </p:nvSpPr>
        <p:spPr/>
        <p:txBody>
          <a:bodyPr/>
          <a:lstStyle/>
          <a:p>
            <a:r>
              <a:rPr lang="zh-CN" altLang="en-US" dirty="0"/>
              <a:t>研究背景与意义</a:t>
            </a:r>
          </a:p>
        </p:txBody>
      </p:sp>
      <p:graphicFrame>
        <p:nvGraphicFramePr>
          <p:cNvPr id="6" name="图示 5">
            <a:extLst>
              <a:ext uri="{FF2B5EF4-FFF2-40B4-BE49-F238E27FC236}">
                <a16:creationId xmlns:a16="http://schemas.microsoft.com/office/drawing/2014/main" id="{EDED2D58-FF46-0670-4036-274644BBC5EB}"/>
              </a:ext>
            </a:extLst>
          </p:cNvPr>
          <p:cNvGraphicFramePr/>
          <p:nvPr>
            <p:extLst>
              <p:ext uri="{D42A27DB-BD31-4B8C-83A1-F6EECF244321}">
                <p14:modId xmlns:p14="http://schemas.microsoft.com/office/powerpoint/2010/main" val="2054804625"/>
              </p:ext>
            </p:extLst>
          </p:nvPr>
        </p:nvGraphicFramePr>
        <p:xfrm>
          <a:off x="180068" y="1329070"/>
          <a:ext cx="11831864" cy="48590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624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232E4-73B4-B750-976B-E171E084F7BD}"/>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7400346E-CBD4-0F21-9E2D-292A5B93D27E}"/>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21E0180F-D923-9961-70CA-D02C11220F35}"/>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EF6F29E3-3E99-832E-2F74-B7A2A8BB4169}"/>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2973C397-F4D8-EB3F-91F2-D7AA000E97C1}"/>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74CB1C96-9B85-A71B-6077-8729115328C7}"/>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AC46B423-4277-8415-C931-4810832B6FE4}"/>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4C503BD8-8ADC-BF98-63BD-E6F0459AF3A2}"/>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03FA1F66-6FFF-7F57-D554-5EA3B467702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E7AA878D-F63A-7E4A-1A53-3D7C294AFA43}"/>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DBC9878D-BE1A-C045-26EC-7FC8AF315CFA}"/>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0B1CFABF-B746-3AC0-CCEE-5CCB42444AFF}"/>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C7B11BFC-C329-1F79-01D8-9C6B16CC1E9C}"/>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39AD885A-74A1-6FCD-24C6-B71A8F35960A}"/>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BBCEB016-F3D4-2737-07D7-DA69E7B875AD}"/>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566003CA-3AF3-20F9-BC4F-240D55FBDC30}"/>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CEC9FDC0-D820-F5DB-C736-FD2B9D3272C1}"/>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FAF1922C-FD5E-64B7-7F75-CF605AEF8A9C}"/>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1A59708A-3ED9-25D7-9013-39F99A89C71F}"/>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83E0DA8E-258C-D0B1-7974-73134813BA6D}"/>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0581639B-A857-EDF4-F977-DD5D36FBD3CB}"/>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201466DA-DFCD-591D-BAAF-F70A35F1ED7D}"/>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41082992-7BE8-C8A2-97C3-89005D9E3AC5}"/>
              </a:ext>
            </a:extLst>
          </p:cNvPr>
          <p:cNvSpPr txBox="1"/>
          <p:nvPr/>
        </p:nvSpPr>
        <p:spPr>
          <a:xfrm>
            <a:off x="1873071" y="2105561"/>
            <a:ext cx="2395207"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02</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7AA57BED-019B-854C-FAEA-0A11725A274D}"/>
              </a:ext>
            </a:extLst>
          </p:cNvPr>
          <p:cNvSpPr txBox="1">
            <a:spLocks/>
          </p:cNvSpPr>
          <p:nvPr/>
        </p:nvSpPr>
        <p:spPr>
          <a:xfrm>
            <a:off x="5222839" y="2846741"/>
            <a:ext cx="3949799"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研究内容与方法</a:t>
            </a:r>
          </a:p>
        </p:txBody>
      </p:sp>
      <p:sp>
        <p:nvSpPr>
          <p:cNvPr id="13" name="文本占位符 1">
            <a:extLst>
              <a:ext uri="{FF2B5EF4-FFF2-40B4-BE49-F238E27FC236}">
                <a16:creationId xmlns:a16="http://schemas.microsoft.com/office/drawing/2014/main" id="{CAA88B71-91E7-7474-1FD1-BF53357D4804}"/>
              </a:ext>
            </a:extLst>
          </p:cNvPr>
          <p:cNvSpPr txBox="1">
            <a:spLocks/>
          </p:cNvSpPr>
          <p:nvPr/>
        </p:nvSpPr>
        <p:spPr>
          <a:xfrm>
            <a:off x="5222839" y="3617144"/>
            <a:ext cx="3257302"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Content and Methods</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3C41BDE1-3B20-C0D9-0FC4-3EC9DB2C0843}"/>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88AF6731-D517-6BBA-42CE-A2B809D3BD55}"/>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B7F48D46-0449-DE7C-304A-558C2375655A}"/>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E93A8D22-2D8E-907A-715B-7C859231389B}"/>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8ECDF997-D8EA-74BB-DFBB-2871E161047F}"/>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3A0D664C-9FD5-683B-301E-7E626C35545A}"/>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19D2743A-F601-E976-AFD5-DEB869F813FB}"/>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5A589424-A57B-28EA-1C2B-D021D61A7F5A}"/>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729D9F1C-3AC3-84A9-BE15-B3A710BB83C0}"/>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050A8431-C815-9ECF-924C-EDF92591AF82}"/>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4983A0A0-CB0F-C7FC-2685-FC4F3203AF5B}"/>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393CDC6E-0967-919F-6158-3B8BB4D3AC24}"/>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7A4E48F7-69A9-DB1C-05F9-B1CABA96214A}"/>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641974CF-97ED-D36E-D787-9E0F6D59DF56}"/>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4F7ACC57-D588-E96F-F241-388582D5F1DF}"/>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7985CB94-EBEC-13A8-72E8-8BC592336438}"/>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4449E1B4-FC6A-72A8-A599-9BFC4B4DB7AC}"/>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C2DED58A-4BDE-062A-E1D2-AD4FF2479D12}"/>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EFDD5E02-178D-537E-A9EA-48A62597C313}"/>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DB81776E-60CF-5D3D-CDC2-1FE8F540E473}"/>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9FCFDC58-8B9E-6B2C-7312-54CABB9D6161}"/>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61C9C9C5-CD01-8841-0D12-4B6919A854A7}"/>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390D859F-9764-DB78-B3CB-881362298D68}"/>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6A890733-6063-497A-DC68-F33A613912FE}"/>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23DB7BE6-8582-D5D5-73AB-AC1FD1CF30C8}"/>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FBA4BD3D-FE34-BF32-54FF-4AB57C88C1DE}"/>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0B09EF11-8C7E-E92C-DF0C-8F31B5C68448}"/>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C44A9D3F-7CB0-9A69-F955-E8AF665CF761}"/>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08F31723-CD3E-3E3C-EADB-F2652FBC4FFA}"/>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FB32A9DB-3EB9-7B43-34E4-68D103800C01}"/>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C69CC5D7-BF9B-B891-596F-8E797E2FBB16}"/>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CA4FF9C6-BE55-5793-8886-FDF7994A5D28}"/>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9C27DC3A-6450-1869-EA57-05F95C294CE0}"/>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E286B980-9794-E868-788E-FC1C26B6869F}"/>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283C3C18-597C-43B7-C976-A08166F9DF8E}"/>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A49E99D0-F68C-48DD-FF42-0FE63DFC7901}"/>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C75D9C3F-60FA-BFA4-DD60-35B437615C00}"/>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FF83F810-D0B6-72D0-83E1-243ED838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1110188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6A589-E12B-5A30-9374-6BF1ACD604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32935A2-E5D6-35AE-3386-55A30E80225F}"/>
              </a:ext>
            </a:extLst>
          </p:cNvPr>
          <p:cNvSpPr>
            <a:spLocks noGrp="1"/>
          </p:cNvSpPr>
          <p:nvPr>
            <p:ph type="title"/>
          </p:nvPr>
        </p:nvSpPr>
        <p:spPr>
          <a:xfrm>
            <a:off x="690364" y="310997"/>
            <a:ext cx="10858500" cy="825807"/>
          </a:xfrm>
        </p:spPr>
        <p:txBody>
          <a:bodyPr/>
          <a:lstStyle/>
          <a:p>
            <a:r>
              <a:rPr lang="zh-CN" altLang="en-US" dirty="0"/>
              <a:t>研究目标</a:t>
            </a:r>
          </a:p>
        </p:txBody>
      </p:sp>
      <p:sp>
        <p:nvSpPr>
          <p:cNvPr id="3" name="日期占位符 2">
            <a:extLst>
              <a:ext uri="{FF2B5EF4-FFF2-40B4-BE49-F238E27FC236}">
                <a16:creationId xmlns:a16="http://schemas.microsoft.com/office/drawing/2014/main" id="{293DD67B-3349-EA81-75E3-6D2A9BE1EDFF}"/>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502EA2E7-E552-9AF0-C93F-31EB03270EE7}"/>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B22CF151-01E8-9412-7600-0F1549EE43A4}"/>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12</a:t>
            </a:fld>
            <a:endParaRPr lang="zh-CN" altLang="en-US"/>
          </a:p>
        </p:txBody>
      </p:sp>
      <p:sp>
        <p:nvSpPr>
          <p:cNvPr id="11" name="文本占位符 10">
            <a:extLst>
              <a:ext uri="{FF2B5EF4-FFF2-40B4-BE49-F238E27FC236}">
                <a16:creationId xmlns:a16="http://schemas.microsoft.com/office/drawing/2014/main" id="{51CAD223-4FC3-3D19-A367-68751FE1DD54}"/>
              </a:ext>
            </a:extLst>
          </p:cNvPr>
          <p:cNvSpPr>
            <a:spLocks noGrp="1"/>
          </p:cNvSpPr>
          <p:nvPr>
            <p:ph type="body" sz="quarter" idx="13"/>
          </p:nvPr>
        </p:nvSpPr>
        <p:spPr/>
        <p:txBody>
          <a:bodyPr/>
          <a:lstStyle/>
          <a:p>
            <a:r>
              <a:rPr lang="zh-CN" altLang="en-US" dirty="0"/>
              <a:t>研究内容与方法</a:t>
            </a:r>
          </a:p>
        </p:txBody>
      </p:sp>
      <p:graphicFrame>
        <p:nvGraphicFramePr>
          <p:cNvPr id="6" name="图示 5">
            <a:extLst>
              <a:ext uri="{FF2B5EF4-FFF2-40B4-BE49-F238E27FC236}">
                <a16:creationId xmlns:a16="http://schemas.microsoft.com/office/drawing/2014/main" id="{538858FA-2BCF-0CD1-271C-ACAA3AC6B666}"/>
              </a:ext>
            </a:extLst>
          </p:cNvPr>
          <p:cNvGraphicFramePr/>
          <p:nvPr>
            <p:extLst>
              <p:ext uri="{D42A27DB-BD31-4B8C-83A1-F6EECF244321}">
                <p14:modId xmlns:p14="http://schemas.microsoft.com/office/powerpoint/2010/main" val="1946341062"/>
              </p:ext>
            </p:extLst>
          </p:nvPr>
        </p:nvGraphicFramePr>
        <p:xfrm>
          <a:off x="270328" y="1136804"/>
          <a:ext cx="11651344" cy="52276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865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1310-0B61-68A0-0095-CA13FBA954D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FCBECB-1DB2-127B-2F85-517E2F511A6B}"/>
              </a:ext>
            </a:extLst>
          </p:cNvPr>
          <p:cNvSpPr>
            <a:spLocks noGrp="1"/>
          </p:cNvSpPr>
          <p:nvPr>
            <p:ph type="title"/>
          </p:nvPr>
        </p:nvSpPr>
        <p:spPr>
          <a:xfrm>
            <a:off x="690364" y="310997"/>
            <a:ext cx="10858500" cy="825807"/>
          </a:xfrm>
        </p:spPr>
        <p:txBody>
          <a:bodyPr/>
          <a:lstStyle/>
          <a:p>
            <a:r>
              <a:rPr lang="zh-CN" altLang="en-US" dirty="0"/>
              <a:t>研究内容</a:t>
            </a:r>
          </a:p>
        </p:txBody>
      </p:sp>
      <p:sp>
        <p:nvSpPr>
          <p:cNvPr id="3" name="日期占位符 2">
            <a:extLst>
              <a:ext uri="{FF2B5EF4-FFF2-40B4-BE49-F238E27FC236}">
                <a16:creationId xmlns:a16="http://schemas.microsoft.com/office/drawing/2014/main" id="{88027704-50AD-DD43-4EA4-9DA6525B7282}"/>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F3983702-8BC3-166C-D491-3217C6802A56}"/>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ED7EB0FD-12FF-1ED0-D531-FB68BD851E73}"/>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13</a:t>
            </a:fld>
            <a:endParaRPr lang="zh-CN" altLang="en-US"/>
          </a:p>
        </p:txBody>
      </p:sp>
      <p:sp>
        <p:nvSpPr>
          <p:cNvPr id="11" name="文本占位符 10">
            <a:extLst>
              <a:ext uri="{FF2B5EF4-FFF2-40B4-BE49-F238E27FC236}">
                <a16:creationId xmlns:a16="http://schemas.microsoft.com/office/drawing/2014/main" id="{78ECE108-3DFE-C125-F773-C8BD36FEC72C}"/>
              </a:ext>
            </a:extLst>
          </p:cNvPr>
          <p:cNvSpPr>
            <a:spLocks noGrp="1"/>
          </p:cNvSpPr>
          <p:nvPr>
            <p:ph type="body" sz="quarter" idx="13"/>
          </p:nvPr>
        </p:nvSpPr>
        <p:spPr/>
        <p:txBody>
          <a:bodyPr/>
          <a:lstStyle/>
          <a:p>
            <a:r>
              <a:rPr lang="zh-CN" altLang="en-US" dirty="0"/>
              <a:t>研究内容与方法</a:t>
            </a:r>
          </a:p>
        </p:txBody>
      </p:sp>
      <p:graphicFrame>
        <p:nvGraphicFramePr>
          <p:cNvPr id="8" name="图示 7">
            <a:extLst>
              <a:ext uri="{FF2B5EF4-FFF2-40B4-BE49-F238E27FC236}">
                <a16:creationId xmlns:a16="http://schemas.microsoft.com/office/drawing/2014/main" id="{F53A0ED6-9754-8669-3B3E-C2CC45091D31}"/>
              </a:ext>
            </a:extLst>
          </p:cNvPr>
          <p:cNvGraphicFramePr/>
          <p:nvPr>
            <p:extLst>
              <p:ext uri="{D42A27DB-BD31-4B8C-83A1-F6EECF244321}">
                <p14:modId xmlns:p14="http://schemas.microsoft.com/office/powerpoint/2010/main" val="2805766262"/>
              </p:ext>
            </p:extLst>
          </p:nvPr>
        </p:nvGraphicFramePr>
        <p:xfrm>
          <a:off x="301199" y="1136804"/>
          <a:ext cx="11636829" cy="51917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5890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C4305-B667-88A3-FE17-B84CC86B7F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E13DEF-9882-15B7-F20E-30B2A1EE1D11}"/>
              </a:ext>
            </a:extLst>
          </p:cNvPr>
          <p:cNvSpPr>
            <a:spLocks noGrp="1"/>
          </p:cNvSpPr>
          <p:nvPr>
            <p:ph type="title"/>
          </p:nvPr>
        </p:nvSpPr>
        <p:spPr>
          <a:xfrm>
            <a:off x="690364" y="310997"/>
            <a:ext cx="10858500" cy="825807"/>
          </a:xfrm>
        </p:spPr>
        <p:txBody>
          <a:bodyPr/>
          <a:lstStyle/>
          <a:p>
            <a:r>
              <a:rPr lang="zh-CN" altLang="en-US" dirty="0"/>
              <a:t>实验方案</a:t>
            </a:r>
          </a:p>
        </p:txBody>
      </p:sp>
      <p:sp>
        <p:nvSpPr>
          <p:cNvPr id="3" name="日期占位符 2">
            <a:extLst>
              <a:ext uri="{FF2B5EF4-FFF2-40B4-BE49-F238E27FC236}">
                <a16:creationId xmlns:a16="http://schemas.microsoft.com/office/drawing/2014/main" id="{8FBB2A68-593D-9E4F-63C6-6C6DF00023EC}"/>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2A15C9F7-2E4F-CDF5-43B9-4E53F716DFA5}"/>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AA39D334-0311-2A4D-A86D-D4298415CFCE}"/>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14</a:t>
            </a:fld>
            <a:endParaRPr lang="zh-CN" altLang="en-US"/>
          </a:p>
        </p:txBody>
      </p:sp>
      <p:sp>
        <p:nvSpPr>
          <p:cNvPr id="11" name="文本占位符 10">
            <a:extLst>
              <a:ext uri="{FF2B5EF4-FFF2-40B4-BE49-F238E27FC236}">
                <a16:creationId xmlns:a16="http://schemas.microsoft.com/office/drawing/2014/main" id="{4027850B-EB11-C29A-9B35-856D88365A40}"/>
              </a:ext>
            </a:extLst>
          </p:cNvPr>
          <p:cNvSpPr>
            <a:spLocks noGrp="1"/>
          </p:cNvSpPr>
          <p:nvPr>
            <p:ph type="body" sz="quarter" idx="13"/>
          </p:nvPr>
        </p:nvSpPr>
        <p:spPr/>
        <p:txBody>
          <a:bodyPr/>
          <a:lstStyle/>
          <a:p>
            <a:r>
              <a:rPr lang="zh-CN" altLang="en-US" dirty="0"/>
              <a:t>研究内容与方法</a:t>
            </a:r>
          </a:p>
        </p:txBody>
      </p:sp>
      <p:graphicFrame>
        <p:nvGraphicFramePr>
          <p:cNvPr id="8" name="图示 7">
            <a:extLst>
              <a:ext uri="{FF2B5EF4-FFF2-40B4-BE49-F238E27FC236}">
                <a16:creationId xmlns:a16="http://schemas.microsoft.com/office/drawing/2014/main" id="{DB86386E-8E41-F266-4CFD-BF5FC4C5A5DD}"/>
              </a:ext>
            </a:extLst>
          </p:cNvPr>
          <p:cNvGraphicFramePr/>
          <p:nvPr>
            <p:extLst>
              <p:ext uri="{D42A27DB-BD31-4B8C-83A1-F6EECF244321}">
                <p14:modId xmlns:p14="http://schemas.microsoft.com/office/powerpoint/2010/main" val="890971962"/>
              </p:ext>
            </p:extLst>
          </p:nvPr>
        </p:nvGraphicFramePr>
        <p:xfrm>
          <a:off x="1449616" y="1232856"/>
          <a:ext cx="9349014"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775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349C6-9FF7-ABAB-4159-81338FBBC83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2E9DFA0-616C-B3D6-65F7-BC059C3BD793}"/>
              </a:ext>
            </a:extLst>
          </p:cNvPr>
          <p:cNvSpPr>
            <a:spLocks noGrp="1"/>
          </p:cNvSpPr>
          <p:nvPr>
            <p:ph type="title"/>
          </p:nvPr>
        </p:nvSpPr>
        <p:spPr>
          <a:xfrm>
            <a:off x="690364" y="310997"/>
            <a:ext cx="10858500" cy="825807"/>
          </a:xfrm>
        </p:spPr>
        <p:txBody>
          <a:bodyPr/>
          <a:lstStyle/>
          <a:p>
            <a:r>
              <a:rPr lang="zh-CN" altLang="en-US" dirty="0"/>
              <a:t>技术路线</a:t>
            </a:r>
          </a:p>
        </p:txBody>
      </p:sp>
      <p:sp>
        <p:nvSpPr>
          <p:cNvPr id="3" name="日期占位符 2">
            <a:extLst>
              <a:ext uri="{FF2B5EF4-FFF2-40B4-BE49-F238E27FC236}">
                <a16:creationId xmlns:a16="http://schemas.microsoft.com/office/drawing/2014/main" id="{35C7A1CC-D9B1-8E35-FC40-32C70E3C025C}"/>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D26FD608-F0FF-A5CB-8520-69B10EC73D8A}"/>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452952C7-BED0-E4F5-176F-56A6997C61C4}"/>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15</a:t>
            </a:fld>
            <a:endParaRPr lang="zh-CN" altLang="en-US"/>
          </a:p>
        </p:txBody>
      </p:sp>
      <p:sp>
        <p:nvSpPr>
          <p:cNvPr id="11" name="文本占位符 10">
            <a:extLst>
              <a:ext uri="{FF2B5EF4-FFF2-40B4-BE49-F238E27FC236}">
                <a16:creationId xmlns:a16="http://schemas.microsoft.com/office/drawing/2014/main" id="{F04FD933-0A56-5606-4290-B7A48848B48A}"/>
              </a:ext>
            </a:extLst>
          </p:cNvPr>
          <p:cNvSpPr>
            <a:spLocks noGrp="1"/>
          </p:cNvSpPr>
          <p:nvPr>
            <p:ph type="body" sz="quarter" idx="13"/>
          </p:nvPr>
        </p:nvSpPr>
        <p:spPr/>
        <p:txBody>
          <a:bodyPr/>
          <a:lstStyle/>
          <a:p>
            <a:r>
              <a:rPr lang="zh-CN" altLang="en-US" dirty="0"/>
              <a:t>研究内容与方法</a:t>
            </a:r>
          </a:p>
        </p:txBody>
      </p:sp>
      <p:graphicFrame>
        <p:nvGraphicFramePr>
          <p:cNvPr id="8" name="图示 7">
            <a:extLst>
              <a:ext uri="{FF2B5EF4-FFF2-40B4-BE49-F238E27FC236}">
                <a16:creationId xmlns:a16="http://schemas.microsoft.com/office/drawing/2014/main" id="{FE02B0BD-BE05-488C-8208-2CC6A88C6217}"/>
              </a:ext>
            </a:extLst>
          </p:cNvPr>
          <p:cNvGraphicFramePr/>
          <p:nvPr>
            <p:extLst>
              <p:ext uri="{D42A27DB-BD31-4B8C-83A1-F6EECF244321}">
                <p14:modId xmlns:p14="http://schemas.microsoft.com/office/powerpoint/2010/main" val="1498278266"/>
              </p:ext>
            </p:extLst>
          </p:nvPr>
        </p:nvGraphicFramePr>
        <p:xfrm>
          <a:off x="772914" y="1157822"/>
          <a:ext cx="10945557" cy="5264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1934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8F2B6-2A0F-3B0A-1CFE-5F2B4A469BFA}"/>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8807BE23-02C3-73F7-5AB8-9174B90DB670}"/>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0C9CC5B1-467D-AEF9-4F0F-AC61D0117D84}"/>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71870C26-DA7C-3B0A-6940-2919509AA4C6}"/>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EFD3F08A-347C-54BA-1F88-E13D49A64BF7}"/>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DB6ED3DD-29F1-4491-A2A9-76D161DF48E3}"/>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86D5984D-C491-0FF9-C2D1-00D6F3A8EF08}"/>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1D6F3B36-9276-9C22-BEE0-BB52092377B1}"/>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4E072279-890E-7F6F-98C2-2C7CAF88805B}"/>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6115F03F-8314-C7B4-B009-AB3FD6A6E162}"/>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09A4C5D2-0674-B4BD-27DF-0D6DAF347CF2}"/>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9302C3CE-2B8B-31AD-C188-6BC3594A3E4F}"/>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60F39392-E05E-B1A5-319C-7DABDAB6B559}"/>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0AC5C167-D67A-1FDB-7ABB-70B040DD75A9}"/>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69459C77-C697-386A-BA68-74C12FC7EED5}"/>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83D40170-AF93-D594-4530-3343BD3505B3}"/>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F41F338F-ABA4-0B37-D2F4-4ED16675D6FC}"/>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8BCAB318-AA17-C534-3702-051A7ED42A7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75E8092A-7F61-97E0-6613-1DD1AAB8E4E4}"/>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BF51C134-6C93-69C6-8EE6-6EDFD42EA7EC}"/>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973DEF3A-5940-88C4-55F5-356381DF0991}"/>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05B4E409-098D-45CD-5066-0F01BE3A920E}"/>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01DF6B9-2C63-5898-8007-806A651BF59E}"/>
              </a:ext>
            </a:extLst>
          </p:cNvPr>
          <p:cNvSpPr txBox="1"/>
          <p:nvPr/>
        </p:nvSpPr>
        <p:spPr>
          <a:xfrm>
            <a:off x="1873071" y="2105561"/>
            <a:ext cx="2454518"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03</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AFD92FB0-A8B5-D675-5D9E-1AE850F71F4D}"/>
              </a:ext>
            </a:extLst>
          </p:cNvPr>
          <p:cNvSpPr txBox="1">
            <a:spLocks/>
          </p:cNvSpPr>
          <p:nvPr/>
        </p:nvSpPr>
        <p:spPr>
          <a:xfrm>
            <a:off x="5222839" y="2846741"/>
            <a:ext cx="3949799"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研究成果与创新</a:t>
            </a:r>
          </a:p>
        </p:txBody>
      </p:sp>
      <p:sp>
        <p:nvSpPr>
          <p:cNvPr id="13" name="文本占位符 1">
            <a:extLst>
              <a:ext uri="{FF2B5EF4-FFF2-40B4-BE49-F238E27FC236}">
                <a16:creationId xmlns:a16="http://schemas.microsoft.com/office/drawing/2014/main" id="{71A0E482-4FC3-EF1C-3797-4183998B45A9}"/>
              </a:ext>
            </a:extLst>
          </p:cNvPr>
          <p:cNvSpPr txBox="1">
            <a:spLocks/>
          </p:cNvSpPr>
          <p:nvPr/>
        </p:nvSpPr>
        <p:spPr>
          <a:xfrm>
            <a:off x="5222839" y="3617144"/>
            <a:ext cx="4039567"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Achievements and Innovation</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57C1594E-4B22-AC4F-0001-EC7C8748BAB8}"/>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25B57811-6F0B-5B06-57F9-5C6978608E62}"/>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246C7B3F-FDDC-6927-A559-79E23E6D0F12}"/>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6CFFA48B-9762-1CFF-435D-7DFD4CAD4A22}"/>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4DDF9AC5-16DF-ECF2-CC3C-7574DC7F5CB4}"/>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12F49B20-CE84-5C84-AD8F-9ACF3D675B44}"/>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93C7AC07-9B34-3163-F8FD-77E1170E9DB3}"/>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C29A9EF6-A44D-74AA-E6BC-57DB8B2570B2}"/>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E29F3479-5F3A-5B04-8C29-381686D66F2D}"/>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5B810C04-518A-09C5-C2E6-82308AD31058}"/>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057BBDE0-C289-FDF1-D762-5D45E32A3AD0}"/>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025E727C-5686-37D2-D8B9-27AC1309037A}"/>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EFBA48D0-948C-9BFC-0BD1-C9BB75A2F2ED}"/>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02C8D429-ACED-3988-A899-EB9AEF5EDB47}"/>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D48E3221-B263-777E-CACE-677446F407EF}"/>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C2C45490-19D6-C2A7-D736-4D897B9A9A3C}"/>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F50CECAD-A9A0-4DF4-6E8C-85CB424AA9A2}"/>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301BF994-2FC2-0163-762F-7AB405467AD3}"/>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97F47E7F-5220-F4ED-A78A-D8D4B64740FF}"/>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9563CBFF-56F2-99EA-152B-D986B41DA196}"/>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AF443F8C-DCCE-0A3E-1D4E-C60642627AC2}"/>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EFED810D-6116-61A8-73B8-D80537A7FEFB}"/>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EA9C224F-32D5-DE21-5698-4C861479BC61}"/>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2B2047DC-199B-DECA-C716-BB0F2FC50E71}"/>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0A484866-7FE2-AA72-FA6E-C439F2D73BF2}"/>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EA3EC8B6-8EFE-3A01-6A7D-4AF3C27DFD6B}"/>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48FF61CC-11B6-540F-F9C0-D41A4DF0743A}"/>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14281B39-C7FE-6BAE-5CBE-031B7192D59A}"/>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29B1A5E3-0053-D85B-34D8-B7FD4A4CE36A}"/>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FD33638C-3F59-BEE6-3093-3B055ED459E5}"/>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0CE3B25A-F8CC-C378-2621-5B8DF3B424BF}"/>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C9C723B1-4A74-BC46-F3EF-D553B4539544}"/>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B71C8742-20AB-90FD-4AA3-199214F7960A}"/>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68AAA271-05E2-D57B-7188-1C0912EB4704}"/>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EFC91B22-8B93-29C4-81B9-19B4E4A6F9CB}"/>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B3FB3509-EAC4-3328-D2FB-704EFEAE1A2B}"/>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98B9A718-BC07-31C3-D040-171A271FE14B}"/>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4616E49C-DA7C-FDBE-1C4A-386EB7E89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1989635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B7C65-5422-6B5F-13B3-2B53F30BB1D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66665FA-42A8-9FC0-615A-063748D8CD0E}"/>
              </a:ext>
            </a:extLst>
          </p:cNvPr>
          <p:cNvSpPr>
            <a:spLocks noGrp="1"/>
          </p:cNvSpPr>
          <p:nvPr>
            <p:ph type="title"/>
          </p:nvPr>
        </p:nvSpPr>
        <p:spPr>
          <a:xfrm>
            <a:off x="690364" y="310997"/>
            <a:ext cx="10858500" cy="825807"/>
          </a:xfrm>
        </p:spPr>
        <p:txBody>
          <a:bodyPr/>
          <a:lstStyle/>
          <a:p>
            <a:r>
              <a:rPr lang="zh-CN" altLang="en-US" dirty="0"/>
              <a:t>研究成果</a:t>
            </a:r>
          </a:p>
        </p:txBody>
      </p:sp>
      <p:sp>
        <p:nvSpPr>
          <p:cNvPr id="3" name="日期占位符 2">
            <a:extLst>
              <a:ext uri="{FF2B5EF4-FFF2-40B4-BE49-F238E27FC236}">
                <a16:creationId xmlns:a16="http://schemas.microsoft.com/office/drawing/2014/main" id="{3516F018-297E-38B5-C420-5F33ADDEF4CE}"/>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9AECBDD9-2AD5-2F25-09F6-73A48F00FEE6}"/>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E89196AB-586E-B8A2-5387-4F5F3DC22BD3}"/>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17</a:t>
            </a:fld>
            <a:endParaRPr lang="zh-CN" altLang="en-US"/>
          </a:p>
        </p:txBody>
      </p:sp>
      <p:sp>
        <p:nvSpPr>
          <p:cNvPr id="17" name="文本占位符 16">
            <a:extLst>
              <a:ext uri="{FF2B5EF4-FFF2-40B4-BE49-F238E27FC236}">
                <a16:creationId xmlns:a16="http://schemas.microsoft.com/office/drawing/2014/main" id="{54528104-DFBC-8DF9-4786-260D4013C2BF}"/>
              </a:ext>
            </a:extLst>
          </p:cNvPr>
          <p:cNvSpPr>
            <a:spLocks noGrp="1"/>
          </p:cNvSpPr>
          <p:nvPr>
            <p:ph type="body" sz="quarter" idx="13"/>
          </p:nvPr>
        </p:nvSpPr>
        <p:spPr/>
        <p:txBody>
          <a:bodyPr/>
          <a:lstStyle/>
          <a:p>
            <a:r>
              <a:rPr lang="zh-CN" altLang="en-US" dirty="0"/>
              <a:t>研究成果与创新</a:t>
            </a:r>
          </a:p>
        </p:txBody>
      </p:sp>
      <p:sp>
        <p:nvSpPr>
          <p:cNvPr id="7" name="矩形: 圆角 6">
            <a:extLst>
              <a:ext uri="{FF2B5EF4-FFF2-40B4-BE49-F238E27FC236}">
                <a16:creationId xmlns:a16="http://schemas.microsoft.com/office/drawing/2014/main" id="{7218BAD3-64DD-6D4E-3435-97C02170C054}"/>
              </a:ext>
            </a:extLst>
          </p:cNvPr>
          <p:cNvSpPr/>
          <p:nvPr/>
        </p:nvSpPr>
        <p:spPr>
          <a:xfrm>
            <a:off x="1107621" y="1872820"/>
            <a:ext cx="9791700" cy="3709312"/>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FB12A35B-E49F-97F7-A9B9-84591DBD2A08}"/>
              </a:ext>
            </a:extLst>
          </p:cNvPr>
          <p:cNvSpPr/>
          <p:nvPr/>
        </p:nvSpPr>
        <p:spPr>
          <a:xfrm>
            <a:off x="4403271" y="1539445"/>
            <a:ext cx="3314700" cy="666750"/>
          </a:xfrm>
          <a:prstGeom prst="roundRect">
            <a:avLst>
              <a:gd name="adj" fmla="val 1209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mj-ea"/>
                <a:ea typeface="+mj-ea"/>
              </a:rPr>
              <a:t>预期成果</a:t>
            </a:r>
          </a:p>
        </p:txBody>
      </p:sp>
      <p:sp>
        <p:nvSpPr>
          <p:cNvPr id="10" name="文本框 9">
            <a:extLst>
              <a:ext uri="{FF2B5EF4-FFF2-40B4-BE49-F238E27FC236}">
                <a16:creationId xmlns:a16="http://schemas.microsoft.com/office/drawing/2014/main" id="{DF47002F-AADE-1565-C456-E5DB426314DB}"/>
              </a:ext>
            </a:extLst>
          </p:cNvPr>
          <p:cNvSpPr txBox="1"/>
          <p:nvPr/>
        </p:nvSpPr>
        <p:spPr>
          <a:xfrm>
            <a:off x="1513114" y="2467812"/>
            <a:ext cx="9029700" cy="2750112"/>
          </a:xfrm>
          <a:prstGeom prst="rect">
            <a:avLst/>
          </a:prstGeom>
          <a:noFill/>
        </p:spPr>
        <p:txBody>
          <a:bodyPr wrap="square" rtlCol="0">
            <a:spAutoFit/>
          </a:bodyPr>
          <a:lstStyle/>
          <a:p>
            <a:pPr lvl="0" indent="457200">
              <a:lnSpc>
                <a:spcPct val="125000"/>
              </a:lnSpc>
              <a:defRPr/>
            </a:pPr>
            <a:r>
              <a:rPr lang="zh-CN" altLang="zh-CN" sz="2000" dirty="0">
                <a:latin typeface="华文中宋" panose="02010600040101010101" pitchFamily="2" charset="-122"/>
                <a:ea typeface="华文中宋" panose="02010600040101010101" pitchFamily="2" charset="-122"/>
              </a:rPr>
              <a:t>研究的预期成果包括：在学术期刊或会议上发表一篇论文，系统展示本课题在内容分析及情感分析方法等方面的创新性与科学性；产出《青少年生殖健康社交媒体传播研究报告》，为相关部门和平台提供翔实的数据支撑与决策参考；形成一份面向平台的内容质量改进建议书，为优化数字健康教育内容、提升青少年生殖健康素养提出切实可行的路径建议。</a:t>
            </a:r>
            <a:endParaRPr lang="en-US" altLang="zh-CN" sz="2000" dirty="0">
              <a:latin typeface="华文中宋" panose="02010600040101010101" pitchFamily="2" charset="-122"/>
              <a:ea typeface="华文中宋" panose="02010600040101010101" pitchFamily="2" charset="-122"/>
            </a:endParaRPr>
          </a:p>
          <a:p>
            <a:pPr lvl="0" indent="457200">
              <a:lnSpc>
                <a:spcPct val="125000"/>
              </a:lnSpc>
              <a:defRPr/>
            </a:pPr>
            <a:r>
              <a:rPr lang="zh-CN" altLang="zh-CN" sz="2000" dirty="0">
                <a:latin typeface="华文中宋" panose="02010600040101010101" pitchFamily="2" charset="-122"/>
                <a:ea typeface="华文中宋" panose="02010600040101010101" pitchFamily="2" charset="-122"/>
              </a:rPr>
              <a:t>此外，研究还将产出相关的技术文档和数据集，助力后续同行研究与政策制定，为我国青少年生殖健康教育事业的创新发展提供坚实的循证基础。</a:t>
            </a:r>
            <a:endParaRPr lang="en-US" altLang="zh-CN" sz="2000" dirty="0">
              <a:solidFill>
                <a:schemeClr val="tx1">
                  <a:lumMod val="85000"/>
                  <a:lumOff val="15000"/>
                </a:schemeClr>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157907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D235D-1780-E372-9CB5-99305E4D9C4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63FBA7-F74F-05C1-19F1-6C133FF61673}"/>
              </a:ext>
            </a:extLst>
          </p:cNvPr>
          <p:cNvSpPr>
            <a:spLocks noGrp="1"/>
          </p:cNvSpPr>
          <p:nvPr>
            <p:ph type="title"/>
          </p:nvPr>
        </p:nvSpPr>
        <p:spPr>
          <a:xfrm>
            <a:off x="690364" y="310997"/>
            <a:ext cx="10858500" cy="825807"/>
          </a:xfrm>
        </p:spPr>
        <p:txBody>
          <a:bodyPr/>
          <a:lstStyle/>
          <a:p>
            <a:r>
              <a:rPr lang="zh-CN" altLang="en-US" dirty="0"/>
              <a:t>创新特色</a:t>
            </a:r>
          </a:p>
        </p:txBody>
      </p:sp>
      <p:sp>
        <p:nvSpPr>
          <p:cNvPr id="3" name="日期占位符 2">
            <a:extLst>
              <a:ext uri="{FF2B5EF4-FFF2-40B4-BE49-F238E27FC236}">
                <a16:creationId xmlns:a16="http://schemas.microsoft.com/office/drawing/2014/main" id="{1E9D7874-12DD-24C4-9D73-638ABC1CE706}"/>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E9FA88FD-DB52-C017-905D-DA653A7755F2}"/>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92C8FA3B-2615-85F3-775D-59BFBBD30625}"/>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18</a:t>
            </a:fld>
            <a:endParaRPr lang="zh-CN" altLang="en-US"/>
          </a:p>
        </p:txBody>
      </p:sp>
      <p:sp>
        <p:nvSpPr>
          <p:cNvPr id="11" name="文本占位符 10">
            <a:extLst>
              <a:ext uri="{FF2B5EF4-FFF2-40B4-BE49-F238E27FC236}">
                <a16:creationId xmlns:a16="http://schemas.microsoft.com/office/drawing/2014/main" id="{8BB0DC75-E12F-E72D-FCAF-7D893D0426EB}"/>
              </a:ext>
            </a:extLst>
          </p:cNvPr>
          <p:cNvSpPr>
            <a:spLocks noGrp="1"/>
          </p:cNvSpPr>
          <p:nvPr>
            <p:ph type="body" sz="quarter" idx="13"/>
          </p:nvPr>
        </p:nvSpPr>
        <p:spPr/>
        <p:txBody>
          <a:bodyPr/>
          <a:lstStyle/>
          <a:p>
            <a:r>
              <a:rPr lang="zh-CN" altLang="en-US" dirty="0"/>
              <a:t>研究成果与创新</a:t>
            </a:r>
          </a:p>
        </p:txBody>
      </p:sp>
      <p:graphicFrame>
        <p:nvGraphicFramePr>
          <p:cNvPr id="7" name="图示 6">
            <a:extLst>
              <a:ext uri="{FF2B5EF4-FFF2-40B4-BE49-F238E27FC236}">
                <a16:creationId xmlns:a16="http://schemas.microsoft.com/office/drawing/2014/main" id="{4CC57AD8-CA30-A365-C846-46EA463888C6}"/>
              </a:ext>
            </a:extLst>
          </p:cNvPr>
          <p:cNvGraphicFramePr/>
          <p:nvPr>
            <p:extLst>
              <p:ext uri="{D42A27DB-BD31-4B8C-83A1-F6EECF244321}">
                <p14:modId xmlns:p14="http://schemas.microsoft.com/office/powerpoint/2010/main" val="3612794527"/>
              </p:ext>
            </p:extLst>
          </p:nvPr>
        </p:nvGraphicFramePr>
        <p:xfrm>
          <a:off x="317500" y="1439434"/>
          <a:ext cx="11417300" cy="49094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49951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8F4FF-F3A9-8E1F-BEF3-02F5341DB6B6}"/>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5E5B72A7-313B-06A6-66CF-827997E1C638}"/>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68073D7B-07F3-009D-135A-BB1256D98ECD}"/>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21ACBB22-F053-59FC-454F-47583D81435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B3570B90-0902-C044-0F93-E6F9EDA4DF46}"/>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13A77957-3CBF-E2C2-0862-670F5C3F5D4F}"/>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37AA06AA-726A-7599-38FF-631EE0723D40}"/>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6EDFFC48-F4C0-D791-5ADF-D4B901F6711F}"/>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E4B7620E-AA0F-FBBC-9453-E3FECE633B7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D32E756A-B11C-F036-234B-2387CCCB227B}"/>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6E62FAC5-74DA-24DB-D33D-16EB41685F38}"/>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9020BB3D-C87C-6994-CF0D-5FADC645452D}"/>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F023A1D5-F8F0-7AF9-5317-449319B0644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BCBF7D33-D51F-BA4D-E94A-565661B7F659}"/>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4937B9F7-6495-55F1-9051-3353858E1292}"/>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25E4EC49-4698-4351-3BA5-A3588AD7A92A}"/>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A00B679D-ECB8-0152-09EC-7BB1E6FDC1CB}"/>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DC93D291-17E7-B672-9C11-5716DCB2A3F3}"/>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9122F6FD-E229-6A35-30A7-278BF157AA00}"/>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5E68F467-9A75-AAC1-6167-DB6D04DFA235}"/>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8EC57D0F-3E19-EEB6-DCE1-517281E2B1FD}"/>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9D0E9137-2E48-38A3-A3CB-FE60E9A39003}"/>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FFAFC75-CAB9-CAB3-E97F-B3D83857A706}"/>
              </a:ext>
            </a:extLst>
          </p:cNvPr>
          <p:cNvSpPr txBox="1"/>
          <p:nvPr/>
        </p:nvSpPr>
        <p:spPr>
          <a:xfrm>
            <a:off x="1873071" y="2105561"/>
            <a:ext cx="2388795"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04</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35258D23-DA6F-292D-4E4B-D3A08DB0A305}"/>
              </a:ext>
            </a:extLst>
          </p:cNvPr>
          <p:cNvSpPr txBox="1">
            <a:spLocks/>
          </p:cNvSpPr>
          <p:nvPr/>
        </p:nvSpPr>
        <p:spPr>
          <a:xfrm>
            <a:off x="5222839" y="2846741"/>
            <a:ext cx="3959417"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研究计划与安排</a:t>
            </a:r>
          </a:p>
        </p:txBody>
      </p:sp>
      <p:sp>
        <p:nvSpPr>
          <p:cNvPr id="13" name="文本占位符 1">
            <a:extLst>
              <a:ext uri="{FF2B5EF4-FFF2-40B4-BE49-F238E27FC236}">
                <a16:creationId xmlns:a16="http://schemas.microsoft.com/office/drawing/2014/main" id="{36453291-D389-8B93-303D-4EB33DCF2CCF}"/>
              </a:ext>
            </a:extLst>
          </p:cNvPr>
          <p:cNvSpPr txBox="1">
            <a:spLocks/>
          </p:cNvSpPr>
          <p:nvPr/>
        </p:nvSpPr>
        <p:spPr>
          <a:xfrm>
            <a:off x="5222839" y="3617144"/>
            <a:ext cx="3347135"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Plan and Arrangement</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6956CE79-7655-5204-0A6C-1F375FAED94F}"/>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47C1DE9F-81A0-4E87-7505-927C8EA54175}"/>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26D1FF26-43FB-CBA9-2670-248C6C1DFBA2}"/>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E1F42716-881B-54F1-CCD9-D761FB7F0C00}"/>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159A2499-FC6B-0896-0F44-BDB98C825A04}"/>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29208E56-B631-56F2-AFEB-B109FD129F08}"/>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5A522D38-B5C6-B30E-A40E-7B67368986F6}"/>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2720303D-A7B7-45AD-2481-43EACC301357}"/>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ACF79CB3-A34A-B64A-A815-3C2FCDFDD981}"/>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B167274A-7B61-E142-07DF-529FA82CC2B2}"/>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2C12D985-E96A-DFFC-81D0-04B2B464A735}"/>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B471A47F-7E54-3A6A-B190-BA5490B40154}"/>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CCE74C05-4A75-43C6-7C91-AEDAAA344918}"/>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E8FDA081-BA66-FDEF-BFC4-CBF02E27028C}"/>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35F27EC7-8DC3-F3DE-D6FF-86C2336E74E2}"/>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2CEC8607-FAB4-D6C8-4354-BA5CFC89A3D8}"/>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B4D02AB2-5C59-40C3-73E9-3BFB60BD3D14}"/>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02243D1D-B040-6E7A-7F7B-BFAFEF8DEA51}"/>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C85E974F-46D3-0911-8538-6F5ACA3C6ABD}"/>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0DC75811-5E12-7DD9-85A8-80F6469B442F}"/>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2095961B-1D0F-273E-CC55-7996023BACC1}"/>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BCF31A0C-0E05-C638-45F8-D97AC8F86669}"/>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58B675CE-7B0B-F3D1-1342-7ADFC39C9ADB}"/>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C45381C6-8BB3-7237-2C0F-A4A096F7EB25}"/>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B43B09A5-3852-BA81-5846-1A3A8E3380E0}"/>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19B9288C-D3DA-3376-6C98-49D2CB1955DD}"/>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DDABEF77-C94B-D11A-1A7E-A21C49349AB4}"/>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0D954ABF-AF2A-CA2A-8C0A-F510A92B8AD3}"/>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1D1B6380-05EF-7A42-B137-52C47105021F}"/>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D6C196A5-AF44-B8CF-C645-66533D28ACFC}"/>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6F53074A-5F3E-048D-4809-E5BF31E45012}"/>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8EAF5CE4-0FF4-54A7-223B-C53436EAE423}"/>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CBFF80D1-6958-C22C-0823-583C9EDA2FF8}"/>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63A4CC34-6E8D-8545-5BA8-DE1811BC8EAE}"/>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A0044AF7-2E68-D238-0FCF-60B05DB51499}"/>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1A7BD690-A19D-2519-60DD-9FF9ED0D3A82}"/>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2687B596-6A41-E687-225C-7BF8D00E0202}"/>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F4B9F054-F360-293F-03FA-2204C743B3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2225106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09EE3-2D68-445B-7315-045E263DE0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CD083C9-6D7C-6CA5-8FCC-818A90EBC336}"/>
              </a:ext>
            </a:extLst>
          </p:cNvPr>
          <p:cNvSpPr>
            <a:spLocks noGrp="1"/>
          </p:cNvSpPr>
          <p:nvPr>
            <p:ph type="title"/>
          </p:nvPr>
        </p:nvSpPr>
        <p:spPr>
          <a:xfrm>
            <a:off x="658813" y="310998"/>
            <a:ext cx="10874375" cy="814540"/>
          </a:xfrm>
        </p:spPr>
        <p:txBody>
          <a:bodyPr/>
          <a:lstStyle/>
          <a:p>
            <a:r>
              <a:rPr lang="zh-CN" altLang="en-US" dirty="0"/>
              <a:t>研究计划</a:t>
            </a:r>
          </a:p>
        </p:txBody>
      </p:sp>
      <p:sp>
        <p:nvSpPr>
          <p:cNvPr id="3" name="日期占位符 2">
            <a:extLst>
              <a:ext uri="{FF2B5EF4-FFF2-40B4-BE49-F238E27FC236}">
                <a16:creationId xmlns:a16="http://schemas.microsoft.com/office/drawing/2014/main" id="{B6F0C131-DA7F-6F0B-CA50-377A5C3514EE}"/>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3D650825-093F-A791-4694-0E623242D61A}"/>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9CD9F856-89FB-A8FE-4CBB-33AF3866A6A5}"/>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20</a:t>
            </a:fld>
            <a:endParaRPr lang="zh-CN" altLang="en-US"/>
          </a:p>
        </p:txBody>
      </p:sp>
      <p:sp>
        <p:nvSpPr>
          <p:cNvPr id="10" name="文本占位符 9">
            <a:extLst>
              <a:ext uri="{FF2B5EF4-FFF2-40B4-BE49-F238E27FC236}">
                <a16:creationId xmlns:a16="http://schemas.microsoft.com/office/drawing/2014/main" id="{2FDA1487-929B-9CE3-0CE9-7FAD4EB47210}"/>
              </a:ext>
            </a:extLst>
          </p:cNvPr>
          <p:cNvSpPr>
            <a:spLocks noGrp="1"/>
          </p:cNvSpPr>
          <p:nvPr>
            <p:ph type="body" sz="quarter" idx="13"/>
          </p:nvPr>
        </p:nvSpPr>
        <p:spPr/>
        <p:txBody>
          <a:bodyPr/>
          <a:lstStyle/>
          <a:p>
            <a:r>
              <a:rPr lang="zh-CN" altLang="en-US" dirty="0"/>
              <a:t>研究计划与安排</a:t>
            </a:r>
          </a:p>
        </p:txBody>
      </p:sp>
      <p:pic>
        <p:nvPicPr>
          <p:cNvPr id="7" name="图片 6">
            <a:extLst>
              <a:ext uri="{FF2B5EF4-FFF2-40B4-BE49-F238E27FC236}">
                <a16:creationId xmlns:a16="http://schemas.microsoft.com/office/drawing/2014/main" id="{C92A5A69-023E-A8A3-5B9A-83111E91F827}"/>
              </a:ext>
            </a:extLst>
          </p:cNvPr>
          <p:cNvPicPr>
            <a:picLocks noChangeAspect="1"/>
          </p:cNvPicPr>
          <p:nvPr/>
        </p:nvPicPr>
        <p:blipFill>
          <a:blip r:embed="rId3"/>
          <a:stretch>
            <a:fillRect/>
          </a:stretch>
        </p:blipFill>
        <p:spPr>
          <a:xfrm>
            <a:off x="0" y="2530658"/>
            <a:ext cx="12210352" cy="1872613"/>
          </a:xfrm>
          <a:prstGeom prst="rect">
            <a:avLst/>
          </a:prstGeom>
        </p:spPr>
      </p:pic>
    </p:spTree>
    <p:extLst>
      <p:ext uri="{BB962C8B-B14F-4D97-AF65-F5344CB8AC3E}">
        <p14:creationId xmlns:p14="http://schemas.microsoft.com/office/powerpoint/2010/main" val="141531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27965-EFC3-C6F0-D5BC-4059F92703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7C3F11A-6D14-6231-BC05-75B22A05370B}"/>
              </a:ext>
            </a:extLst>
          </p:cNvPr>
          <p:cNvSpPr>
            <a:spLocks noGrp="1"/>
          </p:cNvSpPr>
          <p:nvPr>
            <p:ph type="title"/>
          </p:nvPr>
        </p:nvSpPr>
        <p:spPr>
          <a:xfrm>
            <a:off x="690364" y="310997"/>
            <a:ext cx="10858500" cy="825807"/>
          </a:xfrm>
        </p:spPr>
        <p:txBody>
          <a:bodyPr/>
          <a:lstStyle/>
          <a:p>
            <a:r>
              <a:rPr lang="zh-CN" altLang="en-US" dirty="0"/>
              <a:t>已具备的条件、尚缺少的条件和拟解决的途径</a:t>
            </a:r>
          </a:p>
        </p:txBody>
      </p:sp>
      <p:sp>
        <p:nvSpPr>
          <p:cNvPr id="3" name="日期占位符 2">
            <a:extLst>
              <a:ext uri="{FF2B5EF4-FFF2-40B4-BE49-F238E27FC236}">
                <a16:creationId xmlns:a16="http://schemas.microsoft.com/office/drawing/2014/main" id="{7E249FF8-1C4D-AA1A-54C0-172C84E1EB5A}"/>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2025/9/16</a:t>
            </a:fld>
            <a:endParaRPr lang="zh-CN" altLang="en-US" dirty="0"/>
          </a:p>
        </p:txBody>
      </p:sp>
      <p:sp>
        <p:nvSpPr>
          <p:cNvPr id="4" name="页脚占位符 3">
            <a:extLst>
              <a:ext uri="{FF2B5EF4-FFF2-40B4-BE49-F238E27FC236}">
                <a16:creationId xmlns:a16="http://schemas.microsoft.com/office/drawing/2014/main" id="{8AD0430F-CCBB-7FC9-C288-0092F24554B1}"/>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B5BDDB32-FFB9-BA58-3157-25F863534FAB}"/>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21</a:t>
            </a:fld>
            <a:endParaRPr lang="zh-CN" altLang="en-US"/>
          </a:p>
        </p:txBody>
      </p:sp>
      <p:sp>
        <p:nvSpPr>
          <p:cNvPr id="11" name="文本占位符 10">
            <a:extLst>
              <a:ext uri="{FF2B5EF4-FFF2-40B4-BE49-F238E27FC236}">
                <a16:creationId xmlns:a16="http://schemas.microsoft.com/office/drawing/2014/main" id="{B1266B1C-08B0-0D95-76F9-6A87FBD592B9}"/>
              </a:ext>
            </a:extLst>
          </p:cNvPr>
          <p:cNvSpPr>
            <a:spLocks noGrp="1"/>
          </p:cNvSpPr>
          <p:nvPr>
            <p:ph type="body" sz="quarter" idx="13"/>
          </p:nvPr>
        </p:nvSpPr>
        <p:spPr/>
        <p:txBody>
          <a:bodyPr/>
          <a:lstStyle/>
          <a:p>
            <a:r>
              <a:rPr lang="zh-CN" altLang="en-US" dirty="0"/>
              <a:t>研究计划与安排</a:t>
            </a:r>
          </a:p>
        </p:txBody>
      </p:sp>
      <p:sp>
        <p:nvSpPr>
          <p:cNvPr id="7" name="文本框 6">
            <a:extLst>
              <a:ext uri="{FF2B5EF4-FFF2-40B4-BE49-F238E27FC236}">
                <a16:creationId xmlns:a16="http://schemas.microsoft.com/office/drawing/2014/main" id="{69CBDE40-C57A-0580-7848-87A4B82F88A2}"/>
              </a:ext>
            </a:extLst>
          </p:cNvPr>
          <p:cNvSpPr txBox="1"/>
          <p:nvPr/>
        </p:nvSpPr>
        <p:spPr>
          <a:xfrm>
            <a:off x="1193002" y="2456965"/>
            <a:ext cx="3096565" cy="461665"/>
          </a:xfrm>
          <a:prstGeom prst="rect">
            <a:avLst/>
          </a:prstGeom>
          <a:noFill/>
        </p:spPr>
        <p:txBody>
          <a:bodyPr wrap="square" rtlCol="0">
            <a:spAutoFit/>
          </a:bodyPr>
          <a:lstStyle/>
          <a:p>
            <a:pPr lvl="0">
              <a:defRPr/>
            </a:pPr>
            <a:r>
              <a:rPr lang="zh-CN" altLang="en-US" sz="2400" b="1" dirty="0">
                <a:solidFill>
                  <a:schemeClr val="accent1"/>
                </a:solidFill>
                <a:latin typeface="Arial" panose="020B0604020202020204" pitchFamily="34" charset="0"/>
                <a:ea typeface="微软雅黑" panose="020B0503020204020204" pitchFamily="34" charset="-122"/>
              </a:rPr>
              <a:t>已具备的条件</a:t>
            </a:r>
            <a:endParaRPr kumimoji="0" lang="zh-CN" altLang="en-US" sz="2400" b="1" i="0" u="none" strike="noStrike" kern="1200" cap="none" spc="0" normalizeH="0" baseline="0" noProof="0" dirty="0">
              <a:ln>
                <a:noFill/>
              </a:ln>
              <a:solidFill>
                <a:schemeClr val="accent1"/>
              </a:solidFill>
              <a:effectLst/>
              <a:uLnTx/>
              <a:uFillTx/>
              <a:latin typeface="Arial" panose="020B0604020202020204" pitchFamily="34" charset="0"/>
              <a:ea typeface="微软雅黑" panose="020B0503020204020204" pitchFamily="34" charset="-122"/>
              <a:cs typeface="+mn-cs"/>
            </a:endParaRPr>
          </a:p>
        </p:txBody>
      </p:sp>
      <p:sp>
        <p:nvSpPr>
          <p:cNvPr id="8" name="Rectangle 11">
            <a:extLst>
              <a:ext uri="{FF2B5EF4-FFF2-40B4-BE49-F238E27FC236}">
                <a16:creationId xmlns:a16="http://schemas.microsoft.com/office/drawing/2014/main" id="{3733268B-3618-D718-0CF6-057FB1BE178F}"/>
              </a:ext>
            </a:extLst>
          </p:cNvPr>
          <p:cNvSpPr>
            <a:spLocks noChangeArrowheads="1"/>
          </p:cNvSpPr>
          <p:nvPr/>
        </p:nvSpPr>
        <p:spPr bwMode="auto">
          <a:xfrm>
            <a:off x="1193002" y="3171265"/>
            <a:ext cx="2969795"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0" algn="just">
              <a:spcAft>
                <a:spcPts val="1200"/>
              </a:spcAft>
            </a:pPr>
            <a:r>
              <a:rPr lang="zh-CN" altLang="zh-CN" dirty="0">
                <a:latin typeface="华文中宋" panose="02010600040101010101" pitchFamily="2" charset="-122"/>
                <a:ea typeface="华文中宋" panose="02010600040101010101" pitchFamily="2" charset="-122"/>
              </a:rPr>
              <a:t>完整的哔哩哔哩平台数据集</a:t>
            </a:r>
          </a:p>
          <a:p>
            <a:pPr lvl="0" algn="just">
              <a:spcAft>
                <a:spcPts val="1200"/>
              </a:spcAft>
            </a:pPr>
            <a:r>
              <a:rPr lang="zh-CN" altLang="zh-CN" dirty="0">
                <a:latin typeface="华文中宋" panose="02010600040101010101" pitchFamily="2" charset="-122"/>
                <a:ea typeface="华文中宋" panose="02010600040101010101" pitchFamily="2" charset="-122"/>
              </a:rPr>
              <a:t>成熟的文本挖掘技术框架</a:t>
            </a:r>
            <a:endParaRPr lang="en-US" altLang="zh-CN" dirty="0">
              <a:latin typeface="华文中宋" panose="02010600040101010101" pitchFamily="2" charset="-122"/>
              <a:ea typeface="华文中宋" panose="02010600040101010101" pitchFamily="2" charset="-122"/>
            </a:endParaRPr>
          </a:p>
          <a:p>
            <a:pPr algn="just">
              <a:spcAft>
                <a:spcPts val="1200"/>
              </a:spcAft>
            </a:pPr>
            <a:r>
              <a:rPr lang="zh-CN" altLang="zh-CN" dirty="0">
                <a:latin typeface="华文中宋" panose="02010600040101010101" pitchFamily="2" charset="-122"/>
                <a:ea typeface="华文中宋" panose="02010600040101010101" pitchFamily="2" charset="-122"/>
              </a:rPr>
              <a:t>初步的研究发现与分析结果</a:t>
            </a:r>
          </a:p>
          <a:p>
            <a:pPr algn="just">
              <a:spcAft>
                <a:spcPts val="1200"/>
              </a:spcAft>
            </a:pPr>
            <a:r>
              <a:rPr lang="zh-CN" altLang="zh-CN" dirty="0">
                <a:latin typeface="华文中宋" panose="02010600040101010101" pitchFamily="2" charset="-122"/>
                <a:ea typeface="华文中宋" panose="02010600040101010101" pitchFamily="2" charset="-122"/>
              </a:rPr>
              <a:t>跨学科研究人员支持</a:t>
            </a:r>
          </a:p>
        </p:txBody>
      </p:sp>
      <p:cxnSp>
        <p:nvCxnSpPr>
          <p:cNvPr id="9" name="直接连接符 8">
            <a:extLst>
              <a:ext uri="{FF2B5EF4-FFF2-40B4-BE49-F238E27FC236}">
                <a16:creationId xmlns:a16="http://schemas.microsoft.com/office/drawing/2014/main" id="{F8C3490C-9E53-46BB-87A9-38609A9CCE03}"/>
              </a:ext>
            </a:extLst>
          </p:cNvPr>
          <p:cNvCxnSpPr>
            <a:cxnSpLocks/>
          </p:cNvCxnSpPr>
          <p:nvPr/>
        </p:nvCxnSpPr>
        <p:spPr>
          <a:xfrm>
            <a:off x="1020242" y="2298777"/>
            <a:ext cx="0" cy="253448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EDF45FE-6A95-FBA3-1FDC-FD3D0FB87824}"/>
              </a:ext>
            </a:extLst>
          </p:cNvPr>
          <p:cNvSpPr txBox="1"/>
          <p:nvPr/>
        </p:nvSpPr>
        <p:spPr>
          <a:xfrm>
            <a:off x="4610537" y="2456965"/>
            <a:ext cx="3096565" cy="461665"/>
          </a:xfrm>
          <a:prstGeom prst="rect">
            <a:avLst/>
          </a:prstGeom>
          <a:noFill/>
        </p:spPr>
        <p:txBody>
          <a:bodyPr wrap="square" rtlCol="0">
            <a:spAutoFit/>
          </a:bodyPr>
          <a:lstStyle/>
          <a:p>
            <a:pPr lvl="0">
              <a:defRPr/>
            </a:pPr>
            <a:r>
              <a:rPr lang="zh-CN" altLang="en-US" sz="2400" b="1" dirty="0">
                <a:solidFill>
                  <a:schemeClr val="accent1"/>
                </a:solidFill>
                <a:latin typeface="Arial" panose="020B0604020202020204" pitchFamily="34" charset="0"/>
                <a:ea typeface="微软雅黑" panose="020B0503020204020204" pitchFamily="34" charset="-122"/>
              </a:rPr>
              <a:t>尚缺少的条件</a:t>
            </a:r>
            <a:endParaRPr kumimoji="0" lang="zh-CN" altLang="en-US" sz="2400" b="1" i="0" u="none" strike="noStrike" kern="1200" cap="none" spc="0" normalizeH="0" baseline="0" noProof="0" dirty="0">
              <a:ln>
                <a:noFill/>
              </a:ln>
              <a:solidFill>
                <a:schemeClr val="accent1"/>
              </a:solidFill>
              <a:effectLst/>
              <a:uLnTx/>
              <a:uFillTx/>
              <a:latin typeface="Arial" panose="020B0604020202020204" pitchFamily="34" charset="0"/>
              <a:ea typeface="微软雅黑" panose="020B0503020204020204" pitchFamily="34" charset="-122"/>
              <a:cs typeface="+mn-cs"/>
            </a:endParaRPr>
          </a:p>
        </p:txBody>
      </p:sp>
      <p:sp>
        <p:nvSpPr>
          <p:cNvPr id="12" name="Rectangle 11">
            <a:extLst>
              <a:ext uri="{FF2B5EF4-FFF2-40B4-BE49-F238E27FC236}">
                <a16:creationId xmlns:a16="http://schemas.microsoft.com/office/drawing/2014/main" id="{794CA1BB-E7C9-CB2F-BA1C-219A8790B464}"/>
              </a:ext>
            </a:extLst>
          </p:cNvPr>
          <p:cNvSpPr>
            <a:spLocks noChangeArrowheads="1"/>
          </p:cNvSpPr>
          <p:nvPr/>
        </p:nvSpPr>
        <p:spPr bwMode="auto">
          <a:xfrm>
            <a:off x="4610538" y="3171265"/>
            <a:ext cx="3232900" cy="1337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0">
              <a:spcAft>
                <a:spcPts val="1200"/>
              </a:spcAft>
            </a:pPr>
            <a:r>
              <a:rPr lang="zh-CN" altLang="zh-CN" dirty="0">
                <a:latin typeface="华文中宋" panose="02010600040101010101" pitchFamily="2" charset="-122"/>
                <a:ea typeface="华文中宋" panose="02010600040101010101" pitchFamily="2" charset="-122"/>
              </a:rPr>
              <a:t>更多医疗专业人员的参与验证</a:t>
            </a:r>
          </a:p>
          <a:p>
            <a:pPr algn="just" fontAlgn="base">
              <a:lnSpc>
                <a:spcPct val="125000"/>
              </a:lnSpc>
              <a:spcBef>
                <a:spcPct val="0"/>
              </a:spcBef>
              <a:spcAft>
                <a:spcPts val="1200"/>
              </a:spcAft>
              <a:defRPr/>
            </a:pPr>
            <a:r>
              <a:rPr lang="zh-CN" altLang="zh-CN" dirty="0">
                <a:latin typeface="华文中宋" panose="02010600040101010101" pitchFamily="2" charset="-122"/>
                <a:ea typeface="华文中宋" panose="02010600040101010101" pitchFamily="2" charset="-122"/>
              </a:rPr>
              <a:t>长期追踪数据以观察趋势变化</a:t>
            </a:r>
          </a:p>
          <a:p>
            <a:pPr algn="just" fontAlgn="base">
              <a:lnSpc>
                <a:spcPct val="125000"/>
              </a:lnSpc>
              <a:spcBef>
                <a:spcPct val="0"/>
              </a:spcBef>
              <a:spcAft>
                <a:spcPts val="1200"/>
              </a:spcAft>
              <a:defRPr/>
            </a:pPr>
            <a:r>
              <a:rPr lang="zh-CN" altLang="zh-CN" dirty="0">
                <a:latin typeface="华文中宋" panose="02010600040101010101" pitchFamily="2" charset="-122"/>
                <a:ea typeface="华文中宋" panose="02010600040101010101" pitchFamily="2" charset="-122"/>
              </a:rPr>
              <a:t>其他社交平台的对比数据</a:t>
            </a:r>
          </a:p>
        </p:txBody>
      </p:sp>
      <p:cxnSp>
        <p:nvCxnSpPr>
          <p:cNvPr id="13" name="直接连接符 12">
            <a:extLst>
              <a:ext uri="{FF2B5EF4-FFF2-40B4-BE49-F238E27FC236}">
                <a16:creationId xmlns:a16="http://schemas.microsoft.com/office/drawing/2014/main" id="{40760318-2E50-DDD2-846F-9AF7401CC6B8}"/>
              </a:ext>
            </a:extLst>
          </p:cNvPr>
          <p:cNvCxnSpPr>
            <a:cxnSpLocks/>
          </p:cNvCxnSpPr>
          <p:nvPr/>
        </p:nvCxnSpPr>
        <p:spPr>
          <a:xfrm>
            <a:off x="4437777" y="2298777"/>
            <a:ext cx="0" cy="256169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6B9A2ED4-7D61-1207-7293-3F3B4FEBD26A}"/>
              </a:ext>
            </a:extLst>
          </p:cNvPr>
          <p:cNvSpPr txBox="1"/>
          <p:nvPr/>
        </p:nvSpPr>
        <p:spPr>
          <a:xfrm>
            <a:off x="8090721" y="2456965"/>
            <a:ext cx="3096565" cy="461665"/>
          </a:xfrm>
          <a:prstGeom prst="rect">
            <a:avLst/>
          </a:prstGeom>
          <a:noFill/>
        </p:spPr>
        <p:txBody>
          <a:bodyPr wrap="square" rtlCol="0">
            <a:spAutoFit/>
          </a:bodyPr>
          <a:lstStyle/>
          <a:p>
            <a:pPr lvl="0">
              <a:defRPr/>
            </a:pPr>
            <a:r>
              <a:rPr lang="zh-CN" altLang="en-US" sz="2400" b="1" dirty="0">
                <a:solidFill>
                  <a:schemeClr val="accent1"/>
                </a:solidFill>
                <a:latin typeface="Arial" panose="020B0604020202020204" pitchFamily="34" charset="0"/>
                <a:ea typeface="微软雅黑" panose="020B0503020204020204" pitchFamily="34" charset="-122"/>
              </a:rPr>
              <a:t>拟解决的途径</a:t>
            </a:r>
            <a:endParaRPr kumimoji="0" lang="zh-CN" altLang="en-US" sz="2400" b="1" i="0" u="none" strike="noStrike" kern="1200" cap="none" spc="0" normalizeH="0" baseline="0" noProof="0" dirty="0">
              <a:ln>
                <a:noFill/>
              </a:ln>
              <a:solidFill>
                <a:schemeClr val="accent1"/>
              </a:solidFill>
              <a:effectLst/>
              <a:uLnTx/>
              <a:uFillTx/>
              <a:latin typeface="Arial" panose="020B0604020202020204" pitchFamily="34" charset="0"/>
              <a:ea typeface="微软雅黑" panose="020B0503020204020204" pitchFamily="34" charset="-122"/>
              <a:cs typeface="+mn-cs"/>
            </a:endParaRPr>
          </a:p>
        </p:txBody>
      </p:sp>
      <p:sp>
        <p:nvSpPr>
          <p:cNvPr id="15" name="Rectangle 11">
            <a:extLst>
              <a:ext uri="{FF2B5EF4-FFF2-40B4-BE49-F238E27FC236}">
                <a16:creationId xmlns:a16="http://schemas.microsoft.com/office/drawing/2014/main" id="{9D665B53-A34B-E2D1-2F16-FEB4D3B6A83E}"/>
              </a:ext>
            </a:extLst>
          </p:cNvPr>
          <p:cNvSpPr>
            <a:spLocks noChangeArrowheads="1"/>
          </p:cNvSpPr>
          <p:nvPr/>
        </p:nvSpPr>
        <p:spPr bwMode="auto">
          <a:xfrm>
            <a:off x="8090721" y="3171265"/>
            <a:ext cx="3174997" cy="1337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0">
              <a:spcAft>
                <a:spcPts val="1200"/>
              </a:spcAft>
            </a:pPr>
            <a:r>
              <a:rPr lang="zh-CN" altLang="zh-CN" dirty="0">
                <a:latin typeface="华文中宋" panose="02010600040101010101" pitchFamily="2" charset="-122"/>
                <a:ea typeface="华文中宋" panose="02010600040101010101" pitchFamily="2" charset="-122"/>
              </a:rPr>
              <a:t>与医疗机构建立合作关系</a:t>
            </a:r>
          </a:p>
          <a:p>
            <a:pPr algn="just" fontAlgn="base">
              <a:lnSpc>
                <a:spcPct val="125000"/>
              </a:lnSpc>
              <a:spcBef>
                <a:spcPct val="0"/>
              </a:spcBef>
              <a:spcAft>
                <a:spcPts val="1200"/>
              </a:spcAft>
              <a:defRPr/>
            </a:pPr>
            <a:r>
              <a:rPr lang="zh-CN" altLang="zh-CN" dirty="0">
                <a:latin typeface="华文中宋" panose="02010600040101010101" pitchFamily="2" charset="-122"/>
                <a:ea typeface="华文中宋" panose="02010600040101010101" pitchFamily="2" charset="-122"/>
              </a:rPr>
              <a:t>设计纵向研究追踪内容演变</a:t>
            </a:r>
          </a:p>
          <a:p>
            <a:pPr algn="just" fontAlgn="base">
              <a:lnSpc>
                <a:spcPct val="125000"/>
              </a:lnSpc>
              <a:spcBef>
                <a:spcPct val="0"/>
              </a:spcBef>
              <a:spcAft>
                <a:spcPts val="1200"/>
              </a:spcAft>
              <a:defRPr/>
            </a:pPr>
            <a:r>
              <a:rPr lang="zh-CN" altLang="zh-CN" dirty="0">
                <a:latin typeface="华文中宋" panose="02010600040101010101" pitchFamily="2" charset="-122"/>
                <a:ea typeface="华文中宋" panose="02010600040101010101" pitchFamily="2" charset="-122"/>
              </a:rPr>
              <a:t>拓展研究范围至其他主流平台</a:t>
            </a:r>
          </a:p>
        </p:txBody>
      </p:sp>
      <p:cxnSp>
        <p:nvCxnSpPr>
          <p:cNvPr id="16" name="直接连接符 15">
            <a:extLst>
              <a:ext uri="{FF2B5EF4-FFF2-40B4-BE49-F238E27FC236}">
                <a16:creationId xmlns:a16="http://schemas.microsoft.com/office/drawing/2014/main" id="{F26C20D6-8B0E-570F-5F17-71071BF1CCD5}"/>
              </a:ext>
            </a:extLst>
          </p:cNvPr>
          <p:cNvCxnSpPr>
            <a:cxnSpLocks/>
          </p:cNvCxnSpPr>
          <p:nvPr/>
        </p:nvCxnSpPr>
        <p:spPr>
          <a:xfrm>
            <a:off x="7917961" y="2298777"/>
            <a:ext cx="0" cy="25834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7450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4F2C0-B115-29FB-5269-F9C4AB0DA5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CFB0E27-EE46-033F-841D-E03DA3014C34}"/>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87444DD2-E8AA-3DC0-05C9-465EF1A3B294}"/>
              </a:ext>
            </a:extLst>
          </p:cNvPr>
          <p:cNvSpPr>
            <a:spLocks noGrp="1"/>
          </p:cNvSpPr>
          <p:nvPr>
            <p:ph type="dt" sz="half" idx="10"/>
          </p:nvPr>
        </p:nvSpPr>
        <p:spPr/>
        <p:txBody>
          <a:bodyPr/>
          <a:lstStyle/>
          <a:p>
            <a:fld id="{4A181727-A34B-4640-B93E-0686B6355DC9}" type="datetime1">
              <a:rPr lang="zh-CN" altLang="en-US" smtClean="0"/>
              <a:t>2025/9/16</a:t>
            </a:fld>
            <a:endParaRPr lang="zh-CN" altLang="en-US" dirty="0"/>
          </a:p>
        </p:txBody>
      </p:sp>
      <p:sp>
        <p:nvSpPr>
          <p:cNvPr id="4" name="页脚占位符 3">
            <a:extLst>
              <a:ext uri="{FF2B5EF4-FFF2-40B4-BE49-F238E27FC236}">
                <a16:creationId xmlns:a16="http://schemas.microsoft.com/office/drawing/2014/main" id="{D59C8732-6C56-2FBE-146F-3A0CF4E2DA8F}"/>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AF8E84FA-D1C4-F347-C36E-DFE5F525EC7F}"/>
              </a:ext>
            </a:extLst>
          </p:cNvPr>
          <p:cNvSpPr>
            <a:spLocks noGrp="1"/>
          </p:cNvSpPr>
          <p:nvPr>
            <p:ph type="sldNum" sz="quarter" idx="12"/>
          </p:nvPr>
        </p:nvSpPr>
        <p:spPr/>
        <p:txBody>
          <a:bodyPr/>
          <a:lstStyle/>
          <a:p>
            <a:fld id="{054335CC-B077-4EFF-BFF9-2EFEE3F838E2}" type="slidenum">
              <a:rPr lang="zh-CN" altLang="en-US" smtClean="0"/>
              <a:pPr/>
              <a:t>22</a:t>
            </a:fld>
            <a:endParaRPr lang="zh-CN" altLang="en-US"/>
          </a:p>
        </p:txBody>
      </p:sp>
      <p:sp>
        <p:nvSpPr>
          <p:cNvPr id="6" name="矩形 5">
            <a:extLst>
              <a:ext uri="{FF2B5EF4-FFF2-40B4-BE49-F238E27FC236}">
                <a16:creationId xmlns:a16="http://schemas.microsoft.com/office/drawing/2014/main" id="{93690D9E-1DEE-ECDB-CB10-7A82BEA46AD0}"/>
              </a:ext>
            </a:extLst>
          </p:cNvPr>
          <p:cNvSpPr/>
          <p:nvPr/>
        </p:nvSpPr>
        <p:spPr>
          <a:xfrm>
            <a:off x="660400" y="1182744"/>
            <a:ext cx="10841236" cy="5296080"/>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t">
            <a:noAutofit/>
          </a:bodyPr>
          <a:lstStyle/>
          <a:p>
            <a:pPr>
              <a:lnSpc>
                <a:spcPts val="2200"/>
              </a:lnSpc>
            </a:pPr>
            <a:r>
              <a:rPr lang="en-US" altLang="zh-CN" dirty="0">
                <a:solidFill>
                  <a:schemeClr val="tx1">
                    <a:lumMod val="75000"/>
                    <a:lumOff val="25000"/>
                  </a:schemeClr>
                </a:solidFill>
              </a:rPr>
              <a:t>[1]	</a:t>
            </a:r>
            <a:r>
              <a:rPr lang="zh-CN" altLang="en-US" dirty="0">
                <a:solidFill>
                  <a:schemeClr val="tx1">
                    <a:lumMod val="75000"/>
                    <a:lumOff val="25000"/>
                  </a:schemeClr>
                </a:solidFill>
              </a:rPr>
              <a:t>福田友子</a:t>
            </a:r>
            <a:r>
              <a:rPr lang="en-US" altLang="zh-CN" dirty="0">
                <a:solidFill>
                  <a:schemeClr val="tx1">
                    <a:lumMod val="75000"/>
                    <a:lumOff val="25000"/>
                  </a:schemeClr>
                </a:solidFill>
              </a:rPr>
              <a:t>, Andreas Daugaard Jørgensen. </a:t>
            </a:r>
            <a:r>
              <a:rPr lang="zh-CN" altLang="en-US" dirty="0">
                <a:solidFill>
                  <a:schemeClr val="tx1">
                    <a:lumMod val="75000"/>
                    <a:lumOff val="25000"/>
                  </a:schemeClr>
                </a:solidFill>
              </a:rPr>
              <a:t>亚太地区只有不到</a:t>
            </a:r>
            <a:r>
              <a:rPr lang="en-US" altLang="zh-CN" dirty="0">
                <a:solidFill>
                  <a:schemeClr val="tx1">
                    <a:lumMod val="75000"/>
                    <a:lumOff val="25000"/>
                  </a:schemeClr>
                </a:solidFill>
              </a:rPr>
              <a:t>35%</a:t>
            </a:r>
            <a:r>
              <a:rPr lang="zh-CN" altLang="en-US" dirty="0">
                <a:solidFill>
                  <a:schemeClr val="tx1">
                    <a:lumMod val="75000"/>
                    <a:lumOff val="25000"/>
                  </a:schemeClr>
                </a:solidFill>
              </a:rPr>
              <a:t>的年轻人在学校接受过性教育 </a:t>
            </a:r>
            <a:r>
              <a:rPr lang="en-US" altLang="zh-CN" dirty="0">
                <a:solidFill>
                  <a:schemeClr val="tx1">
                    <a:lumMod val="75000"/>
                    <a:lumOff val="25000"/>
                  </a:schemeClr>
                </a:solidFill>
              </a:rPr>
              <a:t>[EB/OL]. </a:t>
            </a:r>
            <a:r>
              <a:rPr lang="zh-CN" altLang="en-US" dirty="0">
                <a:solidFill>
                  <a:schemeClr val="tx1">
                    <a:lumMod val="75000"/>
                    <a:lumOff val="25000"/>
                  </a:schemeClr>
                </a:solidFill>
              </a:rPr>
              <a:t>世界经济论坛</a:t>
            </a:r>
            <a:r>
              <a:rPr lang="en-US" altLang="zh-CN" dirty="0">
                <a:solidFill>
                  <a:schemeClr val="tx1">
                    <a:lumMod val="75000"/>
                    <a:lumOff val="25000"/>
                  </a:schemeClr>
                </a:solidFill>
              </a:rPr>
              <a:t>, 2024-04-05. (2025-06-01). https://cn.weforum.org/stories/2024/04/https-www-weforum-org-agenda-2024-03-how-countries-can-save-millions-by-prioritising-adolescent-sexual-and-reproductive-health-cn/.</a:t>
            </a:r>
          </a:p>
          <a:p>
            <a:pPr>
              <a:lnSpc>
                <a:spcPts val="2200"/>
              </a:lnSpc>
            </a:pPr>
            <a:r>
              <a:rPr lang="en-US" altLang="zh-CN" dirty="0">
                <a:solidFill>
                  <a:schemeClr val="tx1">
                    <a:lumMod val="75000"/>
                    <a:lumOff val="25000"/>
                  </a:schemeClr>
                </a:solidFill>
              </a:rPr>
              <a:t>[2]	</a:t>
            </a:r>
            <a:r>
              <a:rPr lang="zh-CN" altLang="en-US" dirty="0">
                <a:solidFill>
                  <a:schemeClr val="tx1">
                    <a:lumMod val="75000"/>
                    <a:lumOff val="25000"/>
                  </a:schemeClr>
                </a:solidFill>
              </a:rPr>
              <a:t>联合国人口基金</a:t>
            </a:r>
            <a:r>
              <a:rPr lang="en-US" altLang="zh-CN" dirty="0">
                <a:solidFill>
                  <a:schemeClr val="tx1">
                    <a:lumMod val="75000"/>
                    <a:lumOff val="25000"/>
                  </a:schemeClr>
                </a:solidFill>
              </a:rPr>
              <a:t>. </a:t>
            </a:r>
            <a:r>
              <a:rPr lang="zh-CN" altLang="en-US" dirty="0">
                <a:solidFill>
                  <a:schemeClr val="tx1">
                    <a:lumMod val="75000"/>
                    <a:lumOff val="25000"/>
                  </a:schemeClr>
                </a:solidFill>
              </a:rPr>
              <a:t>一半以上未婚青少年称其性与生殖健康需要得不到满足 </a:t>
            </a:r>
            <a:r>
              <a:rPr lang="en-US" altLang="zh-CN" dirty="0">
                <a:solidFill>
                  <a:schemeClr val="tx1">
                    <a:lumMod val="75000"/>
                    <a:lumOff val="25000"/>
                  </a:schemeClr>
                </a:solidFill>
              </a:rPr>
              <a:t>[EB/OL]. </a:t>
            </a:r>
            <a:r>
              <a:rPr lang="zh-CN" altLang="en-US" dirty="0">
                <a:solidFill>
                  <a:schemeClr val="tx1">
                    <a:lumMod val="75000"/>
                    <a:lumOff val="25000"/>
                  </a:schemeClr>
                </a:solidFill>
              </a:rPr>
              <a:t>联合国人口基金</a:t>
            </a:r>
            <a:r>
              <a:rPr lang="en-US" altLang="zh-CN" dirty="0">
                <a:solidFill>
                  <a:schemeClr val="tx1">
                    <a:lumMod val="75000"/>
                    <a:lumOff val="25000"/>
                  </a:schemeClr>
                </a:solidFill>
              </a:rPr>
              <a:t>, 2010-05-04. (2025-06-01). https://china.unfpa.org/zh-Hans/news/</a:t>
            </a:r>
            <a:r>
              <a:rPr lang="zh-CN" altLang="en-US" dirty="0">
                <a:solidFill>
                  <a:schemeClr val="tx1">
                    <a:lumMod val="75000"/>
                    <a:lumOff val="25000"/>
                  </a:schemeClr>
                </a:solidFill>
              </a:rPr>
              <a:t>一半以上未婚青少年称其性与生殖健康需要得不到满足</a:t>
            </a:r>
          </a:p>
          <a:p>
            <a:pPr>
              <a:lnSpc>
                <a:spcPts val="2200"/>
              </a:lnSpc>
            </a:pPr>
            <a:r>
              <a:rPr lang="en-US" altLang="zh-CN" dirty="0">
                <a:solidFill>
                  <a:schemeClr val="tx1">
                    <a:lumMod val="75000"/>
                    <a:lumOff val="25000"/>
                  </a:schemeClr>
                </a:solidFill>
              </a:rPr>
              <a:t>[3]	</a:t>
            </a:r>
            <a:r>
              <a:rPr lang="zh-CN" altLang="en-US" dirty="0">
                <a:solidFill>
                  <a:schemeClr val="tx1">
                    <a:lumMod val="75000"/>
                    <a:lumOff val="25000"/>
                  </a:schemeClr>
                </a:solidFill>
              </a:rPr>
              <a:t>李思敏</a:t>
            </a:r>
            <a:r>
              <a:rPr lang="en-US" altLang="zh-CN" dirty="0">
                <a:solidFill>
                  <a:schemeClr val="tx1">
                    <a:lumMod val="75000"/>
                    <a:lumOff val="25000"/>
                  </a:schemeClr>
                </a:solidFill>
              </a:rPr>
              <a:t>, </a:t>
            </a:r>
            <a:r>
              <a:rPr lang="zh-CN" altLang="en-US" dirty="0">
                <a:solidFill>
                  <a:schemeClr val="tx1">
                    <a:lumMod val="75000"/>
                    <a:lumOff val="25000"/>
                  </a:schemeClr>
                </a:solidFill>
              </a:rPr>
              <a:t>刘素珍</a:t>
            </a:r>
            <a:r>
              <a:rPr lang="en-US" altLang="zh-CN" dirty="0">
                <a:solidFill>
                  <a:schemeClr val="tx1">
                    <a:lumMod val="75000"/>
                    <a:lumOff val="25000"/>
                  </a:schemeClr>
                </a:solidFill>
              </a:rPr>
              <a:t>. </a:t>
            </a:r>
            <a:r>
              <a:rPr lang="zh-CN" altLang="en-US" dirty="0">
                <a:solidFill>
                  <a:schemeClr val="tx1">
                    <a:lumMod val="75000"/>
                    <a:lumOff val="25000"/>
                  </a:schemeClr>
                </a:solidFill>
              </a:rPr>
              <a:t>国内青少年性与生殖健康干预现状分析 </a:t>
            </a:r>
            <a:r>
              <a:rPr lang="en-US" altLang="zh-CN" dirty="0">
                <a:solidFill>
                  <a:schemeClr val="tx1">
                    <a:lumMod val="75000"/>
                    <a:lumOff val="25000"/>
                  </a:schemeClr>
                </a:solidFill>
              </a:rPr>
              <a:t>[J] .</a:t>
            </a:r>
            <a:r>
              <a:rPr lang="zh-CN" altLang="en-US" dirty="0">
                <a:solidFill>
                  <a:schemeClr val="tx1">
                    <a:lumMod val="75000"/>
                    <a:lumOff val="25000"/>
                  </a:schemeClr>
                </a:solidFill>
              </a:rPr>
              <a:t>中国实用护理杂志</a:t>
            </a:r>
            <a:r>
              <a:rPr lang="en-US" altLang="zh-CN" dirty="0">
                <a:solidFill>
                  <a:schemeClr val="tx1">
                    <a:lumMod val="75000"/>
                    <a:lumOff val="25000"/>
                  </a:schemeClr>
                </a:solidFill>
              </a:rPr>
              <a:t>,2013,29( 28 ): 43-45. DOI: 10.3760/cma.j.issn.1672-7088.2013.28.021</a:t>
            </a:r>
          </a:p>
          <a:p>
            <a:pPr>
              <a:lnSpc>
                <a:spcPts val="2200"/>
              </a:lnSpc>
            </a:pPr>
            <a:r>
              <a:rPr lang="en-US" altLang="zh-CN" dirty="0">
                <a:solidFill>
                  <a:schemeClr val="tx1">
                    <a:lumMod val="75000"/>
                    <a:lumOff val="25000"/>
                  </a:schemeClr>
                </a:solidFill>
              </a:rPr>
              <a:t>[4]	Chandra-Mouli V, Neal S, Moller A-B. Adolescent sexual and reproductive health for all in sub-Saharan Africa: a spotlight on inequalities [M]. Springer, 2021.</a:t>
            </a:r>
          </a:p>
          <a:p>
            <a:pPr>
              <a:lnSpc>
                <a:spcPts val="2200"/>
              </a:lnSpc>
            </a:pPr>
            <a:r>
              <a:rPr lang="en-US" altLang="zh-CN" dirty="0">
                <a:solidFill>
                  <a:schemeClr val="tx1">
                    <a:lumMod val="75000"/>
                    <a:lumOff val="25000"/>
                  </a:schemeClr>
                </a:solidFill>
              </a:rPr>
              <a:t>[5]	Qiao J, Wang Y, Li X, et al. A lancet commission on 70 years of women’s reproductive, maternal, newborn, child, and adolescent health in </a:t>
            </a:r>
            <a:r>
              <a:rPr lang="en-US" altLang="zh-CN" dirty="0" err="1">
                <a:solidFill>
                  <a:schemeClr val="tx1">
                    <a:lumMod val="75000"/>
                    <a:lumOff val="25000"/>
                  </a:schemeClr>
                </a:solidFill>
              </a:rPr>
              <a:t>china</a:t>
            </a:r>
            <a:r>
              <a:rPr lang="en-US" altLang="zh-CN" dirty="0">
                <a:solidFill>
                  <a:schemeClr val="tx1">
                    <a:lumMod val="75000"/>
                    <a:lumOff val="25000"/>
                  </a:schemeClr>
                </a:solidFill>
              </a:rPr>
              <a:t> [J]. The Lancet, 2021, 397(10293): 2497–2536.</a:t>
            </a:r>
          </a:p>
          <a:p>
            <a:pPr>
              <a:lnSpc>
                <a:spcPts val="2200"/>
              </a:lnSpc>
            </a:pPr>
            <a:r>
              <a:rPr lang="en-US" altLang="zh-CN" dirty="0">
                <a:solidFill>
                  <a:schemeClr val="tx1">
                    <a:lumMod val="75000"/>
                    <a:lumOff val="25000"/>
                  </a:schemeClr>
                </a:solidFill>
              </a:rPr>
              <a:t>[6]	Bhana D, </a:t>
            </a:r>
            <a:r>
              <a:rPr lang="en-US" altLang="zh-CN" dirty="0" err="1">
                <a:solidFill>
                  <a:schemeClr val="tx1">
                    <a:lumMod val="75000"/>
                    <a:lumOff val="25000"/>
                  </a:schemeClr>
                </a:solidFill>
              </a:rPr>
              <a:t>Aggleton</a:t>
            </a:r>
            <a:r>
              <a:rPr lang="en-US" altLang="zh-CN" dirty="0">
                <a:solidFill>
                  <a:schemeClr val="tx1">
                    <a:lumMod val="75000"/>
                    <a:lumOff val="25000"/>
                  </a:schemeClr>
                </a:solidFill>
              </a:rPr>
              <a:t> P, Miedema E, Ngidi ND. Beyond controversy–International perspectives on sexual and reproductive health education [M]. SAGE Publications Sage UK: London, England, 2024.</a:t>
            </a:r>
          </a:p>
          <a:p>
            <a:pPr>
              <a:lnSpc>
                <a:spcPts val="2200"/>
              </a:lnSpc>
            </a:pPr>
            <a:r>
              <a:rPr lang="en-US" altLang="zh-CN" dirty="0">
                <a:solidFill>
                  <a:schemeClr val="tx1">
                    <a:lumMod val="75000"/>
                    <a:lumOff val="25000"/>
                  </a:schemeClr>
                </a:solidFill>
              </a:rPr>
              <a:t>[7]	Chen J, Wang Y, et al. Social media use for health purposes: systematic review [J]. Journal of medical Internet research, 2021, 23(5): 17917.</a:t>
            </a:r>
          </a:p>
        </p:txBody>
      </p:sp>
      <p:cxnSp>
        <p:nvCxnSpPr>
          <p:cNvPr id="8" name="直接连接符 7">
            <a:extLst>
              <a:ext uri="{FF2B5EF4-FFF2-40B4-BE49-F238E27FC236}">
                <a16:creationId xmlns:a16="http://schemas.microsoft.com/office/drawing/2014/main" id="{3F6B77D6-DC73-5CD7-50AF-6C0001265DE4}"/>
              </a:ext>
            </a:extLst>
          </p:cNvPr>
          <p:cNvCxnSpPr>
            <a:cxnSpLocks/>
          </p:cNvCxnSpPr>
          <p:nvPr/>
        </p:nvCxnSpPr>
        <p:spPr>
          <a:xfrm>
            <a:off x="660400" y="1182744"/>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AC6FDEB7-D4FC-A631-EE7E-A1E4845237FC}"/>
              </a:ext>
            </a:extLst>
          </p:cNvPr>
          <p:cNvSpPr/>
          <p:nvPr/>
        </p:nvSpPr>
        <p:spPr>
          <a:xfrm flipH="1">
            <a:off x="10851159" y="5832418"/>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785337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D651-7414-1476-7B1D-48C5AD7D6C6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09E51A-9962-4DE7-D957-68EDD188A1DE}"/>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2092EE91-25C7-4C27-F6A2-86068B38FAE2}"/>
              </a:ext>
            </a:extLst>
          </p:cNvPr>
          <p:cNvSpPr>
            <a:spLocks noGrp="1"/>
          </p:cNvSpPr>
          <p:nvPr>
            <p:ph type="dt" sz="half" idx="10"/>
          </p:nvPr>
        </p:nvSpPr>
        <p:spPr/>
        <p:txBody>
          <a:bodyPr/>
          <a:lstStyle/>
          <a:p>
            <a:fld id="{4A181727-A34B-4640-B93E-0686B6355DC9}" type="datetime1">
              <a:rPr lang="zh-CN" altLang="en-US" smtClean="0"/>
              <a:t>2025/9/16</a:t>
            </a:fld>
            <a:endParaRPr lang="zh-CN" altLang="en-US" dirty="0"/>
          </a:p>
        </p:txBody>
      </p:sp>
      <p:sp>
        <p:nvSpPr>
          <p:cNvPr id="4" name="页脚占位符 3">
            <a:extLst>
              <a:ext uri="{FF2B5EF4-FFF2-40B4-BE49-F238E27FC236}">
                <a16:creationId xmlns:a16="http://schemas.microsoft.com/office/drawing/2014/main" id="{A3B092CE-C83B-370A-DD1B-A9ED242661C1}"/>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A304B4D2-A2C7-6085-A516-51048A5BED27}"/>
              </a:ext>
            </a:extLst>
          </p:cNvPr>
          <p:cNvSpPr>
            <a:spLocks noGrp="1"/>
          </p:cNvSpPr>
          <p:nvPr>
            <p:ph type="sldNum" sz="quarter" idx="12"/>
          </p:nvPr>
        </p:nvSpPr>
        <p:spPr/>
        <p:txBody>
          <a:bodyPr/>
          <a:lstStyle/>
          <a:p>
            <a:fld id="{054335CC-B077-4EFF-BFF9-2EFEE3F838E2}" type="slidenum">
              <a:rPr lang="zh-CN" altLang="en-US" smtClean="0"/>
              <a:pPr/>
              <a:t>23</a:t>
            </a:fld>
            <a:endParaRPr lang="zh-CN" altLang="en-US"/>
          </a:p>
        </p:txBody>
      </p:sp>
      <p:sp>
        <p:nvSpPr>
          <p:cNvPr id="6" name="矩形 5">
            <a:extLst>
              <a:ext uri="{FF2B5EF4-FFF2-40B4-BE49-F238E27FC236}">
                <a16:creationId xmlns:a16="http://schemas.microsoft.com/office/drawing/2014/main" id="{07D9CF76-26B2-91BA-50A8-7A043BE7F938}"/>
              </a:ext>
            </a:extLst>
          </p:cNvPr>
          <p:cNvSpPr/>
          <p:nvPr/>
        </p:nvSpPr>
        <p:spPr>
          <a:xfrm>
            <a:off x="660400" y="1182744"/>
            <a:ext cx="10841236" cy="5296080"/>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t">
            <a:noAutofit/>
          </a:bodyPr>
          <a:lstStyle/>
          <a:p>
            <a:pPr>
              <a:lnSpc>
                <a:spcPts val="2200"/>
              </a:lnSpc>
            </a:pPr>
            <a:r>
              <a:rPr lang="en-US" altLang="zh-CN" dirty="0">
                <a:solidFill>
                  <a:schemeClr val="tx1">
                    <a:lumMod val="75000"/>
                    <a:lumOff val="25000"/>
                  </a:schemeClr>
                </a:solidFill>
              </a:rPr>
              <a:t>[8]	Guse K, Levine D, Martins S, et al. Interventions using new digital media to improve adolescent sexual health: a systematic review [J]. Journal of adolescent health, 2012, 51(6): 535–543.</a:t>
            </a:r>
          </a:p>
          <a:p>
            <a:pPr>
              <a:lnSpc>
                <a:spcPts val="2200"/>
              </a:lnSpc>
            </a:pPr>
            <a:r>
              <a:rPr lang="en-US" altLang="zh-CN" dirty="0">
                <a:solidFill>
                  <a:schemeClr val="tx1">
                    <a:lumMod val="75000"/>
                    <a:lumOff val="25000"/>
                  </a:schemeClr>
                </a:solidFill>
              </a:rPr>
              <a:t>[9]	Abdul Hamid Alhassan RH, Haggerty CL, </a:t>
            </a:r>
            <a:r>
              <a:rPr lang="en-US" altLang="zh-CN" dirty="0" err="1">
                <a:solidFill>
                  <a:schemeClr val="tx1">
                    <a:lumMod val="75000"/>
                    <a:lumOff val="25000"/>
                  </a:schemeClr>
                </a:solidFill>
              </a:rPr>
              <a:t>Fapohunda</a:t>
            </a:r>
            <a:r>
              <a:rPr lang="en-US" altLang="zh-CN" dirty="0">
                <a:solidFill>
                  <a:schemeClr val="tx1">
                    <a:lumMod val="75000"/>
                    <a:lumOff val="25000"/>
                  </a:schemeClr>
                </a:solidFill>
              </a:rPr>
              <a:t> A, et al. Exploring the use of digital educational tools for sexual and reproductive health in </a:t>
            </a:r>
            <a:r>
              <a:rPr lang="en-US" altLang="zh-CN" dirty="0" err="1">
                <a:solidFill>
                  <a:schemeClr val="tx1">
                    <a:lumMod val="75000"/>
                    <a:lumOff val="25000"/>
                  </a:schemeClr>
                </a:solidFill>
              </a:rPr>
              <a:t>sub-saharan</a:t>
            </a:r>
            <a:r>
              <a:rPr lang="en-US" altLang="zh-CN" dirty="0">
                <a:solidFill>
                  <a:schemeClr val="tx1">
                    <a:lumMod val="75000"/>
                    <a:lumOff val="25000"/>
                  </a:schemeClr>
                </a:solidFill>
              </a:rPr>
              <a:t> </a:t>
            </a:r>
            <a:r>
              <a:rPr lang="en-US" altLang="zh-CN" dirty="0" err="1">
                <a:solidFill>
                  <a:schemeClr val="tx1">
                    <a:lumMod val="75000"/>
                    <a:lumOff val="25000"/>
                  </a:schemeClr>
                </a:solidFill>
              </a:rPr>
              <a:t>africa</a:t>
            </a:r>
            <a:r>
              <a:rPr lang="en-US" altLang="zh-CN" dirty="0">
                <a:solidFill>
                  <a:schemeClr val="tx1">
                    <a:lumMod val="75000"/>
                    <a:lumOff val="25000"/>
                  </a:schemeClr>
                </a:solidFill>
              </a:rPr>
              <a:t>: Systematic review [J]. JMIR Public Health and Surveillance, 2025, 11: 63309.</a:t>
            </a:r>
          </a:p>
          <a:p>
            <a:pPr>
              <a:lnSpc>
                <a:spcPts val="2200"/>
              </a:lnSpc>
            </a:pPr>
            <a:r>
              <a:rPr lang="en-US" altLang="zh-CN" dirty="0">
                <a:solidFill>
                  <a:schemeClr val="tx1">
                    <a:lumMod val="75000"/>
                    <a:lumOff val="25000"/>
                  </a:schemeClr>
                </a:solidFill>
              </a:rPr>
              <a:t>[10]	Benoit JRA, Louie-Poon S, Kauser S, </a:t>
            </a:r>
            <a:r>
              <a:rPr lang="en-US" altLang="zh-CN" dirty="0" err="1">
                <a:solidFill>
                  <a:schemeClr val="tx1">
                    <a:lumMod val="75000"/>
                    <a:lumOff val="25000"/>
                  </a:schemeClr>
                </a:solidFill>
              </a:rPr>
              <a:t>Meherali</a:t>
            </a:r>
            <a:r>
              <a:rPr lang="en-US" altLang="zh-CN" dirty="0">
                <a:solidFill>
                  <a:schemeClr val="tx1">
                    <a:lumMod val="75000"/>
                    <a:lumOff val="25000"/>
                  </a:schemeClr>
                </a:solidFill>
              </a:rPr>
              <a:t> S. Promoting adolescent sexual and reproductive health in north </a:t>
            </a:r>
            <a:r>
              <a:rPr lang="en-US" altLang="zh-CN" dirty="0" err="1">
                <a:solidFill>
                  <a:schemeClr val="tx1">
                    <a:lumMod val="75000"/>
                    <a:lumOff val="25000"/>
                  </a:schemeClr>
                </a:solidFill>
              </a:rPr>
              <a:t>america</a:t>
            </a:r>
            <a:r>
              <a:rPr lang="en-US" altLang="zh-CN" dirty="0">
                <a:solidFill>
                  <a:schemeClr val="tx1">
                    <a:lumMod val="75000"/>
                    <a:lumOff val="25000"/>
                  </a:schemeClr>
                </a:solidFill>
              </a:rPr>
              <a:t> using free mobile apps: environmental scan [J]. JMIR Pediatrics and Parenting, 2022, 5(4): 33826.</a:t>
            </a:r>
          </a:p>
          <a:p>
            <a:pPr>
              <a:lnSpc>
                <a:spcPts val="2200"/>
              </a:lnSpc>
            </a:pPr>
            <a:r>
              <a:rPr lang="en-US" altLang="zh-CN" dirty="0">
                <a:solidFill>
                  <a:schemeClr val="tx1">
                    <a:lumMod val="75000"/>
                    <a:lumOff val="25000"/>
                  </a:schemeClr>
                </a:solidFill>
              </a:rPr>
              <a:t>[11]	Sewak A, Yousef M, Deshpande S, Seydel T, Hashemi N. The effectiveness of digital sexual health interventions for young adults: a systematic literature review (2010–2020) [J]. Health Promotion International, 2023, 38(1): 104.</a:t>
            </a:r>
          </a:p>
          <a:p>
            <a:pPr>
              <a:lnSpc>
                <a:spcPts val="2200"/>
              </a:lnSpc>
            </a:pPr>
            <a:r>
              <a:rPr lang="en-US" altLang="zh-CN" dirty="0">
                <a:solidFill>
                  <a:schemeClr val="tx1">
                    <a:lumMod val="75000"/>
                    <a:lumOff val="25000"/>
                  </a:schemeClr>
                </a:solidFill>
              </a:rPr>
              <a:t>[12]	Chernick LS, Konja A, Gonzalez A, et al. Designing illustrative social media stories to promote adolescent peer support and healthy sexual behaviors [J]. Digital health, 2022, 8: 20552076221104660.</a:t>
            </a:r>
          </a:p>
          <a:p>
            <a:pPr>
              <a:lnSpc>
                <a:spcPts val="2200"/>
              </a:lnSpc>
            </a:pPr>
            <a:r>
              <a:rPr lang="en-US" altLang="zh-CN" dirty="0">
                <a:solidFill>
                  <a:schemeClr val="tx1">
                    <a:lumMod val="75000"/>
                    <a:lumOff val="25000"/>
                  </a:schemeClr>
                </a:solidFill>
              </a:rPr>
              <a:t>[13]	</a:t>
            </a:r>
            <a:r>
              <a:rPr lang="en-US" altLang="zh-CN" dirty="0" err="1">
                <a:solidFill>
                  <a:schemeClr val="tx1">
                    <a:lumMod val="75000"/>
                    <a:lumOff val="25000"/>
                  </a:schemeClr>
                </a:solidFill>
              </a:rPr>
              <a:t>Nasralah</a:t>
            </a:r>
            <a:r>
              <a:rPr lang="en-US" altLang="zh-CN" dirty="0">
                <a:solidFill>
                  <a:schemeClr val="tx1">
                    <a:lumMod val="75000"/>
                    <a:lumOff val="25000"/>
                  </a:schemeClr>
                </a:solidFill>
              </a:rPr>
              <a:t> T, El-Gayar O, Wang Y. Social media text mining framework for drug abuse: development and validation study with an opioid crisis case analysis [J]. Journal of medical Internet research, 2020, 22(8): 18350.</a:t>
            </a:r>
          </a:p>
          <a:p>
            <a:pPr>
              <a:lnSpc>
                <a:spcPts val="2200"/>
              </a:lnSpc>
            </a:pPr>
            <a:endParaRPr lang="en-US" altLang="zh-CN" dirty="0">
              <a:solidFill>
                <a:schemeClr val="tx1">
                  <a:lumMod val="75000"/>
                  <a:lumOff val="25000"/>
                </a:schemeClr>
              </a:solidFill>
            </a:endParaRPr>
          </a:p>
        </p:txBody>
      </p:sp>
      <p:cxnSp>
        <p:nvCxnSpPr>
          <p:cNvPr id="8" name="直接连接符 7">
            <a:extLst>
              <a:ext uri="{FF2B5EF4-FFF2-40B4-BE49-F238E27FC236}">
                <a16:creationId xmlns:a16="http://schemas.microsoft.com/office/drawing/2014/main" id="{BB545E8A-7F0D-7CE5-09E8-3979D8B70010}"/>
              </a:ext>
            </a:extLst>
          </p:cNvPr>
          <p:cNvCxnSpPr>
            <a:cxnSpLocks/>
          </p:cNvCxnSpPr>
          <p:nvPr/>
        </p:nvCxnSpPr>
        <p:spPr>
          <a:xfrm>
            <a:off x="660400" y="1182744"/>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3F62ADED-A640-9BB0-70E7-189B7D18B163}"/>
              </a:ext>
            </a:extLst>
          </p:cNvPr>
          <p:cNvSpPr/>
          <p:nvPr/>
        </p:nvSpPr>
        <p:spPr>
          <a:xfrm flipH="1">
            <a:off x="10851159" y="5832418"/>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15632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F110F-CC7D-0384-E208-053CC26909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16E4163-6575-2E36-77A8-E9957F189F61}"/>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B1A83599-CABB-3760-2A46-B2FDC30428BD}"/>
              </a:ext>
            </a:extLst>
          </p:cNvPr>
          <p:cNvSpPr>
            <a:spLocks noGrp="1"/>
          </p:cNvSpPr>
          <p:nvPr>
            <p:ph type="dt" sz="half" idx="10"/>
          </p:nvPr>
        </p:nvSpPr>
        <p:spPr/>
        <p:txBody>
          <a:bodyPr/>
          <a:lstStyle/>
          <a:p>
            <a:fld id="{4A181727-A34B-4640-B93E-0686B6355DC9}" type="datetime1">
              <a:rPr lang="zh-CN" altLang="en-US" smtClean="0"/>
              <a:t>2025/9/16</a:t>
            </a:fld>
            <a:endParaRPr lang="zh-CN" altLang="en-US" dirty="0"/>
          </a:p>
        </p:txBody>
      </p:sp>
      <p:sp>
        <p:nvSpPr>
          <p:cNvPr id="4" name="页脚占位符 3">
            <a:extLst>
              <a:ext uri="{FF2B5EF4-FFF2-40B4-BE49-F238E27FC236}">
                <a16:creationId xmlns:a16="http://schemas.microsoft.com/office/drawing/2014/main" id="{37E4394C-8C48-D6B4-6375-9DA2D57FCDF1}"/>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F715A037-79F2-5097-0247-E2C556CC40AF}"/>
              </a:ext>
            </a:extLst>
          </p:cNvPr>
          <p:cNvSpPr>
            <a:spLocks noGrp="1"/>
          </p:cNvSpPr>
          <p:nvPr>
            <p:ph type="sldNum" sz="quarter" idx="12"/>
          </p:nvPr>
        </p:nvSpPr>
        <p:spPr/>
        <p:txBody>
          <a:bodyPr/>
          <a:lstStyle/>
          <a:p>
            <a:fld id="{054335CC-B077-4EFF-BFF9-2EFEE3F838E2}" type="slidenum">
              <a:rPr lang="zh-CN" altLang="en-US" smtClean="0"/>
              <a:pPr/>
              <a:t>24</a:t>
            </a:fld>
            <a:endParaRPr lang="zh-CN" altLang="en-US"/>
          </a:p>
        </p:txBody>
      </p:sp>
      <p:sp>
        <p:nvSpPr>
          <p:cNvPr id="6" name="矩形 5">
            <a:extLst>
              <a:ext uri="{FF2B5EF4-FFF2-40B4-BE49-F238E27FC236}">
                <a16:creationId xmlns:a16="http://schemas.microsoft.com/office/drawing/2014/main" id="{43051B28-B397-48D3-F121-F1BA6C6403A8}"/>
              </a:ext>
            </a:extLst>
          </p:cNvPr>
          <p:cNvSpPr/>
          <p:nvPr/>
        </p:nvSpPr>
        <p:spPr>
          <a:xfrm>
            <a:off x="660400" y="1182744"/>
            <a:ext cx="10841236" cy="5296080"/>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t">
            <a:noAutofit/>
          </a:bodyPr>
          <a:lstStyle/>
          <a:p>
            <a:pPr>
              <a:lnSpc>
                <a:spcPct val="125000"/>
              </a:lnSpc>
            </a:pPr>
            <a:r>
              <a:rPr lang="en-US" altLang="zh-CN" dirty="0">
                <a:solidFill>
                  <a:schemeClr val="tx1">
                    <a:lumMod val="75000"/>
                    <a:lumOff val="25000"/>
                  </a:schemeClr>
                </a:solidFill>
              </a:rPr>
              <a:t>[14]	Desrosiers A, Betancourt T, Kergoat Y, </a:t>
            </a:r>
            <a:r>
              <a:rPr lang="en-US" altLang="zh-CN" dirty="0" err="1">
                <a:solidFill>
                  <a:schemeClr val="tx1">
                    <a:lumMod val="75000"/>
                    <a:lumOff val="25000"/>
                  </a:schemeClr>
                </a:solidFill>
              </a:rPr>
              <a:t>Servilli</a:t>
            </a:r>
            <a:r>
              <a:rPr lang="en-US" altLang="zh-CN" dirty="0">
                <a:solidFill>
                  <a:schemeClr val="tx1">
                    <a:lumMod val="75000"/>
                    <a:lumOff val="25000"/>
                  </a:schemeClr>
                </a:solidFill>
              </a:rPr>
              <a:t> C, Say L, Kobeissi L. A systematic review of sexual and reproductive health interventions for young people in humanitarian and lower-and-middle-income country settings [J]. BMC public health, 2020, 20: 1–21.</a:t>
            </a:r>
          </a:p>
          <a:p>
            <a:pPr>
              <a:lnSpc>
                <a:spcPct val="125000"/>
              </a:lnSpc>
            </a:pPr>
            <a:r>
              <a:rPr lang="en-US" altLang="zh-CN" dirty="0">
                <a:solidFill>
                  <a:schemeClr val="tx1">
                    <a:lumMod val="75000"/>
                    <a:lumOff val="25000"/>
                  </a:schemeClr>
                </a:solidFill>
              </a:rPr>
              <a:t>[15]	Ghahramani A, </a:t>
            </a:r>
            <a:r>
              <a:rPr lang="en-US" altLang="zh-CN" dirty="0" err="1">
                <a:solidFill>
                  <a:schemeClr val="tx1">
                    <a:lumMod val="75000"/>
                    <a:lumOff val="25000"/>
                  </a:schemeClr>
                </a:solidFill>
              </a:rPr>
              <a:t>Courten</a:t>
            </a:r>
            <a:r>
              <a:rPr lang="en-US" altLang="zh-CN" dirty="0">
                <a:solidFill>
                  <a:schemeClr val="tx1">
                    <a:lumMod val="75000"/>
                    <a:lumOff val="25000"/>
                  </a:schemeClr>
                </a:solidFill>
              </a:rPr>
              <a:t> M, </a:t>
            </a:r>
            <a:r>
              <a:rPr lang="en-US" altLang="zh-CN" dirty="0" err="1">
                <a:solidFill>
                  <a:schemeClr val="tx1">
                    <a:lumMod val="75000"/>
                    <a:lumOff val="25000"/>
                  </a:schemeClr>
                </a:solidFill>
              </a:rPr>
              <a:t>Prokofieva</a:t>
            </a:r>
            <a:r>
              <a:rPr lang="en-US" altLang="zh-CN" dirty="0">
                <a:solidFill>
                  <a:schemeClr val="tx1">
                    <a:lumMod val="75000"/>
                    <a:lumOff val="25000"/>
                  </a:schemeClr>
                </a:solidFill>
              </a:rPr>
              <a:t> M. The potential of social media in health promotion beyond creating awareness: an integrative review [J]. BMC public health, 2022, 22(1): 2402.</a:t>
            </a:r>
          </a:p>
          <a:p>
            <a:pPr>
              <a:lnSpc>
                <a:spcPct val="125000"/>
              </a:lnSpc>
            </a:pPr>
            <a:r>
              <a:rPr lang="en-US" altLang="zh-CN" dirty="0">
                <a:solidFill>
                  <a:schemeClr val="tx1">
                    <a:lumMod val="75000"/>
                    <a:lumOff val="25000"/>
                  </a:schemeClr>
                </a:solidFill>
              </a:rPr>
              <a:t>[16]	Fu J, Li C, Zhou C, et al. Methods for analyzing the contents of social media for health care: scoping review [J]. Journal of Medical Internet Research, 2023, 25: 43349.</a:t>
            </a:r>
          </a:p>
          <a:p>
            <a:pPr>
              <a:lnSpc>
                <a:spcPct val="125000"/>
              </a:lnSpc>
            </a:pPr>
            <a:r>
              <a:rPr lang="en-US" altLang="zh-CN" dirty="0">
                <a:solidFill>
                  <a:schemeClr val="tx1">
                    <a:lumMod val="75000"/>
                    <a:lumOff val="25000"/>
                  </a:schemeClr>
                </a:solidFill>
              </a:rPr>
              <a:t>[17]	Boon-</a:t>
            </a:r>
            <a:r>
              <a:rPr lang="en-US" altLang="zh-CN" dirty="0" err="1">
                <a:solidFill>
                  <a:schemeClr val="tx1">
                    <a:lumMod val="75000"/>
                    <a:lumOff val="25000"/>
                  </a:schemeClr>
                </a:solidFill>
              </a:rPr>
              <a:t>Itt</a:t>
            </a:r>
            <a:r>
              <a:rPr lang="en-US" altLang="zh-CN" dirty="0">
                <a:solidFill>
                  <a:schemeClr val="tx1">
                    <a:lumMod val="75000"/>
                    <a:lumOff val="25000"/>
                  </a:schemeClr>
                </a:solidFill>
              </a:rPr>
              <a:t> S, </a:t>
            </a:r>
            <a:r>
              <a:rPr lang="en-US" altLang="zh-CN" dirty="0" err="1">
                <a:solidFill>
                  <a:schemeClr val="tx1">
                    <a:lumMod val="75000"/>
                    <a:lumOff val="25000"/>
                  </a:schemeClr>
                </a:solidFill>
              </a:rPr>
              <a:t>Skunkan</a:t>
            </a:r>
            <a:r>
              <a:rPr lang="en-US" altLang="zh-CN" dirty="0">
                <a:solidFill>
                  <a:schemeClr val="tx1">
                    <a:lumMod val="75000"/>
                    <a:lumOff val="25000"/>
                  </a:schemeClr>
                </a:solidFill>
              </a:rPr>
              <a:t> Y, et al. Public perception of the covid-19 pandemic on twitter: sentiment analysis and topic modeling study [J]. JMIR public health and surveillance, 2020, 6(4): 21978.</a:t>
            </a:r>
          </a:p>
          <a:p>
            <a:pPr>
              <a:lnSpc>
                <a:spcPct val="125000"/>
              </a:lnSpc>
            </a:pPr>
            <a:r>
              <a:rPr lang="en-US" altLang="zh-CN" dirty="0">
                <a:solidFill>
                  <a:schemeClr val="tx1">
                    <a:lumMod val="75000"/>
                    <a:lumOff val="25000"/>
                  </a:schemeClr>
                </a:solidFill>
              </a:rPr>
              <a:t>[18]	Kelleher E, Moreno MA. Hot topics in social media and reproductive health [J]. Journal of pediatric and adolescent gynecology, 2020, 33(6): 619-622. https://doi.org/10.1016/j.jpag.2020.06.016.</a:t>
            </a:r>
          </a:p>
          <a:p>
            <a:pPr>
              <a:lnSpc>
                <a:spcPct val="125000"/>
              </a:lnSpc>
            </a:pPr>
            <a:r>
              <a:rPr lang="en-US" altLang="zh-CN" dirty="0">
                <a:solidFill>
                  <a:schemeClr val="tx1">
                    <a:lumMod val="75000"/>
                    <a:lumOff val="25000"/>
                  </a:schemeClr>
                </a:solidFill>
              </a:rPr>
              <a:t>[19]	Wilkerson D, et al. </a:t>
            </a:r>
            <a:r>
              <a:rPr lang="en-US" altLang="zh-CN" dirty="0" err="1">
                <a:solidFill>
                  <a:schemeClr val="tx1">
                    <a:lumMod val="75000"/>
                    <a:lumOff val="25000"/>
                  </a:schemeClr>
                </a:solidFill>
              </a:rPr>
              <a:t>TeleEducation</a:t>
            </a:r>
            <a:r>
              <a:rPr lang="en-US" altLang="zh-CN" dirty="0">
                <a:solidFill>
                  <a:schemeClr val="tx1">
                    <a:lumMod val="75000"/>
                    <a:lumOff val="25000"/>
                  </a:schemeClr>
                </a:solidFill>
              </a:rPr>
              <a:t> initiatives for Sub-Saharan Africa: The case of the African virtual university in Kenya [J]. Journal of STEM Education: Innovations and Research, 2011, 12(5).</a:t>
            </a:r>
          </a:p>
        </p:txBody>
      </p:sp>
      <p:cxnSp>
        <p:nvCxnSpPr>
          <p:cNvPr id="8" name="直接连接符 7">
            <a:extLst>
              <a:ext uri="{FF2B5EF4-FFF2-40B4-BE49-F238E27FC236}">
                <a16:creationId xmlns:a16="http://schemas.microsoft.com/office/drawing/2014/main" id="{D381B3F5-A251-3966-F78B-E8C92A1B1C94}"/>
              </a:ext>
            </a:extLst>
          </p:cNvPr>
          <p:cNvCxnSpPr>
            <a:cxnSpLocks/>
          </p:cNvCxnSpPr>
          <p:nvPr/>
        </p:nvCxnSpPr>
        <p:spPr>
          <a:xfrm>
            <a:off x="660400" y="1182744"/>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0B719A00-4CE1-FDF5-323F-13A4D3DD8EEC}"/>
              </a:ext>
            </a:extLst>
          </p:cNvPr>
          <p:cNvSpPr/>
          <p:nvPr/>
        </p:nvSpPr>
        <p:spPr>
          <a:xfrm flipH="1">
            <a:off x="10851159" y="5832418"/>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60011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BC14F-041E-E1F0-2127-3DD3D5174A0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50F1B6-8555-C835-DE05-7792A01DD4C7}"/>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89DAECE0-46C0-6F87-DDE4-42EE475401C5}"/>
              </a:ext>
            </a:extLst>
          </p:cNvPr>
          <p:cNvSpPr>
            <a:spLocks noGrp="1"/>
          </p:cNvSpPr>
          <p:nvPr>
            <p:ph type="dt" sz="half" idx="10"/>
          </p:nvPr>
        </p:nvSpPr>
        <p:spPr/>
        <p:txBody>
          <a:bodyPr/>
          <a:lstStyle/>
          <a:p>
            <a:fld id="{4A181727-A34B-4640-B93E-0686B6355DC9}" type="datetime1">
              <a:rPr lang="zh-CN" altLang="en-US" smtClean="0"/>
              <a:t>2025/9/16</a:t>
            </a:fld>
            <a:endParaRPr lang="zh-CN" altLang="en-US" dirty="0"/>
          </a:p>
        </p:txBody>
      </p:sp>
      <p:sp>
        <p:nvSpPr>
          <p:cNvPr id="4" name="页脚占位符 3">
            <a:extLst>
              <a:ext uri="{FF2B5EF4-FFF2-40B4-BE49-F238E27FC236}">
                <a16:creationId xmlns:a16="http://schemas.microsoft.com/office/drawing/2014/main" id="{B2D0AD8D-C24F-4257-5873-3CB6AB3DAF78}"/>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A2DD5CB5-00D9-462E-D848-E84A426B5F78}"/>
              </a:ext>
            </a:extLst>
          </p:cNvPr>
          <p:cNvSpPr>
            <a:spLocks noGrp="1"/>
          </p:cNvSpPr>
          <p:nvPr>
            <p:ph type="sldNum" sz="quarter" idx="12"/>
          </p:nvPr>
        </p:nvSpPr>
        <p:spPr/>
        <p:txBody>
          <a:bodyPr/>
          <a:lstStyle/>
          <a:p>
            <a:fld id="{054335CC-B077-4EFF-BFF9-2EFEE3F838E2}" type="slidenum">
              <a:rPr lang="zh-CN" altLang="en-US" smtClean="0"/>
              <a:pPr/>
              <a:t>25</a:t>
            </a:fld>
            <a:endParaRPr lang="zh-CN" altLang="en-US"/>
          </a:p>
        </p:txBody>
      </p:sp>
      <p:sp>
        <p:nvSpPr>
          <p:cNvPr id="6" name="矩形 5">
            <a:extLst>
              <a:ext uri="{FF2B5EF4-FFF2-40B4-BE49-F238E27FC236}">
                <a16:creationId xmlns:a16="http://schemas.microsoft.com/office/drawing/2014/main" id="{D2AA7119-1E11-F9EE-6F53-C7B484E76DD1}"/>
              </a:ext>
            </a:extLst>
          </p:cNvPr>
          <p:cNvSpPr/>
          <p:nvPr/>
        </p:nvSpPr>
        <p:spPr>
          <a:xfrm>
            <a:off x="660400" y="1182744"/>
            <a:ext cx="10841236" cy="5296080"/>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ctr">
            <a:noAutofit/>
          </a:bodyPr>
          <a:lstStyle/>
          <a:p>
            <a:pPr>
              <a:lnSpc>
                <a:spcPts val="2300"/>
              </a:lnSpc>
            </a:pPr>
            <a:r>
              <a:rPr lang="en-US" altLang="zh-CN" dirty="0">
                <a:solidFill>
                  <a:schemeClr val="tx1">
                    <a:lumMod val="75000"/>
                    <a:lumOff val="25000"/>
                  </a:schemeClr>
                </a:solidFill>
              </a:rPr>
              <a:t>[20]	Saha R, Paul P, Yaya S, Banke-Thomas A. Association between exposure to social media and knowledge of sexual and reproductive health among adolescent girls: evidence from the UDAYA survey in Bihar and Uttar Pradesh, India [J]. </a:t>
            </a:r>
            <a:r>
              <a:rPr lang="en-US" altLang="zh-CN" dirty="0" err="1">
                <a:solidFill>
                  <a:schemeClr val="tx1">
                    <a:lumMod val="75000"/>
                    <a:lumOff val="25000"/>
                  </a:schemeClr>
                </a:solidFill>
              </a:rPr>
              <a:t>Reprod</a:t>
            </a:r>
            <a:r>
              <a:rPr lang="en-US" altLang="zh-CN" dirty="0">
                <a:solidFill>
                  <a:schemeClr val="tx1">
                    <a:lumMod val="75000"/>
                    <a:lumOff val="25000"/>
                  </a:schemeClr>
                </a:solidFill>
              </a:rPr>
              <a:t> Health, 2022, 19(1):178. DOI: 10.1186/s12978-022-01487-7. </a:t>
            </a:r>
          </a:p>
          <a:p>
            <a:pPr>
              <a:lnSpc>
                <a:spcPts val="2300"/>
              </a:lnSpc>
            </a:pPr>
            <a:r>
              <a:rPr lang="en-US" altLang="zh-CN" dirty="0">
                <a:solidFill>
                  <a:schemeClr val="tx1">
                    <a:lumMod val="75000"/>
                    <a:lumOff val="25000"/>
                  </a:schemeClr>
                </a:solidFill>
              </a:rPr>
              <a:t>[21]	</a:t>
            </a:r>
            <a:r>
              <a:rPr lang="en-US" altLang="zh-CN" dirty="0" err="1">
                <a:solidFill>
                  <a:schemeClr val="tx1">
                    <a:lumMod val="75000"/>
                    <a:lumOff val="25000"/>
                  </a:schemeClr>
                </a:solidFill>
              </a:rPr>
              <a:t>Adzovie</a:t>
            </a:r>
            <a:r>
              <a:rPr lang="en-US" altLang="zh-CN" dirty="0">
                <a:solidFill>
                  <a:schemeClr val="tx1">
                    <a:lumMod val="75000"/>
                    <a:lumOff val="25000"/>
                  </a:schemeClr>
                </a:solidFill>
              </a:rPr>
              <a:t> D, Holm R. Impact of Social Media on Adolescent Sexual and Reproductive Health [R]. 2020. DOI: 10.34190/ESM.20.016.</a:t>
            </a:r>
          </a:p>
          <a:p>
            <a:pPr>
              <a:lnSpc>
                <a:spcPts val="2300"/>
              </a:lnSpc>
            </a:pPr>
            <a:r>
              <a:rPr lang="en-US" altLang="zh-CN" dirty="0">
                <a:solidFill>
                  <a:schemeClr val="tx1">
                    <a:lumMod val="75000"/>
                    <a:lumOff val="25000"/>
                  </a:schemeClr>
                </a:solidFill>
              </a:rPr>
              <a:t>[22]	</a:t>
            </a:r>
            <a:r>
              <a:rPr lang="zh-CN" altLang="en-US" dirty="0">
                <a:solidFill>
                  <a:schemeClr val="tx1">
                    <a:lumMod val="75000"/>
                    <a:lumOff val="25000"/>
                  </a:schemeClr>
                </a:solidFill>
              </a:rPr>
              <a:t>郑晓瑛</a:t>
            </a:r>
            <a:r>
              <a:rPr lang="en-US" altLang="zh-CN" dirty="0">
                <a:solidFill>
                  <a:schemeClr val="tx1">
                    <a:lumMod val="75000"/>
                    <a:lumOff val="25000"/>
                  </a:schemeClr>
                </a:solidFill>
              </a:rPr>
              <a:t>, </a:t>
            </a:r>
            <a:r>
              <a:rPr lang="zh-CN" altLang="en-US" dirty="0">
                <a:solidFill>
                  <a:schemeClr val="tx1">
                    <a:lumMod val="75000"/>
                    <a:lumOff val="25000"/>
                  </a:schemeClr>
                </a:solidFill>
              </a:rPr>
              <a:t>陈功</a:t>
            </a:r>
            <a:r>
              <a:rPr lang="en-US" altLang="zh-CN" dirty="0">
                <a:solidFill>
                  <a:schemeClr val="tx1">
                    <a:lumMod val="75000"/>
                    <a:lumOff val="25000"/>
                  </a:schemeClr>
                </a:solidFill>
              </a:rPr>
              <a:t>. </a:t>
            </a:r>
            <a:r>
              <a:rPr lang="zh-CN" altLang="en-US" dirty="0">
                <a:solidFill>
                  <a:schemeClr val="tx1">
                    <a:lumMod val="75000"/>
                    <a:lumOff val="25000"/>
                  </a:schemeClr>
                </a:solidFill>
              </a:rPr>
              <a:t>中国青少年生殖健康可及性调查基础数据报告 </a:t>
            </a:r>
            <a:r>
              <a:rPr lang="en-US" altLang="zh-CN" dirty="0">
                <a:solidFill>
                  <a:schemeClr val="tx1">
                    <a:lumMod val="75000"/>
                    <a:lumOff val="25000"/>
                  </a:schemeClr>
                </a:solidFill>
              </a:rPr>
              <a:t>[J]. </a:t>
            </a:r>
            <a:r>
              <a:rPr lang="zh-CN" altLang="en-US" dirty="0">
                <a:solidFill>
                  <a:schemeClr val="tx1">
                    <a:lumMod val="75000"/>
                    <a:lumOff val="25000"/>
                  </a:schemeClr>
                </a:solidFill>
              </a:rPr>
              <a:t>人口与发展</a:t>
            </a:r>
            <a:r>
              <a:rPr lang="en-US" altLang="zh-CN" dirty="0">
                <a:solidFill>
                  <a:schemeClr val="tx1">
                    <a:lumMod val="75000"/>
                    <a:lumOff val="25000"/>
                  </a:schemeClr>
                </a:solidFill>
              </a:rPr>
              <a:t>, 2010, 3: 2-16.</a:t>
            </a:r>
          </a:p>
          <a:p>
            <a:pPr>
              <a:lnSpc>
                <a:spcPts val="2300"/>
              </a:lnSpc>
            </a:pPr>
            <a:r>
              <a:rPr lang="en-US" altLang="zh-CN" dirty="0">
                <a:solidFill>
                  <a:schemeClr val="tx1">
                    <a:lumMod val="75000"/>
                    <a:lumOff val="25000"/>
                  </a:schemeClr>
                </a:solidFill>
              </a:rPr>
              <a:t>[23]	</a:t>
            </a:r>
            <a:r>
              <a:rPr lang="zh-CN" altLang="en-US" dirty="0">
                <a:solidFill>
                  <a:schemeClr val="tx1">
                    <a:lumMod val="75000"/>
                    <a:lumOff val="25000"/>
                  </a:schemeClr>
                </a:solidFill>
              </a:rPr>
              <a:t>李阳</a:t>
            </a:r>
            <a:r>
              <a:rPr lang="en-US" altLang="zh-CN" dirty="0">
                <a:solidFill>
                  <a:schemeClr val="tx1">
                    <a:lumMod val="75000"/>
                    <a:lumOff val="25000"/>
                  </a:schemeClr>
                </a:solidFill>
              </a:rPr>
              <a:t>, </a:t>
            </a:r>
            <a:r>
              <a:rPr lang="zh-CN" altLang="en-US" dirty="0">
                <a:solidFill>
                  <a:schemeClr val="tx1">
                    <a:lumMod val="75000"/>
                    <a:lumOff val="25000"/>
                  </a:schemeClr>
                </a:solidFill>
              </a:rPr>
              <a:t>焦娜</a:t>
            </a:r>
            <a:r>
              <a:rPr lang="en-US" altLang="zh-CN" dirty="0">
                <a:solidFill>
                  <a:schemeClr val="tx1">
                    <a:lumMod val="75000"/>
                    <a:lumOff val="25000"/>
                  </a:schemeClr>
                </a:solidFill>
              </a:rPr>
              <a:t>, </a:t>
            </a:r>
            <a:r>
              <a:rPr lang="zh-CN" altLang="en-US" dirty="0">
                <a:solidFill>
                  <a:schemeClr val="tx1">
                    <a:lumMod val="75000"/>
                    <a:lumOff val="25000"/>
                  </a:schemeClr>
                </a:solidFill>
              </a:rPr>
              <a:t>蒋泓</a:t>
            </a:r>
            <a:r>
              <a:rPr lang="en-US" altLang="zh-CN" dirty="0">
                <a:solidFill>
                  <a:schemeClr val="tx1">
                    <a:lumMod val="75000"/>
                    <a:lumOff val="25000"/>
                  </a:schemeClr>
                </a:solidFill>
              </a:rPr>
              <a:t>, </a:t>
            </a:r>
            <a:r>
              <a:rPr lang="zh-CN" altLang="en-US" dirty="0">
                <a:solidFill>
                  <a:schemeClr val="tx1">
                    <a:lumMod val="75000"/>
                    <a:lumOff val="25000"/>
                  </a:schemeClr>
                </a:solidFill>
              </a:rPr>
              <a:t>谭晖</a:t>
            </a:r>
            <a:r>
              <a:rPr lang="en-US" altLang="zh-CN" dirty="0">
                <a:solidFill>
                  <a:schemeClr val="tx1">
                    <a:lumMod val="75000"/>
                    <a:lumOff val="25000"/>
                  </a:schemeClr>
                </a:solidFill>
              </a:rPr>
              <a:t>, </a:t>
            </a:r>
            <a:r>
              <a:rPr lang="zh-CN" altLang="en-US" dirty="0">
                <a:solidFill>
                  <a:schemeClr val="tx1">
                    <a:lumMod val="75000"/>
                    <a:lumOff val="25000"/>
                  </a:schemeClr>
                </a:solidFill>
              </a:rPr>
              <a:t>钱序</a:t>
            </a:r>
            <a:r>
              <a:rPr lang="en-US" altLang="zh-CN" dirty="0">
                <a:solidFill>
                  <a:schemeClr val="tx1">
                    <a:lumMod val="75000"/>
                    <a:lumOff val="25000"/>
                  </a:schemeClr>
                </a:solidFill>
              </a:rPr>
              <a:t>. </a:t>
            </a:r>
            <a:r>
              <a:rPr lang="zh-CN" altLang="en-US" dirty="0">
                <a:solidFill>
                  <a:schemeClr val="tx1">
                    <a:lumMod val="75000"/>
                    <a:lumOff val="25000"/>
                  </a:schemeClr>
                </a:solidFill>
              </a:rPr>
              <a:t>我国青少年性与生殖健康的需要与需求研究现状 ① </a:t>
            </a:r>
            <a:r>
              <a:rPr lang="en-US" altLang="zh-CN" dirty="0">
                <a:solidFill>
                  <a:schemeClr val="tx1">
                    <a:lumMod val="75000"/>
                    <a:lumOff val="25000"/>
                  </a:schemeClr>
                </a:solidFill>
              </a:rPr>
              <a:t>[J]. </a:t>
            </a:r>
            <a:r>
              <a:rPr lang="zh-CN" altLang="en-US" dirty="0">
                <a:solidFill>
                  <a:schemeClr val="tx1">
                    <a:lumMod val="75000"/>
                    <a:lumOff val="25000"/>
                  </a:schemeClr>
                </a:solidFill>
              </a:rPr>
              <a:t>中国妇幼保健</a:t>
            </a:r>
            <a:r>
              <a:rPr lang="en-US" altLang="zh-CN" dirty="0">
                <a:solidFill>
                  <a:schemeClr val="tx1">
                    <a:lumMod val="75000"/>
                    <a:lumOff val="25000"/>
                  </a:schemeClr>
                </a:solidFill>
              </a:rPr>
              <a:t>, 2015, 30.</a:t>
            </a:r>
          </a:p>
          <a:p>
            <a:pPr>
              <a:lnSpc>
                <a:spcPts val="2300"/>
              </a:lnSpc>
            </a:pPr>
            <a:r>
              <a:rPr lang="en-US" altLang="zh-CN" dirty="0">
                <a:solidFill>
                  <a:schemeClr val="tx1">
                    <a:lumMod val="75000"/>
                    <a:lumOff val="25000"/>
                  </a:schemeClr>
                </a:solidFill>
              </a:rPr>
              <a:t>[24]	</a:t>
            </a:r>
            <a:r>
              <a:rPr lang="zh-CN" altLang="en-US" dirty="0">
                <a:solidFill>
                  <a:schemeClr val="tx1">
                    <a:lumMod val="75000"/>
                    <a:lumOff val="25000"/>
                  </a:schemeClr>
                </a:solidFill>
              </a:rPr>
              <a:t>赵芮</a:t>
            </a:r>
            <a:r>
              <a:rPr lang="en-US" altLang="zh-CN" dirty="0">
                <a:solidFill>
                  <a:schemeClr val="tx1">
                    <a:lumMod val="75000"/>
                    <a:lumOff val="25000"/>
                  </a:schemeClr>
                </a:solidFill>
              </a:rPr>
              <a:t>, </a:t>
            </a:r>
            <a:r>
              <a:rPr lang="zh-CN" altLang="en-US" dirty="0">
                <a:solidFill>
                  <a:schemeClr val="tx1">
                    <a:lumMod val="75000"/>
                    <a:lumOff val="25000"/>
                  </a:schemeClr>
                </a:solidFill>
              </a:rPr>
              <a:t>张磊</a:t>
            </a:r>
            <a:r>
              <a:rPr lang="en-US" altLang="zh-CN" dirty="0">
                <a:solidFill>
                  <a:schemeClr val="tx1">
                    <a:lumMod val="75000"/>
                    <a:lumOff val="25000"/>
                  </a:schemeClr>
                </a:solidFill>
              </a:rPr>
              <a:t>, </a:t>
            </a:r>
            <a:r>
              <a:rPr lang="zh-CN" altLang="en-US" dirty="0">
                <a:solidFill>
                  <a:schemeClr val="tx1">
                    <a:lumMod val="75000"/>
                    <a:lumOff val="25000"/>
                  </a:schemeClr>
                </a:solidFill>
              </a:rPr>
              <a:t>富晓星</a:t>
            </a:r>
            <a:r>
              <a:rPr lang="en-US" altLang="zh-CN" dirty="0">
                <a:solidFill>
                  <a:schemeClr val="tx1">
                    <a:lumMod val="75000"/>
                    <a:lumOff val="25000"/>
                  </a:schemeClr>
                </a:solidFill>
              </a:rPr>
              <a:t>, </a:t>
            </a:r>
            <a:r>
              <a:rPr lang="zh-CN" altLang="en-US" dirty="0">
                <a:solidFill>
                  <a:schemeClr val="tx1">
                    <a:lumMod val="75000"/>
                    <a:lumOff val="25000"/>
                  </a:schemeClr>
                </a:solidFill>
              </a:rPr>
              <a:t>苏春艳</a:t>
            </a:r>
            <a:r>
              <a:rPr lang="en-US" altLang="zh-CN" dirty="0">
                <a:solidFill>
                  <a:schemeClr val="tx1">
                    <a:lumMod val="75000"/>
                    <a:lumOff val="25000"/>
                  </a:schemeClr>
                </a:solidFill>
              </a:rPr>
              <a:t>, </a:t>
            </a:r>
            <a:r>
              <a:rPr lang="zh-CN" altLang="en-US" dirty="0">
                <a:solidFill>
                  <a:schemeClr val="tx1">
                    <a:lumMod val="75000"/>
                    <a:lumOff val="25000"/>
                  </a:schemeClr>
                </a:solidFill>
              </a:rPr>
              <a:t>张玉萍</a:t>
            </a:r>
            <a:r>
              <a:rPr lang="en-US" altLang="zh-CN" dirty="0">
                <a:solidFill>
                  <a:schemeClr val="tx1">
                    <a:lumMod val="75000"/>
                    <a:lumOff val="25000"/>
                  </a:schemeClr>
                </a:solidFill>
              </a:rPr>
              <a:t>. </a:t>
            </a:r>
            <a:r>
              <a:rPr lang="zh-CN" altLang="en-US" dirty="0">
                <a:solidFill>
                  <a:schemeClr val="tx1">
                    <a:lumMod val="75000"/>
                    <a:lumOff val="25000"/>
                  </a:schemeClr>
                </a:solidFill>
              </a:rPr>
              <a:t>中国 </a:t>
            </a:r>
            <a:r>
              <a:rPr lang="en-US" altLang="zh-CN" dirty="0">
                <a:solidFill>
                  <a:schemeClr val="tx1">
                    <a:lumMod val="75000"/>
                    <a:lumOff val="25000"/>
                  </a:schemeClr>
                </a:solidFill>
              </a:rPr>
              <a:t>11 </a:t>
            </a:r>
            <a:r>
              <a:rPr lang="zh-CN" altLang="en-US" dirty="0">
                <a:solidFill>
                  <a:schemeClr val="tx1">
                    <a:lumMod val="75000"/>
                    <a:lumOff val="25000"/>
                  </a:schemeClr>
                </a:solidFill>
              </a:rPr>
              <a:t>省市青少年性与生殖健康知识</a:t>
            </a:r>
            <a:r>
              <a:rPr lang="en-US" altLang="zh-CN" dirty="0">
                <a:solidFill>
                  <a:schemeClr val="tx1">
                    <a:lumMod val="75000"/>
                    <a:lumOff val="25000"/>
                  </a:schemeClr>
                </a:solidFill>
              </a:rPr>
              <a:t>, </a:t>
            </a:r>
            <a:r>
              <a:rPr lang="zh-CN" altLang="en-US" dirty="0">
                <a:solidFill>
                  <a:schemeClr val="tx1">
                    <a:lumMod val="75000"/>
                    <a:lumOff val="25000"/>
                  </a:schemeClr>
                </a:solidFill>
              </a:rPr>
              <a:t>态度及行为调查 </a:t>
            </a:r>
            <a:r>
              <a:rPr lang="en-US" altLang="zh-CN" dirty="0">
                <a:solidFill>
                  <a:schemeClr val="tx1">
                    <a:lumMod val="75000"/>
                    <a:lumOff val="25000"/>
                  </a:schemeClr>
                </a:solidFill>
              </a:rPr>
              <a:t>[J]. </a:t>
            </a:r>
            <a:r>
              <a:rPr lang="zh-CN" altLang="en-US" dirty="0">
                <a:solidFill>
                  <a:schemeClr val="tx1">
                    <a:lumMod val="75000"/>
                    <a:lumOff val="25000"/>
                  </a:schemeClr>
                </a:solidFill>
              </a:rPr>
              <a:t>中国公共卫生</a:t>
            </a:r>
            <a:r>
              <a:rPr lang="en-US" altLang="zh-CN" dirty="0">
                <a:solidFill>
                  <a:schemeClr val="tx1">
                    <a:lumMod val="75000"/>
                    <a:lumOff val="25000"/>
                  </a:schemeClr>
                </a:solidFill>
              </a:rPr>
              <a:t>, 2019, 35(10): 1330-1338.</a:t>
            </a:r>
          </a:p>
          <a:p>
            <a:pPr>
              <a:lnSpc>
                <a:spcPts val="2300"/>
              </a:lnSpc>
            </a:pPr>
            <a:r>
              <a:rPr lang="en-US" altLang="zh-CN" dirty="0">
                <a:solidFill>
                  <a:schemeClr val="tx1">
                    <a:lumMod val="75000"/>
                    <a:lumOff val="25000"/>
                  </a:schemeClr>
                </a:solidFill>
              </a:rPr>
              <a:t>[25]	XU Jie-</a:t>
            </a:r>
            <a:r>
              <a:rPr lang="en-US" altLang="zh-CN" dirty="0" err="1">
                <a:solidFill>
                  <a:schemeClr val="tx1">
                    <a:lumMod val="75000"/>
                    <a:lumOff val="25000"/>
                  </a:schemeClr>
                </a:solidFill>
              </a:rPr>
              <a:t>shuang</a:t>
            </a:r>
            <a:r>
              <a:rPr lang="en-US" altLang="zh-CN" dirty="0">
                <a:solidFill>
                  <a:schemeClr val="tx1">
                    <a:lumMod val="75000"/>
                    <a:lumOff val="25000"/>
                  </a:schemeClr>
                </a:solidFill>
              </a:rPr>
              <a:t>, QIAN Xu. Review and trend analysis of adolescent reproductive health policy in China[J]. Chinese Journal of Health Policy, 2013, 6(2): 49-55.</a:t>
            </a:r>
          </a:p>
          <a:p>
            <a:pPr>
              <a:lnSpc>
                <a:spcPts val="2300"/>
              </a:lnSpc>
            </a:pPr>
            <a:r>
              <a:rPr lang="en-US" altLang="zh-CN" dirty="0">
                <a:solidFill>
                  <a:schemeClr val="tx1">
                    <a:lumMod val="75000"/>
                    <a:lumOff val="25000"/>
                  </a:schemeClr>
                </a:solidFill>
              </a:rPr>
              <a:t>[26]	Lou CH, Zhao Q, Gao ES, Shah IH. Can the Internet be used effectively to provide sex education to young people in China? [J]. J </a:t>
            </a:r>
            <a:r>
              <a:rPr lang="en-US" altLang="zh-CN" dirty="0" err="1">
                <a:solidFill>
                  <a:schemeClr val="tx1">
                    <a:lumMod val="75000"/>
                    <a:lumOff val="25000"/>
                  </a:schemeClr>
                </a:solidFill>
              </a:rPr>
              <a:t>Adolesc</a:t>
            </a:r>
            <a:r>
              <a:rPr lang="en-US" altLang="zh-CN" dirty="0">
                <a:solidFill>
                  <a:schemeClr val="tx1">
                    <a:lumMod val="75000"/>
                    <a:lumOff val="25000"/>
                  </a:schemeClr>
                </a:solidFill>
              </a:rPr>
              <a:t> Health, 2006, 39(5):720-8. DOI: 10.1016/j.jadohealth.2006.04.003.</a:t>
            </a:r>
          </a:p>
          <a:p>
            <a:pPr>
              <a:lnSpc>
                <a:spcPts val="2300"/>
              </a:lnSpc>
            </a:pPr>
            <a:r>
              <a:rPr lang="en-US" altLang="zh-CN" dirty="0">
                <a:solidFill>
                  <a:schemeClr val="tx1">
                    <a:lumMod val="75000"/>
                    <a:lumOff val="25000"/>
                  </a:schemeClr>
                </a:solidFill>
              </a:rPr>
              <a:t>[27]	</a:t>
            </a:r>
            <a:r>
              <a:rPr lang="zh-CN" altLang="en-US" dirty="0">
                <a:solidFill>
                  <a:schemeClr val="tx1">
                    <a:lumMod val="75000"/>
                    <a:lumOff val="25000"/>
                  </a:schemeClr>
                </a:solidFill>
              </a:rPr>
              <a:t>舒兴艳</a:t>
            </a:r>
            <a:r>
              <a:rPr lang="en-US" altLang="zh-CN" dirty="0">
                <a:solidFill>
                  <a:schemeClr val="tx1">
                    <a:lumMod val="75000"/>
                    <a:lumOff val="25000"/>
                  </a:schemeClr>
                </a:solidFill>
              </a:rPr>
              <a:t>. </a:t>
            </a:r>
            <a:r>
              <a:rPr lang="zh-CN" altLang="en-US" dirty="0">
                <a:solidFill>
                  <a:schemeClr val="tx1">
                    <a:lumMod val="75000"/>
                    <a:lumOff val="25000"/>
                  </a:schemeClr>
                </a:solidFill>
              </a:rPr>
              <a:t>当代社交媒体对青年女性生育意愿的影响</a:t>
            </a:r>
            <a:r>
              <a:rPr lang="en-US" altLang="zh-CN" dirty="0">
                <a:solidFill>
                  <a:schemeClr val="tx1">
                    <a:lumMod val="75000"/>
                    <a:lumOff val="25000"/>
                  </a:schemeClr>
                </a:solidFill>
              </a:rPr>
              <a:t>——</a:t>
            </a:r>
            <a:r>
              <a:rPr lang="zh-CN" altLang="en-US" dirty="0">
                <a:solidFill>
                  <a:schemeClr val="tx1">
                    <a:lumMod val="75000"/>
                    <a:lumOff val="25000"/>
                  </a:schemeClr>
                </a:solidFill>
              </a:rPr>
              <a:t>以抖音为例 </a:t>
            </a:r>
            <a:r>
              <a:rPr lang="en-US" altLang="zh-CN" dirty="0">
                <a:solidFill>
                  <a:schemeClr val="tx1">
                    <a:lumMod val="75000"/>
                    <a:lumOff val="25000"/>
                  </a:schemeClr>
                </a:solidFill>
              </a:rPr>
              <a:t>[J]. </a:t>
            </a:r>
            <a:r>
              <a:rPr lang="zh-CN" altLang="en-US" dirty="0">
                <a:solidFill>
                  <a:schemeClr val="tx1">
                    <a:lumMod val="75000"/>
                    <a:lumOff val="25000"/>
                  </a:schemeClr>
                </a:solidFill>
              </a:rPr>
              <a:t>心理学进展</a:t>
            </a:r>
            <a:r>
              <a:rPr lang="en-US" altLang="zh-CN" dirty="0">
                <a:solidFill>
                  <a:schemeClr val="tx1">
                    <a:lumMod val="75000"/>
                    <a:lumOff val="25000"/>
                  </a:schemeClr>
                </a:solidFill>
              </a:rPr>
              <a:t>, 2023, 13(8): 3359-3369. DOI: 10.12677/AP.2023.138422.</a:t>
            </a:r>
          </a:p>
        </p:txBody>
      </p:sp>
      <p:cxnSp>
        <p:nvCxnSpPr>
          <p:cNvPr id="8" name="直接连接符 7">
            <a:extLst>
              <a:ext uri="{FF2B5EF4-FFF2-40B4-BE49-F238E27FC236}">
                <a16:creationId xmlns:a16="http://schemas.microsoft.com/office/drawing/2014/main" id="{BD108430-CE5A-4B91-F8AB-164FA273C0E4}"/>
              </a:ext>
            </a:extLst>
          </p:cNvPr>
          <p:cNvCxnSpPr>
            <a:cxnSpLocks/>
          </p:cNvCxnSpPr>
          <p:nvPr/>
        </p:nvCxnSpPr>
        <p:spPr>
          <a:xfrm>
            <a:off x="660400" y="1182744"/>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DAFB6728-AA77-6559-6AA1-784F3C353B21}"/>
              </a:ext>
            </a:extLst>
          </p:cNvPr>
          <p:cNvSpPr/>
          <p:nvPr/>
        </p:nvSpPr>
        <p:spPr>
          <a:xfrm flipH="1">
            <a:off x="10851159" y="5832418"/>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59877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EFF0407-06D8-4C23-8B46-35116B4CA561}"/>
              </a:ext>
            </a:extLst>
          </p:cNvPr>
          <p:cNvSpPr/>
          <p:nvPr/>
        </p:nvSpPr>
        <p:spPr>
          <a:xfrm>
            <a:off x="0" y="2321736"/>
            <a:ext cx="1767840" cy="1676379"/>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文本框 187">
            <a:extLst>
              <a:ext uri="{FF2B5EF4-FFF2-40B4-BE49-F238E27FC236}">
                <a16:creationId xmlns:a16="http://schemas.microsoft.com/office/drawing/2014/main" id="{9AB48168-9664-43D7-B268-F65D3F8F3773}"/>
              </a:ext>
            </a:extLst>
          </p:cNvPr>
          <p:cNvSpPr txBox="1"/>
          <p:nvPr/>
        </p:nvSpPr>
        <p:spPr>
          <a:xfrm>
            <a:off x="3014804" y="3378079"/>
            <a:ext cx="8504096" cy="338554"/>
          </a:xfrm>
          <a:prstGeom prst="rect">
            <a:avLst/>
          </a:prstGeom>
          <a:noFill/>
        </p:spPr>
        <p:txBody>
          <a:bodyPr wrap="square" rtlCol="0">
            <a:spAutoFit/>
          </a:bodyPr>
          <a:lstStyle/>
          <a:p>
            <a:pPr algn="dist"/>
            <a:r>
              <a:rPr lang="en-US" altLang="zh-CN" sz="1600" dirty="0">
                <a:solidFill>
                  <a:schemeClr val="bg1">
                    <a:alpha val="50000"/>
                  </a:schemeClr>
                </a:solidFill>
              </a:rPr>
              <a:t>Research on the Development History of Nanjing Medical University</a:t>
            </a:r>
            <a:endParaRPr lang="zh-CN" altLang="en-US" sz="1600" dirty="0">
              <a:solidFill>
                <a:schemeClr val="bg1">
                  <a:alpha val="50000"/>
                </a:schemeClr>
              </a:solidFill>
            </a:endParaRPr>
          </a:p>
        </p:txBody>
      </p:sp>
      <p:sp>
        <p:nvSpPr>
          <p:cNvPr id="13" name="矩形 12">
            <a:extLst>
              <a:ext uri="{FF2B5EF4-FFF2-40B4-BE49-F238E27FC236}">
                <a16:creationId xmlns:a16="http://schemas.microsoft.com/office/drawing/2014/main" id="{7C163D62-1A2E-4BCE-B8BD-8D4D73D41FDB}"/>
              </a:ext>
            </a:extLst>
          </p:cNvPr>
          <p:cNvSpPr/>
          <p:nvPr/>
        </p:nvSpPr>
        <p:spPr>
          <a:xfrm>
            <a:off x="10424160" y="2321736"/>
            <a:ext cx="1767840" cy="1676379"/>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hidden="1">
            <a:extLst>
              <a:ext uri="{FF2B5EF4-FFF2-40B4-BE49-F238E27FC236}">
                <a16:creationId xmlns:a16="http://schemas.microsoft.com/office/drawing/2014/main" id="{F5CE5ED4-88CD-4ECE-8B47-2E3F000202EB}"/>
              </a:ext>
            </a:extLst>
          </p:cNvPr>
          <p:cNvSpPr/>
          <p:nvPr/>
        </p:nvSpPr>
        <p:spPr>
          <a:xfrm>
            <a:off x="3940789" y="385378"/>
            <a:ext cx="4519411" cy="5946592"/>
          </a:xfrm>
          <a:prstGeom prst="rect">
            <a:avLst/>
          </a:prstGeom>
          <a:blipFill dpi="0" rotWithShape="1">
            <a:blip r:embed="rId3">
              <a:alphaModFix amt="8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2C7AD8C4-F5E6-4F82-85CF-7049979C8881}"/>
              </a:ext>
            </a:extLst>
          </p:cNvPr>
          <p:cNvGrpSpPr/>
          <p:nvPr/>
        </p:nvGrpSpPr>
        <p:grpSpPr>
          <a:xfrm>
            <a:off x="4111891" y="3692472"/>
            <a:ext cx="3968218" cy="400110"/>
            <a:chOff x="5354955" y="4169576"/>
            <a:chExt cx="3968218" cy="400110"/>
          </a:xfrm>
        </p:grpSpPr>
        <p:grpSp>
          <p:nvGrpSpPr>
            <p:cNvPr id="855" name="组合 854">
              <a:extLst>
                <a:ext uri="{FF2B5EF4-FFF2-40B4-BE49-F238E27FC236}">
                  <a16:creationId xmlns:a16="http://schemas.microsoft.com/office/drawing/2014/main" id="{1FB8DCDB-9D66-469C-B4A9-401B0C8B7C41}"/>
                </a:ext>
              </a:extLst>
            </p:cNvPr>
            <p:cNvGrpSpPr/>
            <p:nvPr/>
          </p:nvGrpSpPr>
          <p:grpSpPr>
            <a:xfrm>
              <a:off x="5354955" y="4169576"/>
              <a:ext cx="3968218" cy="400110"/>
              <a:chOff x="3825884" y="3951339"/>
              <a:chExt cx="3968218" cy="400110"/>
            </a:xfrm>
          </p:grpSpPr>
          <p:sp>
            <p:nvSpPr>
              <p:cNvPr id="853" name="文本框 852">
                <a:extLst>
                  <a:ext uri="{FF2B5EF4-FFF2-40B4-BE49-F238E27FC236}">
                    <a16:creationId xmlns:a16="http://schemas.microsoft.com/office/drawing/2014/main" id="{F7416D5D-8DE2-4E3B-AAAB-76C1B7C6D11F}"/>
                  </a:ext>
                </a:extLst>
              </p:cNvPr>
              <p:cNvSpPr txBox="1"/>
              <p:nvPr/>
            </p:nvSpPr>
            <p:spPr>
              <a:xfrm>
                <a:off x="3825884" y="3951339"/>
                <a:ext cx="1980029" cy="400110"/>
              </a:xfrm>
              <a:prstGeom prst="rect">
                <a:avLst/>
              </a:prstGeom>
              <a:noFill/>
            </p:spPr>
            <p:txBody>
              <a:bodyPr wrap="none" rtlCol="0">
                <a:spAutoFit/>
              </a:bodyPr>
              <a:lstStyle/>
              <a:p>
                <a:r>
                  <a:rPr lang="zh-CN" altLang="en-US" sz="2000" dirty="0">
                    <a:solidFill>
                      <a:schemeClr val="accent1"/>
                    </a:solidFill>
                  </a:rPr>
                  <a:t>汇报人：周子轩</a:t>
                </a:r>
              </a:p>
            </p:txBody>
          </p:sp>
          <p:sp>
            <p:nvSpPr>
              <p:cNvPr id="854" name="文本框 853">
                <a:extLst>
                  <a:ext uri="{FF2B5EF4-FFF2-40B4-BE49-F238E27FC236}">
                    <a16:creationId xmlns:a16="http://schemas.microsoft.com/office/drawing/2014/main" id="{2EA87474-B562-404B-8D65-D041246708A5}"/>
                  </a:ext>
                </a:extLst>
              </p:cNvPr>
              <p:cNvSpPr txBox="1"/>
              <p:nvPr/>
            </p:nvSpPr>
            <p:spPr>
              <a:xfrm>
                <a:off x="6070553" y="3951339"/>
                <a:ext cx="1723549" cy="400110"/>
              </a:xfrm>
              <a:prstGeom prst="rect">
                <a:avLst/>
              </a:prstGeom>
              <a:noFill/>
            </p:spPr>
            <p:txBody>
              <a:bodyPr wrap="none" rtlCol="0">
                <a:spAutoFit/>
              </a:bodyPr>
              <a:lstStyle/>
              <a:p>
                <a:r>
                  <a:rPr lang="zh-CN" altLang="en-US" sz="2000" dirty="0">
                    <a:solidFill>
                      <a:schemeClr val="accent1"/>
                    </a:solidFill>
                  </a:rPr>
                  <a:t>导师：黄若尘</a:t>
                </a:r>
              </a:p>
            </p:txBody>
          </p:sp>
        </p:grpSp>
        <p:cxnSp>
          <p:nvCxnSpPr>
            <p:cNvPr id="9" name="直接连接符 8">
              <a:extLst>
                <a:ext uri="{FF2B5EF4-FFF2-40B4-BE49-F238E27FC236}">
                  <a16:creationId xmlns:a16="http://schemas.microsoft.com/office/drawing/2014/main" id="{2ACED1BA-F8D2-49F6-B077-F09B8C99DD6B}"/>
                </a:ext>
              </a:extLst>
            </p:cNvPr>
            <p:cNvCxnSpPr>
              <a:cxnSpLocks/>
            </p:cNvCxnSpPr>
            <p:nvPr/>
          </p:nvCxnSpPr>
          <p:spPr>
            <a:xfrm>
              <a:off x="7458073" y="4257674"/>
              <a:ext cx="0" cy="24765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7" name="文本框 6">
            <a:extLst>
              <a:ext uri="{FF2B5EF4-FFF2-40B4-BE49-F238E27FC236}">
                <a16:creationId xmlns:a16="http://schemas.microsoft.com/office/drawing/2014/main" id="{BC1A1158-91C4-4124-923B-BD5C7D95C2CD}"/>
              </a:ext>
            </a:extLst>
          </p:cNvPr>
          <p:cNvSpPr txBox="1"/>
          <p:nvPr/>
        </p:nvSpPr>
        <p:spPr>
          <a:xfrm>
            <a:off x="3233678" y="2321736"/>
            <a:ext cx="5724644" cy="923330"/>
          </a:xfrm>
          <a:prstGeom prst="rect">
            <a:avLst/>
          </a:prstGeom>
          <a:noFill/>
        </p:spPr>
        <p:txBody>
          <a:bodyPr wrap="none" rtlCol="0">
            <a:spAutoFit/>
          </a:bodyPr>
          <a:lstStyle/>
          <a:p>
            <a:pPr algn="ctr"/>
            <a:r>
              <a:rPr lang="zh-CN" altLang="en-US" sz="5400" b="1" dirty="0">
                <a:solidFill>
                  <a:schemeClr val="accent1"/>
                </a:solidFill>
                <a:latin typeface="+mj-ea"/>
                <a:ea typeface="+mj-ea"/>
              </a:rPr>
              <a:t>敬请老师批评指正</a:t>
            </a:r>
          </a:p>
        </p:txBody>
      </p:sp>
      <p:cxnSp>
        <p:nvCxnSpPr>
          <p:cNvPr id="8" name="直接连接符 7">
            <a:extLst>
              <a:ext uri="{FF2B5EF4-FFF2-40B4-BE49-F238E27FC236}">
                <a16:creationId xmlns:a16="http://schemas.microsoft.com/office/drawing/2014/main" id="{ABA4F529-5649-4D4B-8A89-2317D4C1CD86}"/>
              </a:ext>
            </a:extLst>
          </p:cNvPr>
          <p:cNvCxnSpPr/>
          <p:nvPr/>
        </p:nvCxnSpPr>
        <p:spPr>
          <a:xfrm>
            <a:off x="3383280" y="3485150"/>
            <a:ext cx="54254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F84A6B9-9D8A-4B0C-BAAE-82B2732D494E}"/>
              </a:ext>
            </a:extLst>
          </p:cNvPr>
          <p:cNvCxnSpPr>
            <a:cxnSpLocks/>
          </p:cNvCxnSpPr>
          <p:nvPr/>
        </p:nvCxnSpPr>
        <p:spPr>
          <a:xfrm>
            <a:off x="5537835" y="3485150"/>
            <a:ext cx="111633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4305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标准">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12053</TotalTime>
  <Words>5685</Words>
  <Application>Microsoft Office PowerPoint</Application>
  <PresentationFormat>宽屏</PresentationFormat>
  <Paragraphs>367</Paragraphs>
  <Slides>26</Slides>
  <Notes>26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26</vt:i4>
      </vt:variant>
    </vt:vector>
  </HeadingPairs>
  <TitlesOfParts>
    <vt:vector size="33" baseType="lpstr">
      <vt:lpstr>华文中宋</vt:lpstr>
      <vt:lpstr>微软雅黑</vt:lpstr>
      <vt:lpstr>Arial</vt:lpstr>
      <vt:lpstr>Impact</vt:lpstr>
      <vt:lpstr>Times New Roman</vt:lpstr>
      <vt:lpstr>Wingdings</vt:lpstr>
      <vt:lpstr>Office 主题​​</vt:lpstr>
      <vt:lpstr>PowerPoint 演示文稿</vt:lpstr>
      <vt:lpstr>PowerPoint 演示文稿</vt:lpstr>
      <vt:lpstr>PowerPoint 演示文稿</vt:lpstr>
      <vt:lpstr>研究背景 - 严峻的现实挑战</vt:lpstr>
      <vt:lpstr>研究背景 - 传统教育的局限与新渠道的兴起</vt:lpstr>
      <vt:lpstr>研究意义 - 从“真实需求”到“智能服务”</vt:lpstr>
      <vt:lpstr>国外研究概况</vt:lpstr>
      <vt:lpstr>国内研究概况</vt:lpstr>
      <vt:lpstr>研究空白与本研究切入点</vt:lpstr>
      <vt:lpstr>应用前景</vt:lpstr>
      <vt:lpstr>PowerPoint 演示文稿</vt:lpstr>
      <vt:lpstr>研究目标</vt:lpstr>
      <vt:lpstr>研究内容</vt:lpstr>
      <vt:lpstr>实验方案</vt:lpstr>
      <vt:lpstr>技术路线</vt:lpstr>
      <vt:lpstr>PowerPoint 演示文稿</vt:lpstr>
      <vt:lpstr>研究成果</vt:lpstr>
      <vt:lpstr>创新特色</vt:lpstr>
      <vt:lpstr>PowerPoint 演示文稿</vt:lpstr>
      <vt:lpstr>研究计划</vt:lpstr>
      <vt:lpstr>已具备的条件、尚缺少的条件和拟解决的途径</vt:lpstr>
      <vt:lpstr>参考文献</vt:lpstr>
      <vt:lpstr>参考文献</vt:lpstr>
      <vt:lpstr>参考文献</vt:lpstr>
      <vt:lpstr>参考文献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冰棍 ruoruo</dc:creator>
  <cp:lastModifiedBy>Zixuan Zhou</cp:lastModifiedBy>
  <cp:revision>909</cp:revision>
  <dcterms:created xsi:type="dcterms:W3CDTF">2018-12-19T06:50:31Z</dcterms:created>
  <dcterms:modified xsi:type="dcterms:W3CDTF">2025-09-16T14:43:56Z</dcterms:modified>
</cp:coreProperties>
</file>