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1.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7"/>
  </p:notesMasterIdLst>
  <p:sldIdLst>
    <p:sldId id="330" r:id="rId2"/>
    <p:sldId id="318" r:id="rId3"/>
    <p:sldId id="333" r:id="rId4"/>
    <p:sldId id="401" r:id="rId5"/>
    <p:sldId id="563" r:id="rId6"/>
    <p:sldId id="537" r:id="rId7"/>
    <p:sldId id="571" r:id="rId8"/>
    <p:sldId id="525" r:id="rId9"/>
    <p:sldId id="546" r:id="rId10"/>
    <p:sldId id="550" r:id="rId11"/>
    <p:sldId id="569" r:id="rId12"/>
    <p:sldId id="586" r:id="rId13"/>
    <p:sldId id="590" r:id="rId14"/>
    <p:sldId id="589" r:id="rId15"/>
    <p:sldId id="591" r:id="rId16"/>
    <p:sldId id="592" r:id="rId17"/>
    <p:sldId id="594" r:id="rId18"/>
    <p:sldId id="526" r:id="rId19"/>
    <p:sldId id="578" r:id="rId20"/>
    <p:sldId id="579" r:id="rId21"/>
    <p:sldId id="580" r:id="rId22"/>
    <p:sldId id="527" r:id="rId23"/>
    <p:sldId id="581" r:id="rId24"/>
    <p:sldId id="582" r:id="rId25"/>
    <p:sldId id="276" r:id="rId26"/>
  </p:sldIdLst>
  <p:sldSz cx="12192000" cy="6858000"/>
  <p:notesSz cx="6858000" cy="9144000"/>
  <p:custDataLst>
    <p:tags r:id="rId2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5" userDrawn="1">
          <p15:clr>
            <a:srgbClr val="A4A3A4"/>
          </p15:clr>
        </p15:guide>
        <p15:guide id="3" orient="horz" pos="640" userDrawn="1">
          <p15:clr>
            <a:srgbClr val="A4A3A4"/>
          </p15:clr>
        </p15:guide>
        <p15:guide id="4" orient="horz" pos="709" userDrawn="1">
          <p15:clr>
            <a:srgbClr val="A4A3A4"/>
          </p15:clr>
        </p15:guide>
        <p15:guide id="5" orient="horz" pos="3929" userDrawn="1">
          <p15:clr>
            <a:srgbClr val="A4A3A4"/>
          </p15:clr>
        </p15:guide>
        <p15:guide id="6" orient="horz" pos="3861" userDrawn="1">
          <p15:clr>
            <a:srgbClr val="A4A3A4"/>
          </p15:clr>
        </p15:guide>
        <p15:guide id="7" pos="726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AEAC"/>
    <a:srgbClr val="FF5050"/>
    <a:srgbClr val="FF3300"/>
    <a:srgbClr val="CC3300"/>
    <a:srgbClr val="FF9999"/>
    <a:srgbClr val="A4B7D4"/>
    <a:srgbClr val="EDEDED"/>
    <a:srgbClr val="9A574D"/>
    <a:srgbClr val="F5C97A"/>
    <a:srgbClr val="F0B45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41" autoAdjust="0"/>
    <p:restoredTop sz="83361" autoAdjust="0"/>
  </p:normalViewPr>
  <p:slideViewPr>
    <p:cSldViewPr snapToGrid="0" showGuides="1">
      <p:cViewPr varScale="1">
        <p:scale>
          <a:sx n="80" d="100"/>
          <a:sy n="80" d="100"/>
        </p:scale>
        <p:origin x="1040" y="51"/>
      </p:cViewPr>
      <p:guideLst>
        <p:guide pos="415"/>
        <p:guide orient="horz" pos="640"/>
        <p:guide orient="horz" pos="709"/>
        <p:guide orient="horz" pos="3929"/>
        <p:guide orient="horz" pos="3861"/>
        <p:guide pos="7265"/>
      </p:guideLst>
    </p:cSldViewPr>
  </p:slideViewPr>
  <p:outlineViewPr>
    <p:cViewPr>
      <p:scale>
        <a:sx n="33" d="100"/>
        <a:sy n="33" d="100"/>
      </p:scale>
      <p:origin x="0" y="-960"/>
    </p:cViewPr>
  </p:outlineViewPr>
  <p:notesTextViewPr>
    <p:cViewPr>
      <p:scale>
        <a:sx n="125" d="100"/>
        <a:sy n="125" d="100"/>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AD6DE1-5658-4429-AF77-F3D6C82C5589}" type="doc">
      <dgm:prSet loTypeId="urn:microsoft.com/office/officeart/2005/8/layout/cycle8" loCatId="cycle" qsTypeId="urn:microsoft.com/office/officeart/2005/8/quickstyle/simple5" qsCatId="simple" csTypeId="urn:microsoft.com/office/officeart/2005/8/colors/colorful1" csCatId="colorful" phldr="1"/>
      <dgm:spPr/>
    </dgm:pt>
    <dgm:pt modelId="{42E24444-F353-471E-A0A9-43D9146CDFB4}">
      <dgm:prSet phldrT="[文本]" custT="1"/>
      <dgm:spPr/>
      <dgm:t>
        <a:bodyPr/>
        <a:lstStyle/>
        <a:p>
          <a:pPr>
            <a:buNone/>
          </a:pPr>
          <a:r>
            <a:rPr lang="zh-CN" altLang="en-US" sz="1600" b="0" dirty="0">
              <a:latin typeface="华文中宋" panose="02010600040101010101" pitchFamily="2" charset="-122"/>
              <a:ea typeface="华文中宋" panose="02010600040101010101" pitchFamily="2" charset="-122"/>
            </a:rPr>
            <a:t>避孕知识</a:t>
          </a:r>
        </a:p>
      </dgm:t>
    </dgm:pt>
    <dgm:pt modelId="{672CB3C7-2C20-4A5F-AA4B-0CDF2E34043A}" type="parTrans" cxnId="{D406D223-E6F2-4A37-8253-5763D1DE5908}">
      <dgm:prSet/>
      <dgm:spPr/>
      <dgm:t>
        <a:bodyPr/>
        <a:lstStyle/>
        <a:p>
          <a:endParaRPr lang="zh-CN" altLang="en-US"/>
        </a:p>
      </dgm:t>
    </dgm:pt>
    <dgm:pt modelId="{5982AC08-90E2-47F1-BAFF-BE833F1E76C1}" type="sibTrans" cxnId="{D406D223-E6F2-4A37-8253-5763D1DE5908}">
      <dgm:prSet/>
      <dgm:spPr/>
      <dgm:t>
        <a:bodyPr/>
        <a:lstStyle/>
        <a:p>
          <a:endParaRPr lang="zh-CN" altLang="en-US"/>
        </a:p>
      </dgm:t>
    </dgm:pt>
    <dgm:pt modelId="{CDC8F4BC-583C-4EDD-8D41-D76D3638C0E7}">
      <dgm:prSet phldrT="[文本]"/>
      <dgm:spPr/>
      <dgm:t>
        <a:bodyPr/>
        <a:lstStyle/>
        <a:p>
          <a:pPr>
            <a:buNone/>
          </a:pPr>
          <a:r>
            <a:rPr lang="zh-CN" dirty="0">
              <a:latin typeface="华文中宋" panose="02010600040101010101" pitchFamily="2" charset="-122"/>
              <a:ea typeface="华文中宋" panose="02010600040101010101" pitchFamily="2" charset="-122"/>
            </a:rPr>
            <a:t>安全流产服务</a:t>
          </a:r>
          <a:endParaRPr lang="zh-CN" altLang="en-US" dirty="0">
            <a:latin typeface="华文中宋" panose="02010600040101010101" pitchFamily="2" charset="-122"/>
            <a:ea typeface="华文中宋" panose="02010600040101010101" pitchFamily="2" charset="-122"/>
          </a:endParaRPr>
        </a:p>
      </dgm:t>
    </dgm:pt>
    <dgm:pt modelId="{7C8D817E-62E5-4785-A03F-D2EC7DBC5395}" type="parTrans" cxnId="{CC8F3C5D-199E-4293-8428-322302A640C4}">
      <dgm:prSet/>
      <dgm:spPr/>
      <dgm:t>
        <a:bodyPr/>
        <a:lstStyle/>
        <a:p>
          <a:endParaRPr lang="zh-CN" altLang="en-US"/>
        </a:p>
      </dgm:t>
    </dgm:pt>
    <dgm:pt modelId="{90E4B58F-1FF5-4587-B61A-A5DBFDCC394B}" type="sibTrans" cxnId="{CC8F3C5D-199E-4293-8428-322302A640C4}">
      <dgm:prSet/>
      <dgm:spPr/>
      <dgm:t>
        <a:bodyPr/>
        <a:lstStyle/>
        <a:p>
          <a:endParaRPr lang="zh-CN" altLang="en-US"/>
        </a:p>
      </dgm:t>
    </dgm:pt>
    <dgm:pt modelId="{1415AB33-14C5-4161-970A-63C0A7C63E5B}">
      <dgm:prSet phldrT="[文本]"/>
      <dgm:spPr/>
      <dgm:t>
        <a:bodyPr/>
        <a:lstStyle/>
        <a:p>
          <a:r>
            <a:rPr lang="zh-CN" dirty="0">
              <a:latin typeface="华文中宋" panose="02010600040101010101" pitchFamily="2" charset="-122"/>
              <a:ea typeface="华文中宋" panose="02010600040101010101" pitchFamily="2" charset="-122"/>
            </a:rPr>
            <a:t>性传播疾病预防</a:t>
          </a:r>
          <a:endParaRPr lang="zh-CN" altLang="en-US" dirty="0">
            <a:latin typeface="华文中宋" panose="02010600040101010101" pitchFamily="2" charset="-122"/>
            <a:ea typeface="华文中宋" panose="02010600040101010101" pitchFamily="2" charset="-122"/>
          </a:endParaRPr>
        </a:p>
      </dgm:t>
    </dgm:pt>
    <dgm:pt modelId="{6227525E-28F9-438A-A3C0-F162D9F81A71}" type="parTrans" cxnId="{7CA0E31B-96D9-417B-BF83-86FD36F61C68}">
      <dgm:prSet/>
      <dgm:spPr/>
      <dgm:t>
        <a:bodyPr/>
        <a:lstStyle/>
        <a:p>
          <a:endParaRPr lang="zh-CN" altLang="en-US"/>
        </a:p>
      </dgm:t>
    </dgm:pt>
    <dgm:pt modelId="{71583DDD-DCA8-4F6C-80FA-2B92EAF196C5}" type="sibTrans" cxnId="{7CA0E31B-96D9-417B-BF83-86FD36F61C68}">
      <dgm:prSet/>
      <dgm:spPr/>
      <dgm:t>
        <a:bodyPr/>
        <a:lstStyle/>
        <a:p>
          <a:endParaRPr lang="zh-CN" altLang="en-US"/>
        </a:p>
      </dgm:t>
    </dgm:pt>
    <dgm:pt modelId="{EB720F71-A870-499E-8882-54F9B462C965}">
      <dgm:prSet phldrT="[文本]"/>
      <dgm:spPr/>
      <dgm:t>
        <a:bodyPr/>
        <a:lstStyle/>
        <a:p>
          <a:r>
            <a:rPr lang="zh-CN" dirty="0">
              <a:latin typeface="华文中宋" panose="02010600040101010101" pitchFamily="2" charset="-122"/>
              <a:ea typeface="华文中宋" panose="02010600040101010101" pitchFamily="2" charset="-122"/>
            </a:rPr>
            <a:t>情感教育</a:t>
          </a:r>
          <a:endParaRPr lang="zh-CN" altLang="en-US" dirty="0">
            <a:latin typeface="华文中宋" panose="02010600040101010101" pitchFamily="2" charset="-122"/>
            <a:ea typeface="华文中宋" panose="02010600040101010101" pitchFamily="2" charset="-122"/>
          </a:endParaRPr>
        </a:p>
      </dgm:t>
    </dgm:pt>
    <dgm:pt modelId="{5FCE5DC1-3A50-4EA6-B110-3751FDF8AA6E}" type="parTrans" cxnId="{4D9EAEB9-CAD6-46CD-BE5A-432D124C6210}">
      <dgm:prSet/>
      <dgm:spPr/>
      <dgm:t>
        <a:bodyPr/>
        <a:lstStyle/>
        <a:p>
          <a:endParaRPr lang="zh-CN" altLang="en-US"/>
        </a:p>
      </dgm:t>
    </dgm:pt>
    <dgm:pt modelId="{13F9827C-7C17-4556-8697-69E9174C6024}" type="sibTrans" cxnId="{4D9EAEB9-CAD6-46CD-BE5A-432D124C6210}">
      <dgm:prSet/>
      <dgm:spPr/>
      <dgm:t>
        <a:bodyPr/>
        <a:lstStyle/>
        <a:p>
          <a:endParaRPr lang="zh-CN" altLang="en-US"/>
        </a:p>
      </dgm:t>
    </dgm:pt>
    <dgm:pt modelId="{B5B521D3-824E-4857-92CF-C4A918CFD170}">
      <dgm:prSet phldrT="[文本]"/>
      <dgm:spPr/>
      <dgm:t>
        <a:bodyPr/>
        <a:lstStyle/>
        <a:p>
          <a:r>
            <a:rPr lang="zh-CN" dirty="0">
              <a:latin typeface="华文中宋" panose="02010600040101010101" pitchFamily="2" charset="-122"/>
              <a:ea typeface="华文中宋" panose="02010600040101010101" pitchFamily="2" charset="-122"/>
            </a:rPr>
            <a:t>健康意识培养</a:t>
          </a:r>
          <a:endParaRPr lang="zh-CN" altLang="en-US" dirty="0">
            <a:latin typeface="华文中宋" panose="02010600040101010101" pitchFamily="2" charset="-122"/>
            <a:ea typeface="华文中宋" panose="02010600040101010101" pitchFamily="2" charset="-122"/>
          </a:endParaRPr>
        </a:p>
      </dgm:t>
    </dgm:pt>
    <dgm:pt modelId="{11F712F9-E1EA-4633-BDF4-0F49EDE5FEE1}" type="parTrans" cxnId="{1F4DC3C6-5483-4920-A6C4-23C759CD5EAA}">
      <dgm:prSet/>
      <dgm:spPr/>
      <dgm:t>
        <a:bodyPr/>
        <a:lstStyle/>
        <a:p>
          <a:endParaRPr lang="zh-CN" altLang="en-US"/>
        </a:p>
      </dgm:t>
    </dgm:pt>
    <dgm:pt modelId="{A6180D9B-0010-42B5-880D-44D13BA85E87}" type="sibTrans" cxnId="{1F4DC3C6-5483-4920-A6C4-23C759CD5EAA}">
      <dgm:prSet/>
      <dgm:spPr/>
      <dgm:t>
        <a:bodyPr/>
        <a:lstStyle/>
        <a:p>
          <a:endParaRPr lang="zh-CN" altLang="en-US"/>
        </a:p>
      </dgm:t>
    </dgm:pt>
    <dgm:pt modelId="{87826E0B-9EB5-4BCE-B6FA-7E3CC9B858AA}">
      <dgm:prSet phldrT="[文本]"/>
      <dgm:spPr/>
      <dgm:t>
        <a:bodyPr/>
        <a:lstStyle/>
        <a:p>
          <a:r>
            <a:rPr lang="en-US" altLang="zh-CN" dirty="0"/>
            <a:t>…</a:t>
          </a:r>
          <a:endParaRPr lang="zh-CN" altLang="en-US" dirty="0"/>
        </a:p>
      </dgm:t>
    </dgm:pt>
    <dgm:pt modelId="{4129E7FF-D434-4A1C-B4D2-64E660E731E4}" type="parTrans" cxnId="{BD9046A3-E62D-4FFE-B45F-19452561BC74}">
      <dgm:prSet/>
      <dgm:spPr/>
      <dgm:t>
        <a:bodyPr/>
        <a:lstStyle/>
        <a:p>
          <a:endParaRPr lang="zh-CN" altLang="en-US"/>
        </a:p>
      </dgm:t>
    </dgm:pt>
    <dgm:pt modelId="{B648E743-B938-4E4A-AB37-049E0334FAF6}" type="sibTrans" cxnId="{BD9046A3-E62D-4FFE-B45F-19452561BC74}">
      <dgm:prSet/>
      <dgm:spPr/>
      <dgm:t>
        <a:bodyPr/>
        <a:lstStyle/>
        <a:p>
          <a:endParaRPr lang="zh-CN" altLang="en-US"/>
        </a:p>
      </dgm:t>
    </dgm:pt>
    <dgm:pt modelId="{9BACC461-9988-4307-9447-CE00EC11F9B4}" type="pres">
      <dgm:prSet presAssocID="{8AAD6DE1-5658-4429-AF77-F3D6C82C5589}" presName="compositeShape" presStyleCnt="0">
        <dgm:presLayoutVars>
          <dgm:chMax val="7"/>
          <dgm:dir/>
          <dgm:resizeHandles val="exact"/>
        </dgm:presLayoutVars>
      </dgm:prSet>
      <dgm:spPr/>
    </dgm:pt>
    <dgm:pt modelId="{A6E589CE-91EC-44AB-95D7-3DBFE130312F}" type="pres">
      <dgm:prSet presAssocID="{8AAD6DE1-5658-4429-AF77-F3D6C82C5589}" presName="wedge1" presStyleLbl="node1" presStyleIdx="0" presStyleCnt="6"/>
      <dgm:spPr/>
    </dgm:pt>
    <dgm:pt modelId="{81AF51F2-C9EE-4BEA-B699-2A4FE66D63F9}" type="pres">
      <dgm:prSet presAssocID="{8AAD6DE1-5658-4429-AF77-F3D6C82C5589}" presName="dummy1a" presStyleCnt="0"/>
      <dgm:spPr/>
    </dgm:pt>
    <dgm:pt modelId="{FCEFF223-EC58-4906-B5BF-66B3319FBF9A}" type="pres">
      <dgm:prSet presAssocID="{8AAD6DE1-5658-4429-AF77-F3D6C82C5589}" presName="dummy1b" presStyleCnt="0"/>
      <dgm:spPr/>
    </dgm:pt>
    <dgm:pt modelId="{0719E22F-1805-4516-A391-51171EBAC8CC}" type="pres">
      <dgm:prSet presAssocID="{8AAD6DE1-5658-4429-AF77-F3D6C82C5589}" presName="wedge1Tx" presStyleLbl="node1" presStyleIdx="0" presStyleCnt="6">
        <dgm:presLayoutVars>
          <dgm:chMax val="0"/>
          <dgm:chPref val="0"/>
          <dgm:bulletEnabled val="1"/>
        </dgm:presLayoutVars>
      </dgm:prSet>
      <dgm:spPr/>
    </dgm:pt>
    <dgm:pt modelId="{6ED5E37B-C75F-4AF5-9384-08E28D6826A7}" type="pres">
      <dgm:prSet presAssocID="{8AAD6DE1-5658-4429-AF77-F3D6C82C5589}" presName="wedge2" presStyleLbl="node1" presStyleIdx="1" presStyleCnt="6" custLinFactNeighborX="-359" custLinFactNeighborY="36"/>
      <dgm:spPr/>
    </dgm:pt>
    <dgm:pt modelId="{26022B2F-8A36-4F01-8FDF-C4043C2C7BC7}" type="pres">
      <dgm:prSet presAssocID="{8AAD6DE1-5658-4429-AF77-F3D6C82C5589}" presName="dummy2a" presStyleCnt="0"/>
      <dgm:spPr/>
    </dgm:pt>
    <dgm:pt modelId="{37566A81-B6BC-4802-97E8-5E32EEDD5519}" type="pres">
      <dgm:prSet presAssocID="{8AAD6DE1-5658-4429-AF77-F3D6C82C5589}" presName="dummy2b" presStyleCnt="0"/>
      <dgm:spPr/>
    </dgm:pt>
    <dgm:pt modelId="{B5089FA6-5DE8-4521-9ACF-1F95CD5F9C08}" type="pres">
      <dgm:prSet presAssocID="{8AAD6DE1-5658-4429-AF77-F3D6C82C5589}" presName="wedge2Tx" presStyleLbl="node1" presStyleIdx="1" presStyleCnt="6">
        <dgm:presLayoutVars>
          <dgm:chMax val="0"/>
          <dgm:chPref val="0"/>
          <dgm:bulletEnabled val="1"/>
        </dgm:presLayoutVars>
      </dgm:prSet>
      <dgm:spPr/>
    </dgm:pt>
    <dgm:pt modelId="{BD73F72A-A4BD-4DA4-B95A-B015B3A7C69F}" type="pres">
      <dgm:prSet presAssocID="{8AAD6DE1-5658-4429-AF77-F3D6C82C5589}" presName="wedge3" presStyleLbl="node1" presStyleIdx="2" presStyleCnt="6"/>
      <dgm:spPr/>
    </dgm:pt>
    <dgm:pt modelId="{5498FDE3-F16E-4AA1-BCEF-DEF474EEBCFA}" type="pres">
      <dgm:prSet presAssocID="{8AAD6DE1-5658-4429-AF77-F3D6C82C5589}" presName="dummy3a" presStyleCnt="0"/>
      <dgm:spPr/>
    </dgm:pt>
    <dgm:pt modelId="{304B3B6C-4CE5-4EF1-9292-4ED31BC5EC7C}" type="pres">
      <dgm:prSet presAssocID="{8AAD6DE1-5658-4429-AF77-F3D6C82C5589}" presName="dummy3b" presStyleCnt="0"/>
      <dgm:spPr/>
    </dgm:pt>
    <dgm:pt modelId="{A5EE1239-84AA-47E8-A74D-5ADF94EC4725}" type="pres">
      <dgm:prSet presAssocID="{8AAD6DE1-5658-4429-AF77-F3D6C82C5589}" presName="wedge3Tx" presStyleLbl="node1" presStyleIdx="2" presStyleCnt="6">
        <dgm:presLayoutVars>
          <dgm:chMax val="0"/>
          <dgm:chPref val="0"/>
          <dgm:bulletEnabled val="1"/>
        </dgm:presLayoutVars>
      </dgm:prSet>
      <dgm:spPr/>
    </dgm:pt>
    <dgm:pt modelId="{DB40CBFC-3C64-4187-B61E-33DF8C381CD2}" type="pres">
      <dgm:prSet presAssocID="{8AAD6DE1-5658-4429-AF77-F3D6C82C5589}" presName="wedge4" presStyleLbl="node1" presStyleIdx="3" presStyleCnt="6"/>
      <dgm:spPr/>
    </dgm:pt>
    <dgm:pt modelId="{8CA1D398-9F72-402B-9189-5269389D220D}" type="pres">
      <dgm:prSet presAssocID="{8AAD6DE1-5658-4429-AF77-F3D6C82C5589}" presName="dummy4a" presStyleCnt="0"/>
      <dgm:spPr/>
    </dgm:pt>
    <dgm:pt modelId="{59DB5F2D-66E6-496C-8BE0-FCBC64D3BA7C}" type="pres">
      <dgm:prSet presAssocID="{8AAD6DE1-5658-4429-AF77-F3D6C82C5589}" presName="dummy4b" presStyleCnt="0"/>
      <dgm:spPr/>
    </dgm:pt>
    <dgm:pt modelId="{4D5F6D16-42A0-4AFB-9F9D-842C415E6283}" type="pres">
      <dgm:prSet presAssocID="{8AAD6DE1-5658-4429-AF77-F3D6C82C5589}" presName="wedge4Tx" presStyleLbl="node1" presStyleIdx="3" presStyleCnt="6">
        <dgm:presLayoutVars>
          <dgm:chMax val="0"/>
          <dgm:chPref val="0"/>
          <dgm:bulletEnabled val="1"/>
        </dgm:presLayoutVars>
      </dgm:prSet>
      <dgm:spPr/>
    </dgm:pt>
    <dgm:pt modelId="{4D886CDD-9080-4097-879A-A7010D43DD88}" type="pres">
      <dgm:prSet presAssocID="{8AAD6DE1-5658-4429-AF77-F3D6C82C5589}" presName="wedge5" presStyleLbl="node1" presStyleIdx="4" presStyleCnt="6"/>
      <dgm:spPr/>
    </dgm:pt>
    <dgm:pt modelId="{FF9AFE54-0422-4F5F-A90A-334BF6599E57}" type="pres">
      <dgm:prSet presAssocID="{8AAD6DE1-5658-4429-AF77-F3D6C82C5589}" presName="dummy5a" presStyleCnt="0"/>
      <dgm:spPr/>
    </dgm:pt>
    <dgm:pt modelId="{A222467B-E60F-4659-8814-A3085388CE74}" type="pres">
      <dgm:prSet presAssocID="{8AAD6DE1-5658-4429-AF77-F3D6C82C5589}" presName="dummy5b" presStyleCnt="0"/>
      <dgm:spPr/>
    </dgm:pt>
    <dgm:pt modelId="{B5A67973-E297-4B57-AC33-3A28A2816F80}" type="pres">
      <dgm:prSet presAssocID="{8AAD6DE1-5658-4429-AF77-F3D6C82C5589}" presName="wedge5Tx" presStyleLbl="node1" presStyleIdx="4" presStyleCnt="6">
        <dgm:presLayoutVars>
          <dgm:chMax val="0"/>
          <dgm:chPref val="0"/>
          <dgm:bulletEnabled val="1"/>
        </dgm:presLayoutVars>
      </dgm:prSet>
      <dgm:spPr/>
    </dgm:pt>
    <dgm:pt modelId="{2077BC4C-0330-47B5-A6D1-A173AEA8B950}" type="pres">
      <dgm:prSet presAssocID="{8AAD6DE1-5658-4429-AF77-F3D6C82C5589}" presName="wedge6" presStyleLbl="node1" presStyleIdx="5" presStyleCnt="6" custLinFactNeighborX="1191" custLinFactNeighborY="-239"/>
      <dgm:spPr/>
    </dgm:pt>
    <dgm:pt modelId="{B9040667-F62A-45BF-80E7-EA844CF99DCB}" type="pres">
      <dgm:prSet presAssocID="{8AAD6DE1-5658-4429-AF77-F3D6C82C5589}" presName="dummy6a" presStyleCnt="0"/>
      <dgm:spPr/>
    </dgm:pt>
    <dgm:pt modelId="{1EA875AE-E098-40E7-9A45-72427C588E28}" type="pres">
      <dgm:prSet presAssocID="{8AAD6DE1-5658-4429-AF77-F3D6C82C5589}" presName="dummy6b" presStyleCnt="0"/>
      <dgm:spPr/>
    </dgm:pt>
    <dgm:pt modelId="{4855EFB4-6339-450C-9DBD-11B79E8C0A3E}" type="pres">
      <dgm:prSet presAssocID="{8AAD6DE1-5658-4429-AF77-F3D6C82C5589}" presName="wedge6Tx" presStyleLbl="node1" presStyleIdx="5" presStyleCnt="6">
        <dgm:presLayoutVars>
          <dgm:chMax val="0"/>
          <dgm:chPref val="0"/>
          <dgm:bulletEnabled val="1"/>
        </dgm:presLayoutVars>
      </dgm:prSet>
      <dgm:spPr/>
    </dgm:pt>
    <dgm:pt modelId="{3F270E1E-C17A-4C96-9C34-0CE19CB53F3D}" type="pres">
      <dgm:prSet presAssocID="{5982AC08-90E2-47F1-BAFF-BE833F1E76C1}" presName="arrowWedge1" presStyleLbl="fgSibTrans2D1" presStyleIdx="0" presStyleCnt="6"/>
      <dgm:spPr/>
    </dgm:pt>
    <dgm:pt modelId="{EA4BD369-777C-427A-B28F-79FDE9010739}" type="pres">
      <dgm:prSet presAssocID="{90E4B58F-1FF5-4587-B61A-A5DBFDCC394B}" presName="arrowWedge2" presStyleLbl="fgSibTrans2D1" presStyleIdx="1" presStyleCnt="6"/>
      <dgm:spPr/>
    </dgm:pt>
    <dgm:pt modelId="{048A60B1-6940-480F-8113-1D8292199455}" type="pres">
      <dgm:prSet presAssocID="{71583DDD-DCA8-4F6C-80FA-2B92EAF196C5}" presName="arrowWedge3" presStyleLbl="fgSibTrans2D1" presStyleIdx="2" presStyleCnt="6"/>
      <dgm:spPr/>
    </dgm:pt>
    <dgm:pt modelId="{2BCC7011-6BAA-47A0-840A-0702E428FF3E}" type="pres">
      <dgm:prSet presAssocID="{13F9827C-7C17-4556-8697-69E9174C6024}" presName="arrowWedge4" presStyleLbl="fgSibTrans2D1" presStyleIdx="3" presStyleCnt="6"/>
      <dgm:spPr/>
    </dgm:pt>
    <dgm:pt modelId="{03AD93FC-A440-483A-81E9-FE35E8C83112}" type="pres">
      <dgm:prSet presAssocID="{A6180D9B-0010-42B5-880D-44D13BA85E87}" presName="arrowWedge5" presStyleLbl="fgSibTrans2D1" presStyleIdx="4" presStyleCnt="6"/>
      <dgm:spPr/>
    </dgm:pt>
    <dgm:pt modelId="{B7F83677-A4BC-47E8-866F-99C84A6DDBC5}" type="pres">
      <dgm:prSet presAssocID="{B648E743-B938-4E4A-AB37-049E0334FAF6}" presName="arrowWedge6" presStyleLbl="fgSibTrans2D1" presStyleIdx="5" presStyleCnt="6"/>
      <dgm:spPr/>
    </dgm:pt>
  </dgm:ptLst>
  <dgm:cxnLst>
    <dgm:cxn modelId="{9FFCDF0B-DFA8-4614-8A05-F3AFF8073DD4}" type="presOf" srcId="{87826E0B-9EB5-4BCE-B6FA-7E3CC9B858AA}" destId="{2077BC4C-0330-47B5-A6D1-A173AEA8B950}" srcOrd="0" destOrd="0" presId="urn:microsoft.com/office/officeart/2005/8/layout/cycle8"/>
    <dgm:cxn modelId="{7CA0E31B-96D9-417B-BF83-86FD36F61C68}" srcId="{8AAD6DE1-5658-4429-AF77-F3D6C82C5589}" destId="{1415AB33-14C5-4161-970A-63C0A7C63E5B}" srcOrd="2" destOrd="0" parTransId="{6227525E-28F9-438A-A3C0-F162D9F81A71}" sibTransId="{71583DDD-DCA8-4F6C-80FA-2B92EAF196C5}"/>
    <dgm:cxn modelId="{D406D223-E6F2-4A37-8253-5763D1DE5908}" srcId="{8AAD6DE1-5658-4429-AF77-F3D6C82C5589}" destId="{42E24444-F353-471E-A0A9-43D9146CDFB4}" srcOrd="0" destOrd="0" parTransId="{672CB3C7-2C20-4A5F-AA4B-0CDF2E34043A}" sibTransId="{5982AC08-90E2-47F1-BAFF-BE833F1E76C1}"/>
    <dgm:cxn modelId="{19B73F32-8B78-491B-B942-D415FEDC906D}" type="presOf" srcId="{CDC8F4BC-583C-4EDD-8D41-D76D3638C0E7}" destId="{B5089FA6-5DE8-4521-9ACF-1F95CD5F9C08}" srcOrd="1" destOrd="0" presId="urn:microsoft.com/office/officeart/2005/8/layout/cycle8"/>
    <dgm:cxn modelId="{E2256C3A-29E2-4FC5-82C3-C718614C9F1E}" type="presOf" srcId="{1415AB33-14C5-4161-970A-63C0A7C63E5B}" destId="{BD73F72A-A4BD-4DA4-B95A-B015B3A7C69F}" srcOrd="0" destOrd="0" presId="urn:microsoft.com/office/officeart/2005/8/layout/cycle8"/>
    <dgm:cxn modelId="{8013A73D-032D-40DF-9445-4FEDCC68704C}" type="presOf" srcId="{EB720F71-A870-499E-8882-54F9B462C965}" destId="{4D5F6D16-42A0-4AFB-9F9D-842C415E6283}" srcOrd="1" destOrd="0" presId="urn:microsoft.com/office/officeart/2005/8/layout/cycle8"/>
    <dgm:cxn modelId="{CC8F3C5D-199E-4293-8428-322302A640C4}" srcId="{8AAD6DE1-5658-4429-AF77-F3D6C82C5589}" destId="{CDC8F4BC-583C-4EDD-8D41-D76D3638C0E7}" srcOrd="1" destOrd="0" parTransId="{7C8D817E-62E5-4785-A03F-D2EC7DBC5395}" sibTransId="{90E4B58F-1FF5-4587-B61A-A5DBFDCC394B}"/>
    <dgm:cxn modelId="{BD89F55F-EF1F-450B-8268-A440E295A12C}" type="presOf" srcId="{B5B521D3-824E-4857-92CF-C4A918CFD170}" destId="{B5A67973-E297-4B57-AC33-3A28A2816F80}" srcOrd="1" destOrd="0" presId="urn:microsoft.com/office/officeart/2005/8/layout/cycle8"/>
    <dgm:cxn modelId="{E6E3634B-50E8-425A-904D-57161DA5487E}" type="presOf" srcId="{42E24444-F353-471E-A0A9-43D9146CDFB4}" destId="{A6E589CE-91EC-44AB-95D7-3DBFE130312F}" srcOrd="0" destOrd="0" presId="urn:microsoft.com/office/officeart/2005/8/layout/cycle8"/>
    <dgm:cxn modelId="{B680E94C-9D09-4555-9BB0-6B6262F9FD8C}" type="presOf" srcId="{B5B521D3-824E-4857-92CF-C4A918CFD170}" destId="{4D886CDD-9080-4097-879A-A7010D43DD88}" srcOrd="0" destOrd="0" presId="urn:microsoft.com/office/officeart/2005/8/layout/cycle8"/>
    <dgm:cxn modelId="{F62F667E-6097-44CC-A9C3-F0954F7DB550}" type="presOf" srcId="{87826E0B-9EB5-4BCE-B6FA-7E3CC9B858AA}" destId="{4855EFB4-6339-450C-9DBD-11B79E8C0A3E}" srcOrd="1" destOrd="0" presId="urn:microsoft.com/office/officeart/2005/8/layout/cycle8"/>
    <dgm:cxn modelId="{BD9046A3-E62D-4FFE-B45F-19452561BC74}" srcId="{8AAD6DE1-5658-4429-AF77-F3D6C82C5589}" destId="{87826E0B-9EB5-4BCE-B6FA-7E3CC9B858AA}" srcOrd="5" destOrd="0" parTransId="{4129E7FF-D434-4A1C-B4D2-64E660E731E4}" sibTransId="{B648E743-B938-4E4A-AB37-049E0334FAF6}"/>
    <dgm:cxn modelId="{D20986B1-9AB4-49ED-A3AA-9786C6FE408E}" type="presOf" srcId="{EB720F71-A870-499E-8882-54F9B462C965}" destId="{DB40CBFC-3C64-4187-B61E-33DF8C381CD2}" srcOrd="0" destOrd="0" presId="urn:microsoft.com/office/officeart/2005/8/layout/cycle8"/>
    <dgm:cxn modelId="{4D9EAEB9-CAD6-46CD-BE5A-432D124C6210}" srcId="{8AAD6DE1-5658-4429-AF77-F3D6C82C5589}" destId="{EB720F71-A870-499E-8882-54F9B462C965}" srcOrd="3" destOrd="0" parTransId="{5FCE5DC1-3A50-4EA6-B110-3751FDF8AA6E}" sibTransId="{13F9827C-7C17-4556-8697-69E9174C6024}"/>
    <dgm:cxn modelId="{1F4DC3C6-5483-4920-A6C4-23C759CD5EAA}" srcId="{8AAD6DE1-5658-4429-AF77-F3D6C82C5589}" destId="{B5B521D3-824E-4857-92CF-C4A918CFD170}" srcOrd="4" destOrd="0" parTransId="{11F712F9-E1EA-4633-BDF4-0F49EDE5FEE1}" sibTransId="{A6180D9B-0010-42B5-880D-44D13BA85E87}"/>
    <dgm:cxn modelId="{F9775ED0-A19D-49C5-B54B-63E6118893A4}" type="presOf" srcId="{42E24444-F353-471E-A0A9-43D9146CDFB4}" destId="{0719E22F-1805-4516-A391-51171EBAC8CC}" srcOrd="1" destOrd="0" presId="urn:microsoft.com/office/officeart/2005/8/layout/cycle8"/>
    <dgm:cxn modelId="{632A24E3-6149-438C-B879-D72698BB3BE3}" type="presOf" srcId="{CDC8F4BC-583C-4EDD-8D41-D76D3638C0E7}" destId="{6ED5E37B-C75F-4AF5-9384-08E28D6826A7}" srcOrd="0" destOrd="0" presId="urn:microsoft.com/office/officeart/2005/8/layout/cycle8"/>
    <dgm:cxn modelId="{4974DFE3-AA53-422A-8A91-4DDD0F19483C}" type="presOf" srcId="{8AAD6DE1-5658-4429-AF77-F3D6C82C5589}" destId="{9BACC461-9988-4307-9447-CE00EC11F9B4}" srcOrd="0" destOrd="0" presId="urn:microsoft.com/office/officeart/2005/8/layout/cycle8"/>
    <dgm:cxn modelId="{12A444FB-82C3-4370-9497-05D5FB69D6FA}" type="presOf" srcId="{1415AB33-14C5-4161-970A-63C0A7C63E5B}" destId="{A5EE1239-84AA-47E8-A74D-5ADF94EC4725}" srcOrd="1" destOrd="0" presId="urn:microsoft.com/office/officeart/2005/8/layout/cycle8"/>
    <dgm:cxn modelId="{6CCDE5C7-F7A0-43F3-A3E8-8D4D65A8C424}" type="presParOf" srcId="{9BACC461-9988-4307-9447-CE00EC11F9B4}" destId="{A6E589CE-91EC-44AB-95D7-3DBFE130312F}" srcOrd="0" destOrd="0" presId="urn:microsoft.com/office/officeart/2005/8/layout/cycle8"/>
    <dgm:cxn modelId="{47791DB9-61EE-4C28-B7DA-47A82AF20129}" type="presParOf" srcId="{9BACC461-9988-4307-9447-CE00EC11F9B4}" destId="{81AF51F2-C9EE-4BEA-B699-2A4FE66D63F9}" srcOrd="1" destOrd="0" presId="urn:microsoft.com/office/officeart/2005/8/layout/cycle8"/>
    <dgm:cxn modelId="{5A08CF05-DDAD-4FED-98BD-4FA551F3D815}" type="presParOf" srcId="{9BACC461-9988-4307-9447-CE00EC11F9B4}" destId="{FCEFF223-EC58-4906-B5BF-66B3319FBF9A}" srcOrd="2" destOrd="0" presId="urn:microsoft.com/office/officeart/2005/8/layout/cycle8"/>
    <dgm:cxn modelId="{9DEF3320-6E52-46EB-9CFE-E7EAE51D9AF4}" type="presParOf" srcId="{9BACC461-9988-4307-9447-CE00EC11F9B4}" destId="{0719E22F-1805-4516-A391-51171EBAC8CC}" srcOrd="3" destOrd="0" presId="urn:microsoft.com/office/officeart/2005/8/layout/cycle8"/>
    <dgm:cxn modelId="{E91728EC-E08E-4905-9E14-585A2C17504C}" type="presParOf" srcId="{9BACC461-9988-4307-9447-CE00EC11F9B4}" destId="{6ED5E37B-C75F-4AF5-9384-08E28D6826A7}" srcOrd="4" destOrd="0" presId="urn:microsoft.com/office/officeart/2005/8/layout/cycle8"/>
    <dgm:cxn modelId="{299C597F-E3E3-441C-B676-E626AB9E5B47}" type="presParOf" srcId="{9BACC461-9988-4307-9447-CE00EC11F9B4}" destId="{26022B2F-8A36-4F01-8FDF-C4043C2C7BC7}" srcOrd="5" destOrd="0" presId="urn:microsoft.com/office/officeart/2005/8/layout/cycle8"/>
    <dgm:cxn modelId="{5F17E1D3-AF7E-4A37-95F9-A96FEDE2981A}" type="presParOf" srcId="{9BACC461-9988-4307-9447-CE00EC11F9B4}" destId="{37566A81-B6BC-4802-97E8-5E32EEDD5519}" srcOrd="6" destOrd="0" presId="urn:microsoft.com/office/officeart/2005/8/layout/cycle8"/>
    <dgm:cxn modelId="{BFA2A62F-04F6-4FAF-A84E-71D69DB09FF2}" type="presParOf" srcId="{9BACC461-9988-4307-9447-CE00EC11F9B4}" destId="{B5089FA6-5DE8-4521-9ACF-1F95CD5F9C08}" srcOrd="7" destOrd="0" presId="urn:microsoft.com/office/officeart/2005/8/layout/cycle8"/>
    <dgm:cxn modelId="{25CA020A-D124-4E88-9102-431BBE3DAE4D}" type="presParOf" srcId="{9BACC461-9988-4307-9447-CE00EC11F9B4}" destId="{BD73F72A-A4BD-4DA4-B95A-B015B3A7C69F}" srcOrd="8" destOrd="0" presId="urn:microsoft.com/office/officeart/2005/8/layout/cycle8"/>
    <dgm:cxn modelId="{6CA9C9B1-95A7-442B-AE43-99EF17592513}" type="presParOf" srcId="{9BACC461-9988-4307-9447-CE00EC11F9B4}" destId="{5498FDE3-F16E-4AA1-BCEF-DEF474EEBCFA}" srcOrd="9" destOrd="0" presId="urn:microsoft.com/office/officeart/2005/8/layout/cycle8"/>
    <dgm:cxn modelId="{391FB03B-9ADB-4424-ADEB-7EA5C6D26E5C}" type="presParOf" srcId="{9BACC461-9988-4307-9447-CE00EC11F9B4}" destId="{304B3B6C-4CE5-4EF1-9292-4ED31BC5EC7C}" srcOrd="10" destOrd="0" presId="urn:microsoft.com/office/officeart/2005/8/layout/cycle8"/>
    <dgm:cxn modelId="{4E08F6B1-B2F0-4048-A137-1802D1E95AF1}" type="presParOf" srcId="{9BACC461-9988-4307-9447-CE00EC11F9B4}" destId="{A5EE1239-84AA-47E8-A74D-5ADF94EC4725}" srcOrd="11" destOrd="0" presId="urn:microsoft.com/office/officeart/2005/8/layout/cycle8"/>
    <dgm:cxn modelId="{73CE168D-5B74-4A2A-AF0E-D96EAA572679}" type="presParOf" srcId="{9BACC461-9988-4307-9447-CE00EC11F9B4}" destId="{DB40CBFC-3C64-4187-B61E-33DF8C381CD2}" srcOrd="12" destOrd="0" presId="urn:microsoft.com/office/officeart/2005/8/layout/cycle8"/>
    <dgm:cxn modelId="{7F23EE92-42F5-48C4-907D-3011BF2C68D9}" type="presParOf" srcId="{9BACC461-9988-4307-9447-CE00EC11F9B4}" destId="{8CA1D398-9F72-402B-9189-5269389D220D}" srcOrd="13" destOrd="0" presId="urn:microsoft.com/office/officeart/2005/8/layout/cycle8"/>
    <dgm:cxn modelId="{AD06EAA6-53E4-42F5-8BB1-97433756220D}" type="presParOf" srcId="{9BACC461-9988-4307-9447-CE00EC11F9B4}" destId="{59DB5F2D-66E6-496C-8BE0-FCBC64D3BA7C}" srcOrd="14" destOrd="0" presId="urn:microsoft.com/office/officeart/2005/8/layout/cycle8"/>
    <dgm:cxn modelId="{69C4EA6E-5CAB-475D-B1BC-451138E496BF}" type="presParOf" srcId="{9BACC461-9988-4307-9447-CE00EC11F9B4}" destId="{4D5F6D16-42A0-4AFB-9F9D-842C415E6283}" srcOrd="15" destOrd="0" presId="urn:microsoft.com/office/officeart/2005/8/layout/cycle8"/>
    <dgm:cxn modelId="{C95D3C70-658E-4DDF-B494-34AA5D6C4B8F}" type="presParOf" srcId="{9BACC461-9988-4307-9447-CE00EC11F9B4}" destId="{4D886CDD-9080-4097-879A-A7010D43DD88}" srcOrd="16" destOrd="0" presId="urn:microsoft.com/office/officeart/2005/8/layout/cycle8"/>
    <dgm:cxn modelId="{047583E0-BE31-46C6-A298-7830E8E5B08D}" type="presParOf" srcId="{9BACC461-9988-4307-9447-CE00EC11F9B4}" destId="{FF9AFE54-0422-4F5F-A90A-334BF6599E57}" srcOrd="17" destOrd="0" presId="urn:microsoft.com/office/officeart/2005/8/layout/cycle8"/>
    <dgm:cxn modelId="{4D6938FD-A5F4-4F76-9E0E-DD15D6359FAC}" type="presParOf" srcId="{9BACC461-9988-4307-9447-CE00EC11F9B4}" destId="{A222467B-E60F-4659-8814-A3085388CE74}" srcOrd="18" destOrd="0" presId="urn:microsoft.com/office/officeart/2005/8/layout/cycle8"/>
    <dgm:cxn modelId="{96BE1F17-B570-4B44-B02C-046EDDC8793B}" type="presParOf" srcId="{9BACC461-9988-4307-9447-CE00EC11F9B4}" destId="{B5A67973-E297-4B57-AC33-3A28A2816F80}" srcOrd="19" destOrd="0" presId="urn:microsoft.com/office/officeart/2005/8/layout/cycle8"/>
    <dgm:cxn modelId="{44E45526-CAD7-485E-B581-837FEF63B334}" type="presParOf" srcId="{9BACC461-9988-4307-9447-CE00EC11F9B4}" destId="{2077BC4C-0330-47B5-A6D1-A173AEA8B950}" srcOrd="20" destOrd="0" presId="urn:microsoft.com/office/officeart/2005/8/layout/cycle8"/>
    <dgm:cxn modelId="{E9F20303-52BE-4BD5-89C2-A32CE2A974B0}" type="presParOf" srcId="{9BACC461-9988-4307-9447-CE00EC11F9B4}" destId="{B9040667-F62A-45BF-80E7-EA844CF99DCB}" srcOrd="21" destOrd="0" presId="urn:microsoft.com/office/officeart/2005/8/layout/cycle8"/>
    <dgm:cxn modelId="{F1BA4D78-44BD-4DD7-8E53-3824D6EEC87A}" type="presParOf" srcId="{9BACC461-9988-4307-9447-CE00EC11F9B4}" destId="{1EA875AE-E098-40E7-9A45-72427C588E28}" srcOrd="22" destOrd="0" presId="urn:microsoft.com/office/officeart/2005/8/layout/cycle8"/>
    <dgm:cxn modelId="{622FF974-0A60-4C2E-8470-E1D5D7DCFCC3}" type="presParOf" srcId="{9BACC461-9988-4307-9447-CE00EC11F9B4}" destId="{4855EFB4-6339-450C-9DBD-11B79E8C0A3E}" srcOrd="23" destOrd="0" presId="urn:microsoft.com/office/officeart/2005/8/layout/cycle8"/>
    <dgm:cxn modelId="{98A2B02F-DA3D-4F79-A72B-B6238EA0B3F0}" type="presParOf" srcId="{9BACC461-9988-4307-9447-CE00EC11F9B4}" destId="{3F270E1E-C17A-4C96-9C34-0CE19CB53F3D}" srcOrd="24" destOrd="0" presId="urn:microsoft.com/office/officeart/2005/8/layout/cycle8"/>
    <dgm:cxn modelId="{5E164E90-F6B6-4C99-AC47-DF2DC1AEAD6F}" type="presParOf" srcId="{9BACC461-9988-4307-9447-CE00EC11F9B4}" destId="{EA4BD369-777C-427A-B28F-79FDE9010739}" srcOrd="25" destOrd="0" presId="urn:microsoft.com/office/officeart/2005/8/layout/cycle8"/>
    <dgm:cxn modelId="{7655ADAE-6ADF-4150-9637-3CACC11EE270}" type="presParOf" srcId="{9BACC461-9988-4307-9447-CE00EC11F9B4}" destId="{048A60B1-6940-480F-8113-1D8292199455}" srcOrd="26" destOrd="0" presId="urn:microsoft.com/office/officeart/2005/8/layout/cycle8"/>
    <dgm:cxn modelId="{5ADF3688-E9AF-4502-A822-550D22A8C5D5}" type="presParOf" srcId="{9BACC461-9988-4307-9447-CE00EC11F9B4}" destId="{2BCC7011-6BAA-47A0-840A-0702E428FF3E}" srcOrd="27" destOrd="0" presId="urn:microsoft.com/office/officeart/2005/8/layout/cycle8"/>
    <dgm:cxn modelId="{7CE9585C-ECE1-4B02-9F32-2220EC915CF3}" type="presParOf" srcId="{9BACC461-9988-4307-9447-CE00EC11F9B4}" destId="{03AD93FC-A440-483A-81E9-FE35E8C83112}" srcOrd="28" destOrd="0" presId="urn:microsoft.com/office/officeart/2005/8/layout/cycle8"/>
    <dgm:cxn modelId="{6D601C89-F8A4-4E2B-AEA2-2A07AD1B7DA3}" type="presParOf" srcId="{9BACC461-9988-4307-9447-CE00EC11F9B4}" destId="{B7F83677-A4BC-47E8-866F-99C84A6DDBC5}" srcOrd="29"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BCBCABE-6655-45A9-9A49-28BE4AC85EB3}"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CN" altLang="en-US"/>
        </a:p>
      </dgm:t>
    </dgm:pt>
    <dgm:pt modelId="{0EC8FAB7-BB56-4949-A002-C4F6CBAD0148}">
      <dgm:prSet/>
      <dgm:spPr/>
      <dgm:t>
        <a:bodyPr/>
        <a:lstStyle/>
        <a:p>
          <a:r>
            <a:rPr lang="zh-CN" altLang="en-US" dirty="0">
              <a:latin typeface="微软雅黑" panose="020B0503020204020204" pitchFamily="34" charset="-122"/>
              <a:ea typeface="微软雅黑" panose="020B0503020204020204" pitchFamily="34" charset="-122"/>
            </a:rPr>
            <a:t>挖掘青少年真实问题</a:t>
          </a:r>
        </a:p>
      </dgm:t>
    </dgm:pt>
    <dgm:pt modelId="{FD854629-6954-42B3-B662-B87F34AF26FB}" type="parTrans" cxnId="{0B88F285-B261-4B70-A870-F36FD05EF313}">
      <dgm:prSet/>
      <dgm:spPr/>
      <dgm:t>
        <a:bodyPr/>
        <a:lstStyle/>
        <a:p>
          <a:endParaRPr lang="zh-CN" altLang="en-US"/>
        </a:p>
      </dgm:t>
    </dgm:pt>
    <dgm:pt modelId="{F356F68C-B66C-4BAD-8BD7-EB95258529AC}" type="sibTrans" cxnId="{0B88F285-B261-4B70-A870-F36FD05EF313}">
      <dgm:prSet/>
      <dgm:spPr/>
      <dgm:t>
        <a:bodyPr/>
        <a:lstStyle/>
        <a:p>
          <a:endParaRPr lang="zh-CN" altLang="en-US"/>
        </a:p>
      </dgm:t>
    </dgm:pt>
    <dgm:pt modelId="{B5EB7A6C-0C37-45F9-A222-091BF7CED449}">
      <dgm:prSet/>
      <dgm:spPr/>
      <dgm:t>
        <a:bodyPr/>
        <a:lstStyle/>
        <a:p>
          <a:r>
            <a:rPr lang="zh-CN" altLang="en-US" dirty="0">
              <a:latin typeface="微软雅黑" panose="020B0503020204020204" pitchFamily="34" charset="-122"/>
              <a:ea typeface="微软雅黑" panose="020B0503020204020204" pitchFamily="34" charset="-122"/>
            </a:rPr>
            <a:t>构建高质量结构化知识</a:t>
          </a:r>
        </a:p>
      </dgm:t>
    </dgm:pt>
    <dgm:pt modelId="{EB4C96F0-D901-419F-8F39-AB81CE51F7B5}" type="parTrans" cxnId="{BE594A93-36B9-4984-BFD7-F8B546120D66}">
      <dgm:prSet/>
      <dgm:spPr/>
      <dgm:t>
        <a:bodyPr/>
        <a:lstStyle/>
        <a:p>
          <a:endParaRPr lang="zh-CN" altLang="en-US"/>
        </a:p>
      </dgm:t>
    </dgm:pt>
    <dgm:pt modelId="{90B0BC68-FEB8-437C-9501-F28CA065AE2F}" type="sibTrans" cxnId="{BE594A93-36B9-4984-BFD7-F8B546120D66}">
      <dgm:prSet/>
      <dgm:spPr/>
      <dgm:t>
        <a:bodyPr/>
        <a:lstStyle/>
        <a:p>
          <a:endParaRPr lang="zh-CN" altLang="en-US"/>
        </a:p>
      </dgm:t>
    </dgm:pt>
    <dgm:pt modelId="{1B45143B-553B-4C79-9D33-86199CBDE5D1}">
      <dgm:prSet/>
      <dgm:spPr/>
      <dgm:t>
        <a:bodyPr/>
        <a:lstStyle/>
        <a:p>
          <a:r>
            <a:rPr lang="zh-CN" altLang="en-US" dirty="0">
              <a:latin typeface="微软雅黑" panose="020B0503020204020204" pitchFamily="34" charset="-122"/>
              <a:ea typeface="微软雅黑" panose="020B0503020204020204" pitchFamily="34" charset="-122"/>
            </a:rPr>
            <a:t>赋能智能化问答服务</a:t>
          </a:r>
        </a:p>
      </dgm:t>
    </dgm:pt>
    <dgm:pt modelId="{46EFCB14-C820-4E56-9D91-324173C5A9C9}" type="parTrans" cxnId="{351F2801-998F-4546-AC37-1B9C4AAB75B5}">
      <dgm:prSet/>
      <dgm:spPr/>
      <dgm:t>
        <a:bodyPr/>
        <a:lstStyle/>
        <a:p>
          <a:endParaRPr lang="zh-CN" altLang="en-US"/>
        </a:p>
      </dgm:t>
    </dgm:pt>
    <dgm:pt modelId="{D97BDB7F-8353-41C5-A60E-94DBEE4E3F8F}" type="sibTrans" cxnId="{351F2801-998F-4546-AC37-1B9C4AAB75B5}">
      <dgm:prSet/>
      <dgm:spPr/>
      <dgm:t>
        <a:bodyPr/>
        <a:lstStyle/>
        <a:p>
          <a:endParaRPr lang="zh-CN" altLang="en-US"/>
        </a:p>
      </dgm:t>
    </dgm:pt>
    <dgm:pt modelId="{3A4F2077-8F68-4580-826F-5F7AE78830D1}">
      <dgm:prSet custT="1"/>
      <dgm:spPr/>
      <dgm:t>
        <a:bodyPr/>
        <a:lstStyle/>
        <a:p>
          <a:pPr algn="just">
            <a:lnSpc>
              <a:spcPts val="3000"/>
            </a:lnSpc>
            <a:spcAft>
              <a:spcPts val="3600"/>
            </a:spcAft>
          </a:pPr>
          <a:r>
            <a:rPr lang="zh-CN" altLang="en-US" sz="2200" kern="0" spc="0" baseline="0" dirty="0">
              <a:latin typeface="微软雅黑" panose="020B0503020204020204" pitchFamily="34" charset="-122"/>
              <a:ea typeface="微软雅黑" panose="020B0503020204020204" pitchFamily="34" charset="-122"/>
            </a:rPr>
            <a:t>主动分析</a:t>
          </a:r>
          <a:r>
            <a:rPr lang="en-US" altLang="zh-CN" sz="2200" kern="0" spc="0" baseline="0" dirty="0">
              <a:latin typeface="微软雅黑" panose="020B0503020204020204" pitchFamily="34" charset="-122"/>
              <a:ea typeface="微软雅黑" panose="020B0503020204020204" pitchFamily="34" charset="-122"/>
            </a:rPr>
            <a:t>B</a:t>
          </a:r>
          <a:r>
            <a:rPr lang="zh-CN" altLang="en-US" sz="2200" kern="0" spc="110" baseline="0" dirty="0">
              <a:latin typeface="微软雅黑" panose="020B0503020204020204" pitchFamily="34" charset="-122"/>
              <a:ea typeface="微软雅黑" panose="020B0503020204020204" pitchFamily="34" charset="-122"/>
            </a:rPr>
            <a:t>站</a:t>
          </a:r>
          <a:r>
            <a:rPr lang="zh-CN" altLang="en-US" sz="2200" kern="0" spc="0" baseline="0" dirty="0">
              <a:latin typeface="微软雅黑" panose="020B0503020204020204" pitchFamily="34" charset="-122"/>
              <a:ea typeface="微软雅黑" panose="020B0503020204020204" pitchFamily="34" charset="-122"/>
            </a:rPr>
            <a:t>海量、真实的青少年评论与弹幕，构建真实问题语料库。
从非结构化文本中自动识别、提取并分类用户的真实健康问题。</a:t>
          </a:r>
        </a:p>
      </dgm:t>
    </dgm:pt>
    <dgm:pt modelId="{A67D5FAC-0956-49F7-8480-536C5A665328}" type="parTrans" cxnId="{A0F667A3-3080-441D-9960-AB8D1BC644D8}">
      <dgm:prSet/>
      <dgm:spPr/>
      <dgm:t>
        <a:bodyPr/>
        <a:lstStyle/>
        <a:p>
          <a:endParaRPr lang="zh-CN" altLang="en-US"/>
        </a:p>
      </dgm:t>
    </dgm:pt>
    <dgm:pt modelId="{B592FBE8-D45C-4816-A7FE-741D69E491F5}" type="sibTrans" cxnId="{A0F667A3-3080-441D-9960-AB8D1BC644D8}">
      <dgm:prSet/>
      <dgm:spPr/>
      <dgm:t>
        <a:bodyPr/>
        <a:lstStyle/>
        <a:p>
          <a:endParaRPr lang="zh-CN" altLang="en-US"/>
        </a:p>
      </dgm:t>
    </dgm:pt>
    <dgm:pt modelId="{20C027E6-0B19-4CC3-B347-CCFFAE15624E}">
      <dgm:prSet custT="1"/>
      <dgm:spPr/>
      <dgm:t>
        <a:bodyPr/>
        <a:lstStyle/>
        <a:p>
          <a:pPr algn="just">
            <a:lnSpc>
              <a:spcPts val="3000"/>
            </a:lnSpc>
            <a:spcBef>
              <a:spcPts val="600"/>
            </a:spcBef>
            <a:spcAft>
              <a:spcPts val="3000"/>
            </a:spcAft>
          </a:pPr>
          <a:r>
            <a:rPr lang="zh-CN" altLang="en-US" sz="2200" kern="0" spc="0" baseline="0" dirty="0">
              <a:solidFill>
                <a:prstClr val="black">
                  <a:hueOff val="0"/>
                  <a:satOff val="0"/>
                  <a:lumOff val="0"/>
                  <a:alphaOff val="0"/>
                </a:prstClr>
              </a:solidFill>
              <a:latin typeface="微软雅黑" panose="020B0503020204020204" pitchFamily="34" charset="-122"/>
              <a:ea typeface="微软雅黑" panose="020B0503020204020204" pitchFamily="34" charset="-122"/>
              <a:cs typeface="+mn-cs"/>
            </a:rPr>
            <a:t>借助大语言模型，将口语化、非正式的问题进行规范化整理。
生成科学、准确、易于理解的答案，构建源于社交媒体真实场景的青少年生殖健康问答数据集。</a:t>
          </a:r>
        </a:p>
      </dgm:t>
    </dgm:pt>
    <dgm:pt modelId="{0846E6C8-6074-457F-A68B-3ECFA0A9B764}" type="parTrans" cxnId="{C8350C76-BF00-40FC-9E97-D66735273420}">
      <dgm:prSet/>
      <dgm:spPr/>
      <dgm:t>
        <a:bodyPr/>
        <a:lstStyle/>
        <a:p>
          <a:endParaRPr lang="zh-CN" altLang="en-US"/>
        </a:p>
      </dgm:t>
    </dgm:pt>
    <dgm:pt modelId="{C0442DFC-ED49-41D8-B23B-8FC22C5DD36F}" type="sibTrans" cxnId="{C8350C76-BF00-40FC-9E97-D66735273420}">
      <dgm:prSet/>
      <dgm:spPr/>
      <dgm:t>
        <a:bodyPr/>
        <a:lstStyle/>
        <a:p>
          <a:endParaRPr lang="zh-CN" altLang="en-US"/>
        </a:p>
      </dgm:t>
    </dgm:pt>
    <dgm:pt modelId="{4272F69B-BCCB-4128-BF35-62FC914D3A2B}">
      <dgm:prSet custT="1"/>
      <dgm:spPr/>
      <dgm:t>
        <a:bodyPr/>
        <a:lstStyle/>
        <a:p>
          <a:pPr algn="just">
            <a:lnSpc>
              <a:spcPts val="2800"/>
            </a:lnSpc>
            <a:spcAft>
              <a:spcPts val="2400"/>
            </a:spcAft>
          </a:pPr>
          <a:r>
            <a:rPr lang="zh-CN" altLang="en-US" sz="2200" spc="0" baseline="0" dirty="0">
              <a:latin typeface="微软雅黑" panose="020B0503020204020204" pitchFamily="34" charset="-122"/>
              <a:ea typeface="微软雅黑" panose="020B0503020204020204" pitchFamily="34" charset="-122"/>
            </a:rPr>
            <a:t>基于构建的数据集，对开源大语言模型进行领域微调，提升其在专业健康问答任务中的性能。
为开发智能问答机器人、优化平台内容推荐提供科学的依据和实践基础。</a:t>
          </a:r>
        </a:p>
      </dgm:t>
    </dgm:pt>
    <dgm:pt modelId="{4BD5E602-F655-4E63-BCEF-C0D81AAE47CB}" type="parTrans" cxnId="{E253BCB8-814F-4CF8-94CD-B399EC486FCA}">
      <dgm:prSet/>
      <dgm:spPr/>
      <dgm:t>
        <a:bodyPr/>
        <a:lstStyle/>
        <a:p>
          <a:endParaRPr lang="zh-CN" altLang="en-US"/>
        </a:p>
      </dgm:t>
    </dgm:pt>
    <dgm:pt modelId="{63995873-F604-4EA3-AC90-2C298EA35741}" type="sibTrans" cxnId="{E253BCB8-814F-4CF8-94CD-B399EC486FCA}">
      <dgm:prSet/>
      <dgm:spPr/>
      <dgm:t>
        <a:bodyPr/>
        <a:lstStyle/>
        <a:p>
          <a:endParaRPr lang="zh-CN" altLang="en-US"/>
        </a:p>
      </dgm:t>
    </dgm:pt>
    <dgm:pt modelId="{95B13B5A-C291-443F-AE1E-9B0DCF273F67}">
      <dgm:prSet/>
      <dgm:spPr/>
      <dgm:t>
        <a:bodyPr/>
        <a:lstStyle/>
        <a:p>
          <a:pPr algn="just">
            <a:lnSpc>
              <a:spcPct val="90000"/>
            </a:lnSpc>
            <a:spcAft>
              <a:spcPct val="15000"/>
            </a:spcAft>
          </a:pPr>
          <a:endParaRPr lang="zh-CN" altLang="en-US" sz="2100" spc="0" baseline="0" dirty="0">
            <a:latin typeface="微软雅黑" panose="020B0503020204020204" pitchFamily="34" charset="-122"/>
            <a:ea typeface="微软雅黑" panose="020B0503020204020204" pitchFamily="34" charset="-122"/>
          </a:endParaRPr>
        </a:p>
      </dgm:t>
    </dgm:pt>
    <dgm:pt modelId="{E9A49780-CE57-432F-9DC0-066F68D55BE6}" type="parTrans" cxnId="{C6B577EF-4F23-4168-929A-BEA1A2E0A4F2}">
      <dgm:prSet/>
      <dgm:spPr/>
      <dgm:t>
        <a:bodyPr/>
        <a:lstStyle/>
        <a:p>
          <a:endParaRPr lang="zh-CN" altLang="en-US"/>
        </a:p>
      </dgm:t>
    </dgm:pt>
    <dgm:pt modelId="{32B3A52F-3666-41BD-BEE4-C82D70A4EC6C}" type="sibTrans" cxnId="{C6B577EF-4F23-4168-929A-BEA1A2E0A4F2}">
      <dgm:prSet/>
      <dgm:spPr/>
      <dgm:t>
        <a:bodyPr/>
        <a:lstStyle/>
        <a:p>
          <a:endParaRPr lang="zh-CN" altLang="en-US"/>
        </a:p>
      </dgm:t>
    </dgm:pt>
    <dgm:pt modelId="{C992D404-D68D-453B-AEC7-4306DCD78A97}" type="pres">
      <dgm:prSet presAssocID="{EBCBCABE-6655-45A9-9A49-28BE4AC85EB3}" presName="Name0" presStyleCnt="0">
        <dgm:presLayoutVars>
          <dgm:dir/>
          <dgm:animLvl val="lvl"/>
          <dgm:resizeHandles val="exact"/>
        </dgm:presLayoutVars>
      </dgm:prSet>
      <dgm:spPr/>
    </dgm:pt>
    <dgm:pt modelId="{5C910787-14EE-4F86-92B4-B2115B7F6441}" type="pres">
      <dgm:prSet presAssocID="{0EC8FAB7-BB56-4949-A002-C4F6CBAD0148}" presName="composite" presStyleCnt="0"/>
      <dgm:spPr/>
    </dgm:pt>
    <dgm:pt modelId="{18C06062-79E0-43A8-9301-CB603815E915}" type="pres">
      <dgm:prSet presAssocID="{0EC8FAB7-BB56-4949-A002-C4F6CBAD0148}" presName="parTx" presStyleLbl="alignNode1" presStyleIdx="0" presStyleCnt="3" custScaleY="97826">
        <dgm:presLayoutVars>
          <dgm:chMax val="0"/>
          <dgm:chPref val="0"/>
          <dgm:bulletEnabled val="1"/>
        </dgm:presLayoutVars>
      </dgm:prSet>
      <dgm:spPr/>
    </dgm:pt>
    <dgm:pt modelId="{1BD5CC07-FA65-4355-BB6C-8B80F7CD6F3F}" type="pres">
      <dgm:prSet presAssocID="{0EC8FAB7-BB56-4949-A002-C4F6CBAD0148}" presName="desTx" presStyleLbl="alignAccFollowNode1" presStyleIdx="0" presStyleCnt="3">
        <dgm:presLayoutVars>
          <dgm:bulletEnabled val="1"/>
        </dgm:presLayoutVars>
      </dgm:prSet>
      <dgm:spPr/>
    </dgm:pt>
    <dgm:pt modelId="{3A3C9414-68BD-45C5-892E-497780652649}" type="pres">
      <dgm:prSet presAssocID="{F356F68C-B66C-4BAD-8BD7-EB95258529AC}" presName="space" presStyleCnt="0"/>
      <dgm:spPr/>
    </dgm:pt>
    <dgm:pt modelId="{AB346AD3-6C2B-4205-82F7-4897ABBD89A8}" type="pres">
      <dgm:prSet presAssocID="{B5EB7A6C-0C37-45F9-A222-091BF7CED449}" presName="composite" presStyleCnt="0"/>
      <dgm:spPr/>
    </dgm:pt>
    <dgm:pt modelId="{433C0324-9C09-4459-A088-746672A95D50}" type="pres">
      <dgm:prSet presAssocID="{B5EB7A6C-0C37-45F9-A222-091BF7CED449}" presName="parTx" presStyleLbl="alignNode1" presStyleIdx="1" presStyleCnt="3" custScaleY="97826" custLinFactNeighborX="0" custLinFactNeighborY="-608">
        <dgm:presLayoutVars>
          <dgm:chMax val="0"/>
          <dgm:chPref val="0"/>
          <dgm:bulletEnabled val="1"/>
        </dgm:presLayoutVars>
      </dgm:prSet>
      <dgm:spPr/>
    </dgm:pt>
    <dgm:pt modelId="{06CF3C8B-ECA8-4F87-8643-C42C96714A45}" type="pres">
      <dgm:prSet presAssocID="{B5EB7A6C-0C37-45F9-A222-091BF7CED449}" presName="desTx" presStyleLbl="alignAccFollowNode1" presStyleIdx="1" presStyleCnt="3" custLinFactNeighborY="-410">
        <dgm:presLayoutVars>
          <dgm:bulletEnabled val="1"/>
        </dgm:presLayoutVars>
      </dgm:prSet>
      <dgm:spPr/>
    </dgm:pt>
    <dgm:pt modelId="{874FD747-21FA-4B37-A557-A424AC89EA37}" type="pres">
      <dgm:prSet presAssocID="{90B0BC68-FEB8-437C-9501-F28CA065AE2F}" presName="space" presStyleCnt="0"/>
      <dgm:spPr/>
    </dgm:pt>
    <dgm:pt modelId="{5DB26605-619C-47FD-9766-26EB56F37896}" type="pres">
      <dgm:prSet presAssocID="{1B45143B-553B-4C79-9D33-86199CBDE5D1}" presName="composite" presStyleCnt="0"/>
      <dgm:spPr/>
    </dgm:pt>
    <dgm:pt modelId="{57B4119B-CC71-4618-B1A0-651758CAB5ED}" type="pres">
      <dgm:prSet presAssocID="{1B45143B-553B-4C79-9D33-86199CBDE5D1}" presName="parTx" presStyleLbl="alignNode1" presStyleIdx="2" presStyleCnt="3" custScaleY="97826" custLinFactNeighborX="149" custLinFactNeighborY="-2953">
        <dgm:presLayoutVars>
          <dgm:chMax val="0"/>
          <dgm:chPref val="0"/>
          <dgm:bulletEnabled val="1"/>
        </dgm:presLayoutVars>
      </dgm:prSet>
      <dgm:spPr/>
    </dgm:pt>
    <dgm:pt modelId="{B4791110-5961-4752-9AAE-B778067160D9}" type="pres">
      <dgm:prSet presAssocID="{1B45143B-553B-4C79-9D33-86199CBDE5D1}" presName="desTx" presStyleLbl="alignAccFollowNode1" presStyleIdx="2" presStyleCnt="3" custLinFactNeighborX="298" custLinFactNeighborY="-694">
        <dgm:presLayoutVars>
          <dgm:bulletEnabled val="1"/>
        </dgm:presLayoutVars>
      </dgm:prSet>
      <dgm:spPr/>
    </dgm:pt>
  </dgm:ptLst>
  <dgm:cxnLst>
    <dgm:cxn modelId="{351F2801-998F-4546-AC37-1B9C4AAB75B5}" srcId="{EBCBCABE-6655-45A9-9A49-28BE4AC85EB3}" destId="{1B45143B-553B-4C79-9D33-86199CBDE5D1}" srcOrd="2" destOrd="0" parTransId="{46EFCB14-C820-4E56-9D91-324173C5A9C9}" sibTransId="{D97BDB7F-8353-41C5-A60E-94DBEE4E3F8F}"/>
    <dgm:cxn modelId="{A0D9371D-9069-4FE7-AF2D-056874933BD6}" type="presOf" srcId="{B5EB7A6C-0C37-45F9-A222-091BF7CED449}" destId="{433C0324-9C09-4459-A088-746672A95D50}" srcOrd="0" destOrd="0" presId="urn:microsoft.com/office/officeart/2005/8/layout/hList1"/>
    <dgm:cxn modelId="{A0C44E1E-CD21-4740-AE7C-9F19E62D01B2}" type="presOf" srcId="{EBCBCABE-6655-45A9-9A49-28BE4AC85EB3}" destId="{C992D404-D68D-453B-AEC7-4306DCD78A97}" srcOrd="0" destOrd="0" presId="urn:microsoft.com/office/officeart/2005/8/layout/hList1"/>
    <dgm:cxn modelId="{F3202428-3E72-4B7C-9D7F-43EEB69A5D73}" type="presOf" srcId="{3A4F2077-8F68-4580-826F-5F7AE78830D1}" destId="{1BD5CC07-FA65-4355-BB6C-8B80F7CD6F3F}" srcOrd="0" destOrd="0" presId="urn:microsoft.com/office/officeart/2005/8/layout/hList1"/>
    <dgm:cxn modelId="{C8350C76-BF00-40FC-9E97-D66735273420}" srcId="{B5EB7A6C-0C37-45F9-A222-091BF7CED449}" destId="{20C027E6-0B19-4CC3-B347-CCFFAE15624E}" srcOrd="0" destOrd="0" parTransId="{0846E6C8-6074-457F-A68B-3ECFA0A9B764}" sibTransId="{C0442DFC-ED49-41D8-B23B-8FC22C5DD36F}"/>
    <dgm:cxn modelId="{0B88F285-B261-4B70-A870-F36FD05EF313}" srcId="{EBCBCABE-6655-45A9-9A49-28BE4AC85EB3}" destId="{0EC8FAB7-BB56-4949-A002-C4F6CBAD0148}" srcOrd="0" destOrd="0" parTransId="{FD854629-6954-42B3-B662-B87F34AF26FB}" sibTransId="{F356F68C-B66C-4BAD-8BD7-EB95258529AC}"/>
    <dgm:cxn modelId="{BE594A93-36B9-4984-BFD7-F8B546120D66}" srcId="{EBCBCABE-6655-45A9-9A49-28BE4AC85EB3}" destId="{B5EB7A6C-0C37-45F9-A222-091BF7CED449}" srcOrd="1" destOrd="0" parTransId="{EB4C96F0-D901-419F-8F39-AB81CE51F7B5}" sibTransId="{90B0BC68-FEB8-437C-9501-F28CA065AE2F}"/>
    <dgm:cxn modelId="{D3842794-1418-4458-BDFC-4C7008A8D550}" type="presOf" srcId="{4272F69B-BCCB-4128-BF35-62FC914D3A2B}" destId="{B4791110-5961-4752-9AAE-B778067160D9}" srcOrd="0" destOrd="0" presId="urn:microsoft.com/office/officeart/2005/8/layout/hList1"/>
    <dgm:cxn modelId="{A0F667A3-3080-441D-9960-AB8D1BC644D8}" srcId="{0EC8FAB7-BB56-4949-A002-C4F6CBAD0148}" destId="{3A4F2077-8F68-4580-826F-5F7AE78830D1}" srcOrd="0" destOrd="0" parTransId="{A67D5FAC-0956-49F7-8480-536C5A665328}" sibTransId="{B592FBE8-D45C-4816-A7FE-741D69E491F5}"/>
    <dgm:cxn modelId="{E253BCB8-814F-4CF8-94CD-B399EC486FCA}" srcId="{1B45143B-553B-4C79-9D33-86199CBDE5D1}" destId="{4272F69B-BCCB-4128-BF35-62FC914D3A2B}" srcOrd="0" destOrd="0" parTransId="{4BD5E602-F655-4E63-BCEF-C0D81AAE47CB}" sibTransId="{63995873-F604-4EA3-AC90-2C298EA35741}"/>
    <dgm:cxn modelId="{A2B8BEC8-6454-4015-A845-6949A7542AD3}" type="presOf" srcId="{0EC8FAB7-BB56-4949-A002-C4F6CBAD0148}" destId="{18C06062-79E0-43A8-9301-CB603815E915}" srcOrd="0" destOrd="0" presId="urn:microsoft.com/office/officeart/2005/8/layout/hList1"/>
    <dgm:cxn modelId="{7FB541CF-3D3E-4BFA-9598-27584538B4A3}" type="presOf" srcId="{1B45143B-553B-4C79-9D33-86199CBDE5D1}" destId="{57B4119B-CC71-4618-B1A0-651758CAB5ED}" srcOrd="0" destOrd="0" presId="urn:microsoft.com/office/officeart/2005/8/layout/hList1"/>
    <dgm:cxn modelId="{984655DC-9640-4C92-B956-D411E81FD756}" type="presOf" srcId="{95B13B5A-C291-443F-AE1E-9B0DCF273F67}" destId="{B4791110-5961-4752-9AAE-B778067160D9}" srcOrd="0" destOrd="1" presId="urn:microsoft.com/office/officeart/2005/8/layout/hList1"/>
    <dgm:cxn modelId="{C6B577EF-4F23-4168-929A-BEA1A2E0A4F2}" srcId="{1B45143B-553B-4C79-9D33-86199CBDE5D1}" destId="{95B13B5A-C291-443F-AE1E-9B0DCF273F67}" srcOrd="1" destOrd="0" parTransId="{E9A49780-CE57-432F-9DC0-066F68D55BE6}" sibTransId="{32B3A52F-3666-41BD-BEE4-C82D70A4EC6C}"/>
    <dgm:cxn modelId="{4C4835F5-9069-4E42-8191-53398B717583}" type="presOf" srcId="{20C027E6-0B19-4CC3-B347-CCFFAE15624E}" destId="{06CF3C8B-ECA8-4F87-8643-C42C96714A45}" srcOrd="0" destOrd="0" presId="urn:microsoft.com/office/officeart/2005/8/layout/hList1"/>
    <dgm:cxn modelId="{99EE82F3-A874-42D9-B9DB-3E1E6211B3A2}" type="presParOf" srcId="{C992D404-D68D-453B-AEC7-4306DCD78A97}" destId="{5C910787-14EE-4F86-92B4-B2115B7F6441}" srcOrd="0" destOrd="0" presId="urn:microsoft.com/office/officeart/2005/8/layout/hList1"/>
    <dgm:cxn modelId="{F269E7DD-5E14-4151-9D57-F92007E22B03}" type="presParOf" srcId="{5C910787-14EE-4F86-92B4-B2115B7F6441}" destId="{18C06062-79E0-43A8-9301-CB603815E915}" srcOrd="0" destOrd="0" presId="urn:microsoft.com/office/officeart/2005/8/layout/hList1"/>
    <dgm:cxn modelId="{30A1A590-7F5C-4D6E-8A71-913C9BAC012C}" type="presParOf" srcId="{5C910787-14EE-4F86-92B4-B2115B7F6441}" destId="{1BD5CC07-FA65-4355-BB6C-8B80F7CD6F3F}" srcOrd="1" destOrd="0" presId="urn:microsoft.com/office/officeart/2005/8/layout/hList1"/>
    <dgm:cxn modelId="{90636E7A-6327-4260-8169-59B476526D7E}" type="presParOf" srcId="{C992D404-D68D-453B-AEC7-4306DCD78A97}" destId="{3A3C9414-68BD-45C5-892E-497780652649}" srcOrd="1" destOrd="0" presId="urn:microsoft.com/office/officeart/2005/8/layout/hList1"/>
    <dgm:cxn modelId="{AEB3B1D6-E1A9-4653-BCA4-1940DF02C504}" type="presParOf" srcId="{C992D404-D68D-453B-AEC7-4306DCD78A97}" destId="{AB346AD3-6C2B-4205-82F7-4897ABBD89A8}" srcOrd="2" destOrd="0" presId="urn:microsoft.com/office/officeart/2005/8/layout/hList1"/>
    <dgm:cxn modelId="{0F591DA2-4933-4BC8-AE99-FE10F5BC28AB}" type="presParOf" srcId="{AB346AD3-6C2B-4205-82F7-4897ABBD89A8}" destId="{433C0324-9C09-4459-A088-746672A95D50}" srcOrd="0" destOrd="0" presId="urn:microsoft.com/office/officeart/2005/8/layout/hList1"/>
    <dgm:cxn modelId="{2ADE16F6-A783-4E64-8765-E6753AECE82B}" type="presParOf" srcId="{AB346AD3-6C2B-4205-82F7-4897ABBD89A8}" destId="{06CF3C8B-ECA8-4F87-8643-C42C96714A45}" srcOrd="1" destOrd="0" presId="urn:microsoft.com/office/officeart/2005/8/layout/hList1"/>
    <dgm:cxn modelId="{0D7AD031-6949-4D31-AECA-61DF24B50C66}" type="presParOf" srcId="{C992D404-D68D-453B-AEC7-4306DCD78A97}" destId="{874FD747-21FA-4B37-A557-A424AC89EA37}" srcOrd="3" destOrd="0" presId="urn:microsoft.com/office/officeart/2005/8/layout/hList1"/>
    <dgm:cxn modelId="{67398668-B25C-4B56-A0E6-17B78057A29F}" type="presParOf" srcId="{C992D404-D68D-453B-AEC7-4306DCD78A97}" destId="{5DB26605-619C-47FD-9766-26EB56F37896}" srcOrd="4" destOrd="0" presId="urn:microsoft.com/office/officeart/2005/8/layout/hList1"/>
    <dgm:cxn modelId="{BFD7E454-40F6-4D0A-A1D3-1FF011D3ADC3}" type="presParOf" srcId="{5DB26605-619C-47FD-9766-26EB56F37896}" destId="{57B4119B-CC71-4618-B1A0-651758CAB5ED}" srcOrd="0" destOrd="0" presId="urn:microsoft.com/office/officeart/2005/8/layout/hList1"/>
    <dgm:cxn modelId="{C60D636E-5C1C-40E2-9BAF-196BD0E952DF}" type="presParOf" srcId="{5DB26605-619C-47FD-9766-26EB56F37896}" destId="{B4791110-5961-4752-9AAE-B778067160D9}"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00F66BE-9F8D-4CF6-A74F-C2B1F99D57D6}"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zh-CN" altLang="en-US"/>
        </a:p>
      </dgm:t>
    </dgm:pt>
    <dgm:pt modelId="{646B41C8-CF36-42B9-82E5-137D39ECA9D7}">
      <dgm:prSet phldrT="[文本]" custT="1"/>
      <dgm:spPr/>
      <dgm:t>
        <a:bodyPr/>
        <a:lstStyle/>
        <a:p>
          <a:pPr>
            <a:spcAft>
              <a:spcPts val="1200"/>
            </a:spcAft>
          </a:pPr>
          <a:endParaRPr lang="zh-CN" altLang="en-US" sz="2800" dirty="0">
            <a:latin typeface="微软雅黑" panose="020B0503020204020204" pitchFamily="34" charset="-122"/>
            <a:ea typeface="微软雅黑" panose="020B0503020204020204" pitchFamily="34" charset="-122"/>
          </a:endParaRPr>
        </a:p>
      </dgm:t>
    </dgm:pt>
    <dgm:pt modelId="{19C87085-D818-4FF4-B47D-419B29096192}" type="parTrans" cxnId="{88EBE5C9-01CC-4447-983A-1185FA9ECA86}">
      <dgm:prSet/>
      <dgm:spPr/>
      <dgm:t>
        <a:bodyPr/>
        <a:lstStyle/>
        <a:p>
          <a:endParaRPr lang="zh-CN" altLang="en-US"/>
        </a:p>
      </dgm:t>
    </dgm:pt>
    <dgm:pt modelId="{4622BDA8-9D08-4EE4-B0E2-712B2FF7F8F9}" type="sibTrans" cxnId="{88EBE5C9-01CC-4447-983A-1185FA9ECA86}">
      <dgm:prSet/>
      <dgm:spPr/>
      <dgm:t>
        <a:bodyPr/>
        <a:lstStyle/>
        <a:p>
          <a:endParaRPr lang="zh-CN" altLang="en-US"/>
        </a:p>
      </dgm:t>
    </dgm:pt>
    <dgm:pt modelId="{8C3E1195-F9D1-4837-BDA8-B70854BF5E63}">
      <dgm:prSet phldrT="[文本]" custT="1"/>
      <dgm:spPr/>
      <dgm:t>
        <a:bodyPr/>
        <a:lstStyle/>
        <a:p>
          <a:pPr algn="just">
            <a:lnSpc>
              <a:spcPts val="3200"/>
            </a:lnSpc>
          </a:pPr>
          <a:r>
            <a:rPr lang="zh-CN" altLang="en-US" sz="2200" b="1" dirty="0">
              <a:latin typeface="微软雅黑" panose="020B0503020204020204" pitchFamily="34" charset="-122"/>
              <a:ea typeface="微软雅黑" panose="020B0503020204020204" pitchFamily="34" charset="-122"/>
            </a:rPr>
            <a:t>现有研究存在断层</a:t>
          </a:r>
          <a:r>
            <a:rPr lang="zh-CN" altLang="en-US" sz="2200" dirty="0">
              <a:latin typeface="微软雅黑" panose="020B0503020204020204" pitchFamily="34" charset="-122"/>
              <a:ea typeface="微软雅黑" panose="020B0503020204020204" pitchFamily="34" charset="-122"/>
            </a:rPr>
            <a:t>： 分析用户行为的研究多停留在现象描述和特征总结，而探索</a:t>
          </a:r>
          <a:r>
            <a:rPr lang="en-US" altLang="en-US" sz="2200" dirty="0">
              <a:latin typeface="微软雅黑" panose="020B0503020204020204" pitchFamily="34" charset="-122"/>
              <a:ea typeface="微软雅黑" panose="020B0503020204020204" pitchFamily="34" charset="-122"/>
            </a:rPr>
            <a:t>AI</a:t>
          </a:r>
          <a:r>
            <a:rPr lang="zh-CN" altLang="en-US" sz="2200" dirty="0">
              <a:latin typeface="微软雅黑" panose="020B0503020204020204" pitchFamily="34" charset="-122"/>
              <a:ea typeface="微软雅黑" panose="020B0503020204020204" pitchFamily="34" charset="-122"/>
            </a:rPr>
            <a:t>应用的研究又较少扎根于社交媒体海量的、真实的青少年话语体系。</a:t>
          </a:r>
        </a:p>
      </dgm:t>
    </dgm:pt>
    <dgm:pt modelId="{AF454382-9220-4FAA-9285-02724CBEC10C}" type="parTrans" cxnId="{CA463E90-ED5C-4390-AD46-FA5CBCA3F421}">
      <dgm:prSet/>
      <dgm:spPr/>
      <dgm:t>
        <a:bodyPr/>
        <a:lstStyle/>
        <a:p>
          <a:endParaRPr lang="zh-CN" altLang="en-US"/>
        </a:p>
      </dgm:t>
    </dgm:pt>
    <dgm:pt modelId="{A704BD30-87C5-4349-B4E1-AAB7C59B383B}" type="sibTrans" cxnId="{CA463E90-ED5C-4390-AD46-FA5CBCA3F421}">
      <dgm:prSet/>
      <dgm:spPr/>
      <dgm:t>
        <a:bodyPr/>
        <a:lstStyle/>
        <a:p>
          <a:endParaRPr lang="zh-CN" altLang="en-US"/>
        </a:p>
      </dgm:t>
    </dgm:pt>
    <dgm:pt modelId="{95C59531-3B55-4A65-8F70-BD3F9FEAC1CB}">
      <dgm:prSet phldrT="[文本]" custT="1"/>
      <dgm:spPr/>
      <dgm:t>
        <a:bodyPr/>
        <a:lstStyle/>
        <a:p>
          <a:pPr algn="just">
            <a:lnSpc>
              <a:spcPts val="3200"/>
            </a:lnSpc>
          </a:pPr>
          <a:r>
            <a:rPr lang="zh-CN" altLang="en-US" sz="2200" b="1" kern="1200" dirty="0">
              <a:latin typeface="微软雅黑" panose="020B0503020204020204" pitchFamily="34" charset="-122"/>
              <a:ea typeface="微软雅黑" panose="020B0503020204020204" pitchFamily="34" charset="-122"/>
            </a:rPr>
            <a:t>本研究的创新</a:t>
          </a:r>
          <a:r>
            <a:rPr lang="zh-CN" altLang="en-US" sz="2200" kern="1200" dirty="0">
              <a:latin typeface="微软雅黑" panose="020B0503020204020204" pitchFamily="34" charset="-122"/>
              <a:ea typeface="微软雅黑" panose="020B0503020204020204" pitchFamily="34" charset="-122"/>
            </a:rPr>
            <a:t>：</a:t>
          </a:r>
          <a:r>
            <a:rPr lang="zh-CN" altLang="en-US" sz="2200" kern="800" baseline="0" dirty="0">
              <a:latin typeface="微软雅黑" panose="020B0503020204020204" pitchFamily="34" charset="-122"/>
              <a:ea typeface="微软雅黑" panose="020B0503020204020204" pitchFamily="34" charset="-122"/>
            </a:rPr>
            <a:t>系统性地将大语言模型作为核心工具，打通从“非结构化用户评论分类分析”到“高质量结构化问答数据集”再到“模型优化微调”的全链路，从而助力青少年生殖健康教育，填补了当前研究的空白。</a:t>
          </a:r>
        </a:p>
      </dgm:t>
    </dgm:pt>
    <dgm:pt modelId="{0E00699E-4324-4DB4-BE34-2FEB7316B9D9}" type="parTrans" cxnId="{0F4A38F9-E70B-470D-A086-7E34B35925DC}">
      <dgm:prSet/>
      <dgm:spPr/>
      <dgm:t>
        <a:bodyPr/>
        <a:lstStyle/>
        <a:p>
          <a:endParaRPr lang="zh-CN" altLang="en-US"/>
        </a:p>
      </dgm:t>
    </dgm:pt>
    <dgm:pt modelId="{4F196160-B99B-49AE-B14B-6125F1321BF0}" type="sibTrans" cxnId="{0F4A38F9-E70B-470D-A086-7E34B35925DC}">
      <dgm:prSet/>
      <dgm:spPr/>
      <dgm:t>
        <a:bodyPr/>
        <a:lstStyle/>
        <a:p>
          <a:endParaRPr lang="zh-CN" altLang="en-US"/>
        </a:p>
      </dgm:t>
    </dgm:pt>
    <dgm:pt modelId="{C646273D-0CF0-4D40-8E5E-9153352B0AF3}" type="pres">
      <dgm:prSet presAssocID="{000F66BE-9F8D-4CF6-A74F-C2B1F99D57D6}" presName="theList" presStyleCnt="0">
        <dgm:presLayoutVars>
          <dgm:dir/>
          <dgm:animLvl val="lvl"/>
          <dgm:resizeHandles val="exact"/>
        </dgm:presLayoutVars>
      </dgm:prSet>
      <dgm:spPr/>
    </dgm:pt>
    <dgm:pt modelId="{469E7B19-4DBD-4C04-A3F3-5EB23EDE232F}" type="pres">
      <dgm:prSet presAssocID="{646B41C8-CF36-42B9-82E5-137D39ECA9D7}" presName="compNode" presStyleCnt="0"/>
      <dgm:spPr/>
    </dgm:pt>
    <dgm:pt modelId="{1AE8A186-22F7-4EF3-9A7B-AEAAB70A7520}" type="pres">
      <dgm:prSet presAssocID="{646B41C8-CF36-42B9-82E5-137D39ECA9D7}" presName="aNode" presStyleLbl="bgShp" presStyleIdx="0" presStyleCnt="1"/>
      <dgm:spPr/>
    </dgm:pt>
    <dgm:pt modelId="{02D08EFE-D363-4556-93F0-5C17191BAEE0}" type="pres">
      <dgm:prSet presAssocID="{646B41C8-CF36-42B9-82E5-137D39ECA9D7}" presName="textNode" presStyleLbl="bgShp" presStyleIdx="0" presStyleCnt="1"/>
      <dgm:spPr/>
    </dgm:pt>
    <dgm:pt modelId="{E4F210C6-C6FA-4607-B033-1D4C38220F48}" type="pres">
      <dgm:prSet presAssocID="{646B41C8-CF36-42B9-82E5-137D39ECA9D7}" presName="compChildNode" presStyleCnt="0"/>
      <dgm:spPr/>
    </dgm:pt>
    <dgm:pt modelId="{DE231AE4-7B09-4215-B870-50B92295A673}" type="pres">
      <dgm:prSet presAssocID="{646B41C8-CF36-42B9-82E5-137D39ECA9D7}" presName="theInnerList" presStyleCnt="0"/>
      <dgm:spPr/>
    </dgm:pt>
    <dgm:pt modelId="{F08A6B58-A7CB-4520-8FC0-27DAC3D79C09}" type="pres">
      <dgm:prSet presAssocID="{8C3E1195-F9D1-4837-BDA8-B70854BF5E63}" presName="childNode" presStyleLbl="node1" presStyleIdx="0" presStyleCnt="2" custScaleX="115266" custScaleY="2000000" custLinFactY="-1000000" custLinFactNeighborX="0" custLinFactNeighborY="-1024216">
        <dgm:presLayoutVars>
          <dgm:bulletEnabled val="1"/>
        </dgm:presLayoutVars>
      </dgm:prSet>
      <dgm:spPr/>
    </dgm:pt>
    <dgm:pt modelId="{E74DF2EC-149F-4063-89C8-2D348FD42598}" type="pres">
      <dgm:prSet presAssocID="{8C3E1195-F9D1-4837-BDA8-B70854BF5E63}" presName="aSpace2" presStyleCnt="0"/>
      <dgm:spPr/>
    </dgm:pt>
    <dgm:pt modelId="{34B78192-D4D2-4198-B7B9-2DADC0EA5A34}" type="pres">
      <dgm:prSet presAssocID="{95C59531-3B55-4A65-8F70-BD3F9FEAC1CB}" presName="childNode" presStyleLbl="node1" presStyleIdx="1" presStyleCnt="2" custScaleX="115505" custScaleY="2000000" custLinFactY="-359060" custLinFactNeighborY="-400000">
        <dgm:presLayoutVars>
          <dgm:bulletEnabled val="1"/>
        </dgm:presLayoutVars>
      </dgm:prSet>
      <dgm:spPr/>
    </dgm:pt>
  </dgm:ptLst>
  <dgm:cxnLst>
    <dgm:cxn modelId="{D41A6E4A-DFAB-44AC-9095-56EF478AFB55}" type="presOf" srcId="{646B41C8-CF36-42B9-82E5-137D39ECA9D7}" destId="{02D08EFE-D363-4556-93F0-5C17191BAEE0}" srcOrd="1" destOrd="0" presId="urn:microsoft.com/office/officeart/2005/8/layout/lProcess2"/>
    <dgm:cxn modelId="{8DA6AE4E-8CAF-4CFC-886A-E367DF31548C}" type="presOf" srcId="{8C3E1195-F9D1-4837-BDA8-B70854BF5E63}" destId="{F08A6B58-A7CB-4520-8FC0-27DAC3D79C09}" srcOrd="0" destOrd="0" presId="urn:microsoft.com/office/officeart/2005/8/layout/lProcess2"/>
    <dgm:cxn modelId="{CA463E90-ED5C-4390-AD46-FA5CBCA3F421}" srcId="{646B41C8-CF36-42B9-82E5-137D39ECA9D7}" destId="{8C3E1195-F9D1-4837-BDA8-B70854BF5E63}" srcOrd="0" destOrd="0" parTransId="{AF454382-9220-4FAA-9285-02724CBEC10C}" sibTransId="{A704BD30-87C5-4349-B4E1-AAB7C59B383B}"/>
    <dgm:cxn modelId="{3D0AC7AB-D183-4FEB-9E02-7A16AA80A32F}" type="presOf" srcId="{646B41C8-CF36-42B9-82E5-137D39ECA9D7}" destId="{1AE8A186-22F7-4EF3-9A7B-AEAAB70A7520}" srcOrd="0" destOrd="0" presId="urn:microsoft.com/office/officeart/2005/8/layout/lProcess2"/>
    <dgm:cxn modelId="{99C799B3-488B-49F0-BB12-599FE6807722}" type="presOf" srcId="{95C59531-3B55-4A65-8F70-BD3F9FEAC1CB}" destId="{34B78192-D4D2-4198-B7B9-2DADC0EA5A34}" srcOrd="0" destOrd="0" presId="urn:microsoft.com/office/officeart/2005/8/layout/lProcess2"/>
    <dgm:cxn modelId="{88EBE5C9-01CC-4447-983A-1185FA9ECA86}" srcId="{000F66BE-9F8D-4CF6-A74F-C2B1F99D57D6}" destId="{646B41C8-CF36-42B9-82E5-137D39ECA9D7}" srcOrd="0" destOrd="0" parTransId="{19C87085-D818-4FF4-B47D-419B29096192}" sibTransId="{4622BDA8-9D08-4EE4-B0E2-712B2FF7F8F9}"/>
    <dgm:cxn modelId="{90C1E0CD-F188-41DD-96E8-C6A4ADD615E6}" type="presOf" srcId="{000F66BE-9F8D-4CF6-A74F-C2B1F99D57D6}" destId="{C646273D-0CF0-4D40-8E5E-9153352B0AF3}" srcOrd="0" destOrd="0" presId="urn:microsoft.com/office/officeart/2005/8/layout/lProcess2"/>
    <dgm:cxn modelId="{0F4A38F9-E70B-470D-A086-7E34B35925DC}" srcId="{646B41C8-CF36-42B9-82E5-137D39ECA9D7}" destId="{95C59531-3B55-4A65-8F70-BD3F9FEAC1CB}" srcOrd="1" destOrd="0" parTransId="{0E00699E-4324-4DB4-BE34-2FEB7316B9D9}" sibTransId="{4F196160-B99B-49AE-B14B-6125F1321BF0}"/>
    <dgm:cxn modelId="{57A356D4-3004-4292-907D-BE7014D6DF79}" type="presParOf" srcId="{C646273D-0CF0-4D40-8E5E-9153352B0AF3}" destId="{469E7B19-4DBD-4C04-A3F3-5EB23EDE232F}" srcOrd="0" destOrd="0" presId="urn:microsoft.com/office/officeart/2005/8/layout/lProcess2"/>
    <dgm:cxn modelId="{67C9AECE-95D9-4EC8-9F0D-94E7B89FD029}" type="presParOf" srcId="{469E7B19-4DBD-4C04-A3F3-5EB23EDE232F}" destId="{1AE8A186-22F7-4EF3-9A7B-AEAAB70A7520}" srcOrd="0" destOrd="0" presId="urn:microsoft.com/office/officeart/2005/8/layout/lProcess2"/>
    <dgm:cxn modelId="{30DF09DC-C06A-43F6-B570-9F3DF8310B9E}" type="presParOf" srcId="{469E7B19-4DBD-4C04-A3F3-5EB23EDE232F}" destId="{02D08EFE-D363-4556-93F0-5C17191BAEE0}" srcOrd="1" destOrd="0" presId="urn:microsoft.com/office/officeart/2005/8/layout/lProcess2"/>
    <dgm:cxn modelId="{215BCCC8-6635-4F0A-8679-8E8C48092DDD}" type="presParOf" srcId="{469E7B19-4DBD-4C04-A3F3-5EB23EDE232F}" destId="{E4F210C6-C6FA-4607-B033-1D4C38220F48}" srcOrd="2" destOrd="0" presId="urn:microsoft.com/office/officeart/2005/8/layout/lProcess2"/>
    <dgm:cxn modelId="{D4FC25AF-B8D5-4AB3-943C-E1ECC0124850}" type="presParOf" srcId="{E4F210C6-C6FA-4607-B033-1D4C38220F48}" destId="{DE231AE4-7B09-4215-B870-50B92295A673}" srcOrd="0" destOrd="0" presId="urn:microsoft.com/office/officeart/2005/8/layout/lProcess2"/>
    <dgm:cxn modelId="{2514C9FF-4DBD-4BEA-A434-F6A0282AB63E}" type="presParOf" srcId="{DE231AE4-7B09-4215-B870-50B92295A673}" destId="{F08A6B58-A7CB-4520-8FC0-27DAC3D79C09}" srcOrd="0" destOrd="0" presId="urn:microsoft.com/office/officeart/2005/8/layout/lProcess2"/>
    <dgm:cxn modelId="{E56EDE84-E5DF-47CB-94B7-6BD814771E2C}" type="presParOf" srcId="{DE231AE4-7B09-4215-B870-50B92295A673}" destId="{E74DF2EC-149F-4063-89C8-2D348FD42598}" srcOrd="1" destOrd="0" presId="urn:microsoft.com/office/officeart/2005/8/layout/lProcess2"/>
    <dgm:cxn modelId="{2A6E5F89-267E-439F-807C-754F19749EC6}" type="presParOf" srcId="{DE231AE4-7B09-4215-B870-50B92295A673}" destId="{34B78192-D4D2-4198-B7B9-2DADC0EA5A34}"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24A61A9-8AB2-4AB7-B473-15F159E95F9C}"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zh-CN" altLang="en-US"/>
        </a:p>
      </dgm:t>
    </dgm:pt>
    <dgm:pt modelId="{6887CBF0-DBFF-4BEF-A553-E1C9A31B088D}">
      <dgm:prSet phldrT="[文本]" custT="1"/>
      <dgm:spPr/>
      <dgm:t>
        <a:bodyPr anchor="ctr"/>
        <a:lstStyle/>
        <a:p>
          <a:r>
            <a:rPr lang="zh-CN" altLang="en-US" sz="2000" b="1" dirty="0">
              <a:latin typeface="+mn-ea"/>
              <a:ea typeface="+mn-ea"/>
            </a:rPr>
            <a:t>青少年生殖健康问题分类分析</a:t>
          </a:r>
          <a:r>
            <a:rPr lang="zh-CN" altLang="en-US" sz="2000" dirty="0">
              <a:latin typeface="+mn-ea"/>
              <a:ea typeface="+mn-ea"/>
            </a:rPr>
            <a:t>：</a:t>
          </a:r>
        </a:p>
      </dgm:t>
    </dgm:pt>
    <dgm:pt modelId="{2BB6300B-EB6C-4C03-9530-375F097F9378}" type="parTrans" cxnId="{1D7C3A9A-2AC9-4725-8C84-7C5EAA3BBA13}">
      <dgm:prSet/>
      <dgm:spPr/>
      <dgm:t>
        <a:bodyPr/>
        <a:lstStyle/>
        <a:p>
          <a:endParaRPr lang="zh-CN" altLang="en-US"/>
        </a:p>
      </dgm:t>
    </dgm:pt>
    <dgm:pt modelId="{DC8CCEFD-482B-447D-A123-39CCC82BEAAB}" type="sibTrans" cxnId="{1D7C3A9A-2AC9-4725-8C84-7C5EAA3BBA13}">
      <dgm:prSet/>
      <dgm:spPr/>
      <dgm:t>
        <a:bodyPr/>
        <a:lstStyle/>
        <a:p>
          <a:endParaRPr lang="zh-CN" altLang="en-US"/>
        </a:p>
      </dgm:t>
    </dgm:pt>
    <dgm:pt modelId="{5A98AED3-7305-48AB-91FB-C7279E8FA576}">
      <dgm:prSet phldrT="[文本]" custT="1"/>
      <dgm:spPr/>
      <dgm:t>
        <a:bodyPr anchor="ctr"/>
        <a:lstStyle/>
        <a:p>
          <a:pPr marL="0" indent="288000">
            <a:lnSpc>
              <a:spcPts val="2400"/>
            </a:lnSpc>
            <a:buFont typeface="Arial" panose="020B0604020202020204" pitchFamily="34" charset="0"/>
            <a:buNone/>
          </a:pPr>
          <a:r>
            <a:rPr lang="zh-CN" altLang="en-US" sz="1800" dirty="0">
              <a:latin typeface="+mn-ea"/>
              <a:ea typeface="+mn-ea"/>
            </a:rPr>
            <a:t>基于海量评论文本，对青少年提出的健康问题进行识别与主题归类，明确其核心关切与信息需求。</a:t>
          </a:r>
        </a:p>
      </dgm:t>
    </dgm:pt>
    <dgm:pt modelId="{0EEBBF58-85FE-4739-9D42-8572AF6DDA4A}" type="parTrans" cxnId="{1817FA50-E5B0-42AF-9997-4C83A7332811}">
      <dgm:prSet/>
      <dgm:spPr/>
      <dgm:t>
        <a:bodyPr/>
        <a:lstStyle/>
        <a:p>
          <a:endParaRPr lang="zh-CN" altLang="en-US"/>
        </a:p>
      </dgm:t>
    </dgm:pt>
    <dgm:pt modelId="{E6603204-E3DC-4F19-842E-FB8FD79294C4}" type="sibTrans" cxnId="{1817FA50-E5B0-42AF-9997-4C83A7332811}">
      <dgm:prSet/>
      <dgm:spPr/>
      <dgm:t>
        <a:bodyPr/>
        <a:lstStyle/>
        <a:p>
          <a:endParaRPr lang="zh-CN" altLang="en-US"/>
        </a:p>
      </dgm:t>
    </dgm:pt>
    <dgm:pt modelId="{AC3AA6E1-7CD5-49B5-8880-25FD0AB73101}">
      <dgm:prSet phldrT="[文本]" custT="1"/>
      <dgm:spPr/>
      <dgm:t>
        <a:bodyPr anchor="ctr"/>
        <a:lstStyle/>
        <a:p>
          <a:pPr>
            <a:spcAft>
              <a:spcPts val="600"/>
            </a:spcAft>
          </a:pPr>
          <a:r>
            <a:rPr lang="zh-CN" altLang="en-US" sz="2000" b="1" dirty="0">
              <a:latin typeface="+mn-ea"/>
              <a:ea typeface="+mn-ea"/>
            </a:rPr>
            <a:t>问答生成与数据集构建</a:t>
          </a:r>
          <a:r>
            <a:rPr lang="zh-CN" altLang="en-US" sz="2000" dirty="0">
              <a:latin typeface="+mn-ea"/>
              <a:ea typeface="+mn-ea"/>
            </a:rPr>
            <a:t>：</a:t>
          </a:r>
        </a:p>
      </dgm:t>
    </dgm:pt>
    <dgm:pt modelId="{BC82D35A-B80C-4B51-9883-18229EB8B964}" type="parTrans" cxnId="{05AD82A4-E0A9-4555-95FE-62E1C84B0179}">
      <dgm:prSet/>
      <dgm:spPr/>
      <dgm:t>
        <a:bodyPr/>
        <a:lstStyle/>
        <a:p>
          <a:endParaRPr lang="zh-CN" altLang="en-US"/>
        </a:p>
      </dgm:t>
    </dgm:pt>
    <dgm:pt modelId="{535A02CE-9DDB-499F-82B9-EEB138494AF0}" type="sibTrans" cxnId="{05AD82A4-E0A9-4555-95FE-62E1C84B0179}">
      <dgm:prSet/>
      <dgm:spPr/>
      <dgm:t>
        <a:bodyPr/>
        <a:lstStyle/>
        <a:p>
          <a:endParaRPr lang="zh-CN" altLang="en-US"/>
        </a:p>
      </dgm:t>
    </dgm:pt>
    <dgm:pt modelId="{9509A38A-DABF-4211-AB99-AE5CAB257F23}">
      <dgm:prSet phldrT="[文本]" custT="1"/>
      <dgm:spPr/>
      <dgm:t>
        <a:bodyPr anchor="ctr"/>
        <a:lstStyle/>
        <a:p>
          <a:pPr marL="0" indent="288000">
            <a:lnSpc>
              <a:spcPts val="2400"/>
            </a:lnSpc>
            <a:spcAft>
              <a:spcPct val="15000"/>
            </a:spcAft>
            <a:buNone/>
          </a:pPr>
          <a:r>
            <a:rPr lang="zh-CN" altLang="en-US" sz="1800" dirty="0">
              <a:latin typeface="+mn-ea"/>
              <a:ea typeface="+mn-ea"/>
            </a:rPr>
            <a:t>利用大语言模型对用户问题进行规范化改写，并生成科学、准确的答案，构建高质量的青少年生殖健康问答数据集。</a:t>
          </a:r>
        </a:p>
      </dgm:t>
    </dgm:pt>
    <dgm:pt modelId="{A636B114-E454-4BEF-BDBB-C4B40F689EB2}" type="parTrans" cxnId="{24E0DC10-554B-44DF-9A9D-BB1AA71B7FCA}">
      <dgm:prSet/>
      <dgm:spPr/>
      <dgm:t>
        <a:bodyPr/>
        <a:lstStyle/>
        <a:p>
          <a:endParaRPr lang="zh-CN" altLang="en-US"/>
        </a:p>
      </dgm:t>
    </dgm:pt>
    <dgm:pt modelId="{55E49177-2E30-4143-A534-BA014CEE571D}" type="sibTrans" cxnId="{24E0DC10-554B-44DF-9A9D-BB1AA71B7FCA}">
      <dgm:prSet/>
      <dgm:spPr/>
      <dgm:t>
        <a:bodyPr/>
        <a:lstStyle/>
        <a:p>
          <a:endParaRPr lang="zh-CN" altLang="en-US"/>
        </a:p>
      </dgm:t>
    </dgm:pt>
    <dgm:pt modelId="{3553AB75-E7BA-4595-A5D5-46A5F681C2E1}">
      <dgm:prSet phldrT="[文本]" custT="1"/>
      <dgm:spPr/>
      <dgm:t>
        <a:bodyPr anchor="ctr"/>
        <a:lstStyle/>
        <a:p>
          <a:pPr>
            <a:spcAft>
              <a:spcPts val="600"/>
            </a:spcAft>
          </a:pPr>
          <a:r>
            <a:rPr lang="zh-CN" altLang="en-US" sz="2000" b="1" dirty="0">
              <a:latin typeface="+mn-ea"/>
              <a:ea typeface="+mn-ea"/>
            </a:rPr>
            <a:t>模型微调与效果验证</a:t>
          </a:r>
          <a:r>
            <a:rPr lang="zh-CN" altLang="en-US" sz="2000" dirty="0">
              <a:latin typeface="+mn-ea"/>
              <a:ea typeface="+mn-ea"/>
            </a:rPr>
            <a:t>：</a:t>
          </a:r>
        </a:p>
      </dgm:t>
    </dgm:pt>
    <dgm:pt modelId="{092424FF-5D05-4761-B17E-E512D99B4D08}" type="parTrans" cxnId="{7A708BF9-DBA2-48EB-9C70-8BC5ADA8E5CA}">
      <dgm:prSet/>
      <dgm:spPr/>
      <dgm:t>
        <a:bodyPr/>
        <a:lstStyle/>
        <a:p>
          <a:endParaRPr lang="zh-CN" altLang="en-US"/>
        </a:p>
      </dgm:t>
    </dgm:pt>
    <dgm:pt modelId="{CE21C1B4-DC12-4B7C-8286-87E7322666F6}" type="sibTrans" cxnId="{7A708BF9-DBA2-48EB-9C70-8BC5ADA8E5CA}">
      <dgm:prSet/>
      <dgm:spPr/>
      <dgm:t>
        <a:bodyPr/>
        <a:lstStyle/>
        <a:p>
          <a:endParaRPr lang="zh-CN" altLang="en-US"/>
        </a:p>
      </dgm:t>
    </dgm:pt>
    <dgm:pt modelId="{4E49258A-A7C2-4AD2-A667-DF250DEBE7B4}">
      <dgm:prSet phldrT="[文本]" custT="1"/>
      <dgm:spPr/>
      <dgm:t>
        <a:bodyPr anchor="ctr"/>
        <a:lstStyle/>
        <a:p>
          <a:pPr marL="0" indent="288000">
            <a:lnSpc>
              <a:spcPts val="2400"/>
            </a:lnSpc>
            <a:spcAft>
              <a:spcPct val="15000"/>
            </a:spcAft>
            <a:buNone/>
          </a:pPr>
          <a:r>
            <a:rPr lang="zh-CN" altLang="en-US" sz="1800" dirty="0">
              <a:latin typeface="+mn-ea"/>
              <a:ea typeface="+mn-ea"/>
            </a:rPr>
            <a:t>利用构建的数据集对开源大语言模型进行微调，并与通用模型对比，从多维度评估微调模型在专业问答任务中的性能提升效果。</a:t>
          </a:r>
        </a:p>
      </dgm:t>
    </dgm:pt>
    <dgm:pt modelId="{030E35E7-33AC-420F-9B30-A61312BCBC0D}" type="parTrans" cxnId="{DA6488B3-1D63-4526-90CE-3FAA5F983A7C}">
      <dgm:prSet/>
      <dgm:spPr/>
      <dgm:t>
        <a:bodyPr/>
        <a:lstStyle/>
        <a:p>
          <a:endParaRPr lang="zh-CN" altLang="en-US"/>
        </a:p>
      </dgm:t>
    </dgm:pt>
    <dgm:pt modelId="{A533F052-7C94-46CE-A3BD-D57F0D2B8E08}" type="sibTrans" cxnId="{DA6488B3-1D63-4526-90CE-3FAA5F983A7C}">
      <dgm:prSet/>
      <dgm:spPr/>
      <dgm:t>
        <a:bodyPr/>
        <a:lstStyle/>
        <a:p>
          <a:endParaRPr lang="zh-CN" altLang="en-US"/>
        </a:p>
      </dgm:t>
    </dgm:pt>
    <dgm:pt modelId="{48A255DE-1AFD-4FD5-B997-3CBE973DEFD0}" type="pres">
      <dgm:prSet presAssocID="{724A61A9-8AB2-4AB7-B473-15F159E95F9C}" presName="Name0" presStyleCnt="0">
        <dgm:presLayoutVars>
          <dgm:chMax val="7"/>
          <dgm:chPref val="7"/>
          <dgm:dir/>
        </dgm:presLayoutVars>
      </dgm:prSet>
      <dgm:spPr/>
    </dgm:pt>
    <dgm:pt modelId="{095BA9B3-A82B-4992-9464-DDCA8EB90BA5}" type="pres">
      <dgm:prSet presAssocID="{724A61A9-8AB2-4AB7-B473-15F159E95F9C}" presName="Name1" presStyleCnt="0"/>
      <dgm:spPr/>
    </dgm:pt>
    <dgm:pt modelId="{82E0ABDE-9644-4067-BAA8-89BA1B32CBE8}" type="pres">
      <dgm:prSet presAssocID="{724A61A9-8AB2-4AB7-B473-15F159E95F9C}" presName="cycle" presStyleCnt="0"/>
      <dgm:spPr/>
    </dgm:pt>
    <dgm:pt modelId="{C206D95A-7740-4131-9966-F48AD20ED480}" type="pres">
      <dgm:prSet presAssocID="{724A61A9-8AB2-4AB7-B473-15F159E95F9C}" presName="srcNode" presStyleLbl="node1" presStyleIdx="0" presStyleCnt="3"/>
      <dgm:spPr/>
    </dgm:pt>
    <dgm:pt modelId="{305A795A-FB47-4176-A2AF-096EDF580D4F}" type="pres">
      <dgm:prSet presAssocID="{724A61A9-8AB2-4AB7-B473-15F159E95F9C}" presName="conn" presStyleLbl="parChTrans1D2" presStyleIdx="0" presStyleCnt="1"/>
      <dgm:spPr/>
    </dgm:pt>
    <dgm:pt modelId="{39BF9F22-809D-4AFF-959C-963DE1FDF098}" type="pres">
      <dgm:prSet presAssocID="{724A61A9-8AB2-4AB7-B473-15F159E95F9C}" presName="extraNode" presStyleLbl="node1" presStyleIdx="0" presStyleCnt="3"/>
      <dgm:spPr/>
    </dgm:pt>
    <dgm:pt modelId="{A6996B2F-7D06-4AA1-A564-35E6B1DBF40E}" type="pres">
      <dgm:prSet presAssocID="{724A61A9-8AB2-4AB7-B473-15F159E95F9C}" presName="dstNode" presStyleLbl="node1" presStyleIdx="0" presStyleCnt="3"/>
      <dgm:spPr/>
    </dgm:pt>
    <dgm:pt modelId="{7B6C8D2F-FA8D-4276-966C-A073AEF7B8B7}" type="pres">
      <dgm:prSet presAssocID="{6887CBF0-DBFF-4BEF-A553-E1C9A31B088D}" presName="text_1" presStyleLbl="node1" presStyleIdx="0" presStyleCnt="3" custScaleX="100993" custScaleY="121780" custLinFactNeighborX="-588" custLinFactNeighborY="-1907">
        <dgm:presLayoutVars>
          <dgm:bulletEnabled val="1"/>
        </dgm:presLayoutVars>
      </dgm:prSet>
      <dgm:spPr/>
    </dgm:pt>
    <dgm:pt modelId="{44BBBBA3-A155-4F4E-81B4-9EE3378CD8A0}" type="pres">
      <dgm:prSet presAssocID="{6887CBF0-DBFF-4BEF-A553-E1C9A31B088D}" presName="accent_1" presStyleCnt="0"/>
      <dgm:spPr/>
    </dgm:pt>
    <dgm:pt modelId="{CC5E6B65-556D-4AE7-A405-641E7B030F69}" type="pres">
      <dgm:prSet presAssocID="{6887CBF0-DBFF-4BEF-A553-E1C9A31B088D}" presName="accentRepeatNode" presStyleLbl="solidFgAcc1" presStyleIdx="0" presStyleCnt="3"/>
      <dgm:spPr/>
    </dgm:pt>
    <dgm:pt modelId="{8F267A0D-C8F3-4292-8E3F-97C2BCE72523}" type="pres">
      <dgm:prSet presAssocID="{AC3AA6E1-7CD5-49B5-8880-25FD0AB73101}" presName="text_2" presStyleLbl="node1" presStyleIdx="1" presStyleCnt="3" custScaleX="100937" custScaleY="121531" custLinFactNeighborX="-459">
        <dgm:presLayoutVars>
          <dgm:bulletEnabled val="1"/>
        </dgm:presLayoutVars>
      </dgm:prSet>
      <dgm:spPr/>
    </dgm:pt>
    <dgm:pt modelId="{C83FD0A8-B77F-403D-9A89-1EBE8BFB0B66}" type="pres">
      <dgm:prSet presAssocID="{AC3AA6E1-7CD5-49B5-8880-25FD0AB73101}" presName="accent_2" presStyleCnt="0"/>
      <dgm:spPr/>
    </dgm:pt>
    <dgm:pt modelId="{0FE26C47-56C1-454E-8184-542CC7FD8B05}" type="pres">
      <dgm:prSet presAssocID="{AC3AA6E1-7CD5-49B5-8880-25FD0AB73101}" presName="accentRepeatNode" presStyleLbl="solidFgAcc1" presStyleIdx="1" presStyleCnt="3"/>
      <dgm:spPr/>
    </dgm:pt>
    <dgm:pt modelId="{3AB9ED94-DE7B-42E5-A194-DAC12E486C86}" type="pres">
      <dgm:prSet presAssocID="{3553AB75-E7BA-4595-A5D5-46A5F681C2E1}" presName="text_3" presStyleLbl="node1" presStyleIdx="2" presStyleCnt="3" custScaleX="100702" custScaleY="126618" custLinFactNeighborX="-343">
        <dgm:presLayoutVars>
          <dgm:bulletEnabled val="1"/>
        </dgm:presLayoutVars>
      </dgm:prSet>
      <dgm:spPr/>
    </dgm:pt>
    <dgm:pt modelId="{A83A8D0C-BE88-44D6-82B5-08B10720E190}" type="pres">
      <dgm:prSet presAssocID="{3553AB75-E7BA-4595-A5D5-46A5F681C2E1}" presName="accent_3" presStyleCnt="0"/>
      <dgm:spPr/>
    </dgm:pt>
    <dgm:pt modelId="{94890568-F766-4BFF-A0C9-724925ED964E}" type="pres">
      <dgm:prSet presAssocID="{3553AB75-E7BA-4595-A5D5-46A5F681C2E1}" presName="accentRepeatNode" presStyleLbl="solidFgAcc1" presStyleIdx="2" presStyleCnt="3"/>
      <dgm:spPr/>
    </dgm:pt>
  </dgm:ptLst>
  <dgm:cxnLst>
    <dgm:cxn modelId="{62F0DE09-C48D-4026-954F-B5AD7035DA62}" type="presOf" srcId="{3553AB75-E7BA-4595-A5D5-46A5F681C2E1}" destId="{3AB9ED94-DE7B-42E5-A194-DAC12E486C86}" srcOrd="0" destOrd="0" presId="urn:microsoft.com/office/officeart/2008/layout/VerticalCurvedList"/>
    <dgm:cxn modelId="{24E0DC10-554B-44DF-9A9D-BB1AA71B7FCA}" srcId="{AC3AA6E1-7CD5-49B5-8880-25FD0AB73101}" destId="{9509A38A-DABF-4211-AB99-AE5CAB257F23}" srcOrd="0" destOrd="0" parTransId="{A636B114-E454-4BEF-BDBB-C4B40F689EB2}" sibTransId="{55E49177-2E30-4143-A534-BA014CEE571D}"/>
    <dgm:cxn modelId="{447AF91E-9E71-4A05-8A71-2B9F7AF1283A}" type="presOf" srcId="{4E49258A-A7C2-4AD2-A667-DF250DEBE7B4}" destId="{3AB9ED94-DE7B-42E5-A194-DAC12E486C86}" srcOrd="0" destOrd="1" presId="urn:microsoft.com/office/officeart/2008/layout/VerticalCurvedList"/>
    <dgm:cxn modelId="{7AA64730-06A6-48F9-9E93-DAC32043ECF3}" type="presOf" srcId="{5A98AED3-7305-48AB-91FB-C7279E8FA576}" destId="{7B6C8D2F-FA8D-4276-966C-A073AEF7B8B7}" srcOrd="0" destOrd="1" presId="urn:microsoft.com/office/officeart/2008/layout/VerticalCurvedList"/>
    <dgm:cxn modelId="{BE9E823A-F125-4C4F-8B51-E868A3474F3B}" type="presOf" srcId="{E6603204-E3DC-4F19-842E-FB8FD79294C4}" destId="{305A795A-FB47-4176-A2AF-096EDF580D4F}" srcOrd="0" destOrd="0" presId="urn:microsoft.com/office/officeart/2008/layout/VerticalCurvedList"/>
    <dgm:cxn modelId="{9E5EEA3F-8F75-4973-9478-D02F69207146}" type="presOf" srcId="{9509A38A-DABF-4211-AB99-AE5CAB257F23}" destId="{8F267A0D-C8F3-4292-8E3F-97C2BCE72523}" srcOrd="0" destOrd="1" presId="urn:microsoft.com/office/officeart/2008/layout/VerticalCurvedList"/>
    <dgm:cxn modelId="{E1821D4C-C9EF-4DCB-AC8A-27FAD99CB3AC}" type="presOf" srcId="{6887CBF0-DBFF-4BEF-A553-E1C9A31B088D}" destId="{7B6C8D2F-FA8D-4276-966C-A073AEF7B8B7}" srcOrd="0" destOrd="0" presId="urn:microsoft.com/office/officeart/2008/layout/VerticalCurvedList"/>
    <dgm:cxn modelId="{1817FA50-E5B0-42AF-9997-4C83A7332811}" srcId="{6887CBF0-DBFF-4BEF-A553-E1C9A31B088D}" destId="{5A98AED3-7305-48AB-91FB-C7279E8FA576}" srcOrd="0" destOrd="0" parTransId="{0EEBBF58-85FE-4739-9D42-8572AF6DDA4A}" sibTransId="{E6603204-E3DC-4F19-842E-FB8FD79294C4}"/>
    <dgm:cxn modelId="{B641CA5A-332A-4C75-97E5-A052EE9B4D11}" type="presOf" srcId="{724A61A9-8AB2-4AB7-B473-15F159E95F9C}" destId="{48A255DE-1AFD-4FD5-B997-3CBE973DEFD0}" srcOrd="0" destOrd="0" presId="urn:microsoft.com/office/officeart/2008/layout/VerticalCurvedList"/>
    <dgm:cxn modelId="{1D7C3A9A-2AC9-4725-8C84-7C5EAA3BBA13}" srcId="{724A61A9-8AB2-4AB7-B473-15F159E95F9C}" destId="{6887CBF0-DBFF-4BEF-A553-E1C9A31B088D}" srcOrd="0" destOrd="0" parTransId="{2BB6300B-EB6C-4C03-9530-375F097F9378}" sibTransId="{DC8CCEFD-482B-447D-A123-39CCC82BEAAB}"/>
    <dgm:cxn modelId="{05AD82A4-E0A9-4555-95FE-62E1C84B0179}" srcId="{724A61A9-8AB2-4AB7-B473-15F159E95F9C}" destId="{AC3AA6E1-7CD5-49B5-8880-25FD0AB73101}" srcOrd="1" destOrd="0" parTransId="{BC82D35A-B80C-4B51-9883-18229EB8B964}" sibTransId="{535A02CE-9DDB-499F-82B9-EEB138494AF0}"/>
    <dgm:cxn modelId="{DA6488B3-1D63-4526-90CE-3FAA5F983A7C}" srcId="{3553AB75-E7BA-4595-A5D5-46A5F681C2E1}" destId="{4E49258A-A7C2-4AD2-A667-DF250DEBE7B4}" srcOrd="0" destOrd="0" parTransId="{030E35E7-33AC-420F-9B30-A61312BCBC0D}" sibTransId="{A533F052-7C94-46CE-A3BD-D57F0D2B8E08}"/>
    <dgm:cxn modelId="{FAD128F2-5EB2-4F43-978A-F3F007D2B73A}" type="presOf" srcId="{AC3AA6E1-7CD5-49B5-8880-25FD0AB73101}" destId="{8F267A0D-C8F3-4292-8E3F-97C2BCE72523}" srcOrd="0" destOrd="0" presId="urn:microsoft.com/office/officeart/2008/layout/VerticalCurvedList"/>
    <dgm:cxn modelId="{7A708BF9-DBA2-48EB-9C70-8BC5ADA8E5CA}" srcId="{724A61A9-8AB2-4AB7-B473-15F159E95F9C}" destId="{3553AB75-E7BA-4595-A5D5-46A5F681C2E1}" srcOrd="2" destOrd="0" parTransId="{092424FF-5D05-4761-B17E-E512D99B4D08}" sibTransId="{CE21C1B4-DC12-4B7C-8286-87E7322666F6}"/>
    <dgm:cxn modelId="{2B8F62B1-7B2C-40B1-B0A2-A18538A0B457}" type="presParOf" srcId="{48A255DE-1AFD-4FD5-B997-3CBE973DEFD0}" destId="{095BA9B3-A82B-4992-9464-DDCA8EB90BA5}" srcOrd="0" destOrd="0" presId="urn:microsoft.com/office/officeart/2008/layout/VerticalCurvedList"/>
    <dgm:cxn modelId="{65620569-484C-4CA0-88B7-51B05D229D42}" type="presParOf" srcId="{095BA9B3-A82B-4992-9464-DDCA8EB90BA5}" destId="{82E0ABDE-9644-4067-BAA8-89BA1B32CBE8}" srcOrd="0" destOrd="0" presId="urn:microsoft.com/office/officeart/2008/layout/VerticalCurvedList"/>
    <dgm:cxn modelId="{7644D535-1C47-4C13-BD9F-C5B34C52756C}" type="presParOf" srcId="{82E0ABDE-9644-4067-BAA8-89BA1B32CBE8}" destId="{C206D95A-7740-4131-9966-F48AD20ED480}" srcOrd="0" destOrd="0" presId="urn:microsoft.com/office/officeart/2008/layout/VerticalCurvedList"/>
    <dgm:cxn modelId="{6337B7E4-088C-4094-A23F-5DFFD1E1097F}" type="presParOf" srcId="{82E0ABDE-9644-4067-BAA8-89BA1B32CBE8}" destId="{305A795A-FB47-4176-A2AF-096EDF580D4F}" srcOrd="1" destOrd="0" presId="urn:microsoft.com/office/officeart/2008/layout/VerticalCurvedList"/>
    <dgm:cxn modelId="{4BF33DA7-52AD-43EA-86CF-B45E460696E9}" type="presParOf" srcId="{82E0ABDE-9644-4067-BAA8-89BA1B32CBE8}" destId="{39BF9F22-809D-4AFF-959C-963DE1FDF098}" srcOrd="2" destOrd="0" presId="urn:microsoft.com/office/officeart/2008/layout/VerticalCurvedList"/>
    <dgm:cxn modelId="{75562E70-EA9F-4C66-B9D2-93B331E54DE1}" type="presParOf" srcId="{82E0ABDE-9644-4067-BAA8-89BA1B32CBE8}" destId="{A6996B2F-7D06-4AA1-A564-35E6B1DBF40E}" srcOrd="3" destOrd="0" presId="urn:microsoft.com/office/officeart/2008/layout/VerticalCurvedList"/>
    <dgm:cxn modelId="{3A13EEF1-7373-4A79-AD3F-B4EE083849A7}" type="presParOf" srcId="{095BA9B3-A82B-4992-9464-DDCA8EB90BA5}" destId="{7B6C8D2F-FA8D-4276-966C-A073AEF7B8B7}" srcOrd="1" destOrd="0" presId="urn:microsoft.com/office/officeart/2008/layout/VerticalCurvedList"/>
    <dgm:cxn modelId="{BA8ABDCB-56A7-46A4-A5F2-95C3A7A34519}" type="presParOf" srcId="{095BA9B3-A82B-4992-9464-DDCA8EB90BA5}" destId="{44BBBBA3-A155-4F4E-81B4-9EE3378CD8A0}" srcOrd="2" destOrd="0" presId="urn:microsoft.com/office/officeart/2008/layout/VerticalCurvedList"/>
    <dgm:cxn modelId="{CC575BA0-8AAD-44E4-9697-C9EDA9B53C19}" type="presParOf" srcId="{44BBBBA3-A155-4F4E-81B4-9EE3378CD8A0}" destId="{CC5E6B65-556D-4AE7-A405-641E7B030F69}" srcOrd="0" destOrd="0" presId="urn:microsoft.com/office/officeart/2008/layout/VerticalCurvedList"/>
    <dgm:cxn modelId="{CD17B496-6F04-407C-A52C-2EC82E9ADD88}" type="presParOf" srcId="{095BA9B3-A82B-4992-9464-DDCA8EB90BA5}" destId="{8F267A0D-C8F3-4292-8E3F-97C2BCE72523}" srcOrd="3" destOrd="0" presId="urn:microsoft.com/office/officeart/2008/layout/VerticalCurvedList"/>
    <dgm:cxn modelId="{2FDBBF6C-8C2F-4CF2-AD0E-9436262E2F73}" type="presParOf" srcId="{095BA9B3-A82B-4992-9464-DDCA8EB90BA5}" destId="{C83FD0A8-B77F-403D-9A89-1EBE8BFB0B66}" srcOrd="4" destOrd="0" presId="urn:microsoft.com/office/officeart/2008/layout/VerticalCurvedList"/>
    <dgm:cxn modelId="{FB0FF076-BFD6-4A82-B27F-8E376CE5C7D7}" type="presParOf" srcId="{C83FD0A8-B77F-403D-9A89-1EBE8BFB0B66}" destId="{0FE26C47-56C1-454E-8184-542CC7FD8B05}" srcOrd="0" destOrd="0" presId="urn:microsoft.com/office/officeart/2008/layout/VerticalCurvedList"/>
    <dgm:cxn modelId="{C26E147D-D029-48F0-B47E-6CB119A1D2CD}" type="presParOf" srcId="{095BA9B3-A82B-4992-9464-DDCA8EB90BA5}" destId="{3AB9ED94-DE7B-42E5-A194-DAC12E486C86}" srcOrd="5" destOrd="0" presId="urn:microsoft.com/office/officeart/2008/layout/VerticalCurvedList"/>
    <dgm:cxn modelId="{1301689A-AA1B-4126-B4E1-93C925F46625}" type="presParOf" srcId="{095BA9B3-A82B-4992-9464-DDCA8EB90BA5}" destId="{A83A8D0C-BE88-44D6-82B5-08B10720E190}" srcOrd="6" destOrd="0" presId="urn:microsoft.com/office/officeart/2008/layout/VerticalCurvedList"/>
    <dgm:cxn modelId="{D5D28E08-7D7F-460B-B111-52B712B868DB}" type="presParOf" srcId="{A83A8D0C-BE88-44D6-82B5-08B10720E190}" destId="{94890568-F766-4BFF-A0C9-724925ED964E}"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2016E6A-E545-4E93-B5C4-EA411C4B4D31}"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zh-CN" altLang="en-US"/>
        </a:p>
      </dgm:t>
    </dgm:pt>
    <dgm:pt modelId="{CD4E1C4C-A7C9-43CB-AF66-21F986A7F06D}">
      <dgm:prSet phldrT="[文本]"/>
      <dgm:spPr/>
      <dgm:t>
        <a:bodyPr/>
        <a:lstStyle/>
        <a:p>
          <a:r>
            <a:rPr lang="zh-CN" altLang="en-US" dirty="0">
              <a:latin typeface="华文中宋" panose="02010600040101010101" pitchFamily="2" charset="-122"/>
              <a:ea typeface="华文中宋" panose="02010600040101010101" pitchFamily="2" charset="-122"/>
            </a:rPr>
            <a:t>评论与问题提取</a:t>
          </a:r>
        </a:p>
      </dgm:t>
    </dgm:pt>
    <dgm:pt modelId="{CA1A525F-3E35-4D22-8637-0B4D2307E4CD}" type="parTrans" cxnId="{6EB2276F-0B2F-4BC4-9A32-5D1B44422744}">
      <dgm:prSet/>
      <dgm:spPr/>
      <dgm:t>
        <a:bodyPr/>
        <a:lstStyle/>
        <a:p>
          <a:endParaRPr lang="zh-CN" altLang="en-US"/>
        </a:p>
      </dgm:t>
    </dgm:pt>
    <dgm:pt modelId="{DA71FACB-62AE-465A-AD7A-5BAD5550E9DF}" type="sibTrans" cxnId="{6EB2276F-0B2F-4BC4-9A32-5D1B44422744}">
      <dgm:prSet/>
      <dgm:spPr/>
      <dgm:t>
        <a:bodyPr/>
        <a:lstStyle/>
        <a:p>
          <a:endParaRPr lang="zh-CN" altLang="en-US"/>
        </a:p>
      </dgm:t>
    </dgm:pt>
    <dgm:pt modelId="{944D8BBB-9F1C-44F1-94DD-87B6689B4CE3}">
      <dgm:prSet phldrT="[文本]" custT="1"/>
      <dgm:spPr/>
      <dgm:t>
        <a:bodyPr anchor="t"/>
        <a:lstStyle/>
        <a:p>
          <a:pPr algn="just">
            <a:buFont typeface="Wingdings" panose="05000000000000000000" pitchFamily="2" charset="2"/>
            <a:buNone/>
          </a:pPr>
          <a:r>
            <a:rPr lang="zh-CN" altLang="en-US" sz="1600" dirty="0">
              <a:latin typeface="微软雅黑" panose="020B0503020204020204" pitchFamily="34" charset="-122"/>
              <a:ea typeface="微软雅黑" panose="020B0503020204020204" pitchFamily="34" charset="-122"/>
            </a:rPr>
            <a:t>系统采集</a:t>
          </a:r>
          <a:r>
            <a:rPr lang="en-US" altLang="en-US" sz="1600" dirty="0">
              <a:latin typeface="微软雅黑" panose="020B0503020204020204" pitchFamily="34" charset="-122"/>
              <a:ea typeface="微软雅黑" panose="020B0503020204020204" pitchFamily="34" charset="-122"/>
            </a:rPr>
            <a:t>B</a:t>
          </a:r>
          <a:r>
            <a:rPr lang="zh-CN" altLang="en-US" sz="1600" dirty="0">
              <a:latin typeface="微软雅黑" panose="020B0503020204020204" pitchFamily="34" charset="-122"/>
              <a:ea typeface="微软雅黑" panose="020B0503020204020204" pitchFamily="34" charset="-122"/>
            </a:rPr>
            <a:t>站相关视频的评论、弹幕及回复，建立语义识别与编码机制，结合人工复核，从非结构化文本中初步筛选出具有“问题型”特征的内容。</a:t>
          </a:r>
        </a:p>
      </dgm:t>
    </dgm:pt>
    <dgm:pt modelId="{7B05CBA3-F16D-4DA1-B249-033DAC388A66}" type="parTrans" cxnId="{49797271-B9D6-419D-A4D0-310B8C31286B}">
      <dgm:prSet/>
      <dgm:spPr/>
      <dgm:t>
        <a:bodyPr/>
        <a:lstStyle/>
        <a:p>
          <a:endParaRPr lang="zh-CN" altLang="en-US"/>
        </a:p>
      </dgm:t>
    </dgm:pt>
    <dgm:pt modelId="{5F029276-1B01-49CB-9A82-D26595EFEEB8}" type="sibTrans" cxnId="{49797271-B9D6-419D-A4D0-310B8C31286B}">
      <dgm:prSet/>
      <dgm:spPr/>
      <dgm:t>
        <a:bodyPr/>
        <a:lstStyle/>
        <a:p>
          <a:endParaRPr lang="zh-CN" altLang="en-US"/>
        </a:p>
      </dgm:t>
    </dgm:pt>
    <dgm:pt modelId="{1C6145F7-9EE9-4886-B984-6679C4657DFF}">
      <dgm:prSet phldrT="[文本]" custT="1"/>
      <dgm:spPr/>
      <dgm:t>
        <a:bodyPr anchor="t"/>
        <a:lstStyle/>
        <a:p>
          <a:pPr algn="just">
            <a:lnSpc>
              <a:spcPts val="2300"/>
            </a:lnSpc>
            <a:spcAft>
              <a:spcPts val="1800"/>
            </a:spcAft>
            <a:buFont typeface="Arial" panose="020B0604020202020204" pitchFamily="34" charset="0"/>
            <a:buNone/>
          </a:pPr>
          <a:r>
            <a:rPr lang="zh-CN" altLang="en-US" sz="1600" dirty="0">
              <a:latin typeface="微软雅黑" panose="020B0503020204020204" pitchFamily="34" charset="-122"/>
              <a:ea typeface="微软雅黑" panose="020B0503020204020204" pitchFamily="34" charset="-122"/>
            </a:rPr>
            <a:t>利用主题建模、语义聚类等方法，对问题进行系统分类。</a:t>
          </a:r>
          <a:endParaRPr lang="en-US" altLang="zh-CN" sz="1600" dirty="0">
            <a:latin typeface="微软雅黑" panose="020B0503020204020204" pitchFamily="34" charset="-122"/>
            <a:ea typeface="微软雅黑" panose="020B0503020204020204" pitchFamily="34" charset="-122"/>
          </a:endParaRPr>
        </a:p>
        <a:p>
          <a:pPr algn="just">
            <a:lnSpc>
              <a:spcPts val="2300"/>
            </a:lnSpc>
            <a:spcAft>
              <a:spcPct val="35000"/>
            </a:spcAft>
            <a:buFont typeface="Arial" panose="020B0604020202020204" pitchFamily="34" charset="0"/>
            <a:buNone/>
          </a:pPr>
          <a:r>
            <a:rPr lang="zh-CN" altLang="en-US" sz="1600" dirty="0">
              <a:latin typeface="微软雅黑" panose="020B0503020204020204" pitchFamily="34" charset="-122"/>
              <a:ea typeface="微软雅黑" panose="020B0503020204020204" pitchFamily="34" charset="-122"/>
            </a:rPr>
            <a:t>定量分析各类问题的分布情况和特点，揭示青少年的关注重点与知识缺口。</a:t>
          </a:r>
        </a:p>
      </dgm:t>
    </dgm:pt>
    <dgm:pt modelId="{38DA1895-7817-40AC-93E9-736B596BBFF7}" type="parTrans" cxnId="{564D73B8-228B-407A-BC0A-097FB4927DF9}">
      <dgm:prSet/>
      <dgm:spPr/>
      <dgm:t>
        <a:bodyPr/>
        <a:lstStyle/>
        <a:p>
          <a:endParaRPr lang="zh-CN" altLang="en-US"/>
        </a:p>
      </dgm:t>
    </dgm:pt>
    <dgm:pt modelId="{24098516-73AE-4E79-8F74-F53BBE7D6DE2}" type="sibTrans" cxnId="{564D73B8-228B-407A-BC0A-097FB4927DF9}">
      <dgm:prSet/>
      <dgm:spPr/>
      <dgm:t>
        <a:bodyPr/>
        <a:lstStyle/>
        <a:p>
          <a:endParaRPr lang="zh-CN" altLang="en-US"/>
        </a:p>
      </dgm:t>
    </dgm:pt>
    <dgm:pt modelId="{066CF3CC-E057-46EF-99DA-3C1B141FFE66}">
      <dgm:prSet phldrT="[文本]"/>
      <dgm:spPr/>
      <dgm:t>
        <a:bodyPr/>
        <a:lstStyle/>
        <a:p>
          <a:r>
            <a:rPr lang="zh-CN" altLang="en-US" dirty="0">
              <a:latin typeface="华文中宋" panose="02010600040101010101" pitchFamily="2" charset="-122"/>
              <a:ea typeface="华文中宋" panose="02010600040101010101" pitchFamily="2" charset="-122"/>
            </a:rPr>
            <a:t>问题规范化与问答生成</a:t>
          </a:r>
        </a:p>
      </dgm:t>
    </dgm:pt>
    <dgm:pt modelId="{A8E99EE3-5577-43A2-A379-89153278D733}" type="parTrans" cxnId="{C684C340-760D-4682-9D84-31B2EF03F31B}">
      <dgm:prSet/>
      <dgm:spPr/>
      <dgm:t>
        <a:bodyPr/>
        <a:lstStyle/>
        <a:p>
          <a:endParaRPr lang="zh-CN" altLang="en-US"/>
        </a:p>
      </dgm:t>
    </dgm:pt>
    <dgm:pt modelId="{39823A3A-9DBE-472D-8B9F-DA97DA4FF4F8}" type="sibTrans" cxnId="{C684C340-760D-4682-9D84-31B2EF03F31B}">
      <dgm:prSet/>
      <dgm:spPr/>
      <dgm:t>
        <a:bodyPr/>
        <a:lstStyle/>
        <a:p>
          <a:endParaRPr lang="zh-CN" altLang="en-US"/>
        </a:p>
      </dgm:t>
    </dgm:pt>
    <dgm:pt modelId="{DFA4C51F-42D3-4A24-AA28-868DB40076DF}">
      <dgm:prSet phldrT="[文本]"/>
      <dgm:spPr/>
      <dgm:t>
        <a:bodyPr/>
        <a:lstStyle/>
        <a:p>
          <a:r>
            <a:rPr lang="zh-CN" altLang="en-US" dirty="0">
              <a:latin typeface="华文中宋" panose="02010600040101010101" pitchFamily="2" charset="-122"/>
              <a:ea typeface="华文中宋" panose="02010600040101010101" pitchFamily="2" charset="-122"/>
            </a:rPr>
            <a:t>青少年生殖健康问题</a:t>
          </a:r>
          <a:br>
            <a:rPr lang="en-US" altLang="zh-CN" dirty="0">
              <a:latin typeface="华文中宋" panose="02010600040101010101" pitchFamily="2" charset="-122"/>
              <a:ea typeface="华文中宋" panose="02010600040101010101" pitchFamily="2" charset="-122"/>
            </a:rPr>
          </a:br>
          <a:r>
            <a:rPr lang="zh-CN" altLang="en-US" dirty="0">
              <a:latin typeface="华文中宋" panose="02010600040101010101" pitchFamily="2" charset="-122"/>
              <a:ea typeface="华文中宋" panose="02010600040101010101" pitchFamily="2" charset="-122"/>
            </a:rPr>
            <a:t>分类分析</a:t>
          </a:r>
        </a:p>
      </dgm:t>
    </dgm:pt>
    <dgm:pt modelId="{3D810663-FB29-4557-85C4-8578B5FB64FD}" type="sibTrans" cxnId="{E0312B65-EE98-4667-90EF-BD053C32BDB8}">
      <dgm:prSet/>
      <dgm:spPr/>
      <dgm:t>
        <a:bodyPr/>
        <a:lstStyle/>
        <a:p>
          <a:endParaRPr lang="zh-CN" altLang="en-US"/>
        </a:p>
      </dgm:t>
    </dgm:pt>
    <dgm:pt modelId="{CC5D36AD-809F-452D-9A4E-6C0852D3F09A}" type="parTrans" cxnId="{E0312B65-EE98-4667-90EF-BD053C32BDB8}">
      <dgm:prSet/>
      <dgm:spPr/>
      <dgm:t>
        <a:bodyPr/>
        <a:lstStyle/>
        <a:p>
          <a:endParaRPr lang="zh-CN" altLang="en-US"/>
        </a:p>
      </dgm:t>
    </dgm:pt>
    <dgm:pt modelId="{CA224C61-21B6-483E-A0F1-54F26B76FD49}">
      <dgm:prSet phldrT="[文本]" custT="1"/>
      <dgm:spPr/>
      <dgm:t>
        <a:bodyPr anchor="t"/>
        <a:lstStyle/>
        <a:p>
          <a:pPr algn="just">
            <a:lnSpc>
              <a:spcPts val="2300"/>
            </a:lnSpc>
            <a:spcAft>
              <a:spcPts val="1800"/>
            </a:spcAft>
          </a:pPr>
          <a:r>
            <a:rPr lang="zh-CN" altLang="en-US" sz="1600" dirty="0">
              <a:latin typeface="微软雅黑" panose="020B0503020204020204" pitchFamily="34" charset="-122"/>
              <a:ea typeface="微软雅黑" panose="020B0503020204020204" pitchFamily="34" charset="-122"/>
            </a:rPr>
            <a:t>借助大语言模型对用户问题进行正式化、科学化改写。
利用大语言模型生成对应答案，结合人工审核与修订，形成高质量的</a:t>
          </a:r>
          <a:r>
            <a:rPr lang="en-US" altLang="en-US" sz="1600" dirty="0">
              <a:latin typeface="微软雅黑" panose="020B0503020204020204" pitchFamily="34" charset="-122"/>
              <a:ea typeface="微软雅黑" panose="020B0503020204020204" pitchFamily="34" charset="-122"/>
            </a:rPr>
            <a:t>Q&amp;A</a:t>
          </a:r>
          <a:r>
            <a:rPr lang="zh-CN" altLang="en-US" sz="1600" dirty="0">
              <a:latin typeface="微软雅黑" panose="020B0503020204020204" pitchFamily="34" charset="-122"/>
              <a:ea typeface="微软雅黑" panose="020B0503020204020204" pitchFamily="34" charset="-122"/>
            </a:rPr>
            <a:t>对，构建标准化问答数据集。</a:t>
          </a:r>
        </a:p>
      </dgm:t>
    </dgm:pt>
    <dgm:pt modelId="{C62ED9B6-67D7-4BAF-8BA7-53E14D1B45EF}" type="parTrans" cxnId="{7A9E409D-CDD0-4C90-9EA7-D50CC878F352}">
      <dgm:prSet/>
      <dgm:spPr/>
      <dgm:t>
        <a:bodyPr/>
        <a:lstStyle/>
        <a:p>
          <a:endParaRPr lang="zh-CN" altLang="en-US"/>
        </a:p>
      </dgm:t>
    </dgm:pt>
    <dgm:pt modelId="{C67F100B-668F-4149-8BF2-CEA1721C262C}" type="sibTrans" cxnId="{7A9E409D-CDD0-4C90-9EA7-D50CC878F352}">
      <dgm:prSet/>
      <dgm:spPr/>
      <dgm:t>
        <a:bodyPr/>
        <a:lstStyle/>
        <a:p>
          <a:endParaRPr lang="zh-CN" altLang="en-US"/>
        </a:p>
      </dgm:t>
    </dgm:pt>
    <dgm:pt modelId="{EC8856B6-3E06-4D5A-9A28-8A5EE1F70DDD}">
      <dgm:prSet phldrT="[文本]"/>
      <dgm:spPr/>
      <dgm:t>
        <a:bodyPr/>
        <a:lstStyle/>
        <a:p>
          <a:r>
            <a:rPr lang="zh-CN" altLang="en-US" dirty="0">
              <a:latin typeface="华文中宋" panose="02010600040101010101" pitchFamily="2" charset="-122"/>
              <a:ea typeface="华文中宋" panose="02010600040101010101" pitchFamily="2" charset="-122"/>
            </a:rPr>
            <a:t>模型微调与效果评估</a:t>
          </a:r>
        </a:p>
      </dgm:t>
    </dgm:pt>
    <dgm:pt modelId="{D1B95F6E-334A-4A81-B9FC-CF0E76940258}" type="parTrans" cxnId="{EFE86690-1B67-4FA4-B4DD-83F08D27E9E6}">
      <dgm:prSet/>
      <dgm:spPr/>
      <dgm:t>
        <a:bodyPr/>
        <a:lstStyle/>
        <a:p>
          <a:endParaRPr lang="zh-CN" altLang="en-US"/>
        </a:p>
      </dgm:t>
    </dgm:pt>
    <dgm:pt modelId="{0A537186-654F-43B2-9608-D3DC4742398C}" type="sibTrans" cxnId="{EFE86690-1B67-4FA4-B4DD-83F08D27E9E6}">
      <dgm:prSet/>
      <dgm:spPr/>
      <dgm:t>
        <a:bodyPr/>
        <a:lstStyle/>
        <a:p>
          <a:endParaRPr lang="zh-CN" altLang="en-US"/>
        </a:p>
      </dgm:t>
    </dgm:pt>
    <dgm:pt modelId="{60CF22D5-8960-49D0-8EDE-B2071F802B97}">
      <dgm:prSet phldrT="[文本]" custT="1"/>
      <dgm:spPr/>
      <dgm:t>
        <a:bodyPr anchor="t"/>
        <a:lstStyle/>
        <a:p>
          <a:pPr algn="just">
            <a:lnSpc>
              <a:spcPts val="2300"/>
            </a:lnSpc>
          </a:pPr>
          <a:r>
            <a:rPr lang="zh-CN" altLang="en-US" sz="1600" dirty="0">
              <a:latin typeface="微软雅黑" panose="020B0503020204020204" pitchFamily="34" charset="-122"/>
              <a:ea typeface="微软雅黑" panose="020B0503020204020204" pitchFamily="34" charset="-122"/>
            </a:rPr>
            <a:t>选择合适的开源大模型进行指令微调实验，通过自动化指标与人工评估，从准确性、完整性、实用性等维度综合对比微调前后的模型性能。</a:t>
          </a:r>
        </a:p>
      </dgm:t>
    </dgm:pt>
    <dgm:pt modelId="{0505CCAB-6DE6-42BA-8610-5CBC5CA9B897}" type="parTrans" cxnId="{40DB129C-810A-4DFB-9663-248943E21F88}">
      <dgm:prSet/>
      <dgm:spPr/>
      <dgm:t>
        <a:bodyPr/>
        <a:lstStyle/>
        <a:p>
          <a:endParaRPr lang="zh-CN" altLang="en-US"/>
        </a:p>
      </dgm:t>
    </dgm:pt>
    <dgm:pt modelId="{E5B401BE-094E-4782-A438-447E02DA189C}" type="sibTrans" cxnId="{40DB129C-810A-4DFB-9663-248943E21F88}">
      <dgm:prSet/>
      <dgm:spPr/>
      <dgm:t>
        <a:bodyPr/>
        <a:lstStyle/>
        <a:p>
          <a:endParaRPr lang="zh-CN" altLang="en-US"/>
        </a:p>
      </dgm:t>
    </dgm:pt>
    <dgm:pt modelId="{E5E8156F-83BB-4A64-80C5-CE36549C7BF5}" type="pres">
      <dgm:prSet presAssocID="{22016E6A-E545-4E93-B5C4-EA411C4B4D31}" presName="diagram" presStyleCnt="0">
        <dgm:presLayoutVars>
          <dgm:chPref val="1"/>
          <dgm:dir/>
          <dgm:animOne val="branch"/>
          <dgm:animLvl val="lvl"/>
          <dgm:resizeHandles/>
        </dgm:presLayoutVars>
      </dgm:prSet>
      <dgm:spPr/>
    </dgm:pt>
    <dgm:pt modelId="{A6FF449C-5024-47F9-9EF2-1155E734806E}" type="pres">
      <dgm:prSet presAssocID="{CD4E1C4C-A7C9-43CB-AF66-21F986A7F06D}" presName="root" presStyleCnt="0"/>
      <dgm:spPr/>
    </dgm:pt>
    <dgm:pt modelId="{8A1E31E2-D3C8-4517-9E30-E347A3F25E4E}" type="pres">
      <dgm:prSet presAssocID="{CD4E1C4C-A7C9-43CB-AF66-21F986A7F06D}" presName="rootComposite" presStyleCnt="0"/>
      <dgm:spPr/>
    </dgm:pt>
    <dgm:pt modelId="{0B6AB308-CEE6-4110-91CA-4D0A58CBFA60}" type="pres">
      <dgm:prSet presAssocID="{CD4E1C4C-A7C9-43CB-AF66-21F986A7F06D}" presName="rootText" presStyleLbl="node1" presStyleIdx="0" presStyleCnt="4" custScaleX="123466" custScaleY="69943"/>
      <dgm:spPr/>
    </dgm:pt>
    <dgm:pt modelId="{DB7C9197-BC94-4336-BDCC-164361E275F6}" type="pres">
      <dgm:prSet presAssocID="{CD4E1C4C-A7C9-43CB-AF66-21F986A7F06D}" presName="rootConnector" presStyleLbl="node1" presStyleIdx="0" presStyleCnt="4"/>
      <dgm:spPr/>
    </dgm:pt>
    <dgm:pt modelId="{99EA3EFA-42B8-4A54-9789-AC312107375D}" type="pres">
      <dgm:prSet presAssocID="{CD4E1C4C-A7C9-43CB-AF66-21F986A7F06D}" presName="childShape" presStyleCnt="0"/>
      <dgm:spPr/>
    </dgm:pt>
    <dgm:pt modelId="{4FEB6F5D-707F-4E50-BD26-6F8255F394D0}" type="pres">
      <dgm:prSet presAssocID="{7B05CBA3-F16D-4DA1-B249-033DAC388A66}" presName="Name13" presStyleLbl="parChTrans1D2" presStyleIdx="0" presStyleCnt="4"/>
      <dgm:spPr/>
    </dgm:pt>
    <dgm:pt modelId="{C29D635D-24F2-48AA-9EA4-1BC8FB1D3059}" type="pres">
      <dgm:prSet presAssocID="{944D8BBB-9F1C-44F1-94DD-87B6689B4CE3}" presName="childText" presStyleLbl="bgAcc1" presStyleIdx="0" presStyleCnt="4" custScaleX="139119" custScaleY="274782">
        <dgm:presLayoutVars>
          <dgm:bulletEnabled val="1"/>
        </dgm:presLayoutVars>
      </dgm:prSet>
      <dgm:spPr/>
    </dgm:pt>
    <dgm:pt modelId="{AA414E20-E4F8-4C21-90CB-EC6CC7FD1C77}" type="pres">
      <dgm:prSet presAssocID="{DFA4C51F-42D3-4A24-AA28-868DB40076DF}" presName="root" presStyleCnt="0"/>
      <dgm:spPr/>
    </dgm:pt>
    <dgm:pt modelId="{33918747-338A-4AD3-AAE4-96F69B992A25}" type="pres">
      <dgm:prSet presAssocID="{DFA4C51F-42D3-4A24-AA28-868DB40076DF}" presName="rootComposite" presStyleCnt="0"/>
      <dgm:spPr/>
    </dgm:pt>
    <dgm:pt modelId="{20D7BB91-8AFB-469F-96F5-F39191EC5416}" type="pres">
      <dgm:prSet presAssocID="{DFA4C51F-42D3-4A24-AA28-868DB40076DF}" presName="rootText" presStyleLbl="node1" presStyleIdx="1" presStyleCnt="4" custScaleX="123466" custScaleY="69943"/>
      <dgm:spPr/>
    </dgm:pt>
    <dgm:pt modelId="{88D9C99B-12E2-455D-85ED-C831FE272A70}" type="pres">
      <dgm:prSet presAssocID="{DFA4C51F-42D3-4A24-AA28-868DB40076DF}" presName="rootConnector" presStyleLbl="node1" presStyleIdx="1" presStyleCnt="4"/>
      <dgm:spPr/>
    </dgm:pt>
    <dgm:pt modelId="{5EBF345A-2138-4ADA-93A7-C58555224E14}" type="pres">
      <dgm:prSet presAssocID="{DFA4C51F-42D3-4A24-AA28-868DB40076DF}" presName="childShape" presStyleCnt="0"/>
      <dgm:spPr/>
    </dgm:pt>
    <dgm:pt modelId="{2256FACA-8AD8-429C-A486-BF8DAC0BB0FA}" type="pres">
      <dgm:prSet presAssocID="{38DA1895-7817-40AC-93E9-736B596BBFF7}" presName="Name13" presStyleLbl="parChTrans1D2" presStyleIdx="1" presStyleCnt="4"/>
      <dgm:spPr/>
    </dgm:pt>
    <dgm:pt modelId="{7872BFDF-98D5-48A5-8D8E-5752CEE03170}" type="pres">
      <dgm:prSet presAssocID="{1C6145F7-9EE9-4886-B984-6679C4657DFF}" presName="childText" presStyleLbl="bgAcc1" presStyleIdx="1" presStyleCnt="4" custScaleX="139119" custScaleY="274782">
        <dgm:presLayoutVars>
          <dgm:bulletEnabled val="1"/>
        </dgm:presLayoutVars>
      </dgm:prSet>
      <dgm:spPr/>
    </dgm:pt>
    <dgm:pt modelId="{9E66AB41-BA5D-472A-B35B-F43548B7BF11}" type="pres">
      <dgm:prSet presAssocID="{066CF3CC-E057-46EF-99DA-3C1B141FFE66}" presName="root" presStyleCnt="0"/>
      <dgm:spPr/>
    </dgm:pt>
    <dgm:pt modelId="{44BB5F39-25CF-4AD4-BAD3-B39C13D5AA8E}" type="pres">
      <dgm:prSet presAssocID="{066CF3CC-E057-46EF-99DA-3C1B141FFE66}" presName="rootComposite" presStyleCnt="0"/>
      <dgm:spPr/>
    </dgm:pt>
    <dgm:pt modelId="{2C9673B4-92DB-48FE-BDE5-CBAF1CDB053C}" type="pres">
      <dgm:prSet presAssocID="{066CF3CC-E057-46EF-99DA-3C1B141FFE66}" presName="rootText" presStyleLbl="node1" presStyleIdx="2" presStyleCnt="4" custScaleX="123466" custScaleY="69943"/>
      <dgm:spPr/>
    </dgm:pt>
    <dgm:pt modelId="{73A4DCA1-FDCC-4043-8726-C628105470F6}" type="pres">
      <dgm:prSet presAssocID="{066CF3CC-E057-46EF-99DA-3C1B141FFE66}" presName="rootConnector" presStyleLbl="node1" presStyleIdx="2" presStyleCnt="4"/>
      <dgm:spPr/>
    </dgm:pt>
    <dgm:pt modelId="{845F9D47-D3ED-40B6-9EFF-0AEEED0AFE80}" type="pres">
      <dgm:prSet presAssocID="{066CF3CC-E057-46EF-99DA-3C1B141FFE66}" presName="childShape" presStyleCnt="0"/>
      <dgm:spPr/>
    </dgm:pt>
    <dgm:pt modelId="{04D9F8EF-6AFF-42F1-8ED5-BB0CDC18CB72}" type="pres">
      <dgm:prSet presAssocID="{C62ED9B6-67D7-4BAF-8BA7-53E14D1B45EF}" presName="Name13" presStyleLbl="parChTrans1D2" presStyleIdx="2" presStyleCnt="4"/>
      <dgm:spPr/>
    </dgm:pt>
    <dgm:pt modelId="{AADE6347-C73E-4901-83CA-E9C369B5D932}" type="pres">
      <dgm:prSet presAssocID="{CA224C61-21B6-483E-A0F1-54F26B76FD49}" presName="childText" presStyleLbl="bgAcc1" presStyleIdx="2" presStyleCnt="4" custScaleX="139119" custScaleY="274782">
        <dgm:presLayoutVars>
          <dgm:bulletEnabled val="1"/>
        </dgm:presLayoutVars>
      </dgm:prSet>
      <dgm:spPr/>
    </dgm:pt>
    <dgm:pt modelId="{D4AB3DC1-ABEF-4BF2-9C05-A54CD2193948}" type="pres">
      <dgm:prSet presAssocID="{EC8856B6-3E06-4D5A-9A28-8A5EE1F70DDD}" presName="root" presStyleCnt="0"/>
      <dgm:spPr/>
    </dgm:pt>
    <dgm:pt modelId="{D5B896A3-23E7-4E78-8B62-64B77A778707}" type="pres">
      <dgm:prSet presAssocID="{EC8856B6-3E06-4D5A-9A28-8A5EE1F70DDD}" presName="rootComposite" presStyleCnt="0"/>
      <dgm:spPr/>
    </dgm:pt>
    <dgm:pt modelId="{5A4AA555-41A6-419E-9E76-E158766E41C9}" type="pres">
      <dgm:prSet presAssocID="{EC8856B6-3E06-4D5A-9A28-8A5EE1F70DDD}" presName="rootText" presStyleLbl="node1" presStyleIdx="3" presStyleCnt="4" custScaleX="123466" custScaleY="69943"/>
      <dgm:spPr/>
    </dgm:pt>
    <dgm:pt modelId="{B88F9EC8-15E6-4340-B15E-708731A46427}" type="pres">
      <dgm:prSet presAssocID="{EC8856B6-3E06-4D5A-9A28-8A5EE1F70DDD}" presName="rootConnector" presStyleLbl="node1" presStyleIdx="3" presStyleCnt="4"/>
      <dgm:spPr/>
    </dgm:pt>
    <dgm:pt modelId="{9038457B-F066-462C-90E1-20FD2D32B493}" type="pres">
      <dgm:prSet presAssocID="{EC8856B6-3E06-4D5A-9A28-8A5EE1F70DDD}" presName="childShape" presStyleCnt="0"/>
      <dgm:spPr/>
    </dgm:pt>
    <dgm:pt modelId="{D672CE27-A8DE-41B7-98B1-91D3D1BBD3C8}" type="pres">
      <dgm:prSet presAssocID="{0505CCAB-6DE6-42BA-8610-5CBC5CA9B897}" presName="Name13" presStyleLbl="parChTrans1D2" presStyleIdx="3" presStyleCnt="4"/>
      <dgm:spPr/>
    </dgm:pt>
    <dgm:pt modelId="{2E022D22-C01C-4B3E-A384-8CD07E5CC568}" type="pres">
      <dgm:prSet presAssocID="{60CF22D5-8960-49D0-8EDE-B2071F802B97}" presName="childText" presStyleLbl="bgAcc1" presStyleIdx="3" presStyleCnt="4" custScaleX="139119" custScaleY="274782">
        <dgm:presLayoutVars>
          <dgm:bulletEnabled val="1"/>
        </dgm:presLayoutVars>
      </dgm:prSet>
      <dgm:spPr/>
    </dgm:pt>
  </dgm:ptLst>
  <dgm:cxnLst>
    <dgm:cxn modelId="{3EA2B30F-AEF2-4E2D-900E-31A93EA108BE}" type="presOf" srcId="{60CF22D5-8960-49D0-8EDE-B2071F802B97}" destId="{2E022D22-C01C-4B3E-A384-8CD07E5CC568}" srcOrd="0" destOrd="0" presId="urn:microsoft.com/office/officeart/2005/8/layout/hierarchy3"/>
    <dgm:cxn modelId="{AA400923-CCD1-48B6-8D10-65DD095ECEAC}" type="presOf" srcId="{DFA4C51F-42D3-4A24-AA28-868DB40076DF}" destId="{20D7BB91-8AFB-469F-96F5-F39191EC5416}" srcOrd="0" destOrd="0" presId="urn:microsoft.com/office/officeart/2005/8/layout/hierarchy3"/>
    <dgm:cxn modelId="{84F48B28-382C-4DAE-A2F5-A6D73CF4399A}" type="presOf" srcId="{22016E6A-E545-4E93-B5C4-EA411C4B4D31}" destId="{E5E8156F-83BB-4A64-80C5-CE36549C7BF5}" srcOrd="0" destOrd="0" presId="urn:microsoft.com/office/officeart/2005/8/layout/hierarchy3"/>
    <dgm:cxn modelId="{8734E138-A486-4330-8A9B-BB99415AB38C}" type="presOf" srcId="{CD4E1C4C-A7C9-43CB-AF66-21F986A7F06D}" destId="{0B6AB308-CEE6-4110-91CA-4D0A58CBFA60}" srcOrd="0" destOrd="0" presId="urn:microsoft.com/office/officeart/2005/8/layout/hierarchy3"/>
    <dgm:cxn modelId="{11243940-DF4C-4D6A-B2E2-F37D36A0A27A}" type="presOf" srcId="{EC8856B6-3E06-4D5A-9A28-8A5EE1F70DDD}" destId="{B88F9EC8-15E6-4340-B15E-708731A46427}" srcOrd="1" destOrd="0" presId="urn:microsoft.com/office/officeart/2005/8/layout/hierarchy3"/>
    <dgm:cxn modelId="{C684C340-760D-4682-9D84-31B2EF03F31B}" srcId="{22016E6A-E545-4E93-B5C4-EA411C4B4D31}" destId="{066CF3CC-E057-46EF-99DA-3C1B141FFE66}" srcOrd="2" destOrd="0" parTransId="{A8E99EE3-5577-43A2-A379-89153278D733}" sibTransId="{39823A3A-9DBE-472D-8B9F-DA97DA4FF4F8}"/>
    <dgm:cxn modelId="{FF34385B-85FA-4C7C-B5FE-07E02D893541}" type="presOf" srcId="{C62ED9B6-67D7-4BAF-8BA7-53E14D1B45EF}" destId="{04D9F8EF-6AFF-42F1-8ED5-BB0CDC18CB72}" srcOrd="0" destOrd="0" presId="urn:microsoft.com/office/officeart/2005/8/layout/hierarchy3"/>
    <dgm:cxn modelId="{E0312B65-EE98-4667-90EF-BD053C32BDB8}" srcId="{22016E6A-E545-4E93-B5C4-EA411C4B4D31}" destId="{DFA4C51F-42D3-4A24-AA28-868DB40076DF}" srcOrd="1" destOrd="0" parTransId="{CC5D36AD-809F-452D-9A4E-6C0852D3F09A}" sibTransId="{3D810663-FB29-4557-85C4-8578B5FB64FD}"/>
    <dgm:cxn modelId="{00E9B94B-2037-4E1E-8BB4-5043E45D8389}" type="presOf" srcId="{066CF3CC-E057-46EF-99DA-3C1B141FFE66}" destId="{73A4DCA1-FDCC-4043-8726-C628105470F6}" srcOrd="1" destOrd="0" presId="urn:microsoft.com/office/officeart/2005/8/layout/hierarchy3"/>
    <dgm:cxn modelId="{6EB2276F-0B2F-4BC4-9A32-5D1B44422744}" srcId="{22016E6A-E545-4E93-B5C4-EA411C4B4D31}" destId="{CD4E1C4C-A7C9-43CB-AF66-21F986A7F06D}" srcOrd="0" destOrd="0" parTransId="{CA1A525F-3E35-4D22-8637-0B4D2307E4CD}" sibTransId="{DA71FACB-62AE-465A-AD7A-5BAD5550E9DF}"/>
    <dgm:cxn modelId="{49797271-B9D6-419D-A4D0-310B8C31286B}" srcId="{CD4E1C4C-A7C9-43CB-AF66-21F986A7F06D}" destId="{944D8BBB-9F1C-44F1-94DD-87B6689B4CE3}" srcOrd="0" destOrd="0" parTransId="{7B05CBA3-F16D-4DA1-B249-033DAC388A66}" sibTransId="{5F029276-1B01-49CB-9A82-D26595EFEEB8}"/>
    <dgm:cxn modelId="{515C1582-4FAD-48C3-8183-A068775A3BBA}" type="presOf" srcId="{38DA1895-7817-40AC-93E9-736B596BBFF7}" destId="{2256FACA-8AD8-429C-A486-BF8DAC0BB0FA}" srcOrd="0" destOrd="0" presId="urn:microsoft.com/office/officeart/2005/8/layout/hierarchy3"/>
    <dgm:cxn modelId="{EFE86690-1B67-4FA4-B4DD-83F08D27E9E6}" srcId="{22016E6A-E545-4E93-B5C4-EA411C4B4D31}" destId="{EC8856B6-3E06-4D5A-9A28-8A5EE1F70DDD}" srcOrd="3" destOrd="0" parTransId="{D1B95F6E-334A-4A81-B9FC-CF0E76940258}" sibTransId="{0A537186-654F-43B2-9608-D3DC4742398C}"/>
    <dgm:cxn modelId="{D1182394-DA90-417D-8E95-529EEDFAF13D}" type="presOf" srcId="{DFA4C51F-42D3-4A24-AA28-868DB40076DF}" destId="{88D9C99B-12E2-455D-85ED-C831FE272A70}" srcOrd="1" destOrd="0" presId="urn:microsoft.com/office/officeart/2005/8/layout/hierarchy3"/>
    <dgm:cxn modelId="{E1747E99-630B-4076-B9C0-C78BC00BE09E}" type="presOf" srcId="{0505CCAB-6DE6-42BA-8610-5CBC5CA9B897}" destId="{D672CE27-A8DE-41B7-98B1-91D3D1BBD3C8}" srcOrd="0" destOrd="0" presId="urn:microsoft.com/office/officeart/2005/8/layout/hierarchy3"/>
    <dgm:cxn modelId="{40DB129C-810A-4DFB-9663-248943E21F88}" srcId="{EC8856B6-3E06-4D5A-9A28-8A5EE1F70DDD}" destId="{60CF22D5-8960-49D0-8EDE-B2071F802B97}" srcOrd="0" destOrd="0" parTransId="{0505CCAB-6DE6-42BA-8610-5CBC5CA9B897}" sibTransId="{E5B401BE-094E-4782-A438-447E02DA189C}"/>
    <dgm:cxn modelId="{7A9E409D-CDD0-4C90-9EA7-D50CC878F352}" srcId="{066CF3CC-E057-46EF-99DA-3C1B141FFE66}" destId="{CA224C61-21B6-483E-A0F1-54F26B76FD49}" srcOrd="0" destOrd="0" parTransId="{C62ED9B6-67D7-4BAF-8BA7-53E14D1B45EF}" sibTransId="{C67F100B-668F-4149-8BF2-CEA1721C262C}"/>
    <dgm:cxn modelId="{93A9EC9D-7151-4CE4-BACB-48BD94745992}" type="presOf" srcId="{066CF3CC-E057-46EF-99DA-3C1B141FFE66}" destId="{2C9673B4-92DB-48FE-BDE5-CBAF1CDB053C}" srcOrd="0" destOrd="0" presId="urn:microsoft.com/office/officeart/2005/8/layout/hierarchy3"/>
    <dgm:cxn modelId="{6E74A89F-CE2C-49DA-A42D-342489FE2A84}" type="presOf" srcId="{CD4E1C4C-A7C9-43CB-AF66-21F986A7F06D}" destId="{DB7C9197-BC94-4336-BDCC-164361E275F6}" srcOrd="1" destOrd="0" presId="urn:microsoft.com/office/officeart/2005/8/layout/hierarchy3"/>
    <dgm:cxn modelId="{564D73B8-228B-407A-BC0A-097FB4927DF9}" srcId="{DFA4C51F-42D3-4A24-AA28-868DB40076DF}" destId="{1C6145F7-9EE9-4886-B984-6679C4657DFF}" srcOrd="0" destOrd="0" parTransId="{38DA1895-7817-40AC-93E9-736B596BBFF7}" sibTransId="{24098516-73AE-4E79-8F74-F53BBE7D6DE2}"/>
    <dgm:cxn modelId="{95622DBA-4640-4350-A3FD-0C60ED01B60B}" type="presOf" srcId="{CA224C61-21B6-483E-A0F1-54F26B76FD49}" destId="{AADE6347-C73E-4901-83CA-E9C369B5D932}" srcOrd="0" destOrd="0" presId="urn:microsoft.com/office/officeart/2005/8/layout/hierarchy3"/>
    <dgm:cxn modelId="{768344C4-FB3C-4910-A399-4B7B17617693}" type="presOf" srcId="{1C6145F7-9EE9-4886-B984-6679C4657DFF}" destId="{7872BFDF-98D5-48A5-8D8E-5752CEE03170}" srcOrd="0" destOrd="0" presId="urn:microsoft.com/office/officeart/2005/8/layout/hierarchy3"/>
    <dgm:cxn modelId="{58832CD3-10F9-4DC3-98B3-344503CACD88}" type="presOf" srcId="{944D8BBB-9F1C-44F1-94DD-87B6689B4CE3}" destId="{C29D635D-24F2-48AA-9EA4-1BC8FB1D3059}" srcOrd="0" destOrd="0" presId="urn:microsoft.com/office/officeart/2005/8/layout/hierarchy3"/>
    <dgm:cxn modelId="{54ED95D3-9502-427B-A0FA-474DCF707E23}" type="presOf" srcId="{EC8856B6-3E06-4D5A-9A28-8A5EE1F70DDD}" destId="{5A4AA555-41A6-419E-9E76-E158766E41C9}" srcOrd="0" destOrd="0" presId="urn:microsoft.com/office/officeart/2005/8/layout/hierarchy3"/>
    <dgm:cxn modelId="{1E299EFF-3B11-47AB-81FB-577D514012AE}" type="presOf" srcId="{7B05CBA3-F16D-4DA1-B249-033DAC388A66}" destId="{4FEB6F5D-707F-4E50-BD26-6F8255F394D0}" srcOrd="0" destOrd="0" presId="urn:microsoft.com/office/officeart/2005/8/layout/hierarchy3"/>
    <dgm:cxn modelId="{E225FA2D-8E39-417E-9AAD-9B1CE12746A9}" type="presParOf" srcId="{E5E8156F-83BB-4A64-80C5-CE36549C7BF5}" destId="{A6FF449C-5024-47F9-9EF2-1155E734806E}" srcOrd="0" destOrd="0" presId="urn:microsoft.com/office/officeart/2005/8/layout/hierarchy3"/>
    <dgm:cxn modelId="{4C48AE49-014F-4486-94C7-5AD7615164D0}" type="presParOf" srcId="{A6FF449C-5024-47F9-9EF2-1155E734806E}" destId="{8A1E31E2-D3C8-4517-9E30-E347A3F25E4E}" srcOrd="0" destOrd="0" presId="urn:microsoft.com/office/officeart/2005/8/layout/hierarchy3"/>
    <dgm:cxn modelId="{EC9B0E47-8B1C-4069-AD5C-5416CEDA55FB}" type="presParOf" srcId="{8A1E31E2-D3C8-4517-9E30-E347A3F25E4E}" destId="{0B6AB308-CEE6-4110-91CA-4D0A58CBFA60}" srcOrd="0" destOrd="0" presId="urn:microsoft.com/office/officeart/2005/8/layout/hierarchy3"/>
    <dgm:cxn modelId="{7E19B90E-48E7-40D8-A57E-8F7F233FE45C}" type="presParOf" srcId="{8A1E31E2-D3C8-4517-9E30-E347A3F25E4E}" destId="{DB7C9197-BC94-4336-BDCC-164361E275F6}" srcOrd="1" destOrd="0" presId="urn:microsoft.com/office/officeart/2005/8/layout/hierarchy3"/>
    <dgm:cxn modelId="{99F1AE29-35CC-42E8-97CD-571900F22E47}" type="presParOf" srcId="{A6FF449C-5024-47F9-9EF2-1155E734806E}" destId="{99EA3EFA-42B8-4A54-9789-AC312107375D}" srcOrd="1" destOrd="0" presId="urn:microsoft.com/office/officeart/2005/8/layout/hierarchy3"/>
    <dgm:cxn modelId="{DE6E829B-C26C-46F7-BC19-6BED135B0AD5}" type="presParOf" srcId="{99EA3EFA-42B8-4A54-9789-AC312107375D}" destId="{4FEB6F5D-707F-4E50-BD26-6F8255F394D0}" srcOrd="0" destOrd="0" presId="urn:microsoft.com/office/officeart/2005/8/layout/hierarchy3"/>
    <dgm:cxn modelId="{34A4035C-D09D-4EA2-88B9-A97A22EA600A}" type="presParOf" srcId="{99EA3EFA-42B8-4A54-9789-AC312107375D}" destId="{C29D635D-24F2-48AA-9EA4-1BC8FB1D3059}" srcOrd="1" destOrd="0" presId="urn:microsoft.com/office/officeart/2005/8/layout/hierarchy3"/>
    <dgm:cxn modelId="{DD0DFCEF-92A8-426F-98F6-26BF3B622EDE}" type="presParOf" srcId="{E5E8156F-83BB-4A64-80C5-CE36549C7BF5}" destId="{AA414E20-E4F8-4C21-90CB-EC6CC7FD1C77}" srcOrd="1" destOrd="0" presId="urn:microsoft.com/office/officeart/2005/8/layout/hierarchy3"/>
    <dgm:cxn modelId="{EFBFD463-E038-4490-BE04-6971879F7BD8}" type="presParOf" srcId="{AA414E20-E4F8-4C21-90CB-EC6CC7FD1C77}" destId="{33918747-338A-4AD3-AAE4-96F69B992A25}" srcOrd="0" destOrd="0" presId="urn:microsoft.com/office/officeart/2005/8/layout/hierarchy3"/>
    <dgm:cxn modelId="{81E8694A-AB8A-41BB-99BC-00DCB79C1EFA}" type="presParOf" srcId="{33918747-338A-4AD3-AAE4-96F69B992A25}" destId="{20D7BB91-8AFB-469F-96F5-F39191EC5416}" srcOrd="0" destOrd="0" presId="urn:microsoft.com/office/officeart/2005/8/layout/hierarchy3"/>
    <dgm:cxn modelId="{C117F9DB-A636-4690-8BDE-30F83854E209}" type="presParOf" srcId="{33918747-338A-4AD3-AAE4-96F69B992A25}" destId="{88D9C99B-12E2-455D-85ED-C831FE272A70}" srcOrd="1" destOrd="0" presId="urn:microsoft.com/office/officeart/2005/8/layout/hierarchy3"/>
    <dgm:cxn modelId="{4CE5A528-E053-434E-8004-6C259AFBCCD8}" type="presParOf" srcId="{AA414E20-E4F8-4C21-90CB-EC6CC7FD1C77}" destId="{5EBF345A-2138-4ADA-93A7-C58555224E14}" srcOrd="1" destOrd="0" presId="urn:microsoft.com/office/officeart/2005/8/layout/hierarchy3"/>
    <dgm:cxn modelId="{F69E0439-63E7-46E2-9E8A-C73BB89BED1A}" type="presParOf" srcId="{5EBF345A-2138-4ADA-93A7-C58555224E14}" destId="{2256FACA-8AD8-429C-A486-BF8DAC0BB0FA}" srcOrd="0" destOrd="0" presId="urn:microsoft.com/office/officeart/2005/8/layout/hierarchy3"/>
    <dgm:cxn modelId="{5DE8F56D-A70A-4148-A4A2-DE669C3BBD95}" type="presParOf" srcId="{5EBF345A-2138-4ADA-93A7-C58555224E14}" destId="{7872BFDF-98D5-48A5-8D8E-5752CEE03170}" srcOrd="1" destOrd="0" presId="urn:microsoft.com/office/officeart/2005/8/layout/hierarchy3"/>
    <dgm:cxn modelId="{9AD2CB59-25C5-4BDA-B0BF-BA92B7F10B5E}" type="presParOf" srcId="{E5E8156F-83BB-4A64-80C5-CE36549C7BF5}" destId="{9E66AB41-BA5D-472A-B35B-F43548B7BF11}" srcOrd="2" destOrd="0" presId="urn:microsoft.com/office/officeart/2005/8/layout/hierarchy3"/>
    <dgm:cxn modelId="{5D6A1174-120A-4A2D-A674-3EED86466A5A}" type="presParOf" srcId="{9E66AB41-BA5D-472A-B35B-F43548B7BF11}" destId="{44BB5F39-25CF-4AD4-BAD3-B39C13D5AA8E}" srcOrd="0" destOrd="0" presId="urn:microsoft.com/office/officeart/2005/8/layout/hierarchy3"/>
    <dgm:cxn modelId="{53D19345-9C96-444A-8080-9D5C8D8AE43E}" type="presParOf" srcId="{44BB5F39-25CF-4AD4-BAD3-B39C13D5AA8E}" destId="{2C9673B4-92DB-48FE-BDE5-CBAF1CDB053C}" srcOrd="0" destOrd="0" presId="urn:microsoft.com/office/officeart/2005/8/layout/hierarchy3"/>
    <dgm:cxn modelId="{2AD8D306-20F7-4088-A46C-97095D598BB5}" type="presParOf" srcId="{44BB5F39-25CF-4AD4-BAD3-B39C13D5AA8E}" destId="{73A4DCA1-FDCC-4043-8726-C628105470F6}" srcOrd="1" destOrd="0" presId="urn:microsoft.com/office/officeart/2005/8/layout/hierarchy3"/>
    <dgm:cxn modelId="{B16BECE1-6595-4F1C-9EB6-D96C8A25F779}" type="presParOf" srcId="{9E66AB41-BA5D-472A-B35B-F43548B7BF11}" destId="{845F9D47-D3ED-40B6-9EFF-0AEEED0AFE80}" srcOrd="1" destOrd="0" presId="urn:microsoft.com/office/officeart/2005/8/layout/hierarchy3"/>
    <dgm:cxn modelId="{D2C74946-7823-4B03-9B3D-EF5E5565BB78}" type="presParOf" srcId="{845F9D47-D3ED-40B6-9EFF-0AEEED0AFE80}" destId="{04D9F8EF-6AFF-42F1-8ED5-BB0CDC18CB72}" srcOrd="0" destOrd="0" presId="urn:microsoft.com/office/officeart/2005/8/layout/hierarchy3"/>
    <dgm:cxn modelId="{2768279F-F934-4D88-B606-04E410ABDB3A}" type="presParOf" srcId="{845F9D47-D3ED-40B6-9EFF-0AEEED0AFE80}" destId="{AADE6347-C73E-4901-83CA-E9C369B5D932}" srcOrd="1" destOrd="0" presId="urn:microsoft.com/office/officeart/2005/8/layout/hierarchy3"/>
    <dgm:cxn modelId="{4CFA0DB9-DCF3-4D15-A921-3F98FED8DF61}" type="presParOf" srcId="{E5E8156F-83BB-4A64-80C5-CE36549C7BF5}" destId="{D4AB3DC1-ABEF-4BF2-9C05-A54CD2193948}" srcOrd="3" destOrd="0" presId="urn:microsoft.com/office/officeart/2005/8/layout/hierarchy3"/>
    <dgm:cxn modelId="{49ACB309-3596-4940-8BD7-D50BBF4AA0C1}" type="presParOf" srcId="{D4AB3DC1-ABEF-4BF2-9C05-A54CD2193948}" destId="{D5B896A3-23E7-4E78-8B62-64B77A778707}" srcOrd="0" destOrd="0" presId="urn:microsoft.com/office/officeart/2005/8/layout/hierarchy3"/>
    <dgm:cxn modelId="{4FD202B1-51A7-49DA-A8B9-17520219708F}" type="presParOf" srcId="{D5B896A3-23E7-4E78-8B62-64B77A778707}" destId="{5A4AA555-41A6-419E-9E76-E158766E41C9}" srcOrd="0" destOrd="0" presId="urn:microsoft.com/office/officeart/2005/8/layout/hierarchy3"/>
    <dgm:cxn modelId="{58CC79EE-EF50-4855-9561-63152F49EE10}" type="presParOf" srcId="{D5B896A3-23E7-4E78-8B62-64B77A778707}" destId="{B88F9EC8-15E6-4340-B15E-708731A46427}" srcOrd="1" destOrd="0" presId="urn:microsoft.com/office/officeart/2005/8/layout/hierarchy3"/>
    <dgm:cxn modelId="{70CF538B-12E0-4B4B-AD8E-A12882020A49}" type="presParOf" srcId="{D4AB3DC1-ABEF-4BF2-9C05-A54CD2193948}" destId="{9038457B-F066-462C-90E1-20FD2D32B493}" srcOrd="1" destOrd="0" presId="urn:microsoft.com/office/officeart/2005/8/layout/hierarchy3"/>
    <dgm:cxn modelId="{C5838AA7-FAF1-479B-83BC-7A3FE3BA52E4}" type="presParOf" srcId="{9038457B-F066-462C-90E1-20FD2D32B493}" destId="{D672CE27-A8DE-41B7-98B1-91D3D1BBD3C8}" srcOrd="0" destOrd="0" presId="urn:microsoft.com/office/officeart/2005/8/layout/hierarchy3"/>
    <dgm:cxn modelId="{D9F4501B-76C8-4645-97DA-B1D7F50D59E2}" type="presParOf" srcId="{9038457B-F066-462C-90E1-20FD2D32B493}" destId="{2E022D22-C01C-4B3E-A384-8CD07E5CC568}"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31F66E0-DD4E-4FCA-ACFC-AACCE1BECB9D}"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zh-CN" altLang="en-US"/>
        </a:p>
      </dgm:t>
    </dgm:pt>
    <dgm:pt modelId="{69C9D4DE-0B57-433B-B2A7-A346F73F66DB}">
      <dgm:prSet phldrT="[文本]" custT="1"/>
      <dgm:spPr/>
      <dgm:t>
        <a:bodyPr/>
        <a:lstStyle/>
        <a:p>
          <a:r>
            <a:rPr lang="zh-CN" altLang="en-US" sz="2800" dirty="0"/>
            <a:t>数据规模</a:t>
          </a:r>
        </a:p>
      </dgm:t>
    </dgm:pt>
    <dgm:pt modelId="{33AC0638-1956-4E92-9E16-2DEC2A6A18E9}" type="parTrans" cxnId="{A57A6A9E-B03E-45A0-81E4-888282536D92}">
      <dgm:prSet/>
      <dgm:spPr/>
      <dgm:t>
        <a:bodyPr/>
        <a:lstStyle/>
        <a:p>
          <a:endParaRPr lang="zh-CN" altLang="en-US"/>
        </a:p>
      </dgm:t>
    </dgm:pt>
    <dgm:pt modelId="{8AE59665-98B1-4E5B-BAD9-61D390DD5140}" type="sibTrans" cxnId="{A57A6A9E-B03E-45A0-81E4-888282536D92}">
      <dgm:prSet/>
      <dgm:spPr/>
      <dgm:t>
        <a:bodyPr/>
        <a:lstStyle/>
        <a:p>
          <a:endParaRPr lang="zh-CN" altLang="en-US"/>
        </a:p>
      </dgm:t>
    </dgm:pt>
    <dgm:pt modelId="{B24906D0-7F1B-45AB-95D4-8F8C2184D86A}">
      <dgm:prSet phldrT="[文本]" custT="1"/>
      <dgm:spPr/>
      <dgm:t>
        <a:bodyPr/>
        <a:lstStyle/>
        <a:p>
          <a:r>
            <a:rPr lang="en-US" altLang="en-US" sz="2000" dirty="0"/>
            <a:t>743 </a:t>
          </a:r>
          <a:r>
            <a:rPr lang="zh-CN" altLang="en-US" sz="2000" dirty="0"/>
            <a:t>个</a:t>
          </a:r>
          <a:r>
            <a:rPr lang="en-US" altLang="en-US" sz="2000" dirty="0"/>
            <a:t> </a:t>
          </a:r>
          <a:r>
            <a:rPr lang="zh-CN" altLang="en-US" sz="2000" dirty="0"/>
            <a:t>核心视频</a:t>
          </a:r>
        </a:p>
      </dgm:t>
    </dgm:pt>
    <dgm:pt modelId="{11502B55-E37C-49BC-A61B-F21AC08AE058}" type="parTrans" cxnId="{4A3C7079-56D2-4396-B43A-1685A6EA096D}">
      <dgm:prSet/>
      <dgm:spPr/>
      <dgm:t>
        <a:bodyPr/>
        <a:lstStyle/>
        <a:p>
          <a:endParaRPr lang="zh-CN" altLang="en-US"/>
        </a:p>
      </dgm:t>
    </dgm:pt>
    <dgm:pt modelId="{059C1A22-1BBF-4BE7-A577-F8171B9E2C8A}" type="sibTrans" cxnId="{4A3C7079-56D2-4396-B43A-1685A6EA096D}">
      <dgm:prSet/>
      <dgm:spPr/>
      <dgm:t>
        <a:bodyPr/>
        <a:lstStyle/>
        <a:p>
          <a:endParaRPr lang="zh-CN" altLang="en-US"/>
        </a:p>
      </dgm:t>
    </dgm:pt>
    <dgm:pt modelId="{691CE041-F28D-4A69-8532-BEC0166EB42A}">
      <dgm:prSet phldrT="[文本]" custT="1"/>
      <dgm:spPr/>
      <dgm:t>
        <a:bodyPr/>
        <a:lstStyle/>
        <a:p>
          <a:r>
            <a:rPr lang="zh-CN" altLang="en-US" sz="2800" dirty="0"/>
            <a:t>采集数据字段</a:t>
          </a:r>
        </a:p>
      </dgm:t>
    </dgm:pt>
    <dgm:pt modelId="{F2285A82-6807-4925-A7BD-3CFFD98980D4}" type="parTrans" cxnId="{98C02E3C-831F-4484-997B-2B83EE0CEFCF}">
      <dgm:prSet/>
      <dgm:spPr/>
      <dgm:t>
        <a:bodyPr/>
        <a:lstStyle/>
        <a:p>
          <a:endParaRPr lang="zh-CN" altLang="en-US"/>
        </a:p>
      </dgm:t>
    </dgm:pt>
    <dgm:pt modelId="{4E271D05-BC43-4B89-80C5-ECA84048A6B6}" type="sibTrans" cxnId="{98C02E3C-831F-4484-997B-2B83EE0CEFCF}">
      <dgm:prSet/>
      <dgm:spPr/>
      <dgm:t>
        <a:bodyPr/>
        <a:lstStyle/>
        <a:p>
          <a:endParaRPr lang="zh-CN" altLang="en-US"/>
        </a:p>
      </dgm:t>
    </dgm:pt>
    <dgm:pt modelId="{A94BB73D-1A21-4AFC-9DB6-45E20C1FA676}">
      <dgm:prSet phldrT="[文本]" custT="1"/>
      <dgm:spPr/>
      <dgm:t>
        <a:bodyPr/>
        <a:lstStyle/>
        <a:p>
          <a:r>
            <a:rPr lang="zh-CN" altLang="en-US" sz="2000" dirty="0"/>
            <a:t>元数据： 观看、点赞、投币、收藏、分享</a:t>
          </a:r>
        </a:p>
      </dgm:t>
    </dgm:pt>
    <dgm:pt modelId="{7DFDCAC7-DC18-4DBE-A046-EC11F418FF04}" type="parTrans" cxnId="{41A2D680-BCD3-4E0F-B671-56C5844DF676}">
      <dgm:prSet/>
      <dgm:spPr/>
      <dgm:t>
        <a:bodyPr/>
        <a:lstStyle/>
        <a:p>
          <a:endParaRPr lang="zh-CN" altLang="en-US"/>
        </a:p>
      </dgm:t>
    </dgm:pt>
    <dgm:pt modelId="{E51D55E5-0FA5-452D-AA15-0C593E565054}" type="sibTrans" cxnId="{41A2D680-BCD3-4E0F-B671-56C5844DF676}">
      <dgm:prSet/>
      <dgm:spPr/>
      <dgm:t>
        <a:bodyPr/>
        <a:lstStyle/>
        <a:p>
          <a:endParaRPr lang="zh-CN" altLang="en-US"/>
        </a:p>
      </dgm:t>
    </dgm:pt>
    <dgm:pt modelId="{B014FC3C-1692-4DBD-BBA2-EDE40CB0C4CB}">
      <dgm:prSet phldrT="[文本]" custT="1"/>
      <dgm:spPr/>
      <dgm:t>
        <a:bodyPr/>
        <a:lstStyle/>
        <a:p>
          <a:r>
            <a:rPr lang="zh-CN" altLang="en-US" sz="1800" dirty="0"/>
            <a:t>文本数据： 评论内容、弹幕内容</a:t>
          </a:r>
        </a:p>
      </dgm:t>
    </dgm:pt>
    <dgm:pt modelId="{9058BDBA-1F18-4728-B243-F117C6FC8A33}" type="parTrans" cxnId="{0705FF7F-7EC5-4838-820A-DBF212E80F42}">
      <dgm:prSet/>
      <dgm:spPr/>
      <dgm:t>
        <a:bodyPr/>
        <a:lstStyle/>
        <a:p>
          <a:endParaRPr lang="zh-CN" altLang="en-US"/>
        </a:p>
      </dgm:t>
    </dgm:pt>
    <dgm:pt modelId="{E14165A9-014D-4C86-917C-AA7DEA12F581}" type="sibTrans" cxnId="{0705FF7F-7EC5-4838-820A-DBF212E80F42}">
      <dgm:prSet/>
      <dgm:spPr/>
      <dgm:t>
        <a:bodyPr/>
        <a:lstStyle/>
        <a:p>
          <a:endParaRPr lang="zh-CN" altLang="en-US"/>
        </a:p>
      </dgm:t>
    </dgm:pt>
    <dgm:pt modelId="{D0C98F4A-15CA-4000-B155-1E29E2EF2D5D}">
      <dgm:prSet phldrT="[文本]" custT="1"/>
      <dgm:spPr/>
      <dgm:t>
        <a:bodyPr/>
        <a:lstStyle/>
        <a:p>
          <a:r>
            <a:rPr lang="en-US" altLang="en-US" sz="1800" dirty="0"/>
            <a:t>UP</a:t>
          </a:r>
          <a:r>
            <a:rPr lang="zh-CN" altLang="en-US" sz="1800" dirty="0"/>
            <a:t>主信息： </a:t>
          </a:r>
          <a:r>
            <a:rPr lang="en-US" altLang="en-US" sz="1800" dirty="0"/>
            <a:t>UP</a:t>
          </a:r>
          <a:r>
            <a:rPr lang="zh-CN" altLang="en-US" sz="1800" dirty="0"/>
            <a:t>主</a:t>
          </a:r>
          <a:r>
            <a:rPr lang="en-US" altLang="en-US" sz="1800" dirty="0"/>
            <a:t>ID</a:t>
          </a:r>
          <a:r>
            <a:rPr lang="zh-CN" altLang="en-US" sz="1800" dirty="0"/>
            <a:t>、粉丝数</a:t>
          </a:r>
        </a:p>
      </dgm:t>
    </dgm:pt>
    <dgm:pt modelId="{08FF260F-DCBE-4B4B-A263-4BE0E8CEFF45}" type="parTrans" cxnId="{5D0E9770-F53D-4ACB-B9F2-358D1EF64AF9}">
      <dgm:prSet/>
      <dgm:spPr/>
      <dgm:t>
        <a:bodyPr/>
        <a:lstStyle/>
        <a:p>
          <a:endParaRPr lang="zh-CN" altLang="en-US"/>
        </a:p>
      </dgm:t>
    </dgm:pt>
    <dgm:pt modelId="{C456FB7A-8542-450C-80AD-795322A85784}" type="sibTrans" cxnId="{5D0E9770-F53D-4ACB-B9F2-358D1EF64AF9}">
      <dgm:prSet/>
      <dgm:spPr/>
      <dgm:t>
        <a:bodyPr/>
        <a:lstStyle/>
        <a:p>
          <a:endParaRPr lang="zh-CN" altLang="en-US"/>
        </a:p>
      </dgm:t>
    </dgm:pt>
    <dgm:pt modelId="{70A023A2-4A16-4004-9DDE-FEAC73CDECDF}">
      <dgm:prSet phldrT="[文本]" custT="1"/>
      <dgm:spPr/>
      <dgm:t>
        <a:bodyPr/>
        <a:lstStyle/>
        <a:p>
          <a:r>
            <a:rPr lang="en-US" altLang="en-US" sz="2000" dirty="0"/>
            <a:t>4.86 </a:t>
          </a:r>
          <a:r>
            <a:rPr lang="zh-CN" altLang="en-US" sz="2000" dirty="0"/>
            <a:t>亿 总观看量</a:t>
          </a:r>
        </a:p>
      </dgm:t>
    </dgm:pt>
    <dgm:pt modelId="{19C08C46-38AD-455E-80E2-462ADCC70D6F}" type="parTrans" cxnId="{B64EED9A-EDD8-417A-A73D-4A4E9BBEF2E8}">
      <dgm:prSet/>
      <dgm:spPr/>
      <dgm:t>
        <a:bodyPr/>
        <a:lstStyle/>
        <a:p>
          <a:endParaRPr lang="zh-CN" altLang="en-US"/>
        </a:p>
      </dgm:t>
    </dgm:pt>
    <dgm:pt modelId="{6BCF02F8-E4BF-466B-B1F4-C63153FAC93A}" type="sibTrans" cxnId="{B64EED9A-EDD8-417A-A73D-4A4E9BBEF2E8}">
      <dgm:prSet/>
      <dgm:spPr/>
      <dgm:t>
        <a:bodyPr/>
        <a:lstStyle/>
        <a:p>
          <a:endParaRPr lang="zh-CN" altLang="en-US"/>
        </a:p>
      </dgm:t>
    </dgm:pt>
    <dgm:pt modelId="{6AB49670-4462-4298-AE08-570C15A234D8}">
      <dgm:prSet phldrT="[文本]" custT="1"/>
      <dgm:spPr/>
      <dgm:t>
        <a:bodyPr/>
        <a:lstStyle/>
        <a:p>
          <a:r>
            <a:rPr lang="en-US" altLang="en-US" sz="2000" dirty="0"/>
            <a:t>176 </a:t>
          </a:r>
          <a:r>
            <a:rPr lang="zh-CN" altLang="en-US" sz="2000" dirty="0"/>
            <a:t>万 评论与弹幕</a:t>
          </a:r>
        </a:p>
      </dgm:t>
    </dgm:pt>
    <dgm:pt modelId="{C75F35E1-64F3-45A3-85E8-0A8BBF4B7AF2}" type="parTrans" cxnId="{9F3B9DB2-DE54-4704-B9B8-58C65AA37BE3}">
      <dgm:prSet/>
      <dgm:spPr/>
      <dgm:t>
        <a:bodyPr/>
        <a:lstStyle/>
        <a:p>
          <a:endParaRPr lang="zh-CN" altLang="en-US"/>
        </a:p>
      </dgm:t>
    </dgm:pt>
    <dgm:pt modelId="{1DEFD7C0-7128-4C87-BDC8-20E6B6635AAE}" type="sibTrans" cxnId="{9F3B9DB2-DE54-4704-B9B8-58C65AA37BE3}">
      <dgm:prSet/>
      <dgm:spPr/>
      <dgm:t>
        <a:bodyPr/>
        <a:lstStyle/>
        <a:p>
          <a:endParaRPr lang="zh-CN" altLang="en-US"/>
        </a:p>
      </dgm:t>
    </dgm:pt>
    <dgm:pt modelId="{2B07DFB6-AB56-4472-82CC-970C8396B283}" type="pres">
      <dgm:prSet presAssocID="{D31F66E0-DD4E-4FCA-ACFC-AACCE1BECB9D}" presName="diagram" presStyleCnt="0">
        <dgm:presLayoutVars>
          <dgm:chPref val="1"/>
          <dgm:dir/>
          <dgm:animOne val="branch"/>
          <dgm:animLvl val="lvl"/>
          <dgm:resizeHandles/>
        </dgm:presLayoutVars>
      </dgm:prSet>
      <dgm:spPr/>
    </dgm:pt>
    <dgm:pt modelId="{3BBCA346-3BE3-4283-A6D7-549D9144AE14}" type="pres">
      <dgm:prSet presAssocID="{69C9D4DE-0B57-433B-B2A7-A346F73F66DB}" presName="root" presStyleCnt="0"/>
      <dgm:spPr/>
    </dgm:pt>
    <dgm:pt modelId="{B0E8DA79-0367-44C2-B674-16285A2D843A}" type="pres">
      <dgm:prSet presAssocID="{69C9D4DE-0B57-433B-B2A7-A346F73F66DB}" presName="rootComposite" presStyleCnt="0"/>
      <dgm:spPr/>
    </dgm:pt>
    <dgm:pt modelId="{0A8CFD65-DA41-4D6F-B686-0A4CEA262A88}" type="pres">
      <dgm:prSet presAssocID="{69C9D4DE-0B57-433B-B2A7-A346F73F66DB}" presName="rootText" presStyleLbl="node1" presStyleIdx="0" presStyleCnt="2" custScaleX="202085" custScaleY="70074"/>
      <dgm:spPr/>
    </dgm:pt>
    <dgm:pt modelId="{0011062B-440E-4354-8F98-CEBDEB77E7E0}" type="pres">
      <dgm:prSet presAssocID="{69C9D4DE-0B57-433B-B2A7-A346F73F66DB}" presName="rootConnector" presStyleLbl="node1" presStyleIdx="0" presStyleCnt="2"/>
      <dgm:spPr/>
    </dgm:pt>
    <dgm:pt modelId="{BD1E6602-575E-48C9-AF3A-72E02AEB9598}" type="pres">
      <dgm:prSet presAssocID="{69C9D4DE-0B57-433B-B2A7-A346F73F66DB}" presName="childShape" presStyleCnt="0"/>
      <dgm:spPr/>
    </dgm:pt>
    <dgm:pt modelId="{C8423A36-A347-4872-820D-AB9B5987A987}" type="pres">
      <dgm:prSet presAssocID="{11502B55-E37C-49BC-A61B-F21AC08AE058}" presName="Name13" presStyleLbl="parChTrans1D2" presStyleIdx="0" presStyleCnt="6"/>
      <dgm:spPr/>
    </dgm:pt>
    <dgm:pt modelId="{9199F4C5-19CB-4E51-A804-501D27A352D4}" type="pres">
      <dgm:prSet presAssocID="{B24906D0-7F1B-45AB-95D4-8F8C2184D86A}" presName="childText" presStyleLbl="bgAcc1" presStyleIdx="0" presStyleCnt="6" custScaleX="209502">
        <dgm:presLayoutVars>
          <dgm:bulletEnabled val="1"/>
        </dgm:presLayoutVars>
      </dgm:prSet>
      <dgm:spPr/>
    </dgm:pt>
    <dgm:pt modelId="{E7510E29-2643-4A1C-BB4A-9C0F76C2B90B}" type="pres">
      <dgm:prSet presAssocID="{19C08C46-38AD-455E-80E2-462ADCC70D6F}" presName="Name13" presStyleLbl="parChTrans1D2" presStyleIdx="1" presStyleCnt="6"/>
      <dgm:spPr/>
    </dgm:pt>
    <dgm:pt modelId="{80F5962E-F4BC-46B0-BFA5-33C0D2D63595}" type="pres">
      <dgm:prSet presAssocID="{70A023A2-4A16-4004-9DDE-FEAC73CDECDF}" presName="childText" presStyleLbl="bgAcc1" presStyleIdx="1" presStyleCnt="6" custScaleX="209502">
        <dgm:presLayoutVars>
          <dgm:bulletEnabled val="1"/>
        </dgm:presLayoutVars>
      </dgm:prSet>
      <dgm:spPr/>
    </dgm:pt>
    <dgm:pt modelId="{D24DD44F-E2C8-43E2-83B0-EEB5A028AA3B}" type="pres">
      <dgm:prSet presAssocID="{C75F35E1-64F3-45A3-85E8-0A8BBF4B7AF2}" presName="Name13" presStyleLbl="parChTrans1D2" presStyleIdx="2" presStyleCnt="6"/>
      <dgm:spPr/>
    </dgm:pt>
    <dgm:pt modelId="{9265695A-1471-47C9-A563-A1BC0EBABF29}" type="pres">
      <dgm:prSet presAssocID="{6AB49670-4462-4298-AE08-570C15A234D8}" presName="childText" presStyleLbl="bgAcc1" presStyleIdx="2" presStyleCnt="6" custScaleX="209502" custLinFactNeighborY="3576">
        <dgm:presLayoutVars>
          <dgm:bulletEnabled val="1"/>
        </dgm:presLayoutVars>
      </dgm:prSet>
      <dgm:spPr/>
    </dgm:pt>
    <dgm:pt modelId="{9211154D-3426-4DAB-9E27-D00BBDABDBB7}" type="pres">
      <dgm:prSet presAssocID="{691CE041-F28D-4A69-8532-BEC0166EB42A}" presName="root" presStyleCnt="0"/>
      <dgm:spPr/>
    </dgm:pt>
    <dgm:pt modelId="{9A6E214E-3503-458D-BB79-A8F985480B31}" type="pres">
      <dgm:prSet presAssocID="{691CE041-F28D-4A69-8532-BEC0166EB42A}" presName="rootComposite" presStyleCnt="0"/>
      <dgm:spPr/>
    </dgm:pt>
    <dgm:pt modelId="{31C4C6D3-FFC4-47DD-A464-F6D3D49C1FE4}" type="pres">
      <dgm:prSet presAssocID="{691CE041-F28D-4A69-8532-BEC0166EB42A}" presName="rootText" presStyleLbl="node1" presStyleIdx="1" presStyleCnt="2" custScaleX="209024" custScaleY="70074"/>
      <dgm:spPr/>
    </dgm:pt>
    <dgm:pt modelId="{0F47FA8B-5082-497B-9F06-1F448B3157DC}" type="pres">
      <dgm:prSet presAssocID="{691CE041-F28D-4A69-8532-BEC0166EB42A}" presName="rootConnector" presStyleLbl="node1" presStyleIdx="1" presStyleCnt="2"/>
      <dgm:spPr/>
    </dgm:pt>
    <dgm:pt modelId="{FEAF2A16-C9E1-48C7-A438-3FC5E8ABD6B2}" type="pres">
      <dgm:prSet presAssocID="{691CE041-F28D-4A69-8532-BEC0166EB42A}" presName="childShape" presStyleCnt="0"/>
      <dgm:spPr/>
    </dgm:pt>
    <dgm:pt modelId="{1D16449D-FEA4-4DF4-A30D-53410E5E227F}" type="pres">
      <dgm:prSet presAssocID="{7DFDCAC7-DC18-4DBE-A046-EC11F418FF04}" presName="Name13" presStyleLbl="parChTrans1D2" presStyleIdx="3" presStyleCnt="6"/>
      <dgm:spPr/>
    </dgm:pt>
    <dgm:pt modelId="{382ABC38-EC05-42BB-A2B1-307A7F10EE2E}" type="pres">
      <dgm:prSet presAssocID="{A94BB73D-1A21-4AFC-9DB6-45E20C1FA676}" presName="childText" presStyleLbl="bgAcc1" presStyleIdx="3" presStyleCnt="6" custScaleX="237266" custLinFactNeighborY="3576">
        <dgm:presLayoutVars>
          <dgm:bulletEnabled val="1"/>
        </dgm:presLayoutVars>
      </dgm:prSet>
      <dgm:spPr/>
    </dgm:pt>
    <dgm:pt modelId="{B516E0E1-D217-457F-9FF1-6403D6106A31}" type="pres">
      <dgm:prSet presAssocID="{9058BDBA-1F18-4728-B243-F117C6FC8A33}" presName="Name13" presStyleLbl="parChTrans1D2" presStyleIdx="4" presStyleCnt="6"/>
      <dgm:spPr/>
    </dgm:pt>
    <dgm:pt modelId="{19251709-24E5-45BB-89FF-9A643D6A9CF0}" type="pres">
      <dgm:prSet presAssocID="{B014FC3C-1692-4DBD-BBA2-EDE40CB0C4CB}" presName="childText" presStyleLbl="bgAcc1" presStyleIdx="4" presStyleCnt="6" custScaleX="237266" custLinFactNeighborY="3576">
        <dgm:presLayoutVars>
          <dgm:bulletEnabled val="1"/>
        </dgm:presLayoutVars>
      </dgm:prSet>
      <dgm:spPr/>
    </dgm:pt>
    <dgm:pt modelId="{223F2F54-DB5E-47C2-9209-E8BB3F72D246}" type="pres">
      <dgm:prSet presAssocID="{08FF260F-DCBE-4B4B-A263-4BE0E8CEFF45}" presName="Name13" presStyleLbl="parChTrans1D2" presStyleIdx="5" presStyleCnt="6"/>
      <dgm:spPr/>
    </dgm:pt>
    <dgm:pt modelId="{58FAD506-B1BF-46A0-A7BF-B72AAEB17145}" type="pres">
      <dgm:prSet presAssocID="{D0C98F4A-15CA-4000-B155-1E29E2EF2D5D}" presName="childText" presStyleLbl="bgAcc1" presStyleIdx="5" presStyleCnt="6" custScaleX="237266" custLinFactNeighborY="3576">
        <dgm:presLayoutVars>
          <dgm:bulletEnabled val="1"/>
        </dgm:presLayoutVars>
      </dgm:prSet>
      <dgm:spPr/>
    </dgm:pt>
  </dgm:ptLst>
  <dgm:cxnLst>
    <dgm:cxn modelId="{745AE10C-3A7F-445F-91A1-A328966DF92E}" type="presOf" srcId="{691CE041-F28D-4A69-8532-BEC0166EB42A}" destId="{0F47FA8B-5082-497B-9F06-1F448B3157DC}" srcOrd="1" destOrd="0" presId="urn:microsoft.com/office/officeart/2005/8/layout/hierarchy3"/>
    <dgm:cxn modelId="{1B730C13-1731-43DD-A1BA-359E1F85E2DC}" type="presOf" srcId="{D0C98F4A-15CA-4000-B155-1E29E2EF2D5D}" destId="{58FAD506-B1BF-46A0-A7BF-B72AAEB17145}" srcOrd="0" destOrd="0" presId="urn:microsoft.com/office/officeart/2005/8/layout/hierarchy3"/>
    <dgm:cxn modelId="{3C5D961F-9D3E-4C1D-A76A-87071F726524}" type="presOf" srcId="{70A023A2-4A16-4004-9DDE-FEAC73CDECDF}" destId="{80F5962E-F4BC-46B0-BFA5-33C0D2D63595}" srcOrd="0" destOrd="0" presId="urn:microsoft.com/office/officeart/2005/8/layout/hierarchy3"/>
    <dgm:cxn modelId="{745E2E32-5037-4806-AF68-FC7FA9CD47DE}" type="presOf" srcId="{B014FC3C-1692-4DBD-BBA2-EDE40CB0C4CB}" destId="{19251709-24E5-45BB-89FF-9A643D6A9CF0}" srcOrd="0" destOrd="0" presId="urn:microsoft.com/office/officeart/2005/8/layout/hierarchy3"/>
    <dgm:cxn modelId="{1A3AD936-6B82-4806-848D-9C08CED56F41}" type="presOf" srcId="{A94BB73D-1A21-4AFC-9DB6-45E20C1FA676}" destId="{382ABC38-EC05-42BB-A2B1-307A7F10EE2E}" srcOrd="0" destOrd="0" presId="urn:microsoft.com/office/officeart/2005/8/layout/hierarchy3"/>
    <dgm:cxn modelId="{98C02E3C-831F-4484-997B-2B83EE0CEFCF}" srcId="{D31F66E0-DD4E-4FCA-ACFC-AACCE1BECB9D}" destId="{691CE041-F28D-4A69-8532-BEC0166EB42A}" srcOrd="1" destOrd="0" parTransId="{F2285A82-6807-4925-A7BD-3CFFD98980D4}" sibTransId="{4E271D05-BC43-4B89-80C5-ECA84048A6B6}"/>
    <dgm:cxn modelId="{936BF94A-D6E3-49D2-BDE2-2DCC5E290AEC}" type="presOf" srcId="{69C9D4DE-0B57-433B-B2A7-A346F73F66DB}" destId="{0011062B-440E-4354-8F98-CEBDEB77E7E0}" srcOrd="1" destOrd="0" presId="urn:microsoft.com/office/officeart/2005/8/layout/hierarchy3"/>
    <dgm:cxn modelId="{5D0E9770-F53D-4ACB-B9F2-358D1EF64AF9}" srcId="{691CE041-F28D-4A69-8532-BEC0166EB42A}" destId="{D0C98F4A-15CA-4000-B155-1E29E2EF2D5D}" srcOrd="2" destOrd="0" parTransId="{08FF260F-DCBE-4B4B-A263-4BE0E8CEFF45}" sibTransId="{C456FB7A-8542-450C-80AD-795322A85784}"/>
    <dgm:cxn modelId="{0CA3C872-753D-493A-82CF-68D834DB38E5}" type="presOf" srcId="{08FF260F-DCBE-4B4B-A263-4BE0E8CEFF45}" destId="{223F2F54-DB5E-47C2-9209-E8BB3F72D246}" srcOrd="0" destOrd="0" presId="urn:microsoft.com/office/officeart/2005/8/layout/hierarchy3"/>
    <dgm:cxn modelId="{4A3C7079-56D2-4396-B43A-1685A6EA096D}" srcId="{69C9D4DE-0B57-433B-B2A7-A346F73F66DB}" destId="{B24906D0-7F1B-45AB-95D4-8F8C2184D86A}" srcOrd="0" destOrd="0" parTransId="{11502B55-E37C-49BC-A61B-F21AC08AE058}" sibTransId="{059C1A22-1BBF-4BE7-A577-F8171B9E2C8A}"/>
    <dgm:cxn modelId="{C838027A-7214-4BEA-A270-68F6442F42C3}" type="presOf" srcId="{C75F35E1-64F3-45A3-85E8-0A8BBF4B7AF2}" destId="{D24DD44F-E2C8-43E2-83B0-EEB5A028AA3B}" srcOrd="0" destOrd="0" presId="urn:microsoft.com/office/officeart/2005/8/layout/hierarchy3"/>
    <dgm:cxn modelId="{0705FF7F-7EC5-4838-820A-DBF212E80F42}" srcId="{691CE041-F28D-4A69-8532-BEC0166EB42A}" destId="{B014FC3C-1692-4DBD-BBA2-EDE40CB0C4CB}" srcOrd="1" destOrd="0" parTransId="{9058BDBA-1F18-4728-B243-F117C6FC8A33}" sibTransId="{E14165A9-014D-4C86-917C-AA7DEA12F581}"/>
    <dgm:cxn modelId="{41A2D680-BCD3-4E0F-B671-56C5844DF676}" srcId="{691CE041-F28D-4A69-8532-BEC0166EB42A}" destId="{A94BB73D-1A21-4AFC-9DB6-45E20C1FA676}" srcOrd="0" destOrd="0" parTransId="{7DFDCAC7-DC18-4DBE-A046-EC11F418FF04}" sibTransId="{E51D55E5-0FA5-452D-AA15-0C593E565054}"/>
    <dgm:cxn modelId="{EC79BA87-4B38-43DD-A2B3-E9A8F3378982}" type="presOf" srcId="{11502B55-E37C-49BC-A61B-F21AC08AE058}" destId="{C8423A36-A347-4872-820D-AB9B5987A987}" srcOrd="0" destOrd="0" presId="urn:microsoft.com/office/officeart/2005/8/layout/hierarchy3"/>
    <dgm:cxn modelId="{A5AE0894-CD1E-41B1-90EC-645C5AF38746}" type="presOf" srcId="{9058BDBA-1F18-4728-B243-F117C6FC8A33}" destId="{B516E0E1-D217-457F-9FF1-6403D6106A31}" srcOrd="0" destOrd="0" presId="urn:microsoft.com/office/officeart/2005/8/layout/hierarchy3"/>
    <dgm:cxn modelId="{B64EED9A-EDD8-417A-A73D-4A4E9BBEF2E8}" srcId="{69C9D4DE-0B57-433B-B2A7-A346F73F66DB}" destId="{70A023A2-4A16-4004-9DDE-FEAC73CDECDF}" srcOrd="1" destOrd="0" parTransId="{19C08C46-38AD-455E-80E2-462ADCC70D6F}" sibTransId="{6BCF02F8-E4BF-466B-B1F4-C63153FAC93A}"/>
    <dgm:cxn modelId="{A57A6A9E-B03E-45A0-81E4-888282536D92}" srcId="{D31F66E0-DD4E-4FCA-ACFC-AACCE1BECB9D}" destId="{69C9D4DE-0B57-433B-B2A7-A346F73F66DB}" srcOrd="0" destOrd="0" parTransId="{33AC0638-1956-4E92-9E16-2DEC2A6A18E9}" sibTransId="{8AE59665-98B1-4E5B-BAD9-61D390DD5140}"/>
    <dgm:cxn modelId="{ED1664A8-83EE-4834-BA0B-09DD63E19D65}" type="presOf" srcId="{19C08C46-38AD-455E-80E2-462ADCC70D6F}" destId="{E7510E29-2643-4A1C-BB4A-9C0F76C2B90B}" srcOrd="0" destOrd="0" presId="urn:microsoft.com/office/officeart/2005/8/layout/hierarchy3"/>
    <dgm:cxn modelId="{9F3B9DB2-DE54-4704-B9B8-58C65AA37BE3}" srcId="{69C9D4DE-0B57-433B-B2A7-A346F73F66DB}" destId="{6AB49670-4462-4298-AE08-570C15A234D8}" srcOrd="2" destOrd="0" parTransId="{C75F35E1-64F3-45A3-85E8-0A8BBF4B7AF2}" sibTransId="{1DEFD7C0-7128-4C87-BDC8-20E6B6635AAE}"/>
    <dgm:cxn modelId="{EE9BFBB4-202D-47E6-B679-36266D3B1592}" type="presOf" srcId="{69C9D4DE-0B57-433B-B2A7-A346F73F66DB}" destId="{0A8CFD65-DA41-4D6F-B686-0A4CEA262A88}" srcOrd="0" destOrd="0" presId="urn:microsoft.com/office/officeart/2005/8/layout/hierarchy3"/>
    <dgm:cxn modelId="{18BD64C7-7871-4EE9-BEBE-388C160C1497}" type="presOf" srcId="{6AB49670-4462-4298-AE08-570C15A234D8}" destId="{9265695A-1471-47C9-A563-A1BC0EBABF29}" srcOrd="0" destOrd="0" presId="urn:microsoft.com/office/officeart/2005/8/layout/hierarchy3"/>
    <dgm:cxn modelId="{A27BD3D4-CCAF-4810-B1CD-1A2134290729}" type="presOf" srcId="{D31F66E0-DD4E-4FCA-ACFC-AACCE1BECB9D}" destId="{2B07DFB6-AB56-4472-82CC-970C8396B283}" srcOrd="0" destOrd="0" presId="urn:microsoft.com/office/officeart/2005/8/layout/hierarchy3"/>
    <dgm:cxn modelId="{39F2D5E8-91A0-4C95-B8E9-BA935F5669E8}" type="presOf" srcId="{691CE041-F28D-4A69-8532-BEC0166EB42A}" destId="{31C4C6D3-FFC4-47DD-A464-F6D3D49C1FE4}" srcOrd="0" destOrd="0" presId="urn:microsoft.com/office/officeart/2005/8/layout/hierarchy3"/>
    <dgm:cxn modelId="{ABE39DEE-B931-4B54-87C6-0692C66AA474}" type="presOf" srcId="{B24906D0-7F1B-45AB-95D4-8F8C2184D86A}" destId="{9199F4C5-19CB-4E51-A804-501D27A352D4}" srcOrd="0" destOrd="0" presId="urn:microsoft.com/office/officeart/2005/8/layout/hierarchy3"/>
    <dgm:cxn modelId="{CFBD2BFA-0B5D-449C-AB62-4890A71C03DF}" type="presOf" srcId="{7DFDCAC7-DC18-4DBE-A046-EC11F418FF04}" destId="{1D16449D-FEA4-4DF4-A30D-53410E5E227F}" srcOrd="0" destOrd="0" presId="urn:microsoft.com/office/officeart/2005/8/layout/hierarchy3"/>
    <dgm:cxn modelId="{A9396ACD-FA25-41C4-9718-FBE49FC7AD48}" type="presParOf" srcId="{2B07DFB6-AB56-4472-82CC-970C8396B283}" destId="{3BBCA346-3BE3-4283-A6D7-549D9144AE14}" srcOrd="0" destOrd="0" presId="urn:microsoft.com/office/officeart/2005/8/layout/hierarchy3"/>
    <dgm:cxn modelId="{8F4FE4F1-8867-4670-857A-27C69D56FFEA}" type="presParOf" srcId="{3BBCA346-3BE3-4283-A6D7-549D9144AE14}" destId="{B0E8DA79-0367-44C2-B674-16285A2D843A}" srcOrd="0" destOrd="0" presId="urn:microsoft.com/office/officeart/2005/8/layout/hierarchy3"/>
    <dgm:cxn modelId="{83FF6E36-44B3-4637-AA3D-2401327D4561}" type="presParOf" srcId="{B0E8DA79-0367-44C2-B674-16285A2D843A}" destId="{0A8CFD65-DA41-4D6F-B686-0A4CEA262A88}" srcOrd="0" destOrd="0" presId="urn:microsoft.com/office/officeart/2005/8/layout/hierarchy3"/>
    <dgm:cxn modelId="{2E00E265-5FAC-4144-A539-26868828D402}" type="presParOf" srcId="{B0E8DA79-0367-44C2-B674-16285A2D843A}" destId="{0011062B-440E-4354-8F98-CEBDEB77E7E0}" srcOrd="1" destOrd="0" presId="urn:microsoft.com/office/officeart/2005/8/layout/hierarchy3"/>
    <dgm:cxn modelId="{F490678F-2883-4AFE-919B-1089881C6C2F}" type="presParOf" srcId="{3BBCA346-3BE3-4283-A6D7-549D9144AE14}" destId="{BD1E6602-575E-48C9-AF3A-72E02AEB9598}" srcOrd="1" destOrd="0" presId="urn:microsoft.com/office/officeart/2005/8/layout/hierarchy3"/>
    <dgm:cxn modelId="{9C2359C7-E962-4C43-B979-F86DFF11B773}" type="presParOf" srcId="{BD1E6602-575E-48C9-AF3A-72E02AEB9598}" destId="{C8423A36-A347-4872-820D-AB9B5987A987}" srcOrd="0" destOrd="0" presId="urn:microsoft.com/office/officeart/2005/8/layout/hierarchy3"/>
    <dgm:cxn modelId="{0195C847-C858-4D95-9130-CBAD6B815C92}" type="presParOf" srcId="{BD1E6602-575E-48C9-AF3A-72E02AEB9598}" destId="{9199F4C5-19CB-4E51-A804-501D27A352D4}" srcOrd="1" destOrd="0" presId="urn:microsoft.com/office/officeart/2005/8/layout/hierarchy3"/>
    <dgm:cxn modelId="{26C6AF53-ECFC-4B27-B385-E02D710D8AA0}" type="presParOf" srcId="{BD1E6602-575E-48C9-AF3A-72E02AEB9598}" destId="{E7510E29-2643-4A1C-BB4A-9C0F76C2B90B}" srcOrd="2" destOrd="0" presId="urn:microsoft.com/office/officeart/2005/8/layout/hierarchy3"/>
    <dgm:cxn modelId="{FE4E5D5B-1058-4EAD-9A47-E8C40254D905}" type="presParOf" srcId="{BD1E6602-575E-48C9-AF3A-72E02AEB9598}" destId="{80F5962E-F4BC-46B0-BFA5-33C0D2D63595}" srcOrd="3" destOrd="0" presId="urn:microsoft.com/office/officeart/2005/8/layout/hierarchy3"/>
    <dgm:cxn modelId="{2D32889F-9D86-4139-855F-7B1D777ED200}" type="presParOf" srcId="{BD1E6602-575E-48C9-AF3A-72E02AEB9598}" destId="{D24DD44F-E2C8-43E2-83B0-EEB5A028AA3B}" srcOrd="4" destOrd="0" presId="urn:microsoft.com/office/officeart/2005/8/layout/hierarchy3"/>
    <dgm:cxn modelId="{3EABED29-7487-424E-9413-5EED2B2860C3}" type="presParOf" srcId="{BD1E6602-575E-48C9-AF3A-72E02AEB9598}" destId="{9265695A-1471-47C9-A563-A1BC0EBABF29}" srcOrd="5" destOrd="0" presId="urn:microsoft.com/office/officeart/2005/8/layout/hierarchy3"/>
    <dgm:cxn modelId="{E88F777F-8E0D-440B-83AA-5F30C0A4810B}" type="presParOf" srcId="{2B07DFB6-AB56-4472-82CC-970C8396B283}" destId="{9211154D-3426-4DAB-9E27-D00BBDABDBB7}" srcOrd="1" destOrd="0" presId="urn:microsoft.com/office/officeart/2005/8/layout/hierarchy3"/>
    <dgm:cxn modelId="{93A0B41B-4E0E-4994-8483-D7BDCC63FC16}" type="presParOf" srcId="{9211154D-3426-4DAB-9E27-D00BBDABDBB7}" destId="{9A6E214E-3503-458D-BB79-A8F985480B31}" srcOrd="0" destOrd="0" presId="urn:microsoft.com/office/officeart/2005/8/layout/hierarchy3"/>
    <dgm:cxn modelId="{1B1E1B78-9892-4C39-9B13-FB5C54BAFC24}" type="presParOf" srcId="{9A6E214E-3503-458D-BB79-A8F985480B31}" destId="{31C4C6D3-FFC4-47DD-A464-F6D3D49C1FE4}" srcOrd="0" destOrd="0" presId="urn:microsoft.com/office/officeart/2005/8/layout/hierarchy3"/>
    <dgm:cxn modelId="{31B8A925-0BAE-4F6C-A087-572B556C8900}" type="presParOf" srcId="{9A6E214E-3503-458D-BB79-A8F985480B31}" destId="{0F47FA8B-5082-497B-9F06-1F448B3157DC}" srcOrd="1" destOrd="0" presId="urn:microsoft.com/office/officeart/2005/8/layout/hierarchy3"/>
    <dgm:cxn modelId="{B8298612-B385-4D5C-A8C8-0D8B0A9328EF}" type="presParOf" srcId="{9211154D-3426-4DAB-9E27-D00BBDABDBB7}" destId="{FEAF2A16-C9E1-48C7-A438-3FC5E8ABD6B2}" srcOrd="1" destOrd="0" presId="urn:microsoft.com/office/officeart/2005/8/layout/hierarchy3"/>
    <dgm:cxn modelId="{8B379387-3767-47D0-A56F-85F2E69BA134}" type="presParOf" srcId="{FEAF2A16-C9E1-48C7-A438-3FC5E8ABD6B2}" destId="{1D16449D-FEA4-4DF4-A30D-53410E5E227F}" srcOrd="0" destOrd="0" presId="urn:microsoft.com/office/officeart/2005/8/layout/hierarchy3"/>
    <dgm:cxn modelId="{729532A3-1579-4DF1-AED5-7ECD3FD89D7A}" type="presParOf" srcId="{FEAF2A16-C9E1-48C7-A438-3FC5E8ABD6B2}" destId="{382ABC38-EC05-42BB-A2B1-307A7F10EE2E}" srcOrd="1" destOrd="0" presId="urn:microsoft.com/office/officeart/2005/8/layout/hierarchy3"/>
    <dgm:cxn modelId="{B3551E25-9539-4A2A-804D-E9B974E02568}" type="presParOf" srcId="{FEAF2A16-C9E1-48C7-A438-3FC5E8ABD6B2}" destId="{B516E0E1-D217-457F-9FF1-6403D6106A31}" srcOrd="2" destOrd="0" presId="urn:microsoft.com/office/officeart/2005/8/layout/hierarchy3"/>
    <dgm:cxn modelId="{0D065C6E-98AD-4BBC-9613-0DED7719981C}" type="presParOf" srcId="{FEAF2A16-C9E1-48C7-A438-3FC5E8ABD6B2}" destId="{19251709-24E5-45BB-89FF-9A643D6A9CF0}" srcOrd="3" destOrd="0" presId="urn:microsoft.com/office/officeart/2005/8/layout/hierarchy3"/>
    <dgm:cxn modelId="{394833C4-3E73-4585-A36F-4FFEE5E72EA9}" type="presParOf" srcId="{FEAF2A16-C9E1-48C7-A438-3FC5E8ABD6B2}" destId="{223F2F54-DB5E-47C2-9209-E8BB3F72D246}" srcOrd="4" destOrd="0" presId="urn:microsoft.com/office/officeart/2005/8/layout/hierarchy3"/>
    <dgm:cxn modelId="{9C8B4B3A-A6B4-4DEA-A446-3EC0A760E46F}" type="presParOf" srcId="{FEAF2A16-C9E1-48C7-A438-3FC5E8ABD6B2}" destId="{58FAD506-B1BF-46A0-A7BF-B72AAEB17145}" srcOrd="5"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5D8C606-6B44-451C-8082-A64FE21E0654}"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B108084B-C84F-4FBA-A82A-54C1A4F2CBDD}">
      <dgm:prSet custT="1"/>
      <dgm:spPr/>
      <dgm:t>
        <a:bodyPr/>
        <a:lstStyle/>
        <a:p>
          <a:pPr algn="just">
            <a:spcBef>
              <a:spcPct val="0"/>
            </a:spcBef>
          </a:pPr>
          <a:r>
            <a:rPr lang="zh-CN" altLang="en-US" sz="2400" dirty="0"/>
            <a:t>解决方案：采用“自动化脚本</a:t>
          </a:r>
          <a:r>
            <a:rPr lang="en-US" altLang="zh-CN" sz="2400" dirty="0"/>
            <a:t>+</a:t>
          </a:r>
          <a:r>
            <a:rPr lang="zh-CN" altLang="en-US" sz="2400" dirty="0"/>
            <a:t>人工复核”相结合的方式。通过不断扩充同义词词典和俚语库，优化识别规则；同时，通过人工抽样检查，持续校准和迭代算法，确保问题提取的准确率和召回率。</a:t>
          </a:r>
          <a:endParaRPr lang="en-US" altLang="zh-CN" sz="2400" dirty="0"/>
        </a:p>
      </dgm:t>
    </dgm:pt>
    <dgm:pt modelId="{6E47D530-6130-4419-8C1D-FB853E265CCC}" type="parTrans" cxnId="{AFFBF3DA-6196-4FF7-B5E9-CE3451BE7A5E}">
      <dgm:prSet/>
      <dgm:spPr/>
      <dgm:t>
        <a:bodyPr/>
        <a:lstStyle/>
        <a:p>
          <a:endParaRPr lang="zh-CN" altLang="en-US"/>
        </a:p>
      </dgm:t>
    </dgm:pt>
    <dgm:pt modelId="{3F528750-C232-4C83-B93D-4917DA6903D3}" type="sibTrans" cxnId="{AFFBF3DA-6196-4FF7-B5E9-CE3451BE7A5E}">
      <dgm:prSet/>
      <dgm:spPr/>
      <dgm:t>
        <a:bodyPr/>
        <a:lstStyle/>
        <a:p>
          <a:endParaRPr lang="zh-CN" altLang="en-US"/>
        </a:p>
      </dgm:t>
    </dgm:pt>
    <dgm:pt modelId="{A2E8113F-0CBA-444D-8643-86A3BD453CF0}">
      <dgm:prSet phldrT="[文本]" phldr="0" custT="1"/>
      <dgm:spPr/>
      <dgm:t>
        <a:bodyPr/>
        <a:lstStyle/>
        <a:p>
          <a:pPr algn="just">
            <a:spcBef>
              <a:spcPts val="600"/>
            </a:spcBef>
          </a:pPr>
          <a:r>
            <a:rPr lang="zh-CN" altLang="en-US" sz="2400" dirty="0"/>
            <a:t>社交媒体评论中包含大量网络用语、谐音词、表情符号和隐晦表达，给自动化、精准地识别“真问题”带来了困难。</a:t>
          </a:r>
        </a:p>
      </dgm:t>
    </dgm:pt>
    <dgm:pt modelId="{37319E10-4F38-4FCE-86C7-B2FF33F1541E}" type="sibTrans" cxnId="{F3131964-D7CD-45A3-935B-0896B5145BB8}">
      <dgm:prSet/>
      <dgm:spPr/>
      <dgm:t>
        <a:bodyPr/>
        <a:lstStyle/>
        <a:p>
          <a:endParaRPr lang="zh-CN" altLang="en-US"/>
        </a:p>
      </dgm:t>
    </dgm:pt>
    <dgm:pt modelId="{2500A64D-15F7-40C0-8D4A-26A88ECE1C91}" type="parTrans" cxnId="{F3131964-D7CD-45A3-935B-0896B5145BB8}">
      <dgm:prSet/>
      <dgm:spPr/>
      <dgm:t>
        <a:bodyPr/>
        <a:lstStyle/>
        <a:p>
          <a:endParaRPr lang="zh-CN" altLang="en-US"/>
        </a:p>
      </dgm:t>
    </dgm:pt>
    <dgm:pt modelId="{043BEEC9-D766-4384-BAF8-1F3D13C610D7}">
      <dgm:prSet phldrT="[文本]" custT="1"/>
      <dgm:spPr/>
      <dgm:t>
        <a:bodyPr/>
        <a:lstStyle/>
        <a:p>
          <a:pPr>
            <a:buNone/>
          </a:pPr>
          <a:r>
            <a:rPr lang="zh-CN" altLang="en-US" sz="2800" dirty="0"/>
            <a:t>问题一：数据清洗与题识别的挑战</a:t>
          </a:r>
        </a:p>
      </dgm:t>
    </dgm:pt>
    <dgm:pt modelId="{639779D7-3FFB-47C6-933B-C392CBF36505}" type="sibTrans" cxnId="{0335A30D-C36F-42C9-BB3C-3867BDD9D97C}">
      <dgm:prSet/>
      <dgm:spPr/>
      <dgm:t>
        <a:bodyPr/>
        <a:lstStyle/>
        <a:p>
          <a:endParaRPr lang="zh-CN" altLang="en-US"/>
        </a:p>
      </dgm:t>
    </dgm:pt>
    <dgm:pt modelId="{58E9E368-DF14-4E81-A6AB-08511D67627A}" type="parTrans" cxnId="{0335A30D-C36F-42C9-BB3C-3867BDD9D97C}">
      <dgm:prSet/>
      <dgm:spPr/>
      <dgm:t>
        <a:bodyPr/>
        <a:lstStyle/>
        <a:p>
          <a:endParaRPr lang="zh-CN" altLang="en-US"/>
        </a:p>
      </dgm:t>
    </dgm:pt>
    <dgm:pt modelId="{6277BF81-97CF-4997-9A71-E9D2459B76AA}" type="pres">
      <dgm:prSet presAssocID="{25D8C606-6B44-451C-8082-A64FE21E0654}" presName="linear" presStyleCnt="0">
        <dgm:presLayoutVars>
          <dgm:dir/>
          <dgm:animLvl val="lvl"/>
          <dgm:resizeHandles val="exact"/>
        </dgm:presLayoutVars>
      </dgm:prSet>
      <dgm:spPr/>
    </dgm:pt>
    <dgm:pt modelId="{B0C4D9C8-E440-4788-9543-9E1A4EA96F9A}" type="pres">
      <dgm:prSet presAssocID="{043BEEC9-D766-4384-BAF8-1F3D13C610D7}" presName="parentLin" presStyleCnt="0"/>
      <dgm:spPr/>
    </dgm:pt>
    <dgm:pt modelId="{BD67EAA1-2364-47B8-9B5B-D69DC8B2FC72}" type="pres">
      <dgm:prSet presAssocID="{043BEEC9-D766-4384-BAF8-1F3D13C610D7}" presName="parentLeftMargin" presStyleLbl="node1" presStyleIdx="0" presStyleCnt="1"/>
      <dgm:spPr/>
    </dgm:pt>
    <dgm:pt modelId="{A4963EFE-57CC-4E7A-A93A-472B2DB3AE73}" type="pres">
      <dgm:prSet presAssocID="{043BEEC9-D766-4384-BAF8-1F3D13C610D7}" presName="parentText" presStyleLbl="node1" presStyleIdx="0" presStyleCnt="1" custScaleY="49101" custLinFactNeighborX="-56562" custLinFactNeighborY="-25687">
        <dgm:presLayoutVars>
          <dgm:chMax val="0"/>
          <dgm:bulletEnabled val="1"/>
        </dgm:presLayoutVars>
      </dgm:prSet>
      <dgm:spPr/>
    </dgm:pt>
    <dgm:pt modelId="{C39257E3-A8E1-4A23-8DEE-F779A4F20C4C}" type="pres">
      <dgm:prSet presAssocID="{043BEEC9-D766-4384-BAF8-1F3D13C610D7}" presName="negativeSpace" presStyleCnt="0"/>
      <dgm:spPr/>
    </dgm:pt>
    <dgm:pt modelId="{5AA2FF8A-0E32-436C-ACFF-A2377F807C22}" type="pres">
      <dgm:prSet presAssocID="{043BEEC9-D766-4384-BAF8-1F3D13C610D7}" presName="childText" presStyleLbl="conFgAcc1" presStyleIdx="0" presStyleCnt="1" custScaleY="81524">
        <dgm:presLayoutVars>
          <dgm:bulletEnabled val="1"/>
        </dgm:presLayoutVars>
      </dgm:prSet>
      <dgm:spPr/>
    </dgm:pt>
  </dgm:ptLst>
  <dgm:cxnLst>
    <dgm:cxn modelId="{0335A30D-C36F-42C9-BB3C-3867BDD9D97C}" srcId="{25D8C606-6B44-451C-8082-A64FE21E0654}" destId="{043BEEC9-D766-4384-BAF8-1F3D13C610D7}" srcOrd="0" destOrd="0" parTransId="{58E9E368-DF14-4E81-A6AB-08511D67627A}" sibTransId="{639779D7-3FFB-47C6-933B-C392CBF36505}"/>
    <dgm:cxn modelId="{4017EA12-D990-4D10-B310-8F054EB1E9FE}" type="presOf" srcId="{A2E8113F-0CBA-444D-8643-86A3BD453CF0}" destId="{5AA2FF8A-0E32-436C-ACFF-A2377F807C22}" srcOrd="0" destOrd="0" presId="urn:microsoft.com/office/officeart/2005/8/layout/list1"/>
    <dgm:cxn modelId="{F3131964-D7CD-45A3-935B-0896B5145BB8}" srcId="{043BEEC9-D766-4384-BAF8-1F3D13C610D7}" destId="{A2E8113F-0CBA-444D-8643-86A3BD453CF0}" srcOrd="0" destOrd="0" parTransId="{2500A64D-15F7-40C0-8D4A-26A88ECE1C91}" sibTransId="{37319E10-4F38-4FCE-86C7-B2FF33F1541E}"/>
    <dgm:cxn modelId="{5E72D755-E6F3-4AB9-91E7-70CE035AD39E}" type="presOf" srcId="{25D8C606-6B44-451C-8082-A64FE21E0654}" destId="{6277BF81-97CF-4997-9A71-E9D2459B76AA}" srcOrd="0" destOrd="0" presId="urn:microsoft.com/office/officeart/2005/8/layout/list1"/>
    <dgm:cxn modelId="{8ED8DCB4-6CBF-4BA1-ACCF-FBB479A95723}" type="presOf" srcId="{043BEEC9-D766-4384-BAF8-1F3D13C610D7}" destId="{BD67EAA1-2364-47B8-9B5B-D69DC8B2FC72}" srcOrd="0" destOrd="0" presId="urn:microsoft.com/office/officeart/2005/8/layout/list1"/>
    <dgm:cxn modelId="{3DF626C4-E1E4-484F-8250-7E3A09E595A7}" type="presOf" srcId="{043BEEC9-D766-4384-BAF8-1F3D13C610D7}" destId="{A4963EFE-57CC-4E7A-A93A-472B2DB3AE73}" srcOrd="1" destOrd="0" presId="urn:microsoft.com/office/officeart/2005/8/layout/list1"/>
    <dgm:cxn modelId="{AFFBF3DA-6196-4FF7-B5E9-CE3451BE7A5E}" srcId="{043BEEC9-D766-4384-BAF8-1F3D13C610D7}" destId="{B108084B-C84F-4FBA-A82A-54C1A4F2CBDD}" srcOrd="1" destOrd="0" parTransId="{6E47D530-6130-4419-8C1D-FB853E265CCC}" sibTransId="{3F528750-C232-4C83-B93D-4917DA6903D3}"/>
    <dgm:cxn modelId="{FD765FEB-F741-4644-AA50-9E2084BF3EF3}" type="presOf" srcId="{B108084B-C84F-4FBA-A82A-54C1A4F2CBDD}" destId="{5AA2FF8A-0E32-436C-ACFF-A2377F807C22}" srcOrd="0" destOrd="1" presId="urn:microsoft.com/office/officeart/2005/8/layout/list1"/>
    <dgm:cxn modelId="{523ED2D2-B3E1-4F59-9C93-23DC9E9B9EB9}" type="presParOf" srcId="{6277BF81-97CF-4997-9A71-E9D2459B76AA}" destId="{B0C4D9C8-E440-4788-9543-9E1A4EA96F9A}" srcOrd="0" destOrd="0" presId="urn:microsoft.com/office/officeart/2005/8/layout/list1"/>
    <dgm:cxn modelId="{9E29E733-2C0E-4931-A739-329694B8112C}" type="presParOf" srcId="{B0C4D9C8-E440-4788-9543-9E1A4EA96F9A}" destId="{BD67EAA1-2364-47B8-9B5B-D69DC8B2FC72}" srcOrd="0" destOrd="0" presId="urn:microsoft.com/office/officeart/2005/8/layout/list1"/>
    <dgm:cxn modelId="{1C38254F-2DA0-46FE-B481-AF588B4C454B}" type="presParOf" srcId="{B0C4D9C8-E440-4788-9543-9E1A4EA96F9A}" destId="{A4963EFE-57CC-4E7A-A93A-472B2DB3AE73}" srcOrd="1" destOrd="0" presId="urn:microsoft.com/office/officeart/2005/8/layout/list1"/>
    <dgm:cxn modelId="{89FE3F99-A3DA-4A79-A5CD-06B61680F963}" type="presParOf" srcId="{6277BF81-97CF-4997-9A71-E9D2459B76AA}" destId="{C39257E3-A8E1-4A23-8DEE-F779A4F20C4C}" srcOrd="1" destOrd="0" presId="urn:microsoft.com/office/officeart/2005/8/layout/list1"/>
    <dgm:cxn modelId="{CD096016-90BF-405C-87AD-ED10EB870BA7}" type="presParOf" srcId="{6277BF81-97CF-4997-9A71-E9D2459B76AA}" destId="{5AA2FF8A-0E32-436C-ACFF-A2377F807C22}"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5D8C606-6B44-451C-8082-A64FE21E0654}"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A2E8113F-0CBA-444D-8643-86A3BD453CF0}">
      <dgm:prSet phldrT="[文本]" phldr="0" custT="1"/>
      <dgm:spPr/>
      <dgm:t>
        <a:bodyPr/>
        <a:lstStyle/>
        <a:p>
          <a:pPr algn="just">
            <a:lnSpc>
              <a:spcPts val="3200"/>
            </a:lnSpc>
            <a:spcBef>
              <a:spcPts val="600"/>
            </a:spcBef>
          </a:pPr>
          <a:r>
            <a:rPr lang="zh-CN" altLang="en-US" sz="2400" dirty="0"/>
            <a:t>在生成医学相关答案时，通用大语言模型有时会出现事实性错误（“幻觉”）或提供模棱两可、不具操作性的建议，直接应用于健康教育存在风险。
解决方案： 严格执行“人工修订与专家审核”流程。邀请背景的专家参与审核，对</a:t>
          </a:r>
          <a:r>
            <a:rPr lang="en-US" altLang="en-US" sz="2400" dirty="0"/>
            <a:t>AI</a:t>
          </a:r>
          <a:r>
            <a:rPr lang="zh-CN" altLang="en-US" sz="2400" dirty="0"/>
            <a:t>生成的每一条答案进行事实核查和科学性把关，确保最终数据集的权威性与严谨性。</a:t>
          </a:r>
        </a:p>
      </dgm:t>
    </dgm:pt>
    <dgm:pt modelId="{37319E10-4F38-4FCE-86C7-B2FF33F1541E}" type="sibTrans" cxnId="{F3131964-D7CD-45A3-935B-0896B5145BB8}">
      <dgm:prSet/>
      <dgm:spPr/>
      <dgm:t>
        <a:bodyPr/>
        <a:lstStyle/>
        <a:p>
          <a:endParaRPr lang="zh-CN" altLang="en-US"/>
        </a:p>
      </dgm:t>
    </dgm:pt>
    <dgm:pt modelId="{2500A64D-15F7-40C0-8D4A-26A88ECE1C91}" type="parTrans" cxnId="{F3131964-D7CD-45A3-935B-0896B5145BB8}">
      <dgm:prSet/>
      <dgm:spPr/>
      <dgm:t>
        <a:bodyPr/>
        <a:lstStyle/>
        <a:p>
          <a:endParaRPr lang="zh-CN" altLang="en-US"/>
        </a:p>
      </dgm:t>
    </dgm:pt>
    <dgm:pt modelId="{043BEEC9-D766-4384-BAF8-1F3D13C610D7}">
      <dgm:prSet phldrT="[文本]" custT="1"/>
      <dgm:spPr/>
      <dgm:t>
        <a:bodyPr/>
        <a:lstStyle/>
        <a:p>
          <a:pPr>
            <a:buNone/>
          </a:pPr>
          <a:r>
            <a:rPr lang="zh-CN" altLang="en-US" sz="2800" dirty="0"/>
            <a:t>问题二：大语言模型生成内容的准确性与“幻觉”问题</a:t>
          </a:r>
        </a:p>
      </dgm:t>
    </dgm:pt>
    <dgm:pt modelId="{639779D7-3FFB-47C6-933B-C392CBF36505}" type="sibTrans" cxnId="{0335A30D-C36F-42C9-BB3C-3867BDD9D97C}">
      <dgm:prSet/>
      <dgm:spPr/>
      <dgm:t>
        <a:bodyPr/>
        <a:lstStyle/>
        <a:p>
          <a:endParaRPr lang="zh-CN" altLang="en-US"/>
        </a:p>
      </dgm:t>
    </dgm:pt>
    <dgm:pt modelId="{58E9E368-DF14-4E81-A6AB-08511D67627A}" type="parTrans" cxnId="{0335A30D-C36F-42C9-BB3C-3867BDD9D97C}">
      <dgm:prSet/>
      <dgm:spPr/>
      <dgm:t>
        <a:bodyPr/>
        <a:lstStyle/>
        <a:p>
          <a:endParaRPr lang="zh-CN" altLang="en-US"/>
        </a:p>
      </dgm:t>
    </dgm:pt>
    <dgm:pt modelId="{6277BF81-97CF-4997-9A71-E9D2459B76AA}" type="pres">
      <dgm:prSet presAssocID="{25D8C606-6B44-451C-8082-A64FE21E0654}" presName="linear" presStyleCnt="0">
        <dgm:presLayoutVars>
          <dgm:dir/>
          <dgm:animLvl val="lvl"/>
          <dgm:resizeHandles val="exact"/>
        </dgm:presLayoutVars>
      </dgm:prSet>
      <dgm:spPr/>
    </dgm:pt>
    <dgm:pt modelId="{B0C4D9C8-E440-4788-9543-9E1A4EA96F9A}" type="pres">
      <dgm:prSet presAssocID="{043BEEC9-D766-4384-BAF8-1F3D13C610D7}" presName="parentLin" presStyleCnt="0"/>
      <dgm:spPr/>
    </dgm:pt>
    <dgm:pt modelId="{BD67EAA1-2364-47B8-9B5B-D69DC8B2FC72}" type="pres">
      <dgm:prSet presAssocID="{043BEEC9-D766-4384-BAF8-1F3D13C610D7}" presName="parentLeftMargin" presStyleLbl="node1" presStyleIdx="0" presStyleCnt="1"/>
      <dgm:spPr/>
    </dgm:pt>
    <dgm:pt modelId="{A4963EFE-57CC-4E7A-A93A-472B2DB3AE73}" type="pres">
      <dgm:prSet presAssocID="{043BEEC9-D766-4384-BAF8-1F3D13C610D7}" presName="parentText" presStyleLbl="node1" presStyleIdx="0" presStyleCnt="1" custScaleX="123392" custScaleY="50351" custLinFactNeighborX="-53816" custLinFactNeighborY="-31326">
        <dgm:presLayoutVars>
          <dgm:chMax val="0"/>
          <dgm:bulletEnabled val="1"/>
        </dgm:presLayoutVars>
      </dgm:prSet>
      <dgm:spPr/>
    </dgm:pt>
    <dgm:pt modelId="{C39257E3-A8E1-4A23-8DEE-F779A4F20C4C}" type="pres">
      <dgm:prSet presAssocID="{043BEEC9-D766-4384-BAF8-1F3D13C610D7}" presName="negativeSpace" presStyleCnt="0"/>
      <dgm:spPr/>
    </dgm:pt>
    <dgm:pt modelId="{5AA2FF8A-0E32-436C-ACFF-A2377F807C22}" type="pres">
      <dgm:prSet presAssocID="{043BEEC9-D766-4384-BAF8-1F3D13C610D7}" presName="childText" presStyleLbl="conFgAcc1" presStyleIdx="0" presStyleCnt="1" custScaleY="81524">
        <dgm:presLayoutVars>
          <dgm:bulletEnabled val="1"/>
        </dgm:presLayoutVars>
      </dgm:prSet>
      <dgm:spPr/>
    </dgm:pt>
  </dgm:ptLst>
  <dgm:cxnLst>
    <dgm:cxn modelId="{0335A30D-C36F-42C9-BB3C-3867BDD9D97C}" srcId="{25D8C606-6B44-451C-8082-A64FE21E0654}" destId="{043BEEC9-D766-4384-BAF8-1F3D13C610D7}" srcOrd="0" destOrd="0" parTransId="{58E9E368-DF14-4E81-A6AB-08511D67627A}" sibTransId="{639779D7-3FFB-47C6-933B-C392CBF36505}"/>
    <dgm:cxn modelId="{4017EA12-D990-4D10-B310-8F054EB1E9FE}" type="presOf" srcId="{A2E8113F-0CBA-444D-8643-86A3BD453CF0}" destId="{5AA2FF8A-0E32-436C-ACFF-A2377F807C22}" srcOrd="0" destOrd="0" presId="urn:microsoft.com/office/officeart/2005/8/layout/list1"/>
    <dgm:cxn modelId="{F3131964-D7CD-45A3-935B-0896B5145BB8}" srcId="{043BEEC9-D766-4384-BAF8-1F3D13C610D7}" destId="{A2E8113F-0CBA-444D-8643-86A3BD453CF0}" srcOrd="0" destOrd="0" parTransId="{2500A64D-15F7-40C0-8D4A-26A88ECE1C91}" sibTransId="{37319E10-4F38-4FCE-86C7-B2FF33F1541E}"/>
    <dgm:cxn modelId="{5E72D755-E6F3-4AB9-91E7-70CE035AD39E}" type="presOf" srcId="{25D8C606-6B44-451C-8082-A64FE21E0654}" destId="{6277BF81-97CF-4997-9A71-E9D2459B76AA}" srcOrd="0" destOrd="0" presId="urn:microsoft.com/office/officeart/2005/8/layout/list1"/>
    <dgm:cxn modelId="{8ED8DCB4-6CBF-4BA1-ACCF-FBB479A95723}" type="presOf" srcId="{043BEEC9-D766-4384-BAF8-1F3D13C610D7}" destId="{BD67EAA1-2364-47B8-9B5B-D69DC8B2FC72}" srcOrd="0" destOrd="0" presId="urn:microsoft.com/office/officeart/2005/8/layout/list1"/>
    <dgm:cxn modelId="{3DF626C4-E1E4-484F-8250-7E3A09E595A7}" type="presOf" srcId="{043BEEC9-D766-4384-BAF8-1F3D13C610D7}" destId="{A4963EFE-57CC-4E7A-A93A-472B2DB3AE73}" srcOrd="1" destOrd="0" presId="urn:microsoft.com/office/officeart/2005/8/layout/list1"/>
    <dgm:cxn modelId="{523ED2D2-B3E1-4F59-9C93-23DC9E9B9EB9}" type="presParOf" srcId="{6277BF81-97CF-4997-9A71-E9D2459B76AA}" destId="{B0C4D9C8-E440-4788-9543-9E1A4EA96F9A}" srcOrd="0" destOrd="0" presId="urn:microsoft.com/office/officeart/2005/8/layout/list1"/>
    <dgm:cxn modelId="{9E29E733-2C0E-4931-A739-329694B8112C}" type="presParOf" srcId="{B0C4D9C8-E440-4788-9543-9E1A4EA96F9A}" destId="{BD67EAA1-2364-47B8-9B5B-D69DC8B2FC72}" srcOrd="0" destOrd="0" presId="urn:microsoft.com/office/officeart/2005/8/layout/list1"/>
    <dgm:cxn modelId="{1C38254F-2DA0-46FE-B481-AF588B4C454B}" type="presParOf" srcId="{B0C4D9C8-E440-4788-9543-9E1A4EA96F9A}" destId="{A4963EFE-57CC-4E7A-A93A-472B2DB3AE73}" srcOrd="1" destOrd="0" presId="urn:microsoft.com/office/officeart/2005/8/layout/list1"/>
    <dgm:cxn modelId="{89FE3F99-A3DA-4A79-A5CD-06B61680F963}" type="presParOf" srcId="{6277BF81-97CF-4997-9A71-E9D2459B76AA}" destId="{C39257E3-A8E1-4A23-8DEE-F779A4F20C4C}" srcOrd="1" destOrd="0" presId="urn:microsoft.com/office/officeart/2005/8/layout/list1"/>
    <dgm:cxn modelId="{CD096016-90BF-405C-87AD-ED10EB870BA7}" type="presParOf" srcId="{6277BF81-97CF-4997-9A71-E9D2459B76AA}" destId="{5AA2FF8A-0E32-436C-ACFF-A2377F807C22}"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5D8C606-6B44-451C-8082-A64FE21E0654}"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A2E8113F-0CBA-444D-8643-86A3BD453CF0}">
      <dgm:prSet phldrT="[文本]" phldr="0" custT="1"/>
      <dgm:spPr/>
      <dgm:t>
        <a:bodyPr/>
        <a:lstStyle/>
        <a:p>
          <a:pPr algn="just">
            <a:lnSpc>
              <a:spcPct val="90000"/>
            </a:lnSpc>
            <a:spcBef>
              <a:spcPts val="600"/>
            </a:spcBef>
            <a:spcAft>
              <a:spcPts val="1200"/>
            </a:spcAft>
          </a:pPr>
          <a:r>
            <a:rPr lang="zh-CN" altLang="en-US" sz="2400" dirty="0"/>
            <a:t>大规模数据处理和后续模型微调需要较高的计算资源。
解决方案：已申请并利用学院提供的高性能计算平台，并通过优化代码、分批处理数据等方式提高资源利用效率。</a:t>
          </a:r>
        </a:p>
      </dgm:t>
    </dgm:pt>
    <dgm:pt modelId="{37319E10-4F38-4FCE-86C7-B2FF33F1541E}" type="sibTrans" cxnId="{F3131964-D7CD-45A3-935B-0896B5145BB8}">
      <dgm:prSet/>
      <dgm:spPr/>
      <dgm:t>
        <a:bodyPr/>
        <a:lstStyle/>
        <a:p>
          <a:endParaRPr lang="zh-CN" altLang="en-US"/>
        </a:p>
      </dgm:t>
    </dgm:pt>
    <dgm:pt modelId="{2500A64D-15F7-40C0-8D4A-26A88ECE1C91}" type="parTrans" cxnId="{F3131964-D7CD-45A3-935B-0896B5145BB8}">
      <dgm:prSet/>
      <dgm:spPr/>
      <dgm:t>
        <a:bodyPr/>
        <a:lstStyle/>
        <a:p>
          <a:endParaRPr lang="zh-CN" altLang="en-US"/>
        </a:p>
      </dgm:t>
    </dgm:pt>
    <dgm:pt modelId="{043BEEC9-D766-4384-BAF8-1F3D13C610D7}">
      <dgm:prSet phldrT="[文本]" custT="1"/>
      <dgm:spPr/>
      <dgm:t>
        <a:bodyPr/>
        <a:lstStyle/>
        <a:p>
          <a:pPr>
            <a:buNone/>
          </a:pPr>
          <a:r>
            <a:rPr lang="zh-CN" altLang="en-US" sz="2800" dirty="0"/>
            <a:t>问题三：计算资源</a:t>
          </a:r>
        </a:p>
      </dgm:t>
    </dgm:pt>
    <dgm:pt modelId="{639779D7-3FFB-47C6-933B-C392CBF36505}" type="sibTrans" cxnId="{0335A30D-C36F-42C9-BB3C-3867BDD9D97C}">
      <dgm:prSet/>
      <dgm:spPr/>
      <dgm:t>
        <a:bodyPr/>
        <a:lstStyle/>
        <a:p>
          <a:endParaRPr lang="zh-CN" altLang="en-US"/>
        </a:p>
      </dgm:t>
    </dgm:pt>
    <dgm:pt modelId="{58E9E368-DF14-4E81-A6AB-08511D67627A}" type="parTrans" cxnId="{0335A30D-C36F-42C9-BB3C-3867BDD9D97C}">
      <dgm:prSet/>
      <dgm:spPr/>
      <dgm:t>
        <a:bodyPr/>
        <a:lstStyle/>
        <a:p>
          <a:endParaRPr lang="zh-CN" altLang="en-US"/>
        </a:p>
      </dgm:t>
    </dgm:pt>
    <dgm:pt modelId="{FAC54F7E-DAB9-4E26-A24A-65DC39D3DBDB}">
      <dgm:prSet phldrT="[文本]" phldr="0" custT="1"/>
      <dgm:spPr/>
      <dgm:t>
        <a:bodyPr/>
        <a:lstStyle/>
        <a:p>
          <a:pPr algn="just">
            <a:lnSpc>
              <a:spcPts val="1000"/>
            </a:lnSpc>
            <a:spcBef>
              <a:spcPts val="0"/>
            </a:spcBef>
            <a:spcAft>
              <a:spcPts val="0"/>
            </a:spcAft>
          </a:pPr>
          <a:endParaRPr lang="zh-CN" altLang="en-US" sz="2400" dirty="0"/>
        </a:p>
      </dgm:t>
    </dgm:pt>
    <dgm:pt modelId="{91BB1E88-B95E-4E97-A646-F94A2385AFCF}" type="parTrans" cxnId="{DBCF12AE-1EA4-433E-A382-3A61F855E13F}">
      <dgm:prSet/>
      <dgm:spPr/>
      <dgm:t>
        <a:bodyPr/>
        <a:lstStyle/>
        <a:p>
          <a:endParaRPr lang="zh-CN" altLang="en-US"/>
        </a:p>
      </dgm:t>
    </dgm:pt>
    <dgm:pt modelId="{4E12841D-D8F4-4A87-A6EE-9804F530A62C}" type="sibTrans" cxnId="{DBCF12AE-1EA4-433E-A382-3A61F855E13F}">
      <dgm:prSet/>
      <dgm:spPr/>
      <dgm:t>
        <a:bodyPr/>
        <a:lstStyle/>
        <a:p>
          <a:endParaRPr lang="zh-CN" altLang="en-US"/>
        </a:p>
      </dgm:t>
    </dgm:pt>
    <dgm:pt modelId="{6277BF81-97CF-4997-9A71-E9D2459B76AA}" type="pres">
      <dgm:prSet presAssocID="{25D8C606-6B44-451C-8082-A64FE21E0654}" presName="linear" presStyleCnt="0">
        <dgm:presLayoutVars>
          <dgm:dir/>
          <dgm:animLvl val="lvl"/>
          <dgm:resizeHandles val="exact"/>
        </dgm:presLayoutVars>
      </dgm:prSet>
      <dgm:spPr/>
    </dgm:pt>
    <dgm:pt modelId="{B0C4D9C8-E440-4788-9543-9E1A4EA96F9A}" type="pres">
      <dgm:prSet presAssocID="{043BEEC9-D766-4384-BAF8-1F3D13C610D7}" presName="parentLin" presStyleCnt="0"/>
      <dgm:spPr/>
    </dgm:pt>
    <dgm:pt modelId="{BD67EAA1-2364-47B8-9B5B-D69DC8B2FC72}" type="pres">
      <dgm:prSet presAssocID="{043BEEC9-D766-4384-BAF8-1F3D13C610D7}" presName="parentLeftMargin" presStyleLbl="node1" presStyleIdx="0" presStyleCnt="1"/>
      <dgm:spPr/>
    </dgm:pt>
    <dgm:pt modelId="{A4963EFE-57CC-4E7A-A93A-472B2DB3AE73}" type="pres">
      <dgm:prSet presAssocID="{043BEEC9-D766-4384-BAF8-1F3D13C610D7}" presName="parentText" presStyleLbl="node1" presStyleIdx="0" presStyleCnt="1" custScaleX="123392" custScaleY="50351" custLinFactNeighborX="-53816" custLinFactNeighborY="-25981">
        <dgm:presLayoutVars>
          <dgm:chMax val="0"/>
          <dgm:bulletEnabled val="1"/>
        </dgm:presLayoutVars>
      </dgm:prSet>
      <dgm:spPr/>
    </dgm:pt>
    <dgm:pt modelId="{C39257E3-A8E1-4A23-8DEE-F779A4F20C4C}" type="pres">
      <dgm:prSet presAssocID="{043BEEC9-D766-4384-BAF8-1F3D13C610D7}" presName="negativeSpace" presStyleCnt="0"/>
      <dgm:spPr/>
    </dgm:pt>
    <dgm:pt modelId="{5AA2FF8A-0E32-436C-ACFF-A2377F807C22}" type="pres">
      <dgm:prSet presAssocID="{043BEEC9-D766-4384-BAF8-1F3D13C610D7}" presName="childText" presStyleLbl="conFgAcc1" presStyleIdx="0" presStyleCnt="1" custScaleY="81524">
        <dgm:presLayoutVars>
          <dgm:bulletEnabled val="1"/>
        </dgm:presLayoutVars>
      </dgm:prSet>
      <dgm:spPr/>
    </dgm:pt>
  </dgm:ptLst>
  <dgm:cxnLst>
    <dgm:cxn modelId="{0335A30D-C36F-42C9-BB3C-3867BDD9D97C}" srcId="{25D8C606-6B44-451C-8082-A64FE21E0654}" destId="{043BEEC9-D766-4384-BAF8-1F3D13C610D7}" srcOrd="0" destOrd="0" parTransId="{58E9E368-DF14-4E81-A6AB-08511D67627A}" sibTransId="{639779D7-3FFB-47C6-933B-C392CBF36505}"/>
    <dgm:cxn modelId="{4017EA12-D990-4D10-B310-8F054EB1E9FE}" type="presOf" srcId="{A2E8113F-0CBA-444D-8643-86A3BD453CF0}" destId="{5AA2FF8A-0E32-436C-ACFF-A2377F807C22}" srcOrd="0" destOrd="0" presId="urn:microsoft.com/office/officeart/2005/8/layout/list1"/>
    <dgm:cxn modelId="{9EDC7B29-0BD1-4B7F-855D-461AC513A7F0}" type="presOf" srcId="{FAC54F7E-DAB9-4E26-A24A-65DC39D3DBDB}" destId="{5AA2FF8A-0E32-436C-ACFF-A2377F807C22}" srcOrd="0" destOrd="1" presId="urn:microsoft.com/office/officeart/2005/8/layout/list1"/>
    <dgm:cxn modelId="{F3131964-D7CD-45A3-935B-0896B5145BB8}" srcId="{043BEEC9-D766-4384-BAF8-1F3D13C610D7}" destId="{A2E8113F-0CBA-444D-8643-86A3BD453CF0}" srcOrd="0" destOrd="0" parTransId="{2500A64D-15F7-40C0-8D4A-26A88ECE1C91}" sibTransId="{37319E10-4F38-4FCE-86C7-B2FF33F1541E}"/>
    <dgm:cxn modelId="{5E72D755-E6F3-4AB9-91E7-70CE035AD39E}" type="presOf" srcId="{25D8C606-6B44-451C-8082-A64FE21E0654}" destId="{6277BF81-97CF-4997-9A71-E9D2459B76AA}" srcOrd="0" destOrd="0" presId="urn:microsoft.com/office/officeart/2005/8/layout/list1"/>
    <dgm:cxn modelId="{DBCF12AE-1EA4-433E-A382-3A61F855E13F}" srcId="{043BEEC9-D766-4384-BAF8-1F3D13C610D7}" destId="{FAC54F7E-DAB9-4E26-A24A-65DC39D3DBDB}" srcOrd="1" destOrd="0" parTransId="{91BB1E88-B95E-4E97-A646-F94A2385AFCF}" sibTransId="{4E12841D-D8F4-4A87-A6EE-9804F530A62C}"/>
    <dgm:cxn modelId="{8ED8DCB4-6CBF-4BA1-ACCF-FBB479A95723}" type="presOf" srcId="{043BEEC9-D766-4384-BAF8-1F3D13C610D7}" destId="{BD67EAA1-2364-47B8-9B5B-D69DC8B2FC72}" srcOrd="0" destOrd="0" presId="urn:microsoft.com/office/officeart/2005/8/layout/list1"/>
    <dgm:cxn modelId="{3DF626C4-E1E4-484F-8250-7E3A09E595A7}" type="presOf" srcId="{043BEEC9-D766-4384-BAF8-1F3D13C610D7}" destId="{A4963EFE-57CC-4E7A-A93A-472B2DB3AE73}" srcOrd="1" destOrd="0" presId="urn:microsoft.com/office/officeart/2005/8/layout/list1"/>
    <dgm:cxn modelId="{523ED2D2-B3E1-4F59-9C93-23DC9E9B9EB9}" type="presParOf" srcId="{6277BF81-97CF-4997-9A71-E9D2459B76AA}" destId="{B0C4D9C8-E440-4788-9543-9E1A4EA96F9A}" srcOrd="0" destOrd="0" presId="urn:microsoft.com/office/officeart/2005/8/layout/list1"/>
    <dgm:cxn modelId="{9E29E733-2C0E-4931-A739-329694B8112C}" type="presParOf" srcId="{B0C4D9C8-E440-4788-9543-9E1A4EA96F9A}" destId="{BD67EAA1-2364-47B8-9B5B-D69DC8B2FC72}" srcOrd="0" destOrd="0" presId="urn:microsoft.com/office/officeart/2005/8/layout/list1"/>
    <dgm:cxn modelId="{1C38254F-2DA0-46FE-B481-AF588B4C454B}" type="presParOf" srcId="{B0C4D9C8-E440-4788-9543-9E1A4EA96F9A}" destId="{A4963EFE-57CC-4E7A-A93A-472B2DB3AE73}" srcOrd="1" destOrd="0" presId="urn:microsoft.com/office/officeart/2005/8/layout/list1"/>
    <dgm:cxn modelId="{89FE3F99-A3DA-4A79-A5CD-06B61680F963}" type="presParOf" srcId="{6277BF81-97CF-4997-9A71-E9D2459B76AA}" destId="{C39257E3-A8E1-4A23-8DEE-F779A4F20C4C}" srcOrd="1" destOrd="0" presId="urn:microsoft.com/office/officeart/2005/8/layout/list1"/>
    <dgm:cxn modelId="{CD096016-90BF-405C-87AD-ED10EB870BA7}" type="presParOf" srcId="{6277BF81-97CF-4997-9A71-E9D2459B76AA}" destId="{5AA2FF8A-0E32-436C-ACFF-A2377F807C22}"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7EEEE4F-D5BC-46C6-8A36-F1E6A093F4A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EBB8F026-438A-40D9-A706-139AB2F9F8AC}">
      <dgm:prSet phldrT="[文本]" custT="1"/>
      <dgm:spPr/>
      <dgm:t>
        <a:bodyPr/>
        <a:lstStyle/>
        <a:p>
          <a:r>
            <a:rPr lang="zh-CN" altLang="en-US" sz="2400" dirty="0"/>
            <a:t>青少年生殖健康问题分类分析研究</a:t>
          </a:r>
        </a:p>
      </dgm:t>
    </dgm:pt>
    <dgm:pt modelId="{90EFFB45-751D-4653-A349-F75B08C71EFF}" type="parTrans" cxnId="{A7E61A5B-CD3D-413E-8078-FD56DDE3C0C8}">
      <dgm:prSet/>
      <dgm:spPr/>
      <dgm:t>
        <a:bodyPr/>
        <a:lstStyle/>
        <a:p>
          <a:endParaRPr lang="zh-CN" altLang="en-US"/>
        </a:p>
      </dgm:t>
    </dgm:pt>
    <dgm:pt modelId="{9DB213FF-8F6A-44D1-A8DD-83FAE02DC0E0}" type="sibTrans" cxnId="{A7E61A5B-CD3D-413E-8078-FD56DDE3C0C8}">
      <dgm:prSet/>
      <dgm:spPr/>
      <dgm:t>
        <a:bodyPr/>
        <a:lstStyle/>
        <a:p>
          <a:endParaRPr lang="zh-CN" altLang="en-US"/>
        </a:p>
      </dgm:t>
    </dgm:pt>
    <dgm:pt modelId="{E06A4D54-A37F-4FC9-9CA8-74DD238487E3}">
      <dgm:prSet phldrT="[文本]" custT="1"/>
      <dgm:spPr/>
      <dgm:t>
        <a:bodyPr/>
        <a:lstStyle/>
        <a:p>
          <a:r>
            <a:rPr lang="zh-CN" altLang="en-US" sz="2000" dirty="0"/>
            <a:t>基于已建立的</a:t>
          </a:r>
          <a:r>
            <a:rPr lang="en-US" altLang="en-US" sz="2000" dirty="0"/>
            <a:t>13</a:t>
          </a:r>
          <a:r>
            <a:rPr lang="zh-CN" altLang="en-US" sz="2000" dirty="0"/>
            <a:t>个主题分类框架和提取出的所有问题，进行深入的定量与定性分析。
统计各主题下问题的数量、占比，分析不同主题的热度差异。</a:t>
          </a:r>
        </a:p>
      </dgm:t>
    </dgm:pt>
    <dgm:pt modelId="{DE9BF240-38A9-4AD5-B8AF-C598556DF268}" type="parTrans" cxnId="{6C031A16-7D0F-44D1-9B34-B5C8C5C6199E}">
      <dgm:prSet/>
      <dgm:spPr/>
      <dgm:t>
        <a:bodyPr/>
        <a:lstStyle/>
        <a:p>
          <a:endParaRPr lang="zh-CN" altLang="en-US"/>
        </a:p>
      </dgm:t>
    </dgm:pt>
    <dgm:pt modelId="{54C463F3-A94E-4425-802E-193F6641767F}" type="sibTrans" cxnId="{6C031A16-7D0F-44D1-9B34-B5C8C5C6199E}">
      <dgm:prSet/>
      <dgm:spPr/>
      <dgm:t>
        <a:bodyPr/>
        <a:lstStyle/>
        <a:p>
          <a:endParaRPr lang="zh-CN" altLang="en-US"/>
        </a:p>
      </dgm:t>
    </dgm:pt>
    <dgm:pt modelId="{9A8FDBEB-0566-4524-95AE-2CA9632FB4CA}">
      <dgm:prSet phldrT="[文本]"/>
      <dgm:spPr/>
      <dgm:t>
        <a:bodyPr/>
        <a:lstStyle/>
        <a:p>
          <a:r>
            <a:rPr lang="zh-CN" altLang="en-US" dirty="0"/>
            <a:t>开源大语言模型的指令微调</a:t>
          </a:r>
        </a:p>
      </dgm:t>
    </dgm:pt>
    <dgm:pt modelId="{0F50B692-EEB5-4EEF-8AA1-ED600A15C7B3}" type="parTrans" cxnId="{EE32E0E1-896F-4456-997A-79929AB8E208}">
      <dgm:prSet/>
      <dgm:spPr/>
      <dgm:t>
        <a:bodyPr/>
        <a:lstStyle/>
        <a:p>
          <a:endParaRPr lang="zh-CN" altLang="en-US"/>
        </a:p>
      </dgm:t>
    </dgm:pt>
    <dgm:pt modelId="{F23780F2-DC75-4483-8A01-7340FD64B02E}" type="sibTrans" cxnId="{EE32E0E1-896F-4456-997A-79929AB8E208}">
      <dgm:prSet/>
      <dgm:spPr/>
      <dgm:t>
        <a:bodyPr/>
        <a:lstStyle/>
        <a:p>
          <a:endParaRPr lang="zh-CN" altLang="en-US"/>
        </a:p>
      </dgm:t>
    </dgm:pt>
    <dgm:pt modelId="{59FA9058-50F9-49EA-BAA3-2378E0D74492}">
      <dgm:prSet phldrT="[文本]" custT="1"/>
      <dgm:spPr/>
      <dgm:t>
        <a:bodyPr/>
        <a:lstStyle/>
        <a:p>
          <a:r>
            <a:rPr lang="zh-CN" altLang="en-US" sz="2000" dirty="0"/>
            <a:t>基于最终确定的高质量问答数据集，选择合适的开源模型（如</a:t>
          </a:r>
          <a:r>
            <a:rPr lang="en-US" altLang="en-US" sz="2000" dirty="0"/>
            <a:t>Qwen</a:t>
          </a:r>
          <a:r>
            <a:rPr lang="zh-CN" altLang="en-US" sz="2000" dirty="0"/>
            <a:t>或</a:t>
          </a:r>
          <a:r>
            <a:rPr lang="en-US" altLang="en-US" sz="2000" dirty="0" err="1"/>
            <a:t>LLaMA</a:t>
          </a:r>
          <a:r>
            <a:rPr lang="zh-CN" altLang="en-US" sz="2000" dirty="0"/>
            <a:t>系列）。</a:t>
          </a:r>
        </a:p>
      </dgm:t>
    </dgm:pt>
    <dgm:pt modelId="{170DAFC0-BE7F-4F65-84E1-6A99876D299B}" type="parTrans" cxnId="{C270C508-78E8-4556-BF44-0427EEBFB19C}">
      <dgm:prSet/>
      <dgm:spPr/>
      <dgm:t>
        <a:bodyPr/>
        <a:lstStyle/>
        <a:p>
          <a:endParaRPr lang="zh-CN" altLang="en-US"/>
        </a:p>
      </dgm:t>
    </dgm:pt>
    <dgm:pt modelId="{6EBBDDF0-05EF-45A5-B29C-303C46D07CC5}" type="sibTrans" cxnId="{C270C508-78E8-4556-BF44-0427EEBFB19C}">
      <dgm:prSet/>
      <dgm:spPr/>
      <dgm:t>
        <a:bodyPr/>
        <a:lstStyle/>
        <a:p>
          <a:endParaRPr lang="zh-CN" altLang="en-US"/>
        </a:p>
      </dgm:t>
    </dgm:pt>
    <dgm:pt modelId="{2770438C-E028-4AA5-809D-61B824DEEFA5}">
      <dgm:prSet custT="1"/>
      <dgm:spPr/>
      <dgm:t>
        <a:bodyPr/>
        <a:lstStyle/>
        <a:p>
          <a:r>
            <a:rPr lang="zh-CN" altLang="en-US" sz="2000" dirty="0"/>
            <a:t>利用指令微调（</a:t>
          </a:r>
          <a:r>
            <a:rPr lang="en-US" altLang="en-US" sz="2000" dirty="0"/>
            <a:t>Instruction-tuning</a:t>
          </a:r>
          <a:r>
            <a:rPr lang="zh-CN" altLang="en-US" sz="2000" dirty="0"/>
            <a:t>）技术，对模型进行领域适配训练。</a:t>
          </a:r>
        </a:p>
      </dgm:t>
    </dgm:pt>
    <dgm:pt modelId="{8E269006-014E-4EE1-B2C5-0B7731EAC24F}" type="parTrans" cxnId="{E1A4E67E-0A9D-408D-81D3-650E57C40E76}">
      <dgm:prSet/>
      <dgm:spPr/>
      <dgm:t>
        <a:bodyPr/>
        <a:lstStyle/>
        <a:p>
          <a:endParaRPr lang="zh-CN" altLang="en-US"/>
        </a:p>
      </dgm:t>
    </dgm:pt>
    <dgm:pt modelId="{E03D1E5D-D543-40AB-A3A8-A5AAA11762B2}" type="sibTrans" cxnId="{E1A4E67E-0A9D-408D-81D3-650E57C40E76}">
      <dgm:prSet/>
      <dgm:spPr/>
      <dgm:t>
        <a:bodyPr/>
        <a:lstStyle/>
        <a:p>
          <a:endParaRPr lang="zh-CN" altLang="en-US"/>
        </a:p>
      </dgm:t>
    </dgm:pt>
    <dgm:pt modelId="{9FD13C06-E4C4-4BD0-92CF-FD0E85DA72B1}">
      <dgm:prSet phldrT="[文本]" custT="1"/>
      <dgm:spPr/>
      <dgm:t>
        <a:bodyPr/>
        <a:lstStyle/>
        <a:p>
          <a:r>
            <a:rPr lang="zh-CN" altLang="en-US" sz="2000" dirty="0"/>
            <a:t>深入挖掘高频问题背后的知识盲区和情感诉求</a:t>
          </a:r>
        </a:p>
      </dgm:t>
    </dgm:pt>
    <dgm:pt modelId="{538829D3-4EA1-4B64-B9CD-13129A7227EC}" type="parTrans" cxnId="{6598D369-FC4E-4E6C-A460-249C0D5D951A}">
      <dgm:prSet/>
      <dgm:spPr/>
      <dgm:t>
        <a:bodyPr/>
        <a:lstStyle/>
        <a:p>
          <a:endParaRPr lang="zh-CN" altLang="en-US"/>
        </a:p>
      </dgm:t>
    </dgm:pt>
    <dgm:pt modelId="{A633C6F1-36E1-4089-8503-84139CBF0636}" type="sibTrans" cxnId="{6598D369-FC4E-4E6C-A460-249C0D5D951A}">
      <dgm:prSet/>
      <dgm:spPr/>
      <dgm:t>
        <a:bodyPr/>
        <a:lstStyle/>
        <a:p>
          <a:endParaRPr lang="zh-CN" altLang="en-US"/>
        </a:p>
      </dgm:t>
    </dgm:pt>
    <dgm:pt modelId="{4958FA6A-4DAE-4F47-828B-62810440B4D7}" type="pres">
      <dgm:prSet presAssocID="{97EEEE4F-D5BC-46C6-8A36-F1E6A093F4A7}" presName="linear" presStyleCnt="0">
        <dgm:presLayoutVars>
          <dgm:animLvl val="lvl"/>
          <dgm:resizeHandles val="exact"/>
        </dgm:presLayoutVars>
      </dgm:prSet>
      <dgm:spPr/>
    </dgm:pt>
    <dgm:pt modelId="{FD2273A4-5BAF-4490-B354-8E6147DA5515}" type="pres">
      <dgm:prSet presAssocID="{EBB8F026-438A-40D9-A706-139AB2F9F8AC}" presName="parentText" presStyleLbl="node1" presStyleIdx="0" presStyleCnt="2" custScaleY="39196" custLinFactNeighborX="-20" custLinFactNeighborY="-36116">
        <dgm:presLayoutVars>
          <dgm:chMax val="0"/>
          <dgm:bulletEnabled val="1"/>
        </dgm:presLayoutVars>
      </dgm:prSet>
      <dgm:spPr/>
    </dgm:pt>
    <dgm:pt modelId="{2D564649-ADDB-4030-A992-2118CCDF5BD2}" type="pres">
      <dgm:prSet presAssocID="{EBB8F026-438A-40D9-A706-139AB2F9F8AC}" presName="childText" presStyleLbl="revTx" presStyleIdx="0" presStyleCnt="2" custLinFactNeighborX="-20" custLinFactNeighborY="-12885">
        <dgm:presLayoutVars>
          <dgm:bulletEnabled val="1"/>
        </dgm:presLayoutVars>
      </dgm:prSet>
      <dgm:spPr/>
    </dgm:pt>
    <dgm:pt modelId="{F09AA561-4D5E-4456-9292-05C79176A4FC}" type="pres">
      <dgm:prSet presAssocID="{9A8FDBEB-0566-4524-95AE-2CA9632FB4CA}" presName="parentText" presStyleLbl="node1" presStyleIdx="1" presStyleCnt="2" custScaleY="38264" custLinFactNeighborX="-20" custLinFactNeighborY="12039">
        <dgm:presLayoutVars>
          <dgm:chMax val="0"/>
          <dgm:bulletEnabled val="1"/>
        </dgm:presLayoutVars>
      </dgm:prSet>
      <dgm:spPr/>
    </dgm:pt>
    <dgm:pt modelId="{F8B23B03-BFAB-4244-9D48-B70F2ABD5E80}" type="pres">
      <dgm:prSet presAssocID="{9A8FDBEB-0566-4524-95AE-2CA9632FB4CA}" presName="childText" presStyleLbl="revTx" presStyleIdx="1" presStyleCnt="2" custLinFactNeighborX="-20" custLinFactNeighborY="10449">
        <dgm:presLayoutVars>
          <dgm:bulletEnabled val="1"/>
        </dgm:presLayoutVars>
      </dgm:prSet>
      <dgm:spPr/>
    </dgm:pt>
  </dgm:ptLst>
  <dgm:cxnLst>
    <dgm:cxn modelId="{C270C508-78E8-4556-BF44-0427EEBFB19C}" srcId="{9A8FDBEB-0566-4524-95AE-2CA9632FB4CA}" destId="{59FA9058-50F9-49EA-BAA3-2378E0D74492}" srcOrd="0" destOrd="0" parTransId="{170DAFC0-BE7F-4F65-84E1-6A99876D299B}" sibTransId="{6EBBDDF0-05EF-45A5-B29C-303C46D07CC5}"/>
    <dgm:cxn modelId="{6C031A16-7D0F-44D1-9B34-B5C8C5C6199E}" srcId="{EBB8F026-438A-40D9-A706-139AB2F9F8AC}" destId="{E06A4D54-A37F-4FC9-9CA8-74DD238487E3}" srcOrd="0" destOrd="0" parTransId="{DE9BF240-38A9-4AD5-B8AF-C598556DF268}" sibTransId="{54C463F3-A94E-4425-802E-193F6641767F}"/>
    <dgm:cxn modelId="{2FEEB427-5562-4C5F-9B03-182A51A249B8}" type="presOf" srcId="{9A8FDBEB-0566-4524-95AE-2CA9632FB4CA}" destId="{F09AA561-4D5E-4456-9292-05C79176A4FC}" srcOrd="0" destOrd="0" presId="urn:microsoft.com/office/officeart/2005/8/layout/vList2"/>
    <dgm:cxn modelId="{A7E61A5B-CD3D-413E-8078-FD56DDE3C0C8}" srcId="{97EEEE4F-D5BC-46C6-8A36-F1E6A093F4A7}" destId="{EBB8F026-438A-40D9-A706-139AB2F9F8AC}" srcOrd="0" destOrd="0" parTransId="{90EFFB45-751D-4653-A349-F75B08C71EFF}" sibTransId="{9DB213FF-8F6A-44D1-A8DD-83FAE02DC0E0}"/>
    <dgm:cxn modelId="{32C2DA60-6A90-4E6C-88E3-3ED73C45F1F5}" type="presOf" srcId="{EBB8F026-438A-40D9-A706-139AB2F9F8AC}" destId="{FD2273A4-5BAF-4490-B354-8E6147DA5515}" srcOrd="0" destOrd="0" presId="urn:microsoft.com/office/officeart/2005/8/layout/vList2"/>
    <dgm:cxn modelId="{6598D369-FC4E-4E6C-A460-249C0D5D951A}" srcId="{EBB8F026-438A-40D9-A706-139AB2F9F8AC}" destId="{9FD13C06-E4C4-4BD0-92CF-FD0E85DA72B1}" srcOrd="1" destOrd="0" parTransId="{538829D3-4EA1-4B64-B9CD-13129A7227EC}" sibTransId="{A633C6F1-36E1-4089-8503-84139CBF0636}"/>
    <dgm:cxn modelId="{FCC66B4F-0AD0-4975-BA0B-BE2B718E4D7E}" type="presOf" srcId="{59FA9058-50F9-49EA-BAA3-2378E0D74492}" destId="{F8B23B03-BFAB-4244-9D48-B70F2ABD5E80}" srcOrd="0" destOrd="0" presId="urn:microsoft.com/office/officeart/2005/8/layout/vList2"/>
    <dgm:cxn modelId="{EE0B3251-44BD-4341-8874-FF8295F51897}" type="presOf" srcId="{97EEEE4F-D5BC-46C6-8A36-F1E6A093F4A7}" destId="{4958FA6A-4DAE-4F47-828B-62810440B4D7}" srcOrd="0" destOrd="0" presId="urn:microsoft.com/office/officeart/2005/8/layout/vList2"/>
    <dgm:cxn modelId="{E1A4E67E-0A9D-408D-81D3-650E57C40E76}" srcId="{9A8FDBEB-0566-4524-95AE-2CA9632FB4CA}" destId="{2770438C-E028-4AA5-809D-61B824DEEFA5}" srcOrd="1" destOrd="0" parTransId="{8E269006-014E-4EE1-B2C5-0B7731EAC24F}" sibTransId="{E03D1E5D-D543-40AB-A3A8-A5AAA11762B2}"/>
    <dgm:cxn modelId="{251B3ADF-6280-4F7A-8192-525B5DAAC1A0}" type="presOf" srcId="{9FD13C06-E4C4-4BD0-92CF-FD0E85DA72B1}" destId="{2D564649-ADDB-4030-A992-2118CCDF5BD2}" srcOrd="0" destOrd="1" presId="urn:microsoft.com/office/officeart/2005/8/layout/vList2"/>
    <dgm:cxn modelId="{EE32E0E1-896F-4456-997A-79929AB8E208}" srcId="{97EEEE4F-D5BC-46C6-8A36-F1E6A093F4A7}" destId="{9A8FDBEB-0566-4524-95AE-2CA9632FB4CA}" srcOrd="1" destOrd="0" parTransId="{0F50B692-EEB5-4EEF-8AA1-ED600A15C7B3}" sibTransId="{F23780F2-DC75-4483-8A01-7340FD64B02E}"/>
    <dgm:cxn modelId="{171FACE6-1A96-4876-868E-F7C2430E78F5}" type="presOf" srcId="{E06A4D54-A37F-4FC9-9CA8-74DD238487E3}" destId="{2D564649-ADDB-4030-A992-2118CCDF5BD2}" srcOrd="0" destOrd="0" presId="urn:microsoft.com/office/officeart/2005/8/layout/vList2"/>
    <dgm:cxn modelId="{143CE4F6-9BCF-4B74-9F4A-61B663203C77}" type="presOf" srcId="{2770438C-E028-4AA5-809D-61B824DEEFA5}" destId="{F8B23B03-BFAB-4244-9D48-B70F2ABD5E80}" srcOrd="0" destOrd="1" presId="urn:microsoft.com/office/officeart/2005/8/layout/vList2"/>
    <dgm:cxn modelId="{9286648A-5DF0-4757-8715-A2DF4E087325}" type="presParOf" srcId="{4958FA6A-4DAE-4F47-828B-62810440B4D7}" destId="{FD2273A4-5BAF-4490-B354-8E6147DA5515}" srcOrd="0" destOrd="0" presId="urn:microsoft.com/office/officeart/2005/8/layout/vList2"/>
    <dgm:cxn modelId="{1A865151-A3F2-49FF-82D6-FFF2C4DC7EBA}" type="presParOf" srcId="{4958FA6A-4DAE-4F47-828B-62810440B4D7}" destId="{2D564649-ADDB-4030-A992-2118CCDF5BD2}" srcOrd="1" destOrd="0" presId="urn:microsoft.com/office/officeart/2005/8/layout/vList2"/>
    <dgm:cxn modelId="{57E8448B-820C-4E77-8F47-44F55A7025BB}" type="presParOf" srcId="{4958FA6A-4DAE-4F47-828B-62810440B4D7}" destId="{F09AA561-4D5E-4456-9292-05C79176A4FC}" srcOrd="2" destOrd="0" presId="urn:microsoft.com/office/officeart/2005/8/layout/vList2"/>
    <dgm:cxn modelId="{1EB88912-4631-4960-B9ED-4621B92E2F93}" type="presParOf" srcId="{4958FA6A-4DAE-4F47-828B-62810440B4D7}" destId="{F8B23B03-BFAB-4244-9D48-B70F2ABD5E80}"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97EEEE4F-D5BC-46C6-8A36-F1E6A093F4A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88B35FEF-BB30-4E52-9D01-6A1FEECBD41B}">
      <dgm:prSet phldrT="[文本]" phldr="0" custT="1"/>
      <dgm:spPr/>
      <dgm:t>
        <a:bodyPr/>
        <a:lstStyle/>
        <a:p>
          <a:r>
            <a:rPr lang="zh-CN" altLang="en-US" sz="2400" dirty="0"/>
            <a:t>模型性能的综合评估</a:t>
          </a:r>
        </a:p>
      </dgm:t>
    </dgm:pt>
    <dgm:pt modelId="{D4B8B487-D1C9-4E4B-BC24-34F761101AF3}" type="parTrans" cxnId="{A9F30C7F-E554-4AD1-B7BB-4AB64460E36F}">
      <dgm:prSet/>
      <dgm:spPr/>
      <dgm:t>
        <a:bodyPr/>
        <a:lstStyle/>
        <a:p>
          <a:endParaRPr lang="zh-CN" altLang="en-US"/>
        </a:p>
      </dgm:t>
    </dgm:pt>
    <dgm:pt modelId="{4F678040-FDD9-4DCE-992C-0E6C2069178C}" type="sibTrans" cxnId="{A9F30C7F-E554-4AD1-B7BB-4AB64460E36F}">
      <dgm:prSet/>
      <dgm:spPr/>
      <dgm:t>
        <a:bodyPr/>
        <a:lstStyle/>
        <a:p>
          <a:endParaRPr lang="zh-CN" altLang="en-US"/>
        </a:p>
      </dgm:t>
    </dgm:pt>
    <dgm:pt modelId="{974E09ED-0F59-419B-A66F-0786494DFB17}">
      <dgm:prSet phldrT="[文本]" phldr="0" custT="1"/>
      <dgm:spPr/>
      <dgm:t>
        <a:bodyPr/>
        <a:lstStyle/>
        <a:p>
          <a:r>
            <a:rPr lang="zh-CN" altLang="en-US" sz="2000" dirty="0"/>
            <a:t>设计详细的评估方案，将被微调模型与通用大模型（基线）进行对比。
采用自动化指标（</a:t>
          </a:r>
          <a:r>
            <a:rPr lang="en-US" altLang="en-US" sz="2000" dirty="0"/>
            <a:t>ROUGE, BLEU</a:t>
          </a:r>
          <a:r>
            <a:rPr lang="zh-CN" altLang="en-US" sz="2000" dirty="0"/>
            <a:t>）和多维度人工评估（准确性、完整性、表达性、实用性）相结合的方式，全面量化微调带来的性能提升。</a:t>
          </a:r>
        </a:p>
      </dgm:t>
    </dgm:pt>
    <dgm:pt modelId="{48A42650-E2ED-4B34-ABDA-8F3D07C0BCD9}" type="parTrans" cxnId="{B0251EA4-4FE0-4E9C-8DFC-95A2EA23D970}">
      <dgm:prSet/>
      <dgm:spPr/>
      <dgm:t>
        <a:bodyPr/>
        <a:lstStyle/>
        <a:p>
          <a:endParaRPr lang="zh-CN" altLang="en-US"/>
        </a:p>
      </dgm:t>
    </dgm:pt>
    <dgm:pt modelId="{9057C13B-F082-48D1-B9B2-54D69D041173}" type="sibTrans" cxnId="{B0251EA4-4FE0-4E9C-8DFC-95A2EA23D970}">
      <dgm:prSet/>
      <dgm:spPr/>
      <dgm:t>
        <a:bodyPr/>
        <a:lstStyle/>
        <a:p>
          <a:endParaRPr lang="zh-CN" altLang="en-US"/>
        </a:p>
      </dgm:t>
    </dgm:pt>
    <dgm:pt modelId="{3F7CDCAC-867C-47AD-B0DF-15AE00993AF7}">
      <dgm:prSet phldrT="[文本]" phldr="0" custT="1"/>
      <dgm:spPr/>
      <dgm:t>
        <a:bodyPr/>
        <a:lstStyle/>
        <a:p>
          <a:r>
            <a:rPr lang="zh-CN" altLang="en-US" sz="2400" dirty="0"/>
            <a:t>毕业论文撰写</a:t>
          </a:r>
        </a:p>
      </dgm:t>
    </dgm:pt>
    <dgm:pt modelId="{CB89D786-A8DB-4A90-B474-DC9BCD93915C}" type="parTrans" cxnId="{A355407B-A579-4758-9C21-D8728E78B4CF}">
      <dgm:prSet/>
      <dgm:spPr/>
      <dgm:t>
        <a:bodyPr/>
        <a:lstStyle/>
        <a:p>
          <a:endParaRPr lang="zh-CN" altLang="en-US"/>
        </a:p>
      </dgm:t>
    </dgm:pt>
    <dgm:pt modelId="{7F4EECD3-645C-4973-8993-59B568B89739}" type="sibTrans" cxnId="{A355407B-A579-4758-9C21-D8728E78B4CF}">
      <dgm:prSet/>
      <dgm:spPr/>
      <dgm:t>
        <a:bodyPr/>
        <a:lstStyle/>
        <a:p>
          <a:endParaRPr lang="zh-CN" altLang="en-US"/>
        </a:p>
      </dgm:t>
    </dgm:pt>
    <dgm:pt modelId="{3C049CB0-2EC9-4109-828F-FAB731F55B30}">
      <dgm:prSet phldrT="[文本]" phldr="0" custT="1"/>
      <dgm:spPr/>
      <dgm:t>
        <a:bodyPr/>
        <a:lstStyle/>
        <a:p>
          <a:r>
            <a:rPr lang="zh-CN" altLang="en-US" sz="2000" b="0" kern="1200" spc="-5" dirty="0">
              <a:solidFill>
                <a:schemeClr val="tx1"/>
              </a:solidFill>
              <a:latin typeface="+mj-ea"/>
              <a:ea typeface="+mj-ea"/>
            </a:rPr>
            <a:t>系统整理研究过程、方法、数据和结论，完成毕业论文的撰写。
将核心成果（如高质量问答数据集、微调后的模型）进行打包和展示。</a:t>
          </a:r>
          <a:endParaRPr lang="zh-CN" altLang="en-US" sz="2000" b="0" kern="1200" spc="-5" dirty="0">
            <a:solidFill>
              <a:schemeClr val="tx1"/>
            </a:solidFill>
            <a:latin typeface="+mj-ea"/>
            <a:ea typeface="+mj-ea"/>
            <a:cs typeface="宋体" panose="02010600030101010101" pitchFamily="2" charset="-122"/>
          </a:endParaRPr>
        </a:p>
      </dgm:t>
    </dgm:pt>
    <dgm:pt modelId="{9505917F-9E3B-40F5-90AC-CC880D696E4E}" type="parTrans" cxnId="{3BCA52FD-EAF3-4E20-A750-24B2390C5853}">
      <dgm:prSet/>
      <dgm:spPr/>
      <dgm:t>
        <a:bodyPr/>
        <a:lstStyle/>
        <a:p>
          <a:endParaRPr lang="zh-CN" altLang="en-US"/>
        </a:p>
      </dgm:t>
    </dgm:pt>
    <dgm:pt modelId="{B0AD4A44-FFA2-4BD0-A748-D554B0DD2B8A}" type="sibTrans" cxnId="{3BCA52FD-EAF3-4E20-A750-24B2390C5853}">
      <dgm:prSet/>
      <dgm:spPr/>
      <dgm:t>
        <a:bodyPr/>
        <a:lstStyle/>
        <a:p>
          <a:endParaRPr lang="zh-CN" altLang="en-US"/>
        </a:p>
      </dgm:t>
    </dgm:pt>
    <dgm:pt modelId="{4958FA6A-4DAE-4F47-828B-62810440B4D7}" type="pres">
      <dgm:prSet presAssocID="{97EEEE4F-D5BC-46C6-8A36-F1E6A093F4A7}" presName="linear" presStyleCnt="0">
        <dgm:presLayoutVars>
          <dgm:animLvl val="lvl"/>
          <dgm:resizeHandles val="exact"/>
        </dgm:presLayoutVars>
      </dgm:prSet>
      <dgm:spPr/>
    </dgm:pt>
    <dgm:pt modelId="{BB56C5FC-227D-4BAA-A7DD-DA9533546C52}" type="pres">
      <dgm:prSet presAssocID="{88B35FEF-BB30-4E52-9D01-6A1FEECBD41B}" presName="parentText" presStyleLbl="node1" presStyleIdx="0" presStyleCnt="2" custScaleY="61119" custLinFactNeighborY="-9480">
        <dgm:presLayoutVars>
          <dgm:chMax val="0"/>
          <dgm:bulletEnabled val="1"/>
        </dgm:presLayoutVars>
      </dgm:prSet>
      <dgm:spPr/>
    </dgm:pt>
    <dgm:pt modelId="{BF673965-FFB1-4DB6-8EA9-55E6D6C2B9D8}" type="pres">
      <dgm:prSet presAssocID="{88B35FEF-BB30-4E52-9D01-6A1FEECBD41B}" presName="childText" presStyleLbl="revTx" presStyleIdx="0" presStyleCnt="2">
        <dgm:presLayoutVars>
          <dgm:bulletEnabled val="1"/>
        </dgm:presLayoutVars>
      </dgm:prSet>
      <dgm:spPr/>
    </dgm:pt>
    <dgm:pt modelId="{AAB4D5CC-4847-4690-944D-60495ADDD677}" type="pres">
      <dgm:prSet presAssocID="{3F7CDCAC-867C-47AD-B0DF-15AE00993AF7}" presName="parentText" presStyleLbl="node1" presStyleIdx="1" presStyleCnt="2" custScaleY="66706" custLinFactNeighborX="-20" custLinFactNeighborY="16052">
        <dgm:presLayoutVars>
          <dgm:chMax val="0"/>
          <dgm:bulletEnabled val="1"/>
        </dgm:presLayoutVars>
      </dgm:prSet>
      <dgm:spPr/>
    </dgm:pt>
    <dgm:pt modelId="{5EA5F0C5-FDF1-4493-8613-91482FEBC3EA}" type="pres">
      <dgm:prSet presAssocID="{3F7CDCAC-867C-47AD-B0DF-15AE00993AF7}" presName="childText" presStyleLbl="revTx" presStyleIdx="1" presStyleCnt="2" custLinFactNeighborY="25839">
        <dgm:presLayoutVars>
          <dgm:bulletEnabled val="1"/>
        </dgm:presLayoutVars>
      </dgm:prSet>
      <dgm:spPr/>
    </dgm:pt>
  </dgm:ptLst>
  <dgm:cxnLst>
    <dgm:cxn modelId="{61423228-B2E6-4B35-9824-A8162A88F0A9}" type="presOf" srcId="{3C049CB0-2EC9-4109-828F-FAB731F55B30}" destId="{5EA5F0C5-FDF1-4493-8613-91482FEBC3EA}" srcOrd="0" destOrd="0" presId="urn:microsoft.com/office/officeart/2005/8/layout/vList2"/>
    <dgm:cxn modelId="{D6048B2E-6478-4FF3-BBB3-E93230AC799B}" type="presOf" srcId="{3F7CDCAC-867C-47AD-B0DF-15AE00993AF7}" destId="{AAB4D5CC-4847-4690-944D-60495ADDD677}" srcOrd="0" destOrd="0" presId="urn:microsoft.com/office/officeart/2005/8/layout/vList2"/>
    <dgm:cxn modelId="{8A3B5165-9B95-48BA-BA87-1176B3BF4838}" type="presOf" srcId="{974E09ED-0F59-419B-A66F-0786494DFB17}" destId="{BF673965-FFB1-4DB6-8EA9-55E6D6C2B9D8}" srcOrd="0" destOrd="0" presId="urn:microsoft.com/office/officeart/2005/8/layout/vList2"/>
    <dgm:cxn modelId="{EE0B3251-44BD-4341-8874-FF8295F51897}" type="presOf" srcId="{97EEEE4F-D5BC-46C6-8A36-F1E6A093F4A7}" destId="{4958FA6A-4DAE-4F47-828B-62810440B4D7}" srcOrd="0" destOrd="0" presId="urn:microsoft.com/office/officeart/2005/8/layout/vList2"/>
    <dgm:cxn modelId="{A355407B-A579-4758-9C21-D8728E78B4CF}" srcId="{97EEEE4F-D5BC-46C6-8A36-F1E6A093F4A7}" destId="{3F7CDCAC-867C-47AD-B0DF-15AE00993AF7}" srcOrd="1" destOrd="0" parTransId="{CB89D786-A8DB-4A90-B474-DC9BCD93915C}" sibTransId="{7F4EECD3-645C-4973-8993-59B568B89739}"/>
    <dgm:cxn modelId="{A9F30C7F-E554-4AD1-B7BB-4AB64460E36F}" srcId="{97EEEE4F-D5BC-46C6-8A36-F1E6A093F4A7}" destId="{88B35FEF-BB30-4E52-9D01-6A1FEECBD41B}" srcOrd="0" destOrd="0" parTransId="{D4B8B487-D1C9-4E4B-BC24-34F761101AF3}" sibTransId="{4F678040-FDD9-4DCE-992C-0E6C2069178C}"/>
    <dgm:cxn modelId="{B0251EA4-4FE0-4E9C-8DFC-95A2EA23D970}" srcId="{88B35FEF-BB30-4E52-9D01-6A1FEECBD41B}" destId="{974E09ED-0F59-419B-A66F-0786494DFB17}" srcOrd="0" destOrd="0" parTransId="{48A42650-E2ED-4B34-ABDA-8F3D07C0BCD9}" sibTransId="{9057C13B-F082-48D1-B9B2-54D69D041173}"/>
    <dgm:cxn modelId="{97B012C1-90CC-45EB-8D45-F3449872ECE1}" type="presOf" srcId="{88B35FEF-BB30-4E52-9D01-6A1FEECBD41B}" destId="{BB56C5FC-227D-4BAA-A7DD-DA9533546C52}" srcOrd="0" destOrd="0" presId="urn:microsoft.com/office/officeart/2005/8/layout/vList2"/>
    <dgm:cxn modelId="{3BCA52FD-EAF3-4E20-A750-24B2390C5853}" srcId="{3F7CDCAC-867C-47AD-B0DF-15AE00993AF7}" destId="{3C049CB0-2EC9-4109-828F-FAB731F55B30}" srcOrd="0" destOrd="0" parTransId="{9505917F-9E3B-40F5-90AC-CC880D696E4E}" sibTransId="{B0AD4A44-FFA2-4BD0-A748-D554B0DD2B8A}"/>
    <dgm:cxn modelId="{B893A726-90B2-4D2B-BCAA-47CFABCA6932}" type="presParOf" srcId="{4958FA6A-4DAE-4F47-828B-62810440B4D7}" destId="{BB56C5FC-227D-4BAA-A7DD-DA9533546C52}" srcOrd="0" destOrd="0" presId="urn:microsoft.com/office/officeart/2005/8/layout/vList2"/>
    <dgm:cxn modelId="{C821EE08-CA37-4C80-944F-929346E3D3E6}" type="presParOf" srcId="{4958FA6A-4DAE-4F47-828B-62810440B4D7}" destId="{BF673965-FFB1-4DB6-8EA9-55E6D6C2B9D8}" srcOrd="1" destOrd="0" presId="urn:microsoft.com/office/officeart/2005/8/layout/vList2"/>
    <dgm:cxn modelId="{D4A71C3B-DCA9-4A53-8EFC-EB8967F414AF}" type="presParOf" srcId="{4958FA6A-4DAE-4F47-828B-62810440B4D7}" destId="{AAB4D5CC-4847-4690-944D-60495ADDD677}" srcOrd="2" destOrd="0" presId="urn:microsoft.com/office/officeart/2005/8/layout/vList2"/>
    <dgm:cxn modelId="{B81E6187-E850-4E1A-9837-684FD15BDB2C}" type="presParOf" srcId="{4958FA6A-4DAE-4F47-828B-62810440B4D7}" destId="{5EA5F0C5-FDF1-4493-8613-91482FEBC3EA}"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E589CE-91EC-44AB-95D7-3DBFE130312F}">
      <dsp:nvSpPr>
        <dsp:cNvPr id="0" name=""/>
        <dsp:cNvSpPr/>
      </dsp:nvSpPr>
      <dsp:spPr>
        <a:xfrm>
          <a:off x="386264" y="216634"/>
          <a:ext cx="3143434" cy="3143434"/>
        </a:xfrm>
        <a:prstGeom prst="pie">
          <a:avLst>
            <a:gd name="adj1" fmla="val 16200000"/>
            <a:gd name="adj2" fmla="val 198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0" kern="1200" dirty="0">
              <a:latin typeface="华文中宋" panose="02010600040101010101" pitchFamily="2" charset="-122"/>
              <a:ea typeface="华文中宋" panose="02010600040101010101" pitchFamily="2" charset="-122"/>
            </a:rPr>
            <a:t>避孕知识</a:t>
          </a:r>
        </a:p>
      </dsp:txBody>
      <dsp:txXfrm>
        <a:off x="2032825" y="618171"/>
        <a:ext cx="823280" cy="636171"/>
      </dsp:txXfrm>
    </dsp:sp>
    <dsp:sp modelId="{6ED5E37B-C75F-4AF5-9384-08E28D6826A7}">
      <dsp:nvSpPr>
        <dsp:cNvPr id="0" name=""/>
        <dsp:cNvSpPr/>
      </dsp:nvSpPr>
      <dsp:spPr>
        <a:xfrm>
          <a:off x="412400" y="282506"/>
          <a:ext cx="3143434" cy="3143434"/>
        </a:xfrm>
        <a:prstGeom prst="pie">
          <a:avLst>
            <a:gd name="adj1" fmla="val 19800000"/>
            <a:gd name="adj2" fmla="val 180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sz="1500" kern="1200" dirty="0">
              <a:latin typeface="华文中宋" panose="02010600040101010101" pitchFamily="2" charset="-122"/>
              <a:ea typeface="华文中宋" panose="02010600040101010101" pitchFamily="2" charset="-122"/>
            </a:rPr>
            <a:t>安全流产服务</a:t>
          </a:r>
          <a:endParaRPr lang="zh-CN" altLang="en-US" sz="1500" kern="1200" dirty="0">
            <a:latin typeface="华文中宋" panose="02010600040101010101" pitchFamily="2" charset="-122"/>
            <a:ea typeface="华文中宋" panose="02010600040101010101" pitchFamily="2" charset="-122"/>
          </a:endParaRPr>
        </a:p>
      </dsp:txBody>
      <dsp:txXfrm>
        <a:off x="2545445" y="1554848"/>
        <a:ext cx="860702" cy="617460"/>
      </dsp:txXfrm>
    </dsp:sp>
    <dsp:sp modelId="{BD73F72A-A4BD-4DA4-B95A-B015B3A7C69F}">
      <dsp:nvSpPr>
        <dsp:cNvPr id="0" name=""/>
        <dsp:cNvSpPr/>
      </dsp:nvSpPr>
      <dsp:spPr>
        <a:xfrm>
          <a:off x="386264" y="346114"/>
          <a:ext cx="3143434" cy="3143434"/>
        </a:xfrm>
        <a:prstGeom prst="pie">
          <a:avLst>
            <a:gd name="adj1" fmla="val 1800000"/>
            <a:gd name="adj2" fmla="val 540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sz="1500" kern="1200" dirty="0">
              <a:latin typeface="华文中宋" panose="02010600040101010101" pitchFamily="2" charset="-122"/>
              <a:ea typeface="华文中宋" panose="02010600040101010101" pitchFamily="2" charset="-122"/>
            </a:rPr>
            <a:t>性传播疾病预防</a:t>
          </a:r>
          <a:endParaRPr lang="zh-CN" altLang="en-US" sz="1500" kern="1200" dirty="0">
            <a:latin typeface="华文中宋" panose="02010600040101010101" pitchFamily="2" charset="-122"/>
            <a:ea typeface="华文中宋" panose="02010600040101010101" pitchFamily="2" charset="-122"/>
          </a:endParaRPr>
        </a:p>
      </dsp:txBody>
      <dsp:txXfrm>
        <a:off x="2032825" y="2470552"/>
        <a:ext cx="823280" cy="636171"/>
      </dsp:txXfrm>
    </dsp:sp>
    <dsp:sp modelId="{DB40CBFC-3C64-4187-B61E-33DF8C381CD2}">
      <dsp:nvSpPr>
        <dsp:cNvPr id="0" name=""/>
        <dsp:cNvSpPr/>
      </dsp:nvSpPr>
      <dsp:spPr>
        <a:xfrm>
          <a:off x="311420" y="346114"/>
          <a:ext cx="3143434" cy="3143434"/>
        </a:xfrm>
        <a:prstGeom prst="pie">
          <a:avLst>
            <a:gd name="adj1" fmla="val 5400000"/>
            <a:gd name="adj2" fmla="val 900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sz="1500" kern="1200" dirty="0">
              <a:latin typeface="华文中宋" panose="02010600040101010101" pitchFamily="2" charset="-122"/>
              <a:ea typeface="华文中宋" panose="02010600040101010101" pitchFamily="2" charset="-122"/>
            </a:rPr>
            <a:t>情感教育</a:t>
          </a:r>
          <a:endParaRPr lang="zh-CN" altLang="en-US" sz="1500" kern="1200" dirty="0">
            <a:latin typeface="华文中宋" panose="02010600040101010101" pitchFamily="2" charset="-122"/>
            <a:ea typeface="华文中宋" panose="02010600040101010101" pitchFamily="2" charset="-122"/>
          </a:endParaRPr>
        </a:p>
      </dsp:txBody>
      <dsp:txXfrm>
        <a:off x="985013" y="2470552"/>
        <a:ext cx="823280" cy="636171"/>
      </dsp:txXfrm>
    </dsp:sp>
    <dsp:sp modelId="{4D886CDD-9080-4097-879A-A7010D43DD88}">
      <dsp:nvSpPr>
        <dsp:cNvPr id="0" name=""/>
        <dsp:cNvSpPr/>
      </dsp:nvSpPr>
      <dsp:spPr>
        <a:xfrm>
          <a:off x="273998" y="281374"/>
          <a:ext cx="3143434" cy="3143434"/>
        </a:xfrm>
        <a:prstGeom prst="pie">
          <a:avLst>
            <a:gd name="adj1" fmla="val 9000000"/>
            <a:gd name="adj2" fmla="val 1260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sz="1500" kern="1200" dirty="0">
              <a:latin typeface="华文中宋" panose="02010600040101010101" pitchFamily="2" charset="-122"/>
              <a:ea typeface="华文中宋" panose="02010600040101010101" pitchFamily="2" charset="-122"/>
            </a:rPr>
            <a:t>健康意识培养</a:t>
          </a:r>
          <a:endParaRPr lang="zh-CN" altLang="en-US" sz="1500" kern="1200" dirty="0">
            <a:latin typeface="华文中宋" panose="02010600040101010101" pitchFamily="2" charset="-122"/>
            <a:ea typeface="华文中宋" panose="02010600040101010101" pitchFamily="2" charset="-122"/>
          </a:endParaRPr>
        </a:p>
      </dsp:txBody>
      <dsp:txXfrm>
        <a:off x="423685" y="1553717"/>
        <a:ext cx="860702" cy="617460"/>
      </dsp:txXfrm>
    </dsp:sp>
    <dsp:sp modelId="{2077BC4C-0330-47B5-A6D1-A173AEA8B950}">
      <dsp:nvSpPr>
        <dsp:cNvPr id="0" name=""/>
        <dsp:cNvSpPr/>
      </dsp:nvSpPr>
      <dsp:spPr>
        <a:xfrm>
          <a:off x="348858" y="209122"/>
          <a:ext cx="3143434" cy="3143434"/>
        </a:xfrm>
        <a:prstGeom prst="pie">
          <a:avLst>
            <a:gd name="adj1" fmla="val 126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altLang="zh-CN" sz="1500" kern="1200" dirty="0"/>
            <a:t>…</a:t>
          </a:r>
          <a:endParaRPr lang="zh-CN" altLang="en-US" sz="1500" kern="1200" dirty="0"/>
        </a:p>
      </dsp:txBody>
      <dsp:txXfrm>
        <a:off x="1022451" y="610658"/>
        <a:ext cx="823280" cy="636171"/>
      </dsp:txXfrm>
    </dsp:sp>
    <dsp:sp modelId="{3F270E1E-C17A-4C96-9C34-0CE19CB53F3D}">
      <dsp:nvSpPr>
        <dsp:cNvPr id="0" name=""/>
        <dsp:cNvSpPr/>
      </dsp:nvSpPr>
      <dsp:spPr>
        <a:xfrm>
          <a:off x="191555" y="22041"/>
          <a:ext cx="3532621" cy="3532621"/>
        </a:xfrm>
        <a:prstGeom prst="circularArrow">
          <a:avLst>
            <a:gd name="adj1" fmla="val 5085"/>
            <a:gd name="adj2" fmla="val 327528"/>
            <a:gd name="adj3" fmla="val 19472472"/>
            <a:gd name="adj4" fmla="val 16200251"/>
            <a:gd name="adj5" fmla="val 5932"/>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EA4BD369-777C-427A-B28F-79FDE9010739}">
      <dsp:nvSpPr>
        <dsp:cNvPr id="0" name=""/>
        <dsp:cNvSpPr/>
      </dsp:nvSpPr>
      <dsp:spPr>
        <a:xfrm>
          <a:off x="217692" y="87912"/>
          <a:ext cx="3532621" cy="3532621"/>
        </a:xfrm>
        <a:prstGeom prst="circularArrow">
          <a:avLst>
            <a:gd name="adj1" fmla="val 5085"/>
            <a:gd name="adj2" fmla="val 327528"/>
            <a:gd name="adj3" fmla="val 1472472"/>
            <a:gd name="adj4" fmla="val 19800000"/>
            <a:gd name="adj5" fmla="val 5932"/>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048A60B1-6940-480F-8113-1D8292199455}">
      <dsp:nvSpPr>
        <dsp:cNvPr id="0" name=""/>
        <dsp:cNvSpPr/>
      </dsp:nvSpPr>
      <dsp:spPr>
        <a:xfrm>
          <a:off x="191555" y="151520"/>
          <a:ext cx="3532621" cy="3532621"/>
        </a:xfrm>
        <a:prstGeom prst="circularArrow">
          <a:avLst>
            <a:gd name="adj1" fmla="val 5085"/>
            <a:gd name="adj2" fmla="val 327528"/>
            <a:gd name="adj3" fmla="val 5072221"/>
            <a:gd name="adj4" fmla="val 1800000"/>
            <a:gd name="adj5" fmla="val 5932"/>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2BCC7011-6BAA-47A0-840A-0702E428FF3E}">
      <dsp:nvSpPr>
        <dsp:cNvPr id="0" name=""/>
        <dsp:cNvSpPr/>
      </dsp:nvSpPr>
      <dsp:spPr>
        <a:xfrm>
          <a:off x="116941" y="151520"/>
          <a:ext cx="3532621" cy="3532621"/>
        </a:xfrm>
        <a:prstGeom prst="circularArrow">
          <a:avLst>
            <a:gd name="adj1" fmla="val 5085"/>
            <a:gd name="adj2" fmla="val 327528"/>
            <a:gd name="adj3" fmla="val 8672472"/>
            <a:gd name="adj4" fmla="val 5400251"/>
            <a:gd name="adj5" fmla="val 5932"/>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03AD93FC-A440-483A-81E9-FE35E8C83112}">
      <dsp:nvSpPr>
        <dsp:cNvPr id="0" name=""/>
        <dsp:cNvSpPr/>
      </dsp:nvSpPr>
      <dsp:spPr>
        <a:xfrm>
          <a:off x="79519" y="86781"/>
          <a:ext cx="3532621" cy="3532621"/>
        </a:xfrm>
        <a:prstGeom prst="circularArrow">
          <a:avLst>
            <a:gd name="adj1" fmla="val 5085"/>
            <a:gd name="adj2" fmla="val 327528"/>
            <a:gd name="adj3" fmla="val 12272472"/>
            <a:gd name="adj4" fmla="val 9000000"/>
            <a:gd name="adj5" fmla="val 5932"/>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B7F83677-A4BC-47E8-866F-99C84A6DDBC5}">
      <dsp:nvSpPr>
        <dsp:cNvPr id="0" name=""/>
        <dsp:cNvSpPr/>
      </dsp:nvSpPr>
      <dsp:spPr>
        <a:xfrm>
          <a:off x="154379" y="14528"/>
          <a:ext cx="3532621" cy="3532621"/>
        </a:xfrm>
        <a:prstGeom prst="circularArrow">
          <a:avLst>
            <a:gd name="adj1" fmla="val 5085"/>
            <a:gd name="adj2" fmla="val 327528"/>
            <a:gd name="adj3" fmla="val 15872221"/>
            <a:gd name="adj4" fmla="val 12600000"/>
            <a:gd name="adj5" fmla="val 5932"/>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C06062-79E0-43A8-9301-CB603815E915}">
      <dsp:nvSpPr>
        <dsp:cNvPr id="0" name=""/>
        <dsp:cNvSpPr/>
      </dsp:nvSpPr>
      <dsp:spPr>
        <a:xfrm>
          <a:off x="3658" y="176158"/>
          <a:ext cx="3567141" cy="70434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latin typeface="微软雅黑" panose="020B0503020204020204" pitchFamily="34" charset="-122"/>
              <a:ea typeface="微软雅黑" panose="020B0503020204020204" pitchFamily="34" charset="-122"/>
            </a:rPr>
            <a:t>挖掘青少年真实问题</a:t>
          </a:r>
        </a:p>
      </dsp:txBody>
      <dsp:txXfrm>
        <a:off x="3658" y="176158"/>
        <a:ext cx="3567141" cy="704347"/>
      </dsp:txXfrm>
    </dsp:sp>
    <dsp:sp modelId="{1BD5CC07-FA65-4355-BB6C-8B80F7CD6F3F}">
      <dsp:nvSpPr>
        <dsp:cNvPr id="0" name=""/>
        <dsp:cNvSpPr/>
      </dsp:nvSpPr>
      <dsp:spPr>
        <a:xfrm>
          <a:off x="3658" y="872679"/>
          <a:ext cx="3567141" cy="38290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just" defTabSz="977900">
            <a:lnSpc>
              <a:spcPts val="3000"/>
            </a:lnSpc>
            <a:spcBef>
              <a:spcPct val="0"/>
            </a:spcBef>
            <a:spcAft>
              <a:spcPts val="3600"/>
            </a:spcAft>
            <a:buChar char="•"/>
          </a:pPr>
          <a:r>
            <a:rPr lang="zh-CN" altLang="en-US" sz="2200" kern="0" spc="0" baseline="0" dirty="0">
              <a:latin typeface="微软雅黑" panose="020B0503020204020204" pitchFamily="34" charset="-122"/>
              <a:ea typeface="微软雅黑" panose="020B0503020204020204" pitchFamily="34" charset="-122"/>
            </a:rPr>
            <a:t>主动分析</a:t>
          </a:r>
          <a:r>
            <a:rPr lang="en-US" altLang="zh-CN" sz="2200" kern="0" spc="0" baseline="0" dirty="0">
              <a:latin typeface="微软雅黑" panose="020B0503020204020204" pitchFamily="34" charset="-122"/>
              <a:ea typeface="微软雅黑" panose="020B0503020204020204" pitchFamily="34" charset="-122"/>
            </a:rPr>
            <a:t>B</a:t>
          </a:r>
          <a:r>
            <a:rPr lang="zh-CN" altLang="en-US" sz="2200" kern="0" spc="110" baseline="0" dirty="0">
              <a:latin typeface="微软雅黑" panose="020B0503020204020204" pitchFamily="34" charset="-122"/>
              <a:ea typeface="微软雅黑" panose="020B0503020204020204" pitchFamily="34" charset="-122"/>
            </a:rPr>
            <a:t>站</a:t>
          </a:r>
          <a:r>
            <a:rPr lang="zh-CN" altLang="en-US" sz="2200" kern="0" spc="0" baseline="0" dirty="0">
              <a:latin typeface="微软雅黑" panose="020B0503020204020204" pitchFamily="34" charset="-122"/>
              <a:ea typeface="微软雅黑" panose="020B0503020204020204" pitchFamily="34" charset="-122"/>
            </a:rPr>
            <a:t>海量、真实的青少年评论与弹幕，构建真实问题语料库。
从非结构化文本中自动识别、提取并分类用户的真实健康问题。</a:t>
          </a:r>
        </a:p>
      </dsp:txBody>
      <dsp:txXfrm>
        <a:off x="3658" y="872679"/>
        <a:ext cx="3567141" cy="3829085"/>
      </dsp:txXfrm>
    </dsp:sp>
    <dsp:sp modelId="{433C0324-9C09-4459-A088-746672A95D50}">
      <dsp:nvSpPr>
        <dsp:cNvPr id="0" name=""/>
        <dsp:cNvSpPr/>
      </dsp:nvSpPr>
      <dsp:spPr>
        <a:xfrm>
          <a:off x="4070199" y="171781"/>
          <a:ext cx="3567141" cy="70434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latin typeface="微软雅黑" panose="020B0503020204020204" pitchFamily="34" charset="-122"/>
              <a:ea typeface="微软雅黑" panose="020B0503020204020204" pitchFamily="34" charset="-122"/>
            </a:rPr>
            <a:t>构建高质量结构化知识</a:t>
          </a:r>
        </a:p>
      </dsp:txBody>
      <dsp:txXfrm>
        <a:off x="4070199" y="171781"/>
        <a:ext cx="3567141" cy="704347"/>
      </dsp:txXfrm>
    </dsp:sp>
    <dsp:sp modelId="{06CF3C8B-ECA8-4F87-8643-C42C96714A45}">
      <dsp:nvSpPr>
        <dsp:cNvPr id="0" name=""/>
        <dsp:cNvSpPr/>
      </dsp:nvSpPr>
      <dsp:spPr>
        <a:xfrm>
          <a:off x="4070199" y="856980"/>
          <a:ext cx="3567141" cy="38290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just" defTabSz="977900">
            <a:lnSpc>
              <a:spcPts val="3000"/>
            </a:lnSpc>
            <a:spcBef>
              <a:spcPts val="600"/>
            </a:spcBef>
            <a:spcAft>
              <a:spcPts val="3000"/>
            </a:spcAft>
            <a:buChar char="•"/>
          </a:pPr>
          <a:r>
            <a:rPr lang="zh-CN" altLang="en-US" sz="2200" kern="0" spc="0" baseline="0" dirty="0">
              <a:solidFill>
                <a:prstClr val="black">
                  <a:hueOff val="0"/>
                  <a:satOff val="0"/>
                  <a:lumOff val="0"/>
                  <a:alphaOff val="0"/>
                </a:prstClr>
              </a:solidFill>
              <a:latin typeface="微软雅黑" panose="020B0503020204020204" pitchFamily="34" charset="-122"/>
              <a:ea typeface="微软雅黑" panose="020B0503020204020204" pitchFamily="34" charset="-122"/>
              <a:cs typeface="+mn-cs"/>
            </a:rPr>
            <a:t>借助大语言模型，将口语化、非正式的问题进行规范化整理。
生成科学、准确、易于理解的答案，构建源于社交媒体真实场景的青少年生殖健康问答数据集。</a:t>
          </a:r>
        </a:p>
      </dsp:txBody>
      <dsp:txXfrm>
        <a:off x="4070199" y="856980"/>
        <a:ext cx="3567141" cy="3829085"/>
      </dsp:txXfrm>
    </dsp:sp>
    <dsp:sp modelId="{57B4119B-CC71-4618-B1A0-651758CAB5ED}">
      <dsp:nvSpPr>
        <dsp:cNvPr id="0" name=""/>
        <dsp:cNvSpPr/>
      </dsp:nvSpPr>
      <dsp:spPr>
        <a:xfrm>
          <a:off x="8140398" y="154897"/>
          <a:ext cx="3567141" cy="70434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latin typeface="微软雅黑" panose="020B0503020204020204" pitchFamily="34" charset="-122"/>
              <a:ea typeface="微软雅黑" panose="020B0503020204020204" pitchFamily="34" charset="-122"/>
            </a:rPr>
            <a:t>赋能智能化问答服务</a:t>
          </a:r>
        </a:p>
      </dsp:txBody>
      <dsp:txXfrm>
        <a:off x="8140398" y="154897"/>
        <a:ext cx="3567141" cy="704347"/>
      </dsp:txXfrm>
    </dsp:sp>
    <dsp:sp modelId="{B4791110-5961-4752-9AAE-B778067160D9}">
      <dsp:nvSpPr>
        <dsp:cNvPr id="0" name=""/>
        <dsp:cNvSpPr/>
      </dsp:nvSpPr>
      <dsp:spPr>
        <a:xfrm>
          <a:off x="8140398" y="846105"/>
          <a:ext cx="3567141" cy="38290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just" defTabSz="977900">
            <a:lnSpc>
              <a:spcPts val="2800"/>
            </a:lnSpc>
            <a:spcBef>
              <a:spcPct val="0"/>
            </a:spcBef>
            <a:spcAft>
              <a:spcPts val="2400"/>
            </a:spcAft>
            <a:buChar char="•"/>
          </a:pPr>
          <a:r>
            <a:rPr lang="zh-CN" altLang="en-US" sz="2200" kern="1200" spc="0" baseline="0" dirty="0">
              <a:latin typeface="微软雅黑" panose="020B0503020204020204" pitchFamily="34" charset="-122"/>
              <a:ea typeface="微软雅黑" panose="020B0503020204020204" pitchFamily="34" charset="-122"/>
            </a:rPr>
            <a:t>基于构建的数据集，对开源大语言模型进行领域微调，提升其在专业健康问答任务中的性能。
为开发智能问答机器人、优化平台内容推荐提供科学的依据和实践基础。</a:t>
          </a:r>
        </a:p>
        <a:p>
          <a:pPr marL="228600" lvl="1" indent="-228600" algn="just" defTabSz="933450">
            <a:lnSpc>
              <a:spcPct val="90000"/>
            </a:lnSpc>
            <a:spcBef>
              <a:spcPct val="0"/>
            </a:spcBef>
            <a:spcAft>
              <a:spcPct val="15000"/>
            </a:spcAft>
            <a:buChar char="•"/>
          </a:pPr>
          <a:endParaRPr lang="zh-CN" altLang="en-US" sz="2100" kern="1200" spc="0" baseline="0" dirty="0">
            <a:latin typeface="微软雅黑" panose="020B0503020204020204" pitchFamily="34" charset="-122"/>
            <a:ea typeface="微软雅黑" panose="020B0503020204020204" pitchFamily="34" charset="-122"/>
          </a:endParaRPr>
        </a:p>
      </dsp:txBody>
      <dsp:txXfrm>
        <a:off x="8140398" y="846105"/>
        <a:ext cx="3567141" cy="382908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E8A186-22F7-4EF3-9A7B-AEAAB70A7520}">
      <dsp:nvSpPr>
        <dsp:cNvPr id="0" name=""/>
        <dsp:cNvSpPr/>
      </dsp:nvSpPr>
      <dsp:spPr>
        <a:xfrm>
          <a:off x="5537" y="0"/>
          <a:ext cx="11330024" cy="476338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ts val="1200"/>
            </a:spcAft>
            <a:buNone/>
          </a:pPr>
          <a:endParaRPr lang="zh-CN" altLang="en-US" sz="2800" kern="1200" dirty="0">
            <a:latin typeface="微软雅黑" panose="020B0503020204020204" pitchFamily="34" charset="-122"/>
            <a:ea typeface="微软雅黑" panose="020B0503020204020204" pitchFamily="34" charset="-122"/>
          </a:endParaRPr>
        </a:p>
      </dsp:txBody>
      <dsp:txXfrm>
        <a:off x="5537" y="0"/>
        <a:ext cx="11330024" cy="1429016"/>
      </dsp:txXfrm>
    </dsp:sp>
    <dsp:sp modelId="{F08A6B58-A7CB-4520-8FC0-27DAC3D79C09}">
      <dsp:nvSpPr>
        <dsp:cNvPr id="0" name=""/>
        <dsp:cNvSpPr/>
      </dsp:nvSpPr>
      <dsp:spPr>
        <a:xfrm>
          <a:off x="446683" y="536613"/>
          <a:ext cx="10447733" cy="154205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41910" rIns="55880" bIns="41910" numCol="1" spcCol="1270" anchor="ctr" anchorCtr="0">
          <a:noAutofit/>
        </a:bodyPr>
        <a:lstStyle/>
        <a:p>
          <a:pPr marL="0" lvl="0" indent="0" algn="just" defTabSz="977900">
            <a:lnSpc>
              <a:spcPts val="3200"/>
            </a:lnSpc>
            <a:spcBef>
              <a:spcPct val="0"/>
            </a:spcBef>
            <a:spcAft>
              <a:spcPct val="35000"/>
            </a:spcAft>
            <a:buNone/>
          </a:pPr>
          <a:r>
            <a:rPr lang="zh-CN" altLang="en-US" sz="2200" b="1" kern="1200" dirty="0">
              <a:latin typeface="微软雅黑" panose="020B0503020204020204" pitchFamily="34" charset="-122"/>
              <a:ea typeface="微软雅黑" panose="020B0503020204020204" pitchFamily="34" charset="-122"/>
            </a:rPr>
            <a:t>现有研究存在断层</a:t>
          </a:r>
          <a:r>
            <a:rPr lang="zh-CN" altLang="en-US" sz="2200" kern="1200" dirty="0">
              <a:latin typeface="微软雅黑" panose="020B0503020204020204" pitchFamily="34" charset="-122"/>
              <a:ea typeface="微软雅黑" panose="020B0503020204020204" pitchFamily="34" charset="-122"/>
            </a:rPr>
            <a:t>： 分析用户行为的研究多停留在现象描述和特征总结，而探索</a:t>
          </a:r>
          <a:r>
            <a:rPr lang="en-US" altLang="en-US" sz="2200" kern="1200" dirty="0">
              <a:latin typeface="微软雅黑" panose="020B0503020204020204" pitchFamily="34" charset="-122"/>
              <a:ea typeface="微软雅黑" panose="020B0503020204020204" pitchFamily="34" charset="-122"/>
            </a:rPr>
            <a:t>AI</a:t>
          </a:r>
          <a:r>
            <a:rPr lang="zh-CN" altLang="en-US" sz="2200" kern="1200" dirty="0">
              <a:latin typeface="微软雅黑" panose="020B0503020204020204" pitchFamily="34" charset="-122"/>
              <a:ea typeface="微软雅黑" panose="020B0503020204020204" pitchFamily="34" charset="-122"/>
            </a:rPr>
            <a:t>应用的研究又较少扎根于社交媒体海量的、真实的青少年话语体系。</a:t>
          </a:r>
        </a:p>
      </dsp:txBody>
      <dsp:txXfrm>
        <a:off x="491848" y="581778"/>
        <a:ext cx="10357403" cy="1451723"/>
      </dsp:txXfrm>
    </dsp:sp>
    <dsp:sp modelId="{34B78192-D4D2-4198-B7B9-2DADC0EA5A34}">
      <dsp:nvSpPr>
        <dsp:cNvPr id="0" name=""/>
        <dsp:cNvSpPr/>
      </dsp:nvSpPr>
      <dsp:spPr>
        <a:xfrm>
          <a:off x="435851" y="2658755"/>
          <a:ext cx="10469396" cy="154205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41910" rIns="55880" bIns="41910" numCol="1" spcCol="1270" anchor="ctr" anchorCtr="0">
          <a:noAutofit/>
        </a:bodyPr>
        <a:lstStyle/>
        <a:p>
          <a:pPr marL="0" lvl="0" indent="0" algn="just" defTabSz="977900">
            <a:lnSpc>
              <a:spcPts val="3200"/>
            </a:lnSpc>
            <a:spcBef>
              <a:spcPct val="0"/>
            </a:spcBef>
            <a:spcAft>
              <a:spcPct val="35000"/>
            </a:spcAft>
            <a:buNone/>
          </a:pPr>
          <a:r>
            <a:rPr lang="zh-CN" altLang="en-US" sz="2200" b="1" kern="1200" dirty="0">
              <a:latin typeface="微软雅黑" panose="020B0503020204020204" pitchFamily="34" charset="-122"/>
              <a:ea typeface="微软雅黑" panose="020B0503020204020204" pitchFamily="34" charset="-122"/>
            </a:rPr>
            <a:t>本研究的创新</a:t>
          </a:r>
          <a:r>
            <a:rPr lang="zh-CN" altLang="en-US" sz="2200" kern="1200" dirty="0">
              <a:latin typeface="微软雅黑" panose="020B0503020204020204" pitchFamily="34" charset="-122"/>
              <a:ea typeface="微软雅黑" panose="020B0503020204020204" pitchFamily="34" charset="-122"/>
            </a:rPr>
            <a:t>：</a:t>
          </a:r>
          <a:r>
            <a:rPr lang="zh-CN" altLang="en-US" sz="2200" kern="800" baseline="0" dirty="0">
              <a:latin typeface="微软雅黑" panose="020B0503020204020204" pitchFamily="34" charset="-122"/>
              <a:ea typeface="微软雅黑" panose="020B0503020204020204" pitchFamily="34" charset="-122"/>
            </a:rPr>
            <a:t>系统性地将大语言模型作为核心工具，打通从“非结构化用户评论分类分析”到“高质量结构化问答数据集”再到“模型优化微调”的全链路，从而助力青少年生殖健康教育，填补了当前研究的空白。</a:t>
          </a:r>
        </a:p>
      </dsp:txBody>
      <dsp:txXfrm>
        <a:off x="481016" y="2703920"/>
        <a:ext cx="10379066" cy="145172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5A795A-FB47-4176-A2AF-096EDF580D4F}">
      <dsp:nvSpPr>
        <dsp:cNvPr id="0" name=""/>
        <dsp:cNvSpPr/>
      </dsp:nvSpPr>
      <dsp:spPr>
        <a:xfrm>
          <a:off x="-5936357" y="-904550"/>
          <a:ext cx="7036723" cy="7036723"/>
        </a:xfrm>
        <a:prstGeom prst="blockArc">
          <a:avLst>
            <a:gd name="adj1" fmla="val 18900000"/>
            <a:gd name="adj2" fmla="val 2700000"/>
            <a:gd name="adj3" fmla="val 307"/>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B6C8D2F-FA8D-4276-966C-A073AEF7B8B7}">
      <dsp:nvSpPr>
        <dsp:cNvPr id="0" name=""/>
        <dsp:cNvSpPr/>
      </dsp:nvSpPr>
      <dsp:spPr>
        <a:xfrm>
          <a:off x="580942" y="388966"/>
          <a:ext cx="10961385" cy="127323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9885" tIns="50800" rIns="50800" bIns="50800" numCol="1" spcCol="1270" anchor="ctr" anchorCtr="0">
          <a:noAutofit/>
        </a:bodyPr>
        <a:lstStyle/>
        <a:p>
          <a:pPr marL="0" lvl="0" indent="0" algn="l" defTabSz="889000">
            <a:lnSpc>
              <a:spcPct val="90000"/>
            </a:lnSpc>
            <a:spcBef>
              <a:spcPct val="0"/>
            </a:spcBef>
            <a:spcAft>
              <a:spcPct val="35000"/>
            </a:spcAft>
            <a:buNone/>
          </a:pPr>
          <a:r>
            <a:rPr lang="zh-CN" altLang="en-US" sz="2000" b="1" kern="1200" dirty="0">
              <a:latin typeface="+mn-ea"/>
              <a:ea typeface="+mn-ea"/>
            </a:rPr>
            <a:t>青少年生殖健康问题分类分析</a:t>
          </a:r>
          <a:r>
            <a:rPr lang="zh-CN" altLang="en-US" sz="2000" kern="1200" dirty="0">
              <a:latin typeface="+mn-ea"/>
              <a:ea typeface="+mn-ea"/>
            </a:rPr>
            <a:t>：</a:t>
          </a:r>
        </a:p>
        <a:p>
          <a:pPr marL="0" lvl="1" indent="288000" algn="l" defTabSz="800100">
            <a:lnSpc>
              <a:spcPts val="2400"/>
            </a:lnSpc>
            <a:spcBef>
              <a:spcPct val="0"/>
            </a:spcBef>
            <a:spcAft>
              <a:spcPct val="15000"/>
            </a:spcAft>
            <a:buFont typeface="Arial" panose="020B0604020202020204" pitchFamily="34" charset="0"/>
            <a:buNone/>
          </a:pPr>
          <a:r>
            <a:rPr lang="zh-CN" altLang="en-US" sz="1800" kern="1200" dirty="0">
              <a:latin typeface="+mn-ea"/>
              <a:ea typeface="+mn-ea"/>
            </a:rPr>
            <a:t>基于海量评论文本，对青少年提出的健康问题进行识别与主题归类，明确其核心关切与信息需求。</a:t>
          </a:r>
        </a:p>
      </dsp:txBody>
      <dsp:txXfrm>
        <a:off x="580942" y="388966"/>
        <a:ext cx="10961385" cy="1273239"/>
      </dsp:txXfrm>
    </dsp:sp>
    <dsp:sp modelId="{CC5E6B65-556D-4AE7-A405-641E7B030F69}">
      <dsp:nvSpPr>
        <dsp:cNvPr id="0" name=""/>
        <dsp:cNvSpPr/>
      </dsp:nvSpPr>
      <dsp:spPr>
        <a:xfrm>
          <a:off x="45197" y="392071"/>
          <a:ext cx="1306905" cy="1306905"/>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F267A0D-C8F3-4292-8E3F-97C2BCE72523}">
      <dsp:nvSpPr>
        <dsp:cNvPr id="0" name=""/>
        <dsp:cNvSpPr/>
      </dsp:nvSpPr>
      <dsp:spPr>
        <a:xfrm>
          <a:off x="981555" y="1978492"/>
          <a:ext cx="10571698" cy="127063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9885" tIns="50800" rIns="50800" bIns="50800" numCol="1" spcCol="1270" anchor="ctr" anchorCtr="0">
          <a:noAutofit/>
        </a:bodyPr>
        <a:lstStyle/>
        <a:p>
          <a:pPr marL="0" lvl="0" indent="0" algn="l" defTabSz="889000">
            <a:lnSpc>
              <a:spcPct val="90000"/>
            </a:lnSpc>
            <a:spcBef>
              <a:spcPct val="0"/>
            </a:spcBef>
            <a:spcAft>
              <a:spcPts val="600"/>
            </a:spcAft>
            <a:buNone/>
          </a:pPr>
          <a:r>
            <a:rPr lang="zh-CN" altLang="en-US" sz="2000" b="1" kern="1200" dirty="0">
              <a:latin typeface="+mn-ea"/>
              <a:ea typeface="+mn-ea"/>
            </a:rPr>
            <a:t>问答生成与数据集构建</a:t>
          </a:r>
          <a:r>
            <a:rPr lang="zh-CN" altLang="en-US" sz="2000" kern="1200" dirty="0">
              <a:latin typeface="+mn-ea"/>
              <a:ea typeface="+mn-ea"/>
            </a:rPr>
            <a:t>：</a:t>
          </a:r>
        </a:p>
        <a:p>
          <a:pPr marL="0" lvl="1" indent="288000" algn="l" defTabSz="800100">
            <a:lnSpc>
              <a:spcPts val="2400"/>
            </a:lnSpc>
            <a:spcBef>
              <a:spcPct val="0"/>
            </a:spcBef>
            <a:spcAft>
              <a:spcPct val="15000"/>
            </a:spcAft>
            <a:buNone/>
          </a:pPr>
          <a:r>
            <a:rPr lang="zh-CN" altLang="en-US" sz="1800" kern="1200" dirty="0">
              <a:latin typeface="+mn-ea"/>
              <a:ea typeface="+mn-ea"/>
            </a:rPr>
            <a:t>利用大语言模型对用户问题进行规范化改写，并生成科学、准确的答案，构建高质量的青少年生殖健康问答数据集。</a:t>
          </a:r>
        </a:p>
      </dsp:txBody>
      <dsp:txXfrm>
        <a:off x="981555" y="1978492"/>
        <a:ext cx="10571698" cy="1270636"/>
      </dsp:txXfrm>
    </dsp:sp>
    <dsp:sp modelId="{0FE26C47-56C1-454E-8184-542CC7FD8B05}">
      <dsp:nvSpPr>
        <dsp:cNvPr id="0" name=""/>
        <dsp:cNvSpPr/>
      </dsp:nvSpPr>
      <dsp:spPr>
        <a:xfrm>
          <a:off x="425245" y="1960358"/>
          <a:ext cx="1306905" cy="1306905"/>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AB9ED94-DE7B-42E5-A194-DAC12E486C86}">
      <dsp:nvSpPr>
        <dsp:cNvPr id="0" name=""/>
        <dsp:cNvSpPr/>
      </dsp:nvSpPr>
      <dsp:spPr>
        <a:xfrm>
          <a:off x="623325" y="3520186"/>
          <a:ext cx="10929801" cy="132382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9885" tIns="50800" rIns="50800" bIns="50800" numCol="1" spcCol="1270" anchor="ctr" anchorCtr="0">
          <a:noAutofit/>
        </a:bodyPr>
        <a:lstStyle/>
        <a:p>
          <a:pPr marL="0" lvl="0" indent="0" algn="l" defTabSz="889000">
            <a:lnSpc>
              <a:spcPct val="90000"/>
            </a:lnSpc>
            <a:spcBef>
              <a:spcPct val="0"/>
            </a:spcBef>
            <a:spcAft>
              <a:spcPts val="600"/>
            </a:spcAft>
            <a:buNone/>
          </a:pPr>
          <a:r>
            <a:rPr lang="zh-CN" altLang="en-US" sz="2000" b="1" kern="1200" dirty="0">
              <a:latin typeface="+mn-ea"/>
              <a:ea typeface="+mn-ea"/>
            </a:rPr>
            <a:t>模型微调与效果验证</a:t>
          </a:r>
          <a:r>
            <a:rPr lang="zh-CN" altLang="en-US" sz="2000" kern="1200" dirty="0">
              <a:latin typeface="+mn-ea"/>
              <a:ea typeface="+mn-ea"/>
            </a:rPr>
            <a:t>：</a:t>
          </a:r>
        </a:p>
        <a:p>
          <a:pPr marL="0" lvl="1" indent="288000" algn="l" defTabSz="800100">
            <a:lnSpc>
              <a:spcPts val="2400"/>
            </a:lnSpc>
            <a:spcBef>
              <a:spcPct val="0"/>
            </a:spcBef>
            <a:spcAft>
              <a:spcPct val="15000"/>
            </a:spcAft>
            <a:buNone/>
          </a:pPr>
          <a:r>
            <a:rPr lang="zh-CN" altLang="en-US" sz="1800" kern="1200" dirty="0">
              <a:latin typeface="+mn-ea"/>
              <a:ea typeface="+mn-ea"/>
            </a:rPr>
            <a:t>利用构建的数据集对开源大语言模型进行微调，并与通用模型对比，从多维度评估微调模型在专业问答任务中的性能提升效果。</a:t>
          </a:r>
        </a:p>
      </dsp:txBody>
      <dsp:txXfrm>
        <a:off x="623325" y="3520186"/>
        <a:ext cx="10929801" cy="1323822"/>
      </dsp:txXfrm>
    </dsp:sp>
    <dsp:sp modelId="{94890568-F766-4BFF-A0C9-724925ED964E}">
      <dsp:nvSpPr>
        <dsp:cNvPr id="0" name=""/>
        <dsp:cNvSpPr/>
      </dsp:nvSpPr>
      <dsp:spPr>
        <a:xfrm>
          <a:off x="45197" y="3528644"/>
          <a:ext cx="1306905" cy="1306905"/>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6AB308-CEE6-4110-91CA-4D0A58CBFA60}">
      <dsp:nvSpPr>
        <dsp:cNvPr id="0" name=""/>
        <dsp:cNvSpPr/>
      </dsp:nvSpPr>
      <dsp:spPr>
        <a:xfrm>
          <a:off x="4317" y="747167"/>
          <a:ext cx="2469418" cy="6994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zh-CN" altLang="en-US" sz="1700" kern="1200" dirty="0">
              <a:latin typeface="华文中宋" panose="02010600040101010101" pitchFamily="2" charset="-122"/>
              <a:ea typeface="华文中宋" panose="02010600040101010101" pitchFamily="2" charset="-122"/>
            </a:rPr>
            <a:t>评论与问题提取</a:t>
          </a:r>
        </a:p>
      </dsp:txBody>
      <dsp:txXfrm>
        <a:off x="24803" y="767653"/>
        <a:ext cx="2428446" cy="658485"/>
      </dsp:txXfrm>
    </dsp:sp>
    <dsp:sp modelId="{4FEB6F5D-707F-4E50-BD26-6F8255F394D0}">
      <dsp:nvSpPr>
        <dsp:cNvPr id="0" name=""/>
        <dsp:cNvSpPr/>
      </dsp:nvSpPr>
      <dsp:spPr>
        <a:xfrm>
          <a:off x="251259" y="1446625"/>
          <a:ext cx="246941" cy="1623974"/>
        </a:xfrm>
        <a:custGeom>
          <a:avLst/>
          <a:gdLst/>
          <a:ahLst/>
          <a:cxnLst/>
          <a:rect l="0" t="0" r="0" b="0"/>
          <a:pathLst>
            <a:path>
              <a:moveTo>
                <a:pt x="0" y="0"/>
              </a:moveTo>
              <a:lnTo>
                <a:pt x="0" y="1623974"/>
              </a:lnTo>
              <a:lnTo>
                <a:pt x="246941" y="162397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29D635D-24F2-48AA-9EA4-1BC8FB1D3059}">
      <dsp:nvSpPr>
        <dsp:cNvPr id="0" name=""/>
        <dsp:cNvSpPr/>
      </dsp:nvSpPr>
      <dsp:spPr>
        <a:xfrm>
          <a:off x="498201" y="1696635"/>
          <a:ext cx="2225993" cy="274792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t" anchorCtr="0">
          <a:noAutofit/>
        </a:bodyPr>
        <a:lstStyle/>
        <a:p>
          <a:pPr marL="0" lvl="0" indent="0" algn="just" defTabSz="711200">
            <a:lnSpc>
              <a:spcPct val="90000"/>
            </a:lnSpc>
            <a:spcBef>
              <a:spcPct val="0"/>
            </a:spcBef>
            <a:spcAft>
              <a:spcPct val="35000"/>
            </a:spcAft>
            <a:buFont typeface="Wingdings" panose="05000000000000000000" pitchFamily="2" charset="2"/>
            <a:buNone/>
          </a:pPr>
          <a:r>
            <a:rPr lang="zh-CN" altLang="en-US" sz="1600" kern="1200" dirty="0">
              <a:latin typeface="微软雅黑" panose="020B0503020204020204" pitchFamily="34" charset="-122"/>
              <a:ea typeface="微软雅黑" panose="020B0503020204020204" pitchFamily="34" charset="-122"/>
            </a:rPr>
            <a:t>系统采集</a:t>
          </a:r>
          <a:r>
            <a:rPr lang="en-US" altLang="en-US" sz="1600" kern="1200" dirty="0">
              <a:latin typeface="微软雅黑" panose="020B0503020204020204" pitchFamily="34" charset="-122"/>
              <a:ea typeface="微软雅黑" panose="020B0503020204020204" pitchFamily="34" charset="-122"/>
            </a:rPr>
            <a:t>B</a:t>
          </a:r>
          <a:r>
            <a:rPr lang="zh-CN" altLang="en-US" sz="1600" kern="1200" dirty="0">
              <a:latin typeface="微软雅黑" panose="020B0503020204020204" pitchFamily="34" charset="-122"/>
              <a:ea typeface="微软雅黑" panose="020B0503020204020204" pitchFamily="34" charset="-122"/>
            </a:rPr>
            <a:t>站相关视频的评论、弹幕及回复，建立语义识别与编码机制，结合人工复核，从非结构化文本中初步筛选出具有“问题型”特征的内容。</a:t>
          </a:r>
        </a:p>
      </dsp:txBody>
      <dsp:txXfrm>
        <a:off x="563398" y="1761832"/>
        <a:ext cx="2095599" cy="2617535"/>
      </dsp:txXfrm>
    </dsp:sp>
    <dsp:sp modelId="{20D7BB91-8AFB-469F-96F5-F39191EC5416}">
      <dsp:nvSpPr>
        <dsp:cNvPr id="0" name=""/>
        <dsp:cNvSpPr/>
      </dsp:nvSpPr>
      <dsp:spPr>
        <a:xfrm>
          <a:off x="2973756" y="747167"/>
          <a:ext cx="2469418" cy="6994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zh-CN" altLang="en-US" sz="1700" kern="1200" dirty="0">
              <a:latin typeface="华文中宋" panose="02010600040101010101" pitchFamily="2" charset="-122"/>
              <a:ea typeface="华文中宋" panose="02010600040101010101" pitchFamily="2" charset="-122"/>
            </a:rPr>
            <a:t>青少年生殖健康问题</a:t>
          </a:r>
          <a:br>
            <a:rPr lang="en-US" altLang="zh-CN" sz="1700" kern="1200" dirty="0">
              <a:latin typeface="华文中宋" panose="02010600040101010101" pitchFamily="2" charset="-122"/>
              <a:ea typeface="华文中宋" panose="02010600040101010101" pitchFamily="2" charset="-122"/>
            </a:rPr>
          </a:br>
          <a:r>
            <a:rPr lang="zh-CN" altLang="en-US" sz="1700" kern="1200" dirty="0">
              <a:latin typeface="华文中宋" panose="02010600040101010101" pitchFamily="2" charset="-122"/>
              <a:ea typeface="华文中宋" panose="02010600040101010101" pitchFamily="2" charset="-122"/>
            </a:rPr>
            <a:t>分类分析</a:t>
          </a:r>
        </a:p>
      </dsp:txBody>
      <dsp:txXfrm>
        <a:off x="2994242" y="767653"/>
        <a:ext cx="2428446" cy="658485"/>
      </dsp:txXfrm>
    </dsp:sp>
    <dsp:sp modelId="{2256FACA-8AD8-429C-A486-BF8DAC0BB0FA}">
      <dsp:nvSpPr>
        <dsp:cNvPr id="0" name=""/>
        <dsp:cNvSpPr/>
      </dsp:nvSpPr>
      <dsp:spPr>
        <a:xfrm>
          <a:off x="3220698" y="1446625"/>
          <a:ext cx="246941" cy="1623974"/>
        </a:xfrm>
        <a:custGeom>
          <a:avLst/>
          <a:gdLst/>
          <a:ahLst/>
          <a:cxnLst/>
          <a:rect l="0" t="0" r="0" b="0"/>
          <a:pathLst>
            <a:path>
              <a:moveTo>
                <a:pt x="0" y="0"/>
              </a:moveTo>
              <a:lnTo>
                <a:pt x="0" y="1623974"/>
              </a:lnTo>
              <a:lnTo>
                <a:pt x="246941" y="162397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72BFDF-98D5-48A5-8D8E-5752CEE03170}">
      <dsp:nvSpPr>
        <dsp:cNvPr id="0" name=""/>
        <dsp:cNvSpPr/>
      </dsp:nvSpPr>
      <dsp:spPr>
        <a:xfrm>
          <a:off x="3467640" y="1696635"/>
          <a:ext cx="2225993" cy="274792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t" anchorCtr="0">
          <a:noAutofit/>
        </a:bodyPr>
        <a:lstStyle/>
        <a:p>
          <a:pPr marL="0" lvl="0" indent="0" algn="just" defTabSz="711200">
            <a:lnSpc>
              <a:spcPts val="2300"/>
            </a:lnSpc>
            <a:spcBef>
              <a:spcPct val="0"/>
            </a:spcBef>
            <a:spcAft>
              <a:spcPts val="1800"/>
            </a:spcAft>
            <a:buFont typeface="Arial" panose="020B0604020202020204" pitchFamily="34" charset="0"/>
            <a:buNone/>
          </a:pPr>
          <a:r>
            <a:rPr lang="zh-CN" altLang="en-US" sz="1600" kern="1200" dirty="0">
              <a:latin typeface="微软雅黑" panose="020B0503020204020204" pitchFamily="34" charset="-122"/>
              <a:ea typeface="微软雅黑" panose="020B0503020204020204" pitchFamily="34" charset="-122"/>
            </a:rPr>
            <a:t>利用主题建模、语义聚类等方法，对问题进行系统分类。</a:t>
          </a:r>
          <a:endParaRPr lang="en-US" altLang="zh-CN" sz="1600" kern="1200" dirty="0">
            <a:latin typeface="微软雅黑" panose="020B0503020204020204" pitchFamily="34" charset="-122"/>
            <a:ea typeface="微软雅黑" panose="020B0503020204020204" pitchFamily="34" charset="-122"/>
          </a:endParaRPr>
        </a:p>
        <a:p>
          <a:pPr marL="0" lvl="0" indent="0" algn="just" defTabSz="711200">
            <a:lnSpc>
              <a:spcPts val="2300"/>
            </a:lnSpc>
            <a:spcBef>
              <a:spcPct val="0"/>
            </a:spcBef>
            <a:spcAft>
              <a:spcPct val="35000"/>
            </a:spcAft>
            <a:buFont typeface="Arial" panose="020B0604020202020204" pitchFamily="34" charset="0"/>
            <a:buNone/>
          </a:pPr>
          <a:r>
            <a:rPr lang="zh-CN" altLang="en-US" sz="1600" kern="1200" dirty="0">
              <a:latin typeface="微软雅黑" panose="020B0503020204020204" pitchFamily="34" charset="-122"/>
              <a:ea typeface="微软雅黑" panose="020B0503020204020204" pitchFamily="34" charset="-122"/>
            </a:rPr>
            <a:t>定量分析各类问题的分布情况和特点，揭示青少年的关注重点与知识缺口。</a:t>
          </a:r>
        </a:p>
      </dsp:txBody>
      <dsp:txXfrm>
        <a:off x="3532837" y="1761832"/>
        <a:ext cx="2095599" cy="2617535"/>
      </dsp:txXfrm>
    </dsp:sp>
    <dsp:sp modelId="{2C9673B4-92DB-48FE-BDE5-CBAF1CDB053C}">
      <dsp:nvSpPr>
        <dsp:cNvPr id="0" name=""/>
        <dsp:cNvSpPr/>
      </dsp:nvSpPr>
      <dsp:spPr>
        <a:xfrm>
          <a:off x="5943195" y="747167"/>
          <a:ext cx="2469418" cy="6994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zh-CN" altLang="en-US" sz="1700" kern="1200" dirty="0">
              <a:latin typeface="华文中宋" panose="02010600040101010101" pitchFamily="2" charset="-122"/>
              <a:ea typeface="华文中宋" panose="02010600040101010101" pitchFamily="2" charset="-122"/>
            </a:rPr>
            <a:t>问题规范化与问答生成</a:t>
          </a:r>
        </a:p>
      </dsp:txBody>
      <dsp:txXfrm>
        <a:off x="5963681" y="767653"/>
        <a:ext cx="2428446" cy="658485"/>
      </dsp:txXfrm>
    </dsp:sp>
    <dsp:sp modelId="{04D9F8EF-6AFF-42F1-8ED5-BB0CDC18CB72}">
      <dsp:nvSpPr>
        <dsp:cNvPr id="0" name=""/>
        <dsp:cNvSpPr/>
      </dsp:nvSpPr>
      <dsp:spPr>
        <a:xfrm>
          <a:off x="6190137" y="1446625"/>
          <a:ext cx="246941" cy="1623974"/>
        </a:xfrm>
        <a:custGeom>
          <a:avLst/>
          <a:gdLst/>
          <a:ahLst/>
          <a:cxnLst/>
          <a:rect l="0" t="0" r="0" b="0"/>
          <a:pathLst>
            <a:path>
              <a:moveTo>
                <a:pt x="0" y="0"/>
              </a:moveTo>
              <a:lnTo>
                <a:pt x="0" y="1623974"/>
              </a:lnTo>
              <a:lnTo>
                <a:pt x="246941" y="162397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DE6347-C73E-4901-83CA-E9C369B5D932}">
      <dsp:nvSpPr>
        <dsp:cNvPr id="0" name=""/>
        <dsp:cNvSpPr/>
      </dsp:nvSpPr>
      <dsp:spPr>
        <a:xfrm>
          <a:off x="6437079" y="1696635"/>
          <a:ext cx="2225993" cy="274792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t" anchorCtr="0">
          <a:noAutofit/>
        </a:bodyPr>
        <a:lstStyle/>
        <a:p>
          <a:pPr marL="0" lvl="0" indent="0" algn="just" defTabSz="711200">
            <a:lnSpc>
              <a:spcPts val="2300"/>
            </a:lnSpc>
            <a:spcBef>
              <a:spcPct val="0"/>
            </a:spcBef>
            <a:spcAft>
              <a:spcPts val="1800"/>
            </a:spcAft>
            <a:buNone/>
          </a:pPr>
          <a:r>
            <a:rPr lang="zh-CN" altLang="en-US" sz="1600" kern="1200" dirty="0">
              <a:latin typeface="微软雅黑" panose="020B0503020204020204" pitchFamily="34" charset="-122"/>
              <a:ea typeface="微软雅黑" panose="020B0503020204020204" pitchFamily="34" charset="-122"/>
            </a:rPr>
            <a:t>借助大语言模型对用户问题进行正式化、科学化改写。
利用大语言模型生成对应答案，结合人工审核与修订，形成高质量的</a:t>
          </a:r>
          <a:r>
            <a:rPr lang="en-US" altLang="en-US" sz="1600" kern="1200" dirty="0">
              <a:latin typeface="微软雅黑" panose="020B0503020204020204" pitchFamily="34" charset="-122"/>
              <a:ea typeface="微软雅黑" panose="020B0503020204020204" pitchFamily="34" charset="-122"/>
            </a:rPr>
            <a:t>Q&amp;A</a:t>
          </a:r>
          <a:r>
            <a:rPr lang="zh-CN" altLang="en-US" sz="1600" kern="1200" dirty="0">
              <a:latin typeface="微软雅黑" panose="020B0503020204020204" pitchFamily="34" charset="-122"/>
              <a:ea typeface="微软雅黑" panose="020B0503020204020204" pitchFamily="34" charset="-122"/>
            </a:rPr>
            <a:t>对，构建标准化问答数据集。</a:t>
          </a:r>
        </a:p>
      </dsp:txBody>
      <dsp:txXfrm>
        <a:off x="6502276" y="1761832"/>
        <a:ext cx="2095599" cy="2617535"/>
      </dsp:txXfrm>
    </dsp:sp>
    <dsp:sp modelId="{5A4AA555-41A6-419E-9E76-E158766E41C9}">
      <dsp:nvSpPr>
        <dsp:cNvPr id="0" name=""/>
        <dsp:cNvSpPr/>
      </dsp:nvSpPr>
      <dsp:spPr>
        <a:xfrm>
          <a:off x="8912634" y="747167"/>
          <a:ext cx="2469418" cy="6994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zh-CN" altLang="en-US" sz="1700" kern="1200" dirty="0">
              <a:latin typeface="华文中宋" panose="02010600040101010101" pitchFamily="2" charset="-122"/>
              <a:ea typeface="华文中宋" panose="02010600040101010101" pitchFamily="2" charset="-122"/>
            </a:rPr>
            <a:t>模型微调与效果评估</a:t>
          </a:r>
        </a:p>
      </dsp:txBody>
      <dsp:txXfrm>
        <a:off x="8933120" y="767653"/>
        <a:ext cx="2428446" cy="658485"/>
      </dsp:txXfrm>
    </dsp:sp>
    <dsp:sp modelId="{D672CE27-A8DE-41B7-98B1-91D3D1BBD3C8}">
      <dsp:nvSpPr>
        <dsp:cNvPr id="0" name=""/>
        <dsp:cNvSpPr/>
      </dsp:nvSpPr>
      <dsp:spPr>
        <a:xfrm>
          <a:off x="9159576" y="1446625"/>
          <a:ext cx="246941" cy="1623974"/>
        </a:xfrm>
        <a:custGeom>
          <a:avLst/>
          <a:gdLst/>
          <a:ahLst/>
          <a:cxnLst/>
          <a:rect l="0" t="0" r="0" b="0"/>
          <a:pathLst>
            <a:path>
              <a:moveTo>
                <a:pt x="0" y="0"/>
              </a:moveTo>
              <a:lnTo>
                <a:pt x="0" y="1623974"/>
              </a:lnTo>
              <a:lnTo>
                <a:pt x="246941" y="162397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E022D22-C01C-4B3E-A384-8CD07E5CC568}">
      <dsp:nvSpPr>
        <dsp:cNvPr id="0" name=""/>
        <dsp:cNvSpPr/>
      </dsp:nvSpPr>
      <dsp:spPr>
        <a:xfrm>
          <a:off x="9406517" y="1696635"/>
          <a:ext cx="2225993" cy="274792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t" anchorCtr="0">
          <a:noAutofit/>
        </a:bodyPr>
        <a:lstStyle/>
        <a:p>
          <a:pPr marL="0" lvl="0" indent="0" algn="just" defTabSz="711200">
            <a:lnSpc>
              <a:spcPts val="2300"/>
            </a:lnSpc>
            <a:spcBef>
              <a:spcPct val="0"/>
            </a:spcBef>
            <a:spcAft>
              <a:spcPct val="35000"/>
            </a:spcAft>
            <a:buNone/>
          </a:pPr>
          <a:r>
            <a:rPr lang="zh-CN" altLang="en-US" sz="1600" kern="1200" dirty="0">
              <a:latin typeface="微软雅黑" panose="020B0503020204020204" pitchFamily="34" charset="-122"/>
              <a:ea typeface="微软雅黑" panose="020B0503020204020204" pitchFamily="34" charset="-122"/>
            </a:rPr>
            <a:t>选择合适的开源大模型进行指令微调实验，通过自动化指标与人工评估，从准确性、完整性、实用性等维度综合对比微调前后的模型性能。</a:t>
          </a:r>
        </a:p>
      </dsp:txBody>
      <dsp:txXfrm>
        <a:off x="9471714" y="1761832"/>
        <a:ext cx="2095599" cy="261753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8CFD65-DA41-4D6F-B686-0A4CEA262A88}">
      <dsp:nvSpPr>
        <dsp:cNvPr id="0" name=""/>
        <dsp:cNvSpPr/>
      </dsp:nvSpPr>
      <dsp:spPr>
        <a:xfrm>
          <a:off x="4837" y="374317"/>
          <a:ext cx="3988546" cy="69152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t>数据规模</a:t>
          </a:r>
        </a:p>
      </dsp:txBody>
      <dsp:txXfrm>
        <a:off x="25091" y="394571"/>
        <a:ext cx="3948038" cy="651016"/>
      </dsp:txXfrm>
    </dsp:sp>
    <dsp:sp modelId="{C8423A36-A347-4872-820D-AB9B5987A987}">
      <dsp:nvSpPr>
        <dsp:cNvPr id="0" name=""/>
        <dsp:cNvSpPr/>
      </dsp:nvSpPr>
      <dsp:spPr>
        <a:xfrm>
          <a:off x="403692" y="1065842"/>
          <a:ext cx="398854" cy="740136"/>
        </a:xfrm>
        <a:custGeom>
          <a:avLst/>
          <a:gdLst/>
          <a:ahLst/>
          <a:cxnLst/>
          <a:rect l="0" t="0" r="0" b="0"/>
          <a:pathLst>
            <a:path>
              <a:moveTo>
                <a:pt x="0" y="0"/>
              </a:moveTo>
              <a:lnTo>
                <a:pt x="0" y="740136"/>
              </a:lnTo>
              <a:lnTo>
                <a:pt x="398854" y="74013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99F4C5-19CB-4E51-A804-501D27A352D4}">
      <dsp:nvSpPr>
        <dsp:cNvPr id="0" name=""/>
        <dsp:cNvSpPr/>
      </dsp:nvSpPr>
      <dsp:spPr>
        <a:xfrm>
          <a:off x="802546" y="1312554"/>
          <a:ext cx="3307948" cy="98684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altLang="en-US" sz="2000" kern="1200" dirty="0"/>
            <a:t>743 </a:t>
          </a:r>
          <a:r>
            <a:rPr lang="zh-CN" altLang="en-US" sz="2000" kern="1200" dirty="0"/>
            <a:t>个</a:t>
          </a:r>
          <a:r>
            <a:rPr lang="en-US" altLang="en-US" sz="2000" kern="1200" dirty="0"/>
            <a:t> </a:t>
          </a:r>
          <a:r>
            <a:rPr lang="zh-CN" altLang="en-US" sz="2000" kern="1200" dirty="0"/>
            <a:t>核心视频</a:t>
          </a:r>
        </a:p>
      </dsp:txBody>
      <dsp:txXfrm>
        <a:off x="831450" y="1341458"/>
        <a:ext cx="3250140" cy="929040"/>
      </dsp:txXfrm>
    </dsp:sp>
    <dsp:sp modelId="{E7510E29-2643-4A1C-BB4A-9C0F76C2B90B}">
      <dsp:nvSpPr>
        <dsp:cNvPr id="0" name=""/>
        <dsp:cNvSpPr/>
      </dsp:nvSpPr>
      <dsp:spPr>
        <a:xfrm>
          <a:off x="403692" y="1065842"/>
          <a:ext cx="398854" cy="1973697"/>
        </a:xfrm>
        <a:custGeom>
          <a:avLst/>
          <a:gdLst/>
          <a:ahLst/>
          <a:cxnLst/>
          <a:rect l="0" t="0" r="0" b="0"/>
          <a:pathLst>
            <a:path>
              <a:moveTo>
                <a:pt x="0" y="0"/>
              </a:moveTo>
              <a:lnTo>
                <a:pt x="0" y="1973697"/>
              </a:lnTo>
              <a:lnTo>
                <a:pt x="398854" y="197369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F5962E-F4BC-46B0-BFA5-33C0D2D63595}">
      <dsp:nvSpPr>
        <dsp:cNvPr id="0" name=""/>
        <dsp:cNvSpPr/>
      </dsp:nvSpPr>
      <dsp:spPr>
        <a:xfrm>
          <a:off x="802546" y="2546114"/>
          <a:ext cx="3307948" cy="98684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altLang="en-US" sz="2000" kern="1200" dirty="0"/>
            <a:t>4.86 </a:t>
          </a:r>
          <a:r>
            <a:rPr lang="zh-CN" altLang="en-US" sz="2000" kern="1200" dirty="0"/>
            <a:t>亿 总观看量</a:t>
          </a:r>
        </a:p>
      </dsp:txBody>
      <dsp:txXfrm>
        <a:off x="831450" y="2575018"/>
        <a:ext cx="3250140" cy="929040"/>
      </dsp:txXfrm>
    </dsp:sp>
    <dsp:sp modelId="{D24DD44F-E2C8-43E2-83B0-EEB5A028AA3B}">
      <dsp:nvSpPr>
        <dsp:cNvPr id="0" name=""/>
        <dsp:cNvSpPr/>
      </dsp:nvSpPr>
      <dsp:spPr>
        <a:xfrm>
          <a:off x="403692" y="1065842"/>
          <a:ext cx="398854" cy="3242547"/>
        </a:xfrm>
        <a:custGeom>
          <a:avLst/>
          <a:gdLst/>
          <a:ahLst/>
          <a:cxnLst/>
          <a:rect l="0" t="0" r="0" b="0"/>
          <a:pathLst>
            <a:path>
              <a:moveTo>
                <a:pt x="0" y="0"/>
              </a:moveTo>
              <a:lnTo>
                <a:pt x="0" y="3242547"/>
              </a:lnTo>
              <a:lnTo>
                <a:pt x="398854" y="3242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265695A-1471-47C9-A563-A1BC0EBABF29}">
      <dsp:nvSpPr>
        <dsp:cNvPr id="0" name=""/>
        <dsp:cNvSpPr/>
      </dsp:nvSpPr>
      <dsp:spPr>
        <a:xfrm>
          <a:off x="802546" y="3814965"/>
          <a:ext cx="3307948" cy="98684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altLang="en-US" sz="2000" kern="1200" dirty="0"/>
            <a:t>176 </a:t>
          </a:r>
          <a:r>
            <a:rPr lang="zh-CN" altLang="en-US" sz="2000" kern="1200" dirty="0"/>
            <a:t>万 评论与弹幕</a:t>
          </a:r>
        </a:p>
      </dsp:txBody>
      <dsp:txXfrm>
        <a:off x="831450" y="3843869"/>
        <a:ext cx="3250140" cy="929040"/>
      </dsp:txXfrm>
    </dsp:sp>
    <dsp:sp modelId="{31C4C6D3-FFC4-47DD-A464-F6D3D49C1FE4}">
      <dsp:nvSpPr>
        <dsp:cNvPr id="0" name=""/>
        <dsp:cNvSpPr/>
      </dsp:nvSpPr>
      <dsp:spPr>
        <a:xfrm>
          <a:off x="4486808" y="374317"/>
          <a:ext cx="4125500" cy="69152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t>采集数据字段</a:t>
          </a:r>
        </a:p>
      </dsp:txBody>
      <dsp:txXfrm>
        <a:off x="4507062" y="394571"/>
        <a:ext cx="4084992" cy="651016"/>
      </dsp:txXfrm>
    </dsp:sp>
    <dsp:sp modelId="{1D16449D-FEA4-4DF4-A30D-53410E5E227F}">
      <dsp:nvSpPr>
        <dsp:cNvPr id="0" name=""/>
        <dsp:cNvSpPr/>
      </dsp:nvSpPr>
      <dsp:spPr>
        <a:xfrm>
          <a:off x="4899358" y="1065842"/>
          <a:ext cx="412550" cy="775426"/>
        </a:xfrm>
        <a:custGeom>
          <a:avLst/>
          <a:gdLst/>
          <a:ahLst/>
          <a:cxnLst/>
          <a:rect l="0" t="0" r="0" b="0"/>
          <a:pathLst>
            <a:path>
              <a:moveTo>
                <a:pt x="0" y="0"/>
              </a:moveTo>
              <a:lnTo>
                <a:pt x="0" y="775426"/>
              </a:lnTo>
              <a:lnTo>
                <a:pt x="412550" y="77542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2ABC38-EC05-42BB-A2B1-307A7F10EE2E}">
      <dsp:nvSpPr>
        <dsp:cNvPr id="0" name=""/>
        <dsp:cNvSpPr/>
      </dsp:nvSpPr>
      <dsp:spPr>
        <a:xfrm>
          <a:off x="5311908" y="1347843"/>
          <a:ext cx="3746329" cy="98684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元数据： 观看、点赞、投币、收藏、分享</a:t>
          </a:r>
        </a:p>
      </dsp:txBody>
      <dsp:txXfrm>
        <a:off x="5340812" y="1376747"/>
        <a:ext cx="3688521" cy="929040"/>
      </dsp:txXfrm>
    </dsp:sp>
    <dsp:sp modelId="{B516E0E1-D217-457F-9FF1-6403D6106A31}">
      <dsp:nvSpPr>
        <dsp:cNvPr id="0" name=""/>
        <dsp:cNvSpPr/>
      </dsp:nvSpPr>
      <dsp:spPr>
        <a:xfrm>
          <a:off x="4899358" y="1065842"/>
          <a:ext cx="412550" cy="2008986"/>
        </a:xfrm>
        <a:custGeom>
          <a:avLst/>
          <a:gdLst/>
          <a:ahLst/>
          <a:cxnLst/>
          <a:rect l="0" t="0" r="0" b="0"/>
          <a:pathLst>
            <a:path>
              <a:moveTo>
                <a:pt x="0" y="0"/>
              </a:moveTo>
              <a:lnTo>
                <a:pt x="0" y="2008986"/>
              </a:lnTo>
              <a:lnTo>
                <a:pt x="412550" y="200898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9251709-24E5-45BB-89FF-9A643D6A9CF0}">
      <dsp:nvSpPr>
        <dsp:cNvPr id="0" name=""/>
        <dsp:cNvSpPr/>
      </dsp:nvSpPr>
      <dsp:spPr>
        <a:xfrm>
          <a:off x="5311908" y="2581404"/>
          <a:ext cx="3746329" cy="98684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文本数据： 评论内容、弹幕内容</a:t>
          </a:r>
        </a:p>
      </dsp:txBody>
      <dsp:txXfrm>
        <a:off x="5340812" y="2610308"/>
        <a:ext cx="3688521" cy="929040"/>
      </dsp:txXfrm>
    </dsp:sp>
    <dsp:sp modelId="{223F2F54-DB5E-47C2-9209-E8BB3F72D246}">
      <dsp:nvSpPr>
        <dsp:cNvPr id="0" name=""/>
        <dsp:cNvSpPr/>
      </dsp:nvSpPr>
      <dsp:spPr>
        <a:xfrm>
          <a:off x="4899358" y="1065842"/>
          <a:ext cx="412550" cy="3242547"/>
        </a:xfrm>
        <a:custGeom>
          <a:avLst/>
          <a:gdLst/>
          <a:ahLst/>
          <a:cxnLst/>
          <a:rect l="0" t="0" r="0" b="0"/>
          <a:pathLst>
            <a:path>
              <a:moveTo>
                <a:pt x="0" y="0"/>
              </a:moveTo>
              <a:lnTo>
                <a:pt x="0" y="3242547"/>
              </a:lnTo>
              <a:lnTo>
                <a:pt x="412550" y="32425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8FAD506-B1BF-46A0-A7BF-B72AAEB17145}">
      <dsp:nvSpPr>
        <dsp:cNvPr id="0" name=""/>
        <dsp:cNvSpPr/>
      </dsp:nvSpPr>
      <dsp:spPr>
        <a:xfrm>
          <a:off x="5311908" y="3814965"/>
          <a:ext cx="3746329" cy="98684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altLang="en-US" sz="1800" kern="1200" dirty="0"/>
            <a:t>UP</a:t>
          </a:r>
          <a:r>
            <a:rPr lang="zh-CN" altLang="en-US" sz="1800" kern="1200" dirty="0"/>
            <a:t>主信息： </a:t>
          </a:r>
          <a:r>
            <a:rPr lang="en-US" altLang="en-US" sz="1800" kern="1200" dirty="0"/>
            <a:t>UP</a:t>
          </a:r>
          <a:r>
            <a:rPr lang="zh-CN" altLang="en-US" sz="1800" kern="1200" dirty="0"/>
            <a:t>主</a:t>
          </a:r>
          <a:r>
            <a:rPr lang="en-US" altLang="en-US" sz="1800" kern="1200" dirty="0"/>
            <a:t>ID</a:t>
          </a:r>
          <a:r>
            <a:rPr lang="zh-CN" altLang="en-US" sz="1800" kern="1200" dirty="0"/>
            <a:t>、粉丝数</a:t>
          </a:r>
        </a:p>
      </dsp:txBody>
      <dsp:txXfrm>
        <a:off x="5340812" y="3843869"/>
        <a:ext cx="3688521" cy="92904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A2FF8A-0E32-436C-ACFF-A2377F807C22}">
      <dsp:nvSpPr>
        <dsp:cNvPr id="0" name=""/>
        <dsp:cNvSpPr/>
      </dsp:nvSpPr>
      <dsp:spPr>
        <a:xfrm>
          <a:off x="0" y="687664"/>
          <a:ext cx="11050588" cy="328704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7648" tIns="666496" rIns="857648" bIns="170688" numCol="1" spcCol="1270" anchor="t" anchorCtr="0">
          <a:noAutofit/>
        </a:bodyPr>
        <a:lstStyle/>
        <a:p>
          <a:pPr marL="228600" lvl="1" indent="-228600" algn="just" defTabSz="1066800">
            <a:lnSpc>
              <a:spcPct val="90000"/>
            </a:lnSpc>
            <a:spcBef>
              <a:spcPts val="600"/>
            </a:spcBef>
            <a:spcAft>
              <a:spcPct val="15000"/>
            </a:spcAft>
            <a:buChar char="•"/>
          </a:pPr>
          <a:r>
            <a:rPr lang="zh-CN" altLang="en-US" sz="2400" kern="1200" dirty="0"/>
            <a:t>社交媒体评论中包含大量网络用语、谐音词、表情符号和隐晦表达，给自动化、精准地识别“真问题”带来了困难。</a:t>
          </a:r>
        </a:p>
        <a:p>
          <a:pPr marL="228600" lvl="1" indent="-228600" algn="just" defTabSz="1066800">
            <a:lnSpc>
              <a:spcPct val="90000"/>
            </a:lnSpc>
            <a:spcBef>
              <a:spcPct val="0"/>
            </a:spcBef>
            <a:spcAft>
              <a:spcPct val="15000"/>
            </a:spcAft>
            <a:buChar char="•"/>
          </a:pPr>
          <a:r>
            <a:rPr lang="zh-CN" altLang="en-US" sz="2400" kern="1200" dirty="0"/>
            <a:t>解决方案：采用“自动化脚本</a:t>
          </a:r>
          <a:r>
            <a:rPr lang="en-US" altLang="zh-CN" sz="2400" kern="1200" dirty="0"/>
            <a:t>+</a:t>
          </a:r>
          <a:r>
            <a:rPr lang="zh-CN" altLang="en-US" sz="2400" kern="1200" dirty="0"/>
            <a:t>人工复核”相结合的方式。通过不断扩充同义词词典和俚语库，优化识别规则；同时，通过人工抽样检查，持续校准和迭代算法，确保问题提取的准确率和召回率。</a:t>
          </a:r>
          <a:endParaRPr lang="en-US" altLang="zh-CN" sz="2400" kern="1200" dirty="0"/>
        </a:p>
      </dsp:txBody>
      <dsp:txXfrm>
        <a:off x="0" y="687664"/>
        <a:ext cx="11050588" cy="3287047"/>
      </dsp:txXfrm>
    </dsp:sp>
    <dsp:sp modelId="{A4963EFE-57CC-4E7A-A93A-472B2DB3AE73}">
      <dsp:nvSpPr>
        <dsp:cNvPr id="0" name=""/>
        <dsp:cNvSpPr/>
      </dsp:nvSpPr>
      <dsp:spPr>
        <a:xfrm>
          <a:off x="240007" y="219349"/>
          <a:ext cx="7735411" cy="92765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380" tIns="0" rIns="292380" bIns="0" numCol="1" spcCol="1270" anchor="ctr" anchorCtr="0">
          <a:noAutofit/>
        </a:bodyPr>
        <a:lstStyle/>
        <a:p>
          <a:pPr marL="0" lvl="0" indent="0" algn="l" defTabSz="1244600">
            <a:lnSpc>
              <a:spcPct val="90000"/>
            </a:lnSpc>
            <a:spcBef>
              <a:spcPct val="0"/>
            </a:spcBef>
            <a:spcAft>
              <a:spcPct val="35000"/>
            </a:spcAft>
            <a:buNone/>
          </a:pPr>
          <a:r>
            <a:rPr lang="zh-CN" altLang="en-US" sz="2800" kern="1200" dirty="0"/>
            <a:t>问题一：数据清洗与题识别的挑战</a:t>
          </a:r>
        </a:p>
      </dsp:txBody>
      <dsp:txXfrm>
        <a:off x="285291" y="264633"/>
        <a:ext cx="7644843" cy="83708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A2FF8A-0E32-436C-ACFF-A2377F807C22}">
      <dsp:nvSpPr>
        <dsp:cNvPr id="0" name=""/>
        <dsp:cNvSpPr/>
      </dsp:nvSpPr>
      <dsp:spPr>
        <a:xfrm>
          <a:off x="0" y="649892"/>
          <a:ext cx="11050588" cy="336922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7648" tIns="562356" rIns="857648" bIns="170688" numCol="1" spcCol="1270" anchor="t" anchorCtr="0">
          <a:noAutofit/>
        </a:bodyPr>
        <a:lstStyle/>
        <a:p>
          <a:pPr marL="228600" lvl="1" indent="-228600" algn="just" defTabSz="1066800">
            <a:lnSpc>
              <a:spcPts val="3200"/>
            </a:lnSpc>
            <a:spcBef>
              <a:spcPts val="600"/>
            </a:spcBef>
            <a:spcAft>
              <a:spcPct val="15000"/>
            </a:spcAft>
            <a:buChar char="•"/>
          </a:pPr>
          <a:r>
            <a:rPr lang="zh-CN" altLang="en-US" sz="2400" kern="1200" dirty="0"/>
            <a:t>在生成医学相关答案时，通用大语言模型有时会出现事实性错误（“幻觉”）或提供模棱两可、不具操作性的建议，直接应用于健康教育存在风险。
解决方案： 严格执行“人工修订与专家审核”流程。邀请背景的专家参与审核，对</a:t>
          </a:r>
          <a:r>
            <a:rPr lang="en-US" altLang="en-US" sz="2400" kern="1200" dirty="0"/>
            <a:t>AI</a:t>
          </a:r>
          <a:r>
            <a:rPr lang="zh-CN" altLang="en-US" sz="2400" kern="1200" dirty="0"/>
            <a:t>生成的每一条答案进行事实核查和科学性把关，确保最终数据集的权威性与严谨性。</a:t>
          </a:r>
        </a:p>
      </dsp:txBody>
      <dsp:txXfrm>
        <a:off x="0" y="649892"/>
        <a:ext cx="11050588" cy="3369223"/>
      </dsp:txXfrm>
    </dsp:sp>
    <dsp:sp modelId="{A4963EFE-57CC-4E7A-A93A-472B2DB3AE73}">
      <dsp:nvSpPr>
        <dsp:cNvPr id="0" name=""/>
        <dsp:cNvSpPr/>
      </dsp:nvSpPr>
      <dsp:spPr>
        <a:xfrm>
          <a:off x="255180" y="51425"/>
          <a:ext cx="9544879" cy="95127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380" tIns="0" rIns="292380" bIns="0" numCol="1" spcCol="1270" anchor="ctr" anchorCtr="0">
          <a:noAutofit/>
        </a:bodyPr>
        <a:lstStyle/>
        <a:p>
          <a:pPr marL="0" lvl="0" indent="0" algn="l" defTabSz="1244600">
            <a:lnSpc>
              <a:spcPct val="90000"/>
            </a:lnSpc>
            <a:spcBef>
              <a:spcPct val="0"/>
            </a:spcBef>
            <a:spcAft>
              <a:spcPct val="35000"/>
            </a:spcAft>
            <a:buNone/>
          </a:pPr>
          <a:r>
            <a:rPr lang="zh-CN" altLang="en-US" sz="2800" kern="1200" dirty="0"/>
            <a:t>问题二：大语言模型生成内容的准确性与“幻觉”问题</a:t>
          </a:r>
        </a:p>
      </dsp:txBody>
      <dsp:txXfrm>
        <a:off x="301617" y="97862"/>
        <a:ext cx="9452005" cy="85839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A2FF8A-0E32-436C-ACFF-A2377F807C22}">
      <dsp:nvSpPr>
        <dsp:cNvPr id="0" name=""/>
        <dsp:cNvSpPr/>
      </dsp:nvSpPr>
      <dsp:spPr>
        <a:xfrm>
          <a:off x="0" y="896420"/>
          <a:ext cx="11050588" cy="2876166"/>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7648" tIns="749808" rIns="857648" bIns="170688" numCol="1" spcCol="1270" anchor="t" anchorCtr="0">
          <a:noAutofit/>
        </a:bodyPr>
        <a:lstStyle/>
        <a:p>
          <a:pPr marL="228600" lvl="1" indent="-228600" algn="just" defTabSz="1066800">
            <a:lnSpc>
              <a:spcPct val="90000"/>
            </a:lnSpc>
            <a:spcBef>
              <a:spcPts val="600"/>
            </a:spcBef>
            <a:spcAft>
              <a:spcPts val="1200"/>
            </a:spcAft>
            <a:buChar char="•"/>
          </a:pPr>
          <a:r>
            <a:rPr lang="zh-CN" altLang="en-US" sz="2400" kern="1200" dirty="0"/>
            <a:t>大规模数据处理和后续模型微调需要较高的计算资源。
解决方案：已申请并利用学院提供的高性能计算平台，并通过优化代码、分批处理数据等方式提高资源利用效率。</a:t>
          </a:r>
        </a:p>
        <a:p>
          <a:pPr marL="228600" lvl="1" indent="-228600" algn="just" defTabSz="1066800">
            <a:lnSpc>
              <a:spcPts val="1000"/>
            </a:lnSpc>
            <a:spcBef>
              <a:spcPts val="0"/>
            </a:spcBef>
            <a:spcAft>
              <a:spcPts val="0"/>
            </a:spcAft>
            <a:buChar char="•"/>
          </a:pPr>
          <a:endParaRPr lang="zh-CN" altLang="en-US" sz="2400" kern="1200" dirty="0"/>
        </a:p>
      </dsp:txBody>
      <dsp:txXfrm>
        <a:off x="0" y="896420"/>
        <a:ext cx="11050588" cy="2876166"/>
      </dsp:txXfrm>
    </dsp:sp>
    <dsp:sp modelId="{A4963EFE-57CC-4E7A-A93A-472B2DB3AE73}">
      <dsp:nvSpPr>
        <dsp:cNvPr id="0" name=""/>
        <dsp:cNvSpPr/>
      </dsp:nvSpPr>
      <dsp:spPr>
        <a:xfrm>
          <a:off x="255180" y="398935"/>
          <a:ext cx="9544879" cy="95127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380" tIns="0" rIns="292380" bIns="0" numCol="1" spcCol="1270" anchor="ctr" anchorCtr="0">
          <a:noAutofit/>
        </a:bodyPr>
        <a:lstStyle/>
        <a:p>
          <a:pPr marL="0" lvl="0" indent="0" algn="l" defTabSz="1244600">
            <a:lnSpc>
              <a:spcPct val="90000"/>
            </a:lnSpc>
            <a:spcBef>
              <a:spcPct val="0"/>
            </a:spcBef>
            <a:spcAft>
              <a:spcPct val="35000"/>
            </a:spcAft>
            <a:buNone/>
          </a:pPr>
          <a:r>
            <a:rPr lang="zh-CN" altLang="en-US" sz="2800" kern="1200" dirty="0"/>
            <a:t>问题三：计算资源</a:t>
          </a:r>
        </a:p>
      </dsp:txBody>
      <dsp:txXfrm>
        <a:off x="301617" y="445372"/>
        <a:ext cx="9452005" cy="85839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2273A4-5BAF-4490-B354-8E6147DA5515}">
      <dsp:nvSpPr>
        <dsp:cNvPr id="0" name=""/>
        <dsp:cNvSpPr/>
      </dsp:nvSpPr>
      <dsp:spPr>
        <a:xfrm>
          <a:off x="0" y="184456"/>
          <a:ext cx="11577674" cy="7777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zh-CN" altLang="en-US" sz="2400" kern="1200" dirty="0"/>
            <a:t>青少年生殖健康问题分类分析研究</a:t>
          </a:r>
        </a:p>
      </dsp:txBody>
      <dsp:txXfrm>
        <a:off x="37968" y="222424"/>
        <a:ext cx="11501738" cy="701838"/>
      </dsp:txXfrm>
    </dsp:sp>
    <dsp:sp modelId="{2D564649-ADDB-4030-A992-2118CCDF5BD2}">
      <dsp:nvSpPr>
        <dsp:cNvPr id="0" name=""/>
        <dsp:cNvSpPr/>
      </dsp:nvSpPr>
      <dsp:spPr>
        <a:xfrm>
          <a:off x="0" y="1220900"/>
          <a:ext cx="11577674" cy="1424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7591"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zh-CN" altLang="en-US" sz="2000" kern="1200" dirty="0"/>
            <a:t>基于已建立的</a:t>
          </a:r>
          <a:r>
            <a:rPr lang="en-US" altLang="en-US" sz="2000" kern="1200" dirty="0"/>
            <a:t>13</a:t>
          </a:r>
          <a:r>
            <a:rPr lang="zh-CN" altLang="en-US" sz="2000" kern="1200" dirty="0"/>
            <a:t>个主题分类框架和提取出的所有问题，进行深入的定量与定性分析。
统计各主题下问题的数量、占比，分析不同主题的热度差异。</a:t>
          </a:r>
        </a:p>
        <a:p>
          <a:pPr marL="228600" lvl="1" indent="-228600" algn="l" defTabSz="889000">
            <a:lnSpc>
              <a:spcPct val="90000"/>
            </a:lnSpc>
            <a:spcBef>
              <a:spcPct val="0"/>
            </a:spcBef>
            <a:spcAft>
              <a:spcPct val="20000"/>
            </a:spcAft>
            <a:buChar char="•"/>
          </a:pPr>
          <a:r>
            <a:rPr lang="zh-CN" altLang="en-US" sz="2000" kern="1200" dirty="0"/>
            <a:t>深入挖掘高频问题背后的知识盲区和情感诉求</a:t>
          </a:r>
        </a:p>
      </dsp:txBody>
      <dsp:txXfrm>
        <a:off x="0" y="1220900"/>
        <a:ext cx="11577674" cy="1424160"/>
      </dsp:txXfrm>
    </dsp:sp>
    <dsp:sp modelId="{F09AA561-4D5E-4456-9292-05C79176A4FC}">
      <dsp:nvSpPr>
        <dsp:cNvPr id="0" name=""/>
        <dsp:cNvSpPr/>
      </dsp:nvSpPr>
      <dsp:spPr>
        <a:xfrm>
          <a:off x="0" y="3028334"/>
          <a:ext cx="11577674" cy="759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zh-CN" altLang="en-US" sz="2400" kern="1200" dirty="0"/>
            <a:t>开源大语言模型的指令微调</a:t>
          </a:r>
        </a:p>
      </dsp:txBody>
      <dsp:txXfrm>
        <a:off x="37065" y="3065399"/>
        <a:ext cx="11503544" cy="685150"/>
      </dsp:txXfrm>
    </dsp:sp>
    <dsp:sp modelId="{F8B23B03-BFAB-4244-9D48-B70F2ABD5E80}">
      <dsp:nvSpPr>
        <dsp:cNvPr id="0" name=""/>
        <dsp:cNvSpPr/>
      </dsp:nvSpPr>
      <dsp:spPr>
        <a:xfrm>
          <a:off x="0" y="3867362"/>
          <a:ext cx="11577674" cy="1059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7591"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zh-CN" altLang="en-US" sz="2000" kern="1200" dirty="0"/>
            <a:t>基于最终确定的高质量问答数据集，选择合适的开源模型（如</a:t>
          </a:r>
          <a:r>
            <a:rPr lang="en-US" altLang="en-US" sz="2000" kern="1200" dirty="0"/>
            <a:t>Qwen</a:t>
          </a:r>
          <a:r>
            <a:rPr lang="zh-CN" altLang="en-US" sz="2000" kern="1200" dirty="0"/>
            <a:t>或</a:t>
          </a:r>
          <a:r>
            <a:rPr lang="en-US" altLang="en-US" sz="2000" kern="1200" dirty="0" err="1"/>
            <a:t>LLaMA</a:t>
          </a:r>
          <a:r>
            <a:rPr lang="zh-CN" altLang="en-US" sz="2000" kern="1200" dirty="0"/>
            <a:t>系列）。</a:t>
          </a:r>
        </a:p>
        <a:p>
          <a:pPr marL="228600" lvl="1" indent="-228600" algn="l" defTabSz="889000">
            <a:lnSpc>
              <a:spcPct val="90000"/>
            </a:lnSpc>
            <a:spcBef>
              <a:spcPct val="0"/>
            </a:spcBef>
            <a:spcAft>
              <a:spcPct val="20000"/>
            </a:spcAft>
            <a:buChar char="•"/>
          </a:pPr>
          <a:r>
            <a:rPr lang="zh-CN" altLang="en-US" sz="2000" kern="1200" dirty="0"/>
            <a:t>利用指令微调（</a:t>
          </a:r>
          <a:r>
            <a:rPr lang="en-US" altLang="en-US" sz="2000" kern="1200" dirty="0"/>
            <a:t>Instruction-tuning</a:t>
          </a:r>
          <a:r>
            <a:rPr lang="zh-CN" altLang="en-US" sz="2000" kern="1200" dirty="0"/>
            <a:t>）技术，对模型进行领域适配训练。</a:t>
          </a:r>
        </a:p>
      </dsp:txBody>
      <dsp:txXfrm>
        <a:off x="0" y="3867362"/>
        <a:ext cx="11577674" cy="105984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56C5FC-227D-4BAA-A7DD-DA9533546C52}">
      <dsp:nvSpPr>
        <dsp:cNvPr id="0" name=""/>
        <dsp:cNvSpPr/>
      </dsp:nvSpPr>
      <dsp:spPr>
        <a:xfrm>
          <a:off x="0" y="593142"/>
          <a:ext cx="11577674" cy="74369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zh-CN" altLang="en-US" sz="2400" kern="1200" dirty="0"/>
            <a:t>模型性能的综合评估</a:t>
          </a:r>
        </a:p>
      </dsp:txBody>
      <dsp:txXfrm>
        <a:off x="36304" y="629446"/>
        <a:ext cx="11505066" cy="671087"/>
      </dsp:txXfrm>
    </dsp:sp>
    <dsp:sp modelId="{BF673965-FFB1-4DB6-8EA9-55E6D6C2B9D8}">
      <dsp:nvSpPr>
        <dsp:cNvPr id="0" name=""/>
        <dsp:cNvSpPr/>
      </dsp:nvSpPr>
      <dsp:spPr>
        <a:xfrm>
          <a:off x="0" y="1464392"/>
          <a:ext cx="11577674" cy="1345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7591"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zh-CN" altLang="en-US" sz="2000" kern="1200" dirty="0"/>
            <a:t>设计详细的评估方案，将被微调模型与通用大模型（基线）进行对比。
采用自动化指标（</a:t>
          </a:r>
          <a:r>
            <a:rPr lang="en-US" altLang="en-US" sz="2000" kern="1200" dirty="0"/>
            <a:t>ROUGE, BLEU</a:t>
          </a:r>
          <a:r>
            <a:rPr lang="zh-CN" altLang="en-US" sz="2000" kern="1200" dirty="0"/>
            <a:t>）和多维度人工评估（准确性、完整性、表达性、实用性）相结合的方式，全面量化微调带来的性能提升。</a:t>
          </a:r>
        </a:p>
      </dsp:txBody>
      <dsp:txXfrm>
        <a:off x="0" y="1464392"/>
        <a:ext cx="11577674" cy="1345500"/>
      </dsp:txXfrm>
    </dsp:sp>
    <dsp:sp modelId="{AAB4D5CC-4847-4690-944D-60495ADDD677}">
      <dsp:nvSpPr>
        <dsp:cNvPr id="0" name=""/>
        <dsp:cNvSpPr/>
      </dsp:nvSpPr>
      <dsp:spPr>
        <a:xfrm>
          <a:off x="0" y="2982675"/>
          <a:ext cx="11577674" cy="81167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zh-CN" altLang="en-US" sz="2400" kern="1200" dirty="0"/>
            <a:t>毕业论文撰写</a:t>
          </a:r>
        </a:p>
      </dsp:txBody>
      <dsp:txXfrm>
        <a:off x="39623" y="3022298"/>
        <a:ext cx="11498428" cy="732432"/>
      </dsp:txXfrm>
    </dsp:sp>
    <dsp:sp modelId="{5EA5F0C5-FDF1-4493-8613-91482FEBC3EA}">
      <dsp:nvSpPr>
        <dsp:cNvPr id="0" name=""/>
        <dsp:cNvSpPr/>
      </dsp:nvSpPr>
      <dsp:spPr>
        <a:xfrm>
          <a:off x="0" y="3935979"/>
          <a:ext cx="11577674"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7591"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zh-CN" altLang="en-US" sz="2000" b="0" kern="1200" spc="-5" dirty="0">
              <a:solidFill>
                <a:schemeClr val="tx1"/>
              </a:solidFill>
              <a:latin typeface="+mj-ea"/>
              <a:ea typeface="+mj-ea"/>
            </a:rPr>
            <a:t>系统整理研究过程、方法、数据和结论，完成毕业论文的撰写。
将核心成果（如高质量问答数据集、微调后的模型）进行打包和展示。</a:t>
          </a:r>
          <a:endParaRPr lang="zh-CN" altLang="en-US" sz="2000" b="0" kern="1200" spc="-5" dirty="0">
            <a:solidFill>
              <a:schemeClr val="tx1"/>
            </a:solidFill>
            <a:latin typeface="+mj-ea"/>
            <a:ea typeface="+mj-ea"/>
            <a:cs typeface="宋体" panose="02010600030101010101" pitchFamily="2" charset="-122"/>
          </a:endParaRPr>
        </a:p>
      </dsp:txBody>
      <dsp:txXfrm>
        <a:off x="0" y="3935979"/>
        <a:ext cx="11577674" cy="1076400"/>
      </dsp:txXfrm>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0F783F24-5C15-4D68-A484-913DE326CD9A}" type="datetimeFigureOut">
              <a:rPr lang="zh-CN" altLang="en-US" smtClean="0"/>
              <a:pPr/>
              <a:t>2025/11/23</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78F332AE-CF90-437C-9F1F-BE6050743CDA}" type="slidenum">
              <a:rPr lang="zh-CN" altLang="en-US" smtClean="0"/>
              <a:pPr/>
              <a:t>‹#›</a:t>
            </a:fld>
            <a:endParaRPr lang="zh-CN" altLang="en-US" dirty="0"/>
          </a:p>
        </p:txBody>
      </p:sp>
    </p:spTree>
    <p:extLst>
      <p:ext uri="{BB962C8B-B14F-4D97-AF65-F5344CB8AC3E}">
        <p14:creationId xmlns:p14="http://schemas.microsoft.com/office/powerpoint/2010/main" val="3973811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尊敬的评审老师、各位同学们：</a:t>
            </a:r>
            <a:endParaRPr lang="en-US" altLang="zh-CN" dirty="0"/>
          </a:p>
          <a:p>
            <a:r>
              <a:rPr lang="zh-CN" altLang="en-US" dirty="0"/>
              <a:t>各位老师好，我是周子轩，我的毕业设计题目是“基于大语言模型的社交媒体青少年生殖健康评论分类分析与问答生成研究”。指导老师是黄若尘老师。</a:t>
            </a:r>
            <a:endParaRPr lang="en-US" altLang="zh-CN" dirty="0"/>
          </a:p>
        </p:txBody>
      </p:sp>
      <p:sp>
        <p:nvSpPr>
          <p:cNvPr id="4" name="灯片编号占位符 3"/>
          <p:cNvSpPr>
            <a:spLocks noGrp="1"/>
          </p:cNvSpPr>
          <p:nvPr>
            <p:ph type="sldNum" sz="quarter" idx="5"/>
          </p:nvPr>
        </p:nvSpPr>
        <p:spPr/>
        <p:txBody>
          <a:bodyPr/>
          <a:lstStyle/>
          <a:p>
            <a:fld id="{78F332AE-CF90-437C-9F1F-BE6050743CDA}" type="slidenum">
              <a:rPr lang="zh-CN" altLang="en-US" smtClean="0"/>
              <a:pPr/>
              <a:t>1</a:t>
            </a:fld>
            <a:endParaRPr lang="zh-CN" altLang="en-US" dirty="0"/>
          </a:p>
        </p:txBody>
      </p:sp>
    </p:spTree>
    <p:extLst>
      <p:ext uri="{BB962C8B-B14F-4D97-AF65-F5344CB8AC3E}">
        <p14:creationId xmlns:p14="http://schemas.microsoft.com/office/powerpoint/2010/main" val="20467015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内容将分为四部分来进行陈述。</a:t>
            </a:r>
          </a:p>
        </p:txBody>
      </p:sp>
      <p:sp>
        <p:nvSpPr>
          <p:cNvPr id="4" name="灯片编号占位符 3"/>
          <p:cNvSpPr>
            <a:spLocks noGrp="1"/>
          </p:cNvSpPr>
          <p:nvPr>
            <p:ph type="sldNum" sz="quarter" idx="5"/>
          </p:nvPr>
        </p:nvSpPr>
        <p:spPr/>
        <p:txBody>
          <a:bodyPr/>
          <a:lstStyle/>
          <a:p>
            <a:fld id="{78F332AE-CF90-437C-9F1F-BE6050743CDA}" type="slidenum">
              <a:rPr lang="zh-CN" altLang="en-US" smtClean="0"/>
              <a:pPr/>
              <a:t>2</a:t>
            </a:fld>
            <a:endParaRPr lang="zh-CN" altLang="en-US" dirty="0"/>
          </a:p>
        </p:txBody>
      </p:sp>
    </p:spTree>
    <p:extLst>
      <p:ext uri="{BB962C8B-B14F-4D97-AF65-F5344CB8AC3E}">
        <p14:creationId xmlns:p14="http://schemas.microsoft.com/office/powerpoint/2010/main" val="1457403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第一部分 研究背景与意义</a:t>
            </a:r>
          </a:p>
        </p:txBody>
      </p:sp>
      <p:sp>
        <p:nvSpPr>
          <p:cNvPr id="4" name="灯片编号占位符 3"/>
          <p:cNvSpPr>
            <a:spLocks noGrp="1"/>
          </p:cNvSpPr>
          <p:nvPr>
            <p:ph type="sldNum" sz="quarter" idx="5"/>
          </p:nvPr>
        </p:nvSpPr>
        <p:spPr/>
        <p:txBody>
          <a:bodyPr/>
          <a:lstStyle/>
          <a:p>
            <a:fld id="{78F332AE-CF90-437C-9F1F-BE6050743CDA}" type="slidenum">
              <a:rPr lang="zh-CN" altLang="en-US" smtClean="0"/>
              <a:pPr/>
              <a:t>3</a:t>
            </a:fld>
            <a:endParaRPr lang="zh-CN" altLang="en-US" dirty="0"/>
          </a:p>
        </p:txBody>
      </p:sp>
    </p:spTree>
    <p:extLst>
      <p:ext uri="{BB962C8B-B14F-4D97-AF65-F5344CB8AC3E}">
        <p14:creationId xmlns:p14="http://schemas.microsoft.com/office/powerpoint/2010/main" val="2822420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u="sng" dirty="0"/>
              <a:t>首先，关于本研究的背景。青少年生殖健康问题在全球范围内都十分严峻。</a:t>
            </a:r>
            <a:r>
              <a:rPr lang="zh-CN" altLang="en-US" strike="sngStrike" dirty="0"/>
              <a:t>根据世界经济论坛</a:t>
            </a:r>
            <a:r>
              <a:rPr lang="en-US" altLang="zh-CN" strike="sngStrike" dirty="0"/>
              <a:t>2024</a:t>
            </a:r>
            <a:r>
              <a:rPr lang="zh-CN" altLang="en-US" strike="sngStrike" dirty="0"/>
              <a:t>年的报道，仅在亚太地区，每年就有高达</a:t>
            </a:r>
            <a:r>
              <a:rPr lang="en-US" altLang="zh-CN" strike="sngStrike" dirty="0"/>
              <a:t>390</a:t>
            </a:r>
            <a:r>
              <a:rPr lang="zh-CN" altLang="en-US" strike="sngStrike" dirty="0"/>
              <a:t>万例的青少年意外怀孕。</a:t>
            </a:r>
            <a:r>
              <a:rPr lang="zh-CN" altLang="en-US" u="sng" strike="sngStrike" dirty="0"/>
              <a:t>一篇发表在柳叶刀的报告指出</a:t>
            </a:r>
            <a:r>
              <a:rPr lang="en-US" altLang="zh-CN" u="sng" strike="sngStrike" dirty="0"/>
              <a:t>……</a:t>
            </a:r>
          </a:p>
          <a:p>
            <a:r>
              <a:rPr lang="zh-CN" altLang="en-US" u="sng" strike="sngStrike" dirty="0"/>
              <a:t>聚焦到我国，情况同样不容乐观。有研究发现</a:t>
            </a:r>
            <a:r>
              <a:rPr lang="en-US" altLang="zh-CN" u="sng" strike="sngStrike" dirty="0"/>
              <a:t>……</a:t>
            </a:r>
          </a:p>
          <a:p>
            <a:endParaRPr lang="en-US" altLang="zh-CN" u="sng" dirty="0"/>
          </a:p>
          <a:p>
            <a:r>
              <a:rPr lang="zh-CN" altLang="en-US" u="sng" dirty="0"/>
              <a:t>不论是全球视角还是中国的现状，都反映出一个核心矛盾：那就是日益严峻的健康风险与当前亟需加强的性与生殖健康教育之间的巨大鸿沟。</a:t>
            </a:r>
          </a:p>
        </p:txBody>
      </p:sp>
      <p:sp>
        <p:nvSpPr>
          <p:cNvPr id="4" name="灯片编号占位符 3"/>
          <p:cNvSpPr>
            <a:spLocks noGrp="1"/>
          </p:cNvSpPr>
          <p:nvPr>
            <p:ph type="sldNum" sz="quarter" idx="5"/>
          </p:nvPr>
        </p:nvSpPr>
        <p:spPr/>
        <p:txBody>
          <a:bodyPr/>
          <a:lstStyle/>
          <a:p>
            <a:fld id="{78F332AE-CF90-437C-9F1F-BE6050743CDA}" type="slidenum">
              <a:rPr lang="zh-CN" altLang="en-US" smtClean="0"/>
              <a:pPr/>
              <a:t>4</a:t>
            </a:fld>
            <a:endParaRPr lang="zh-CN" altLang="en-US" dirty="0"/>
          </a:p>
        </p:txBody>
      </p:sp>
    </p:spTree>
    <p:extLst>
      <p:ext uri="{BB962C8B-B14F-4D97-AF65-F5344CB8AC3E}">
        <p14:creationId xmlns:p14="http://schemas.microsoft.com/office/powerpoint/2010/main" val="12594622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那么，之所以会出现这样的知识鸿沟，一个重要原因在于传统教育模式的局限性。</a:t>
            </a:r>
            <a:endParaRPr lang="en-US" altLang="zh-CN" dirty="0"/>
          </a:p>
          <a:p>
            <a:r>
              <a:rPr lang="zh-CN" altLang="en-US" dirty="0"/>
              <a:t>在国内，受传统文化观念的影响，学校的生殖健康教育往往因为话题敏感而难以深入、全面地开展，导致青少年普遍存在知识盲区。一项</a:t>
            </a:r>
            <a:r>
              <a:rPr lang="en-US" altLang="zh-CN" dirty="0"/>
              <a:t>2019</a:t>
            </a:r>
            <a:r>
              <a:rPr lang="zh-CN" altLang="en-US" dirty="0"/>
              <a:t>年的全国性调查也证实了这一点，青少年相关知识的及格率普遍偏低。</a:t>
            </a:r>
          </a:p>
          <a:p>
            <a:r>
              <a:rPr lang="zh-CN" altLang="en-US" dirty="0"/>
              <a:t>在传统渠道受阻的同时，互联网和社交媒体为青少年打开了一扇新的窗户。特别是像</a:t>
            </a:r>
            <a:r>
              <a:rPr lang="en-US" altLang="zh-CN" dirty="0"/>
              <a:t>B</a:t>
            </a:r>
            <a:r>
              <a:rPr lang="zh-CN" altLang="en-US" dirty="0"/>
              <a:t>站这样深受</a:t>
            </a:r>
            <a:r>
              <a:rPr lang="en-US" altLang="zh-CN" dirty="0"/>
              <a:t>Z</a:t>
            </a:r>
            <a:r>
              <a:rPr lang="zh-CN" altLang="en-US" dirty="0"/>
              <a:t>世代喜爱的平台，它拥有庞大且高度集中的年轻用户群体。其匿名、便捷的特点，使其成为青少年探索和讨论生殖健康这类敏感话题的重要空间。平台上丰富的用户生成内容，为我们系统性地研究这一群体的真实需求和心理动态，提供了前所未有的机遇。</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latin typeface="华文中宋" panose="02010600040101010101" pitchFamily="2" charset="-122"/>
                <a:ea typeface="华文中宋" panose="02010600040101010101" pitchFamily="2" charset="-122"/>
              </a:rPr>
              <a:t>核心挑战</a:t>
            </a:r>
            <a:r>
              <a:rPr lang="zh-CN" altLang="en-US" sz="1200" dirty="0">
                <a:latin typeface="华文中宋" panose="02010600040101010101" pitchFamily="2" charset="-122"/>
                <a:ea typeface="华文中宋" panose="02010600040101010101" pitchFamily="2" charset="-122"/>
              </a:rPr>
              <a:t>：用户生成内容 </a:t>
            </a:r>
            <a:r>
              <a:rPr lang="en-US" altLang="zh-CN" sz="1050" dirty="0">
                <a:latin typeface="华文中宋" panose="02010600040101010101" pitchFamily="2" charset="-122"/>
                <a:ea typeface="华文中宋" panose="02010600040101010101" pitchFamily="2" charset="-122"/>
              </a:rPr>
              <a:t>(User-Generated Content, UGC) </a:t>
            </a:r>
            <a:r>
              <a:rPr lang="zh-CN" altLang="en-US" sz="1200" dirty="0">
                <a:latin typeface="华文中宋" panose="02010600040101010101" pitchFamily="2" charset="-122"/>
                <a:ea typeface="华文中宋" panose="02010600040101010101" pitchFamily="2" charset="-122"/>
              </a:rPr>
              <a:t>质量参差不齐，充斥着大量错误信息。如何从海量、非结构化的文本中挖掘价值，并转化为科学、规范的知识资源，成为关键。</a:t>
            </a:r>
          </a:p>
          <a:p>
            <a:endParaRPr lang="zh-CN" altLang="en-US" dirty="0"/>
          </a:p>
        </p:txBody>
      </p:sp>
      <p:sp>
        <p:nvSpPr>
          <p:cNvPr id="4" name="灯片编号占位符 3"/>
          <p:cNvSpPr>
            <a:spLocks noGrp="1"/>
          </p:cNvSpPr>
          <p:nvPr>
            <p:ph type="sldNum" sz="quarter" idx="5"/>
          </p:nvPr>
        </p:nvSpPr>
        <p:spPr/>
        <p:txBody>
          <a:bodyPr/>
          <a:lstStyle/>
          <a:p>
            <a:fld id="{78F332AE-CF90-437C-9F1F-BE6050743CDA}" type="slidenum">
              <a:rPr lang="zh-CN" altLang="en-US" smtClean="0"/>
              <a:pPr/>
              <a:t>5</a:t>
            </a:fld>
            <a:endParaRPr lang="zh-CN" altLang="en-US" dirty="0"/>
          </a:p>
        </p:txBody>
      </p:sp>
    </p:spTree>
    <p:extLst>
      <p:ext uri="{BB962C8B-B14F-4D97-AF65-F5344CB8AC3E}">
        <p14:creationId xmlns:p14="http://schemas.microsoft.com/office/powerpoint/2010/main" val="25361885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10501-3BDF-4D53-230E-B5886F45218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D5A98E-E107-5D47-C959-E8046D5F04E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53EE4E7-5B49-6AAE-2B9F-0998744760A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u="sng" spc="0" baseline="0" dirty="0">
                <a:latin typeface="华文中宋" panose="02010600040101010101" pitchFamily="2" charset="-122"/>
                <a:ea typeface="华文中宋" panose="02010600040101010101" pitchFamily="2" charset="-122"/>
              </a:rPr>
              <a:t>能为开发智能问答机器人、优化平台内容推荐提供科学的依据和实践基础</a:t>
            </a:r>
            <a:endParaRPr lang="zh-CN" altLang="en-US" u="sng" dirty="0"/>
          </a:p>
          <a:p>
            <a:endParaRPr lang="zh-CN" altLang="en-US" dirty="0"/>
          </a:p>
        </p:txBody>
      </p:sp>
      <p:sp>
        <p:nvSpPr>
          <p:cNvPr id="4" name="灯片编号占位符 3">
            <a:extLst>
              <a:ext uri="{FF2B5EF4-FFF2-40B4-BE49-F238E27FC236}">
                <a16:creationId xmlns:a16="http://schemas.microsoft.com/office/drawing/2014/main" id="{86573301-64D5-7264-8221-CE182AD84F07}"/>
              </a:ext>
            </a:extLst>
          </p:cNvPr>
          <p:cNvSpPr>
            <a:spLocks noGrp="1"/>
          </p:cNvSpPr>
          <p:nvPr>
            <p:ph type="sldNum" sz="quarter" idx="5"/>
          </p:nvPr>
        </p:nvSpPr>
        <p:spPr/>
        <p:txBody>
          <a:bodyPr/>
          <a:lstStyle/>
          <a:p>
            <a:fld id="{78F332AE-CF90-437C-9F1F-BE6050743CDA}" type="slidenum">
              <a:rPr lang="zh-CN" altLang="en-US" smtClean="0"/>
              <a:pPr/>
              <a:t>6</a:t>
            </a:fld>
            <a:endParaRPr lang="zh-CN" altLang="en-US" dirty="0"/>
          </a:p>
        </p:txBody>
      </p:sp>
    </p:spTree>
    <p:extLst>
      <p:ext uri="{BB962C8B-B14F-4D97-AF65-F5344CB8AC3E}">
        <p14:creationId xmlns:p14="http://schemas.microsoft.com/office/powerpoint/2010/main" val="36749511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54ED6-BAC2-466B-A4C9-98C160FB1E1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0CA33D-9616-D3BC-B72F-568B574FE67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AB72C4F-6A3F-9271-80BB-D6CF891B6EB2}"/>
              </a:ext>
            </a:extLst>
          </p:cNvPr>
          <p:cNvSpPr>
            <a:spLocks noGrp="1"/>
          </p:cNvSpPr>
          <p:nvPr>
            <p:ph type="body" idx="1"/>
          </p:nvPr>
        </p:nvSpPr>
        <p:spPr/>
        <p:txBody>
          <a:bodyPr/>
          <a:lstStyle/>
          <a:p>
            <a:r>
              <a:rPr lang="zh-CN" altLang="en-US" b="1" dirty="0"/>
              <a:t>现有研究存在断层：</a:t>
            </a:r>
            <a:r>
              <a:rPr lang="zh-CN" altLang="en-US" dirty="0"/>
              <a:t> </a:t>
            </a:r>
            <a:r>
              <a:rPr lang="zh-CN" altLang="en-US" u="sng" dirty="0"/>
              <a:t>不论是国内还是国外，</a:t>
            </a:r>
            <a:r>
              <a:rPr lang="zh-CN" altLang="en-US" dirty="0"/>
              <a:t>分析用户行为的研究多停留在现象描述，而探索</a:t>
            </a:r>
            <a:r>
              <a:rPr lang="en-US" altLang="zh-CN" dirty="0"/>
              <a:t>AI</a:t>
            </a:r>
            <a:r>
              <a:rPr lang="zh-CN" altLang="en-US" dirty="0"/>
              <a:t>应用的研究又较少扎根于社交媒体海量的、真实的用户话语体系。 </a:t>
            </a:r>
            <a:endParaRPr lang="en-US" altLang="zh-CN" dirty="0"/>
          </a:p>
          <a:p>
            <a:r>
              <a:rPr lang="zh-CN" altLang="en-US" b="1" dirty="0"/>
              <a:t>本研究的创新：</a:t>
            </a:r>
            <a:r>
              <a:rPr lang="zh-CN" altLang="en-US" dirty="0"/>
              <a:t> 系统性地将</a:t>
            </a:r>
            <a:r>
              <a:rPr lang="zh-CN" altLang="en-US" b="1" dirty="0"/>
              <a:t>大语言模型</a:t>
            </a:r>
            <a:r>
              <a:rPr lang="zh-CN" altLang="en-US" dirty="0"/>
              <a:t>作为核心工具，打通从“</a:t>
            </a:r>
            <a:r>
              <a:rPr lang="zh-CN" altLang="en-US" b="1" dirty="0"/>
              <a:t>非结构化用户评论</a:t>
            </a:r>
            <a:r>
              <a:rPr lang="zh-CN" altLang="en-US" dirty="0"/>
              <a:t>”到“</a:t>
            </a:r>
            <a:r>
              <a:rPr lang="zh-CN" altLang="en-US" b="1" dirty="0"/>
              <a:t>高质量、可用于模型微调的结构化问答数据集</a:t>
            </a:r>
            <a:r>
              <a:rPr lang="zh-CN" altLang="en-US" dirty="0"/>
              <a:t>”的全链路，填补了当前研究的空白。</a:t>
            </a:r>
          </a:p>
        </p:txBody>
      </p:sp>
      <p:sp>
        <p:nvSpPr>
          <p:cNvPr id="4" name="灯片编号占位符 3">
            <a:extLst>
              <a:ext uri="{FF2B5EF4-FFF2-40B4-BE49-F238E27FC236}">
                <a16:creationId xmlns:a16="http://schemas.microsoft.com/office/drawing/2014/main" id="{5B0E297B-5972-0822-A629-73BB30CFA1FD}"/>
              </a:ext>
            </a:extLst>
          </p:cNvPr>
          <p:cNvSpPr>
            <a:spLocks noGrp="1"/>
          </p:cNvSpPr>
          <p:nvPr>
            <p:ph type="sldNum" sz="quarter" idx="5"/>
          </p:nvPr>
        </p:nvSpPr>
        <p:spPr/>
        <p:txBody>
          <a:bodyPr/>
          <a:lstStyle/>
          <a:p>
            <a:fld id="{78F332AE-CF90-437C-9F1F-BE6050743CDA}" type="slidenum">
              <a:rPr lang="zh-CN" altLang="en-US" smtClean="0"/>
              <a:pPr/>
              <a:t>7</a:t>
            </a:fld>
            <a:endParaRPr lang="zh-CN" altLang="en-US" dirty="0"/>
          </a:p>
        </p:txBody>
      </p:sp>
    </p:spTree>
    <p:extLst>
      <p:ext uri="{BB962C8B-B14F-4D97-AF65-F5344CB8AC3E}">
        <p14:creationId xmlns:p14="http://schemas.microsoft.com/office/powerpoint/2010/main" val="16175308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F1B8A-8A96-35E1-CD4F-E46D5F08BA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3D4A3E4-703B-7DFF-F02D-B0D4C848BC0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0EC1D3D-F301-618D-FF3E-DC2F79E9D958}"/>
              </a:ext>
            </a:extLst>
          </p:cNvPr>
          <p:cNvSpPr>
            <a:spLocks noGrp="1"/>
          </p:cNvSpPr>
          <p:nvPr>
            <p:ph type="body" idx="1"/>
          </p:nvPr>
        </p:nvSpPr>
        <p:spPr/>
        <p:txBody>
          <a:bodyPr/>
          <a:lstStyle/>
          <a:p>
            <a:r>
              <a:rPr lang="zh-CN" altLang="en-US" dirty="0"/>
              <a:t>第二部分 研究内容与方法</a:t>
            </a:r>
          </a:p>
        </p:txBody>
      </p:sp>
      <p:sp>
        <p:nvSpPr>
          <p:cNvPr id="4" name="灯片编号占位符 3">
            <a:extLst>
              <a:ext uri="{FF2B5EF4-FFF2-40B4-BE49-F238E27FC236}">
                <a16:creationId xmlns:a16="http://schemas.microsoft.com/office/drawing/2014/main" id="{CE39B927-37AC-6EA6-B679-739A26B23B66}"/>
              </a:ext>
            </a:extLst>
          </p:cNvPr>
          <p:cNvSpPr>
            <a:spLocks noGrp="1"/>
          </p:cNvSpPr>
          <p:nvPr>
            <p:ph type="sldNum" sz="quarter" idx="5"/>
          </p:nvPr>
        </p:nvSpPr>
        <p:spPr/>
        <p:txBody>
          <a:bodyPr/>
          <a:lstStyle/>
          <a:p>
            <a:fld id="{78F332AE-CF90-437C-9F1F-BE6050743CDA}" type="slidenum">
              <a:rPr lang="zh-CN" altLang="en-US" smtClean="0"/>
              <a:pPr/>
              <a:t>8</a:t>
            </a:fld>
            <a:endParaRPr lang="zh-CN" altLang="en-US" dirty="0"/>
          </a:p>
        </p:txBody>
      </p:sp>
    </p:spTree>
    <p:extLst>
      <p:ext uri="{BB962C8B-B14F-4D97-AF65-F5344CB8AC3E}">
        <p14:creationId xmlns:p14="http://schemas.microsoft.com/office/powerpoint/2010/main" val="18255665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34B8C-2ED4-7B03-FA4D-FAC81400FF7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5A76089-793C-D347-8F85-39D3C6C88E1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95BF83-C188-E930-2860-734BAAF97E75}"/>
              </a:ext>
            </a:extLst>
          </p:cNvPr>
          <p:cNvSpPr>
            <a:spLocks noGrp="1"/>
          </p:cNvSpPr>
          <p:nvPr>
            <p:ph type="body" idx="1"/>
          </p:nvPr>
        </p:nvSpPr>
        <p:spPr/>
        <p:txBody>
          <a:bodyPr/>
          <a:lstStyle/>
          <a:p>
            <a:r>
              <a:rPr lang="zh-CN" altLang="en-US" dirty="0"/>
              <a:t>（读三句话，不要读标题了）</a:t>
            </a:r>
            <a:endParaRPr lang="en-US" altLang="zh-CN" dirty="0"/>
          </a:p>
          <a:p>
            <a:r>
              <a:rPr lang="zh-CN" altLang="en-US" dirty="0"/>
              <a:t>本研究的目标将包含以下方面：</a:t>
            </a:r>
            <a:br>
              <a:rPr lang="en-US" altLang="zh-CN" dirty="0"/>
            </a:br>
            <a:r>
              <a:rPr lang="zh-CN" altLang="en-US" dirty="0"/>
              <a:t>第一，揭示青少年的信息需求特征，搞清楚他们在</a:t>
            </a:r>
            <a:r>
              <a:rPr lang="en-US" altLang="zh-CN" dirty="0"/>
              <a:t>B</a:t>
            </a:r>
            <a:r>
              <a:rPr lang="zh-CN" altLang="en-US" dirty="0"/>
              <a:t>站上到底想看什么、关心什么。</a:t>
            </a:r>
            <a:br>
              <a:rPr lang="zh-CN" altLang="en-US" dirty="0"/>
            </a:br>
            <a:r>
              <a:rPr lang="zh-CN" altLang="en-US" dirty="0"/>
              <a:t>第二，分析用户的参与模式，看看不同类型的生殖健康话题，哪种更能激发用户的点赞、评论和分享。</a:t>
            </a:r>
            <a:br>
              <a:rPr lang="zh-CN" altLang="en-US" dirty="0"/>
            </a:br>
            <a:r>
              <a:rPr lang="zh-CN" altLang="en-US" dirty="0"/>
              <a:t>第三，评估内容创作者的背景所带来的影响，特别是拥有专业医学背景的</a:t>
            </a:r>
            <a:r>
              <a:rPr lang="en-US" altLang="zh-CN" dirty="0"/>
              <a:t>UP</a:t>
            </a:r>
            <a:r>
              <a:rPr lang="zh-CN" altLang="en-US" dirty="0"/>
              <a:t>主，他们的内容是否更受欢迎、更受信赖。</a:t>
            </a:r>
            <a:br>
              <a:rPr lang="zh-CN" altLang="en-US" dirty="0"/>
            </a:br>
            <a:r>
              <a:rPr lang="zh-CN" altLang="en-US" dirty="0"/>
              <a:t>最后，也利用先进的人工智能技术，探索用户的情感反应与他们的互动行为之间是否存在某种关联机制。</a:t>
            </a:r>
          </a:p>
        </p:txBody>
      </p:sp>
      <p:sp>
        <p:nvSpPr>
          <p:cNvPr id="4" name="灯片编号占位符 3">
            <a:extLst>
              <a:ext uri="{FF2B5EF4-FFF2-40B4-BE49-F238E27FC236}">
                <a16:creationId xmlns:a16="http://schemas.microsoft.com/office/drawing/2014/main" id="{0CAAA176-A3D7-C0AB-B6DB-54DE2B87BB2C}"/>
              </a:ext>
            </a:extLst>
          </p:cNvPr>
          <p:cNvSpPr>
            <a:spLocks noGrp="1"/>
          </p:cNvSpPr>
          <p:nvPr>
            <p:ph type="sldNum" sz="quarter" idx="5"/>
          </p:nvPr>
        </p:nvSpPr>
        <p:spPr/>
        <p:txBody>
          <a:bodyPr/>
          <a:lstStyle/>
          <a:p>
            <a:fld id="{78F332AE-CF90-437C-9F1F-BE6050743CDA}" type="slidenum">
              <a:rPr lang="zh-CN" altLang="en-US" smtClean="0"/>
              <a:pPr/>
              <a:t>9</a:t>
            </a:fld>
            <a:endParaRPr lang="zh-CN" altLang="en-US" dirty="0"/>
          </a:p>
        </p:txBody>
      </p:sp>
    </p:spTree>
    <p:extLst>
      <p:ext uri="{BB962C8B-B14F-4D97-AF65-F5344CB8AC3E}">
        <p14:creationId xmlns:p14="http://schemas.microsoft.com/office/powerpoint/2010/main" val="32640934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22C1F-0D6F-D951-1ACF-3C5AC502132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434F1E-31D6-E595-247E-8E2245422EB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E0717C9-D127-33BF-004C-481749CF72D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u="sng" dirty="0">
                <a:latin typeface="华文中宋" panose="02010600040101010101" pitchFamily="2" charset="-122"/>
                <a:ea typeface="华文中宋" panose="02010600040101010101" pitchFamily="2" charset="-122"/>
              </a:rPr>
              <a:t>第一是：</a:t>
            </a:r>
            <a:endParaRPr lang="en-US" altLang="zh-CN" sz="1200" u="sng" dirty="0">
              <a:latin typeface="华文中宋" panose="02010600040101010101" pitchFamily="2" charset="-122"/>
              <a:ea typeface="华文中宋" panose="020106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华文中宋" panose="02010600040101010101" pitchFamily="2" charset="-122"/>
                <a:ea typeface="华文中宋" panose="02010600040101010101" pitchFamily="2" charset="-122"/>
              </a:rPr>
              <a:t>系统采集</a:t>
            </a:r>
            <a:r>
              <a:rPr lang="en-US" altLang="en-US" sz="1200" dirty="0">
                <a:latin typeface="华文中宋" panose="02010600040101010101" pitchFamily="2" charset="-122"/>
                <a:ea typeface="华文中宋" panose="02010600040101010101" pitchFamily="2" charset="-122"/>
              </a:rPr>
              <a:t>B</a:t>
            </a:r>
            <a:r>
              <a:rPr lang="zh-CN" altLang="en-US" sz="1200" dirty="0">
                <a:latin typeface="华文中宋" panose="02010600040101010101" pitchFamily="2" charset="-122"/>
                <a:ea typeface="华文中宋" panose="02010600040101010101" pitchFamily="2" charset="-122"/>
              </a:rPr>
              <a:t>站相关视频的评论、弹幕及回复，初步筛选出具有“问题型”特征的内容。</a:t>
            </a:r>
          </a:p>
          <a:p>
            <a:pPr lvl="0" algn="just">
              <a:buFont typeface="Arial" panose="020B0604020202020204" pitchFamily="34" charset="0"/>
              <a:buNone/>
            </a:pPr>
            <a:r>
              <a:rPr lang="zh-CN" altLang="en-US" sz="1200" dirty="0">
                <a:latin typeface="华文中宋" panose="02010600040101010101" pitchFamily="2" charset="-122"/>
                <a:ea typeface="华文中宋" panose="02010600040101010101" pitchFamily="2" charset="-122"/>
              </a:rPr>
              <a:t>利用主题建模、语义聚类等方法，对问题进行系统分类，并定量分析各类问题的分布情况和特点。</a:t>
            </a:r>
            <a:endParaRPr lang="en-US" altLang="zh-CN" sz="1200" dirty="0">
              <a:latin typeface="华文中宋" panose="02010600040101010101" pitchFamily="2" charset="-122"/>
              <a:ea typeface="华文中宋" panose="02010600040101010101" pitchFamily="2" charset="-122"/>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1200" dirty="0">
                <a:latin typeface="华文中宋" panose="02010600040101010101" pitchFamily="2" charset="-122"/>
                <a:ea typeface="华文中宋" panose="02010600040101010101" pitchFamily="2" charset="-122"/>
              </a:rPr>
              <a:t>借助大语言模型行正式化改写用户问题并生成对应答案，构建标准化问答数据集。</a:t>
            </a:r>
          </a:p>
          <a:p>
            <a:pPr lvl="0" algn="just">
              <a:buFont typeface="Arial" panose="020B0604020202020204" pitchFamily="34" charset="0"/>
              <a:buNone/>
            </a:pPr>
            <a:r>
              <a:rPr lang="zh-CN" altLang="en-US" dirty="0"/>
              <a:t>微调大模型并对比评估模型微调前后的性能。</a:t>
            </a:r>
          </a:p>
          <a:p>
            <a:endParaRPr lang="zh-CN" altLang="en-US" dirty="0"/>
          </a:p>
        </p:txBody>
      </p:sp>
      <p:sp>
        <p:nvSpPr>
          <p:cNvPr id="4" name="灯片编号占位符 3">
            <a:extLst>
              <a:ext uri="{FF2B5EF4-FFF2-40B4-BE49-F238E27FC236}">
                <a16:creationId xmlns:a16="http://schemas.microsoft.com/office/drawing/2014/main" id="{C580C07A-B5E2-F1A1-412D-49A91E98A90D}"/>
              </a:ext>
            </a:extLst>
          </p:cNvPr>
          <p:cNvSpPr>
            <a:spLocks noGrp="1"/>
          </p:cNvSpPr>
          <p:nvPr>
            <p:ph type="sldNum" sz="quarter" idx="5"/>
          </p:nvPr>
        </p:nvSpPr>
        <p:spPr/>
        <p:txBody>
          <a:bodyPr/>
          <a:lstStyle/>
          <a:p>
            <a:fld id="{78F332AE-CF90-437C-9F1F-BE6050743CDA}" type="slidenum">
              <a:rPr lang="zh-CN" altLang="en-US" smtClean="0"/>
              <a:pPr/>
              <a:t>10</a:t>
            </a:fld>
            <a:endParaRPr lang="zh-CN" altLang="en-US" dirty="0"/>
          </a:p>
        </p:txBody>
      </p:sp>
    </p:spTree>
    <p:extLst>
      <p:ext uri="{BB962C8B-B14F-4D97-AF65-F5344CB8AC3E}">
        <p14:creationId xmlns:p14="http://schemas.microsoft.com/office/powerpoint/2010/main" val="21980069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0D020-BD62-7507-D1CD-913180D9CA0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300B4AD-DB7C-55E2-77E9-0C51FAB9269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BAA1D54-07CA-FD7E-2553-993EF2902998}"/>
              </a:ext>
            </a:extLst>
          </p:cNvPr>
          <p:cNvSpPr>
            <a:spLocks noGrp="1"/>
          </p:cNvSpPr>
          <p:nvPr>
            <p:ph type="body" idx="1"/>
          </p:nvPr>
        </p:nvSpPr>
        <p:spPr/>
        <p:txBody>
          <a:bodyPr/>
          <a:lstStyle/>
          <a:p>
            <a:endParaRPr lang="zh-CN" altLang="en-US" u="sng" dirty="0"/>
          </a:p>
        </p:txBody>
      </p:sp>
      <p:sp>
        <p:nvSpPr>
          <p:cNvPr id="4" name="灯片编号占位符 3">
            <a:extLst>
              <a:ext uri="{FF2B5EF4-FFF2-40B4-BE49-F238E27FC236}">
                <a16:creationId xmlns:a16="http://schemas.microsoft.com/office/drawing/2014/main" id="{1195A3CD-B6BA-1085-2C42-24AEB4160ABA}"/>
              </a:ext>
            </a:extLst>
          </p:cNvPr>
          <p:cNvSpPr>
            <a:spLocks noGrp="1"/>
          </p:cNvSpPr>
          <p:nvPr>
            <p:ph type="sldNum" sz="quarter" idx="5"/>
          </p:nvPr>
        </p:nvSpPr>
        <p:spPr/>
        <p:txBody>
          <a:bodyPr/>
          <a:lstStyle/>
          <a:p>
            <a:fld id="{78F332AE-CF90-437C-9F1F-BE6050743CDA}" type="slidenum">
              <a:rPr lang="zh-CN" altLang="en-US" smtClean="0"/>
              <a:pPr/>
              <a:t>11</a:t>
            </a:fld>
            <a:endParaRPr lang="zh-CN" altLang="en-US" dirty="0"/>
          </a:p>
        </p:txBody>
      </p:sp>
    </p:spTree>
    <p:extLst>
      <p:ext uri="{BB962C8B-B14F-4D97-AF65-F5344CB8AC3E}">
        <p14:creationId xmlns:p14="http://schemas.microsoft.com/office/powerpoint/2010/main" val="16484084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51F49-2A1D-86FA-A769-6801570C860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D8256ED-8EE4-FBA9-8839-3588F4B0DE8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04237F8-150E-2A48-C94D-F3F37202A964}"/>
              </a:ext>
            </a:extLst>
          </p:cNvPr>
          <p:cNvSpPr>
            <a:spLocks noGrp="1"/>
          </p:cNvSpPr>
          <p:nvPr>
            <p:ph type="body" idx="1"/>
          </p:nvPr>
        </p:nvSpPr>
        <p:spPr/>
        <p:txBody>
          <a:bodyPr/>
          <a:lstStyle/>
          <a:p>
            <a:endParaRPr lang="zh-CN" altLang="en-US" u="sng" dirty="0"/>
          </a:p>
        </p:txBody>
      </p:sp>
      <p:sp>
        <p:nvSpPr>
          <p:cNvPr id="4" name="灯片编号占位符 3">
            <a:extLst>
              <a:ext uri="{FF2B5EF4-FFF2-40B4-BE49-F238E27FC236}">
                <a16:creationId xmlns:a16="http://schemas.microsoft.com/office/drawing/2014/main" id="{75B85915-03CE-33D0-A650-223860A99D01}"/>
              </a:ext>
            </a:extLst>
          </p:cNvPr>
          <p:cNvSpPr>
            <a:spLocks noGrp="1"/>
          </p:cNvSpPr>
          <p:nvPr>
            <p:ph type="sldNum" sz="quarter" idx="5"/>
          </p:nvPr>
        </p:nvSpPr>
        <p:spPr/>
        <p:txBody>
          <a:bodyPr/>
          <a:lstStyle/>
          <a:p>
            <a:fld id="{78F332AE-CF90-437C-9F1F-BE6050743CDA}" type="slidenum">
              <a:rPr lang="zh-CN" altLang="en-US" smtClean="0"/>
              <a:pPr/>
              <a:t>12</a:t>
            </a:fld>
            <a:endParaRPr lang="zh-CN" altLang="en-US" dirty="0"/>
          </a:p>
        </p:txBody>
      </p:sp>
    </p:spTree>
    <p:extLst>
      <p:ext uri="{BB962C8B-B14F-4D97-AF65-F5344CB8AC3E}">
        <p14:creationId xmlns:p14="http://schemas.microsoft.com/office/powerpoint/2010/main" val="36674014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14EAF-CBD2-AA5B-1E00-55630F662E7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248177E-E729-6C0C-BA06-629C5AE45EC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AF11141-FE1E-E481-D947-E5573CBBCE50}"/>
              </a:ext>
            </a:extLst>
          </p:cNvPr>
          <p:cNvSpPr>
            <a:spLocks noGrp="1"/>
          </p:cNvSpPr>
          <p:nvPr>
            <p:ph type="body" idx="1"/>
          </p:nvPr>
        </p:nvSpPr>
        <p:spPr/>
        <p:txBody>
          <a:bodyPr/>
          <a:lstStyle/>
          <a:p>
            <a:endParaRPr lang="zh-CN" altLang="en-US" u="sng" dirty="0"/>
          </a:p>
        </p:txBody>
      </p:sp>
      <p:sp>
        <p:nvSpPr>
          <p:cNvPr id="4" name="灯片编号占位符 3">
            <a:extLst>
              <a:ext uri="{FF2B5EF4-FFF2-40B4-BE49-F238E27FC236}">
                <a16:creationId xmlns:a16="http://schemas.microsoft.com/office/drawing/2014/main" id="{B36445F5-7BEC-6505-2A5F-79495EADBC81}"/>
              </a:ext>
            </a:extLst>
          </p:cNvPr>
          <p:cNvSpPr>
            <a:spLocks noGrp="1"/>
          </p:cNvSpPr>
          <p:nvPr>
            <p:ph type="sldNum" sz="quarter" idx="5"/>
          </p:nvPr>
        </p:nvSpPr>
        <p:spPr/>
        <p:txBody>
          <a:bodyPr/>
          <a:lstStyle/>
          <a:p>
            <a:fld id="{78F332AE-CF90-437C-9F1F-BE6050743CDA}" type="slidenum">
              <a:rPr lang="zh-CN" altLang="en-US" smtClean="0"/>
              <a:pPr/>
              <a:t>13</a:t>
            </a:fld>
            <a:endParaRPr lang="zh-CN" altLang="en-US" dirty="0"/>
          </a:p>
        </p:txBody>
      </p:sp>
    </p:spTree>
    <p:extLst>
      <p:ext uri="{BB962C8B-B14F-4D97-AF65-F5344CB8AC3E}">
        <p14:creationId xmlns:p14="http://schemas.microsoft.com/office/powerpoint/2010/main" val="1181629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AE0FD-47A2-B0BA-3BF2-B49BC67BAB7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10966B4-6256-AAAD-7244-2C88701ACC1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C62F0C7-1DB1-151D-4383-DC2B7529893E}"/>
              </a:ext>
            </a:extLst>
          </p:cNvPr>
          <p:cNvSpPr>
            <a:spLocks noGrp="1"/>
          </p:cNvSpPr>
          <p:nvPr>
            <p:ph type="body" idx="1"/>
          </p:nvPr>
        </p:nvSpPr>
        <p:spPr/>
        <p:txBody>
          <a:bodyPr/>
          <a:lstStyle/>
          <a:p>
            <a:endParaRPr lang="zh-CN" altLang="en-US" u="sng" dirty="0"/>
          </a:p>
        </p:txBody>
      </p:sp>
      <p:sp>
        <p:nvSpPr>
          <p:cNvPr id="4" name="灯片编号占位符 3">
            <a:extLst>
              <a:ext uri="{FF2B5EF4-FFF2-40B4-BE49-F238E27FC236}">
                <a16:creationId xmlns:a16="http://schemas.microsoft.com/office/drawing/2014/main" id="{6173F346-97F7-C7DE-E0AC-B371CA3854DE}"/>
              </a:ext>
            </a:extLst>
          </p:cNvPr>
          <p:cNvSpPr>
            <a:spLocks noGrp="1"/>
          </p:cNvSpPr>
          <p:nvPr>
            <p:ph type="sldNum" sz="quarter" idx="5"/>
          </p:nvPr>
        </p:nvSpPr>
        <p:spPr/>
        <p:txBody>
          <a:bodyPr/>
          <a:lstStyle/>
          <a:p>
            <a:fld id="{78F332AE-CF90-437C-9F1F-BE6050743CDA}" type="slidenum">
              <a:rPr lang="zh-CN" altLang="en-US" smtClean="0"/>
              <a:pPr/>
              <a:t>14</a:t>
            </a:fld>
            <a:endParaRPr lang="zh-CN" altLang="en-US" dirty="0"/>
          </a:p>
        </p:txBody>
      </p:sp>
    </p:spTree>
    <p:extLst>
      <p:ext uri="{BB962C8B-B14F-4D97-AF65-F5344CB8AC3E}">
        <p14:creationId xmlns:p14="http://schemas.microsoft.com/office/powerpoint/2010/main" val="41020491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7E722-1C95-3890-002E-EB64F8840DE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98369D7-E130-8C45-2B7B-C34200536C0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D23D1A1-C592-8C8F-A358-8418367E91BB}"/>
              </a:ext>
            </a:extLst>
          </p:cNvPr>
          <p:cNvSpPr>
            <a:spLocks noGrp="1"/>
          </p:cNvSpPr>
          <p:nvPr>
            <p:ph type="body" idx="1"/>
          </p:nvPr>
        </p:nvSpPr>
        <p:spPr/>
        <p:txBody>
          <a:bodyPr/>
          <a:lstStyle/>
          <a:p>
            <a:endParaRPr lang="zh-CN" altLang="en-US" u="sng" dirty="0"/>
          </a:p>
        </p:txBody>
      </p:sp>
      <p:sp>
        <p:nvSpPr>
          <p:cNvPr id="4" name="灯片编号占位符 3">
            <a:extLst>
              <a:ext uri="{FF2B5EF4-FFF2-40B4-BE49-F238E27FC236}">
                <a16:creationId xmlns:a16="http://schemas.microsoft.com/office/drawing/2014/main" id="{269E5A96-52A6-7415-D868-EBC3C4B7DFB5}"/>
              </a:ext>
            </a:extLst>
          </p:cNvPr>
          <p:cNvSpPr>
            <a:spLocks noGrp="1"/>
          </p:cNvSpPr>
          <p:nvPr>
            <p:ph type="sldNum" sz="quarter" idx="5"/>
          </p:nvPr>
        </p:nvSpPr>
        <p:spPr/>
        <p:txBody>
          <a:bodyPr/>
          <a:lstStyle/>
          <a:p>
            <a:fld id="{78F332AE-CF90-437C-9F1F-BE6050743CDA}" type="slidenum">
              <a:rPr lang="zh-CN" altLang="en-US" smtClean="0"/>
              <a:pPr/>
              <a:t>15</a:t>
            </a:fld>
            <a:endParaRPr lang="zh-CN" altLang="en-US" dirty="0"/>
          </a:p>
        </p:txBody>
      </p:sp>
    </p:spTree>
    <p:extLst>
      <p:ext uri="{BB962C8B-B14F-4D97-AF65-F5344CB8AC3E}">
        <p14:creationId xmlns:p14="http://schemas.microsoft.com/office/powerpoint/2010/main" val="2807845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34603-55C5-7A7C-3086-C3D3B53CE7F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E9412F6-3414-E529-07BF-AC1AB2F79C3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34D7685-0B70-159E-4C65-FD105678A818}"/>
              </a:ext>
            </a:extLst>
          </p:cNvPr>
          <p:cNvSpPr>
            <a:spLocks noGrp="1"/>
          </p:cNvSpPr>
          <p:nvPr>
            <p:ph type="body" idx="1"/>
          </p:nvPr>
        </p:nvSpPr>
        <p:spPr/>
        <p:txBody>
          <a:bodyPr/>
          <a:lstStyle/>
          <a:p>
            <a:endParaRPr lang="zh-CN" altLang="en-US" u="sng" dirty="0"/>
          </a:p>
        </p:txBody>
      </p:sp>
      <p:sp>
        <p:nvSpPr>
          <p:cNvPr id="4" name="灯片编号占位符 3">
            <a:extLst>
              <a:ext uri="{FF2B5EF4-FFF2-40B4-BE49-F238E27FC236}">
                <a16:creationId xmlns:a16="http://schemas.microsoft.com/office/drawing/2014/main" id="{641BE019-2F13-17AD-74EB-056BE3C24961}"/>
              </a:ext>
            </a:extLst>
          </p:cNvPr>
          <p:cNvSpPr>
            <a:spLocks noGrp="1"/>
          </p:cNvSpPr>
          <p:nvPr>
            <p:ph type="sldNum" sz="quarter" idx="5"/>
          </p:nvPr>
        </p:nvSpPr>
        <p:spPr/>
        <p:txBody>
          <a:bodyPr/>
          <a:lstStyle/>
          <a:p>
            <a:fld id="{78F332AE-CF90-437C-9F1F-BE6050743CDA}" type="slidenum">
              <a:rPr lang="zh-CN" altLang="en-US" smtClean="0"/>
              <a:pPr/>
              <a:t>16</a:t>
            </a:fld>
            <a:endParaRPr lang="zh-CN" altLang="en-US" dirty="0"/>
          </a:p>
        </p:txBody>
      </p:sp>
    </p:spTree>
    <p:extLst>
      <p:ext uri="{BB962C8B-B14F-4D97-AF65-F5344CB8AC3E}">
        <p14:creationId xmlns:p14="http://schemas.microsoft.com/office/powerpoint/2010/main" val="4186822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69ED7-0F4B-F536-5A44-3C6384DBB96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95476E2-C751-3EEA-DD89-533F7F1ED81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B2EE2C8-99C2-0555-938D-77DD6A990E76}"/>
              </a:ext>
            </a:extLst>
          </p:cNvPr>
          <p:cNvSpPr>
            <a:spLocks noGrp="1"/>
          </p:cNvSpPr>
          <p:nvPr>
            <p:ph type="body" idx="1"/>
          </p:nvPr>
        </p:nvSpPr>
        <p:spPr/>
        <p:txBody>
          <a:bodyPr/>
          <a:lstStyle/>
          <a:p>
            <a:endParaRPr lang="zh-CN" altLang="en-US" u="sng" dirty="0"/>
          </a:p>
        </p:txBody>
      </p:sp>
      <p:sp>
        <p:nvSpPr>
          <p:cNvPr id="4" name="灯片编号占位符 3">
            <a:extLst>
              <a:ext uri="{FF2B5EF4-FFF2-40B4-BE49-F238E27FC236}">
                <a16:creationId xmlns:a16="http://schemas.microsoft.com/office/drawing/2014/main" id="{3B383B38-49C7-C95B-ACC4-6DA4F2374256}"/>
              </a:ext>
            </a:extLst>
          </p:cNvPr>
          <p:cNvSpPr>
            <a:spLocks noGrp="1"/>
          </p:cNvSpPr>
          <p:nvPr>
            <p:ph type="sldNum" sz="quarter" idx="5"/>
          </p:nvPr>
        </p:nvSpPr>
        <p:spPr/>
        <p:txBody>
          <a:bodyPr/>
          <a:lstStyle/>
          <a:p>
            <a:fld id="{78F332AE-CF90-437C-9F1F-BE6050743CDA}" type="slidenum">
              <a:rPr lang="zh-CN" altLang="en-US" smtClean="0"/>
              <a:pPr/>
              <a:t>17</a:t>
            </a:fld>
            <a:endParaRPr lang="zh-CN" altLang="en-US" dirty="0"/>
          </a:p>
        </p:txBody>
      </p:sp>
    </p:spTree>
    <p:extLst>
      <p:ext uri="{BB962C8B-B14F-4D97-AF65-F5344CB8AC3E}">
        <p14:creationId xmlns:p14="http://schemas.microsoft.com/office/powerpoint/2010/main" val="29112893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515FE-A716-4F12-A18F-5B5489A5146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21591A5-C862-CBB9-CEC0-65A96711AAF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12AEF7B-9D24-9AB5-F8A0-A508FB1EBE97}"/>
              </a:ext>
            </a:extLst>
          </p:cNvPr>
          <p:cNvSpPr>
            <a:spLocks noGrp="1"/>
          </p:cNvSpPr>
          <p:nvPr>
            <p:ph type="body" idx="1"/>
          </p:nvPr>
        </p:nvSpPr>
        <p:spPr/>
        <p:txBody>
          <a:bodyPr/>
          <a:lstStyle/>
          <a:p>
            <a:r>
              <a:rPr lang="zh-CN" altLang="en-US" dirty="0"/>
              <a:t>第三部分 研究成果与创新</a:t>
            </a:r>
          </a:p>
        </p:txBody>
      </p:sp>
      <p:sp>
        <p:nvSpPr>
          <p:cNvPr id="4" name="灯片编号占位符 3">
            <a:extLst>
              <a:ext uri="{FF2B5EF4-FFF2-40B4-BE49-F238E27FC236}">
                <a16:creationId xmlns:a16="http://schemas.microsoft.com/office/drawing/2014/main" id="{7FD7756E-9808-86C3-0FCF-A75D091220DC}"/>
              </a:ext>
            </a:extLst>
          </p:cNvPr>
          <p:cNvSpPr>
            <a:spLocks noGrp="1"/>
          </p:cNvSpPr>
          <p:nvPr>
            <p:ph type="sldNum" sz="quarter" idx="5"/>
          </p:nvPr>
        </p:nvSpPr>
        <p:spPr/>
        <p:txBody>
          <a:bodyPr/>
          <a:lstStyle/>
          <a:p>
            <a:fld id="{78F332AE-CF90-437C-9F1F-BE6050743CDA}" type="slidenum">
              <a:rPr lang="zh-CN" altLang="en-US" smtClean="0"/>
              <a:pPr/>
              <a:t>18</a:t>
            </a:fld>
            <a:endParaRPr lang="zh-CN" altLang="en-US" dirty="0"/>
          </a:p>
        </p:txBody>
      </p:sp>
    </p:spTree>
    <p:extLst>
      <p:ext uri="{BB962C8B-B14F-4D97-AF65-F5344CB8AC3E}">
        <p14:creationId xmlns:p14="http://schemas.microsoft.com/office/powerpoint/2010/main" val="28357146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9F788-F06F-55E2-2F55-64C8EE4CF42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FD3911F-29A1-C851-6338-688FE4814C8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CC6367E-43CA-C9A3-6030-DFA7AA25A3D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B210E8E-5F5B-B5E2-14FF-1C7E0F5588B5}"/>
              </a:ext>
            </a:extLst>
          </p:cNvPr>
          <p:cNvSpPr>
            <a:spLocks noGrp="1"/>
          </p:cNvSpPr>
          <p:nvPr>
            <p:ph type="sldNum" sz="quarter" idx="5"/>
          </p:nvPr>
        </p:nvSpPr>
        <p:spPr/>
        <p:txBody>
          <a:bodyPr/>
          <a:lstStyle/>
          <a:p>
            <a:fld id="{78F332AE-CF90-437C-9F1F-BE6050743CDA}" type="slidenum">
              <a:rPr lang="zh-CN" altLang="en-US" smtClean="0"/>
              <a:pPr/>
              <a:t>22</a:t>
            </a:fld>
            <a:endParaRPr lang="zh-CN" altLang="en-US" dirty="0"/>
          </a:p>
        </p:txBody>
      </p:sp>
    </p:spTree>
    <p:extLst>
      <p:ext uri="{BB962C8B-B14F-4D97-AF65-F5344CB8AC3E}">
        <p14:creationId xmlns:p14="http://schemas.microsoft.com/office/powerpoint/2010/main" val="24021478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A44C0-D5C9-BCCF-7C3B-658B10B211A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8EB064-3E9F-8EE1-9D68-FB983F91088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425CDC4-BEF9-C569-D7AA-7984D893AC44}"/>
              </a:ext>
            </a:extLst>
          </p:cNvPr>
          <p:cNvSpPr>
            <a:spLocks noGrp="1"/>
          </p:cNvSpPr>
          <p:nvPr>
            <p:ph type="body" idx="1"/>
          </p:nvPr>
        </p:nvSpPr>
        <p:spPr/>
        <p:txBody>
          <a:bodyPr/>
          <a:lstStyle/>
          <a:p>
            <a:r>
              <a:rPr lang="zh-CN" altLang="en-US" u="sng" dirty="0"/>
              <a:t>实验方案包括七步，从</a:t>
            </a:r>
            <a:r>
              <a:rPr lang="en-US" altLang="zh-CN" u="sng" dirty="0"/>
              <a:t>B</a:t>
            </a:r>
            <a:r>
              <a:rPr lang="zh-CN" altLang="en-US" u="sng" dirty="0"/>
              <a:t>站评论数据的的爬取、基于关键词的初筛、利用分词工具预处理和标准化，以及数据的人工审核与质量控制</a:t>
            </a:r>
          </a:p>
        </p:txBody>
      </p:sp>
      <p:sp>
        <p:nvSpPr>
          <p:cNvPr id="4" name="灯片编号占位符 3">
            <a:extLst>
              <a:ext uri="{FF2B5EF4-FFF2-40B4-BE49-F238E27FC236}">
                <a16:creationId xmlns:a16="http://schemas.microsoft.com/office/drawing/2014/main" id="{EF8BCE1F-3A00-C9EA-34F5-19FB32FA16EC}"/>
              </a:ext>
            </a:extLst>
          </p:cNvPr>
          <p:cNvSpPr>
            <a:spLocks noGrp="1"/>
          </p:cNvSpPr>
          <p:nvPr>
            <p:ph type="sldNum" sz="quarter" idx="5"/>
          </p:nvPr>
        </p:nvSpPr>
        <p:spPr/>
        <p:txBody>
          <a:bodyPr/>
          <a:lstStyle/>
          <a:p>
            <a:fld id="{78F332AE-CF90-437C-9F1F-BE6050743CDA}" type="slidenum">
              <a:rPr lang="zh-CN" altLang="en-US" smtClean="0"/>
              <a:pPr/>
              <a:t>23</a:t>
            </a:fld>
            <a:endParaRPr lang="zh-CN" altLang="en-US" dirty="0"/>
          </a:p>
        </p:txBody>
      </p:sp>
    </p:spTree>
    <p:extLst>
      <p:ext uri="{BB962C8B-B14F-4D97-AF65-F5344CB8AC3E}">
        <p14:creationId xmlns:p14="http://schemas.microsoft.com/office/powerpoint/2010/main" val="36522482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B7084-59DB-8517-3AE2-FC126C84484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CF671AB-F873-D225-8D93-D9AC8FFAA9A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6840C99-89B1-DBDA-E9CA-CFC508F4C3CB}"/>
              </a:ext>
            </a:extLst>
          </p:cNvPr>
          <p:cNvSpPr>
            <a:spLocks noGrp="1"/>
          </p:cNvSpPr>
          <p:nvPr>
            <p:ph type="body" idx="1"/>
          </p:nvPr>
        </p:nvSpPr>
        <p:spPr/>
        <p:txBody>
          <a:bodyPr/>
          <a:lstStyle/>
          <a:p>
            <a:r>
              <a:rPr lang="zh-CN" altLang="en-US" u="sng" dirty="0"/>
              <a:t>实验方案包括七步，从</a:t>
            </a:r>
            <a:r>
              <a:rPr lang="en-US" altLang="zh-CN" u="sng" dirty="0"/>
              <a:t>B</a:t>
            </a:r>
            <a:r>
              <a:rPr lang="zh-CN" altLang="en-US" u="sng" dirty="0"/>
              <a:t>站评论数据的的爬取、基于关键词的初筛、利用分词工具预处理和标准化，以及数据的人工审核与质量控制</a:t>
            </a:r>
          </a:p>
        </p:txBody>
      </p:sp>
      <p:sp>
        <p:nvSpPr>
          <p:cNvPr id="4" name="灯片编号占位符 3">
            <a:extLst>
              <a:ext uri="{FF2B5EF4-FFF2-40B4-BE49-F238E27FC236}">
                <a16:creationId xmlns:a16="http://schemas.microsoft.com/office/drawing/2014/main" id="{E2138531-F3BA-B879-7A30-B17377C0BAA3}"/>
              </a:ext>
            </a:extLst>
          </p:cNvPr>
          <p:cNvSpPr>
            <a:spLocks noGrp="1"/>
          </p:cNvSpPr>
          <p:nvPr>
            <p:ph type="sldNum" sz="quarter" idx="5"/>
          </p:nvPr>
        </p:nvSpPr>
        <p:spPr/>
        <p:txBody>
          <a:bodyPr/>
          <a:lstStyle/>
          <a:p>
            <a:fld id="{78F332AE-CF90-437C-9F1F-BE6050743CDA}" type="slidenum">
              <a:rPr lang="zh-CN" altLang="en-US" smtClean="0"/>
              <a:pPr/>
              <a:t>24</a:t>
            </a:fld>
            <a:endParaRPr lang="zh-CN" altLang="en-US" dirty="0"/>
          </a:p>
        </p:txBody>
      </p:sp>
    </p:spTree>
    <p:extLst>
      <p:ext uri="{BB962C8B-B14F-4D97-AF65-F5344CB8AC3E}">
        <p14:creationId xmlns:p14="http://schemas.microsoft.com/office/powerpoint/2010/main" val="30361838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8F332AE-CF90-437C-9F1F-BE6050743CDA}" type="slidenum">
              <a:rPr lang="zh-CN" altLang="en-US" smtClean="0"/>
              <a:pPr/>
              <a:t>25</a:t>
            </a:fld>
            <a:endParaRPr lang="zh-CN" altLang="en-US" dirty="0"/>
          </a:p>
        </p:txBody>
      </p:sp>
    </p:spTree>
    <p:extLst>
      <p:ext uri="{BB962C8B-B14F-4D97-AF65-F5344CB8AC3E}">
        <p14:creationId xmlns:p14="http://schemas.microsoft.com/office/powerpoint/2010/main" val="8675887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两栏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737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3_空白">
    <p:spTree>
      <p:nvGrpSpPr>
        <p:cNvPr id="1" name=""/>
        <p:cNvGrpSpPr/>
        <p:nvPr/>
      </p:nvGrpSpPr>
      <p:grpSpPr>
        <a:xfrm>
          <a:off x="0" y="0"/>
          <a:ext cx="0" cy="0"/>
          <a:chOff x="0" y="0"/>
          <a:chExt cx="0" cy="0"/>
        </a:xfrm>
      </p:grpSpPr>
      <p:sp>
        <p:nvSpPr>
          <p:cNvPr id="48" name="矩形 47">
            <a:extLst>
              <a:ext uri="{FF2B5EF4-FFF2-40B4-BE49-F238E27FC236}">
                <a16:creationId xmlns:a16="http://schemas.microsoft.com/office/drawing/2014/main" id="{3CB205BA-4361-4E5B-9711-477C74B88BC8}"/>
              </a:ext>
            </a:extLst>
          </p:cNvPr>
          <p:cNvSpPr/>
          <p:nvPr userDrawn="1"/>
        </p:nvSpPr>
        <p:spPr>
          <a:xfrm>
            <a:off x="0" y="1766854"/>
            <a:ext cx="12192000" cy="3138975"/>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7" name="组合 56">
            <a:extLst>
              <a:ext uri="{FF2B5EF4-FFF2-40B4-BE49-F238E27FC236}">
                <a16:creationId xmlns:a16="http://schemas.microsoft.com/office/drawing/2014/main" id="{343D4712-A0D4-4270-BD1B-32C0AAAFBF42}"/>
              </a:ext>
            </a:extLst>
          </p:cNvPr>
          <p:cNvGrpSpPr/>
          <p:nvPr userDrawn="1"/>
        </p:nvGrpSpPr>
        <p:grpSpPr>
          <a:xfrm>
            <a:off x="4833184" y="812181"/>
            <a:ext cx="2525633" cy="669707"/>
            <a:chOff x="4424897" y="1351534"/>
            <a:chExt cx="3151707" cy="835719"/>
          </a:xfrm>
        </p:grpSpPr>
        <p:sp>
          <p:nvSpPr>
            <p:cNvPr id="58" name="Freeform 270">
              <a:extLst>
                <a:ext uri="{FF2B5EF4-FFF2-40B4-BE49-F238E27FC236}">
                  <a16:creationId xmlns:a16="http://schemas.microsoft.com/office/drawing/2014/main" id="{F5D3F871-3D3C-4A7C-B260-73533E6A0159}"/>
                </a:ext>
              </a:extLst>
            </p:cNvPr>
            <p:cNvSpPr>
              <a:spLocks/>
            </p:cNvSpPr>
            <p:nvPr/>
          </p:nvSpPr>
          <p:spPr bwMode="auto">
            <a:xfrm>
              <a:off x="5319209" y="1444684"/>
              <a:ext cx="425371" cy="449771"/>
            </a:xfrm>
            <a:custGeom>
              <a:avLst/>
              <a:gdLst>
                <a:gd name="T0" fmla="*/ 441 w 1168"/>
                <a:gd name="T1" fmla="*/ 51 h 1232"/>
                <a:gd name="T2" fmla="*/ 449 w 1168"/>
                <a:gd name="T3" fmla="*/ 189 h 1232"/>
                <a:gd name="T4" fmla="*/ 358 w 1168"/>
                <a:gd name="T5" fmla="*/ 244 h 1232"/>
                <a:gd name="T6" fmla="*/ 240 w 1168"/>
                <a:gd name="T7" fmla="*/ 284 h 1232"/>
                <a:gd name="T8" fmla="*/ 206 w 1168"/>
                <a:gd name="T9" fmla="*/ 384 h 1232"/>
                <a:gd name="T10" fmla="*/ 423 w 1168"/>
                <a:gd name="T11" fmla="*/ 459 h 1232"/>
                <a:gd name="T12" fmla="*/ 436 w 1168"/>
                <a:gd name="T13" fmla="*/ 568 h 1232"/>
                <a:gd name="T14" fmla="*/ 355 w 1168"/>
                <a:gd name="T15" fmla="*/ 509 h 1232"/>
                <a:gd name="T16" fmla="*/ 286 w 1168"/>
                <a:gd name="T17" fmla="*/ 589 h 1232"/>
                <a:gd name="T18" fmla="*/ 178 w 1168"/>
                <a:gd name="T19" fmla="*/ 651 h 1232"/>
                <a:gd name="T20" fmla="*/ 118 w 1168"/>
                <a:gd name="T21" fmla="*/ 686 h 1232"/>
                <a:gd name="T22" fmla="*/ 48 w 1168"/>
                <a:gd name="T23" fmla="*/ 643 h 1232"/>
                <a:gd name="T24" fmla="*/ 2 w 1168"/>
                <a:gd name="T25" fmla="*/ 745 h 1232"/>
                <a:gd name="T26" fmla="*/ 4 w 1168"/>
                <a:gd name="T27" fmla="*/ 967 h 1232"/>
                <a:gd name="T28" fmla="*/ 32 w 1168"/>
                <a:gd name="T29" fmla="*/ 1075 h 1232"/>
                <a:gd name="T30" fmla="*/ 130 w 1168"/>
                <a:gd name="T31" fmla="*/ 1163 h 1232"/>
                <a:gd name="T32" fmla="*/ 157 w 1168"/>
                <a:gd name="T33" fmla="*/ 996 h 1232"/>
                <a:gd name="T34" fmla="*/ 122 w 1168"/>
                <a:gd name="T35" fmla="*/ 855 h 1232"/>
                <a:gd name="T36" fmla="*/ 134 w 1168"/>
                <a:gd name="T37" fmla="*/ 766 h 1232"/>
                <a:gd name="T38" fmla="*/ 278 w 1168"/>
                <a:gd name="T39" fmla="*/ 679 h 1232"/>
                <a:gd name="T40" fmla="*/ 326 w 1168"/>
                <a:gd name="T41" fmla="*/ 763 h 1232"/>
                <a:gd name="T42" fmla="*/ 220 w 1168"/>
                <a:gd name="T43" fmla="*/ 850 h 1232"/>
                <a:gd name="T44" fmla="*/ 328 w 1168"/>
                <a:gd name="T45" fmla="*/ 901 h 1232"/>
                <a:gd name="T46" fmla="*/ 423 w 1168"/>
                <a:gd name="T47" fmla="*/ 879 h 1232"/>
                <a:gd name="T48" fmla="*/ 355 w 1168"/>
                <a:gd name="T49" fmla="*/ 948 h 1232"/>
                <a:gd name="T50" fmla="*/ 323 w 1168"/>
                <a:gd name="T51" fmla="*/ 1076 h 1232"/>
                <a:gd name="T52" fmla="*/ 405 w 1168"/>
                <a:gd name="T53" fmla="*/ 1080 h 1232"/>
                <a:gd name="T54" fmla="*/ 479 w 1168"/>
                <a:gd name="T55" fmla="*/ 1139 h 1232"/>
                <a:gd name="T56" fmla="*/ 535 w 1168"/>
                <a:gd name="T57" fmla="*/ 1232 h 1232"/>
                <a:gd name="T58" fmla="*/ 594 w 1168"/>
                <a:gd name="T59" fmla="*/ 1075 h 1232"/>
                <a:gd name="T60" fmla="*/ 699 w 1168"/>
                <a:gd name="T61" fmla="*/ 985 h 1232"/>
                <a:gd name="T62" fmla="*/ 679 w 1168"/>
                <a:gd name="T63" fmla="*/ 883 h 1232"/>
                <a:gd name="T64" fmla="*/ 761 w 1168"/>
                <a:gd name="T65" fmla="*/ 785 h 1232"/>
                <a:gd name="T66" fmla="*/ 698 w 1168"/>
                <a:gd name="T67" fmla="*/ 686 h 1232"/>
                <a:gd name="T68" fmla="*/ 647 w 1168"/>
                <a:gd name="T69" fmla="*/ 674 h 1232"/>
                <a:gd name="T70" fmla="*/ 761 w 1168"/>
                <a:gd name="T71" fmla="*/ 578 h 1232"/>
                <a:gd name="T72" fmla="*/ 827 w 1168"/>
                <a:gd name="T73" fmla="*/ 580 h 1232"/>
                <a:gd name="T74" fmla="*/ 960 w 1168"/>
                <a:gd name="T75" fmla="*/ 616 h 1232"/>
                <a:gd name="T76" fmla="*/ 987 w 1168"/>
                <a:gd name="T77" fmla="*/ 702 h 1232"/>
                <a:gd name="T78" fmla="*/ 963 w 1168"/>
                <a:gd name="T79" fmla="*/ 887 h 1232"/>
                <a:gd name="T80" fmla="*/ 909 w 1168"/>
                <a:gd name="T81" fmla="*/ 1033 h 1232"/>
                <a:gd name="T82" fmla="*/ 806 w 1168"/>
                <a:gd name="T83" fmla="*/ 1036 h 1232"/>
                <a:gd name="T84" fmla="*/ 856 w 1168"/>
                <a:gd name="T85" fmla="*/ 1151 h 1232"/>
                <a:gd name="T86" fmla="*/ 922 w 1168"/>
                <a:gd name="T87" fmla="*/ 1220 h 1232"/>
                <a:gd name="T88" fmla="*/ 1037 w 1168"/>
                <a:gd name="T89" fmla="*/ 1168 h 1232"/>
                <a:gd name="T90" fmla="*/ 1131 w 1168"/>
                <a:gd name="T91" fmla="*/ 1015 h 1232"/>
                <a:gd name="T92" fmla="*/ 1141 w 1168"/>
                <a:gd name="T93" fmla="*/ 841 h 1232"/>
                <a:gd name="T94" fmla="*/ 1160 w 1168"/>
                <a:gd name="T95" fmla="*/ 687 h 1232"/>
                <a:gd name="T96" fmla="*/ 1149 w 1168"/>
                <a:gd name="T97" fmla="*/ 595 h 1232"/>
                <a:gd name="T98" fmla="*/ 1051 w 1168"/>
                <a:gd name="T99" fmla="*/ 519 h 1232"/>
                <a:gd name="T100" fmla="*/ 966 w 1168"/>
                <a:gd name="T101" fmla="*/ 497 h 1232"/>
                <a:gd name="T102" fmla="*/ 830 w 1168"/>
                <a:gd name="T103" fmla="*/ 496 h 1232"/>
                <a:gd name="T104" fmla="*/ 701 w 1168"/>
                <a:gd name="T105" fmla="*/ 455 h 1232"/>
                <a:gd name="T106" fmla="*/ 614 w 1168"/>
                <a:gd name="T107" fmla="*/ 498 h 1232"/>
                <a:gd name="T108" fmla="*/ 559 w 1168"/>
                <a:gd name="T109" fmla="*/ 526 h 1232"/>
                <a:gd name="T110" fmla="*/ 619 w 1168"/>
                <a:gd name="T111" fmla="*/ 417 h 1232"/>
                <a:gd name="T112" fmla="*/ 820 w 1168"/>
                <a:gd name="T113" fmla="*/ 321 h 1232"/>
                <a:gd name="T114" fmla="*/ 762 w 1168"/>
                <a:gd name="T115" fmla="*/ 187 h 1232"/>
                <a:gd name="T116" fmla="*/ 681 w 1168"/>
                <a:gd name="T117" fmla="*/ 181 h 1232"/>
                <a:gd name="T118" fmla="*/ 581 w 1168"/>
                <a:gd name="T119" fmla="*/ 7 h 1232"/>
                <a:gd name="T120" fmla="*/ 533 w 1168"/>
                <a:gd name="T121" fmla="*/ 3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68" h="1232">
                  <a:moveTo>
                    <a:pt x="507" y="0"/>
                  </a:moveTo>
                  <a:cubicBezTo>
                    <a:pt x="505" y="0"/>
                    <a:pt x="503" y="0"/>
                    <a:pt x="502" y="1"/>
                  </a:cubicBezTo>
                  <a:cubicBezTo>
                    <a:pt x="489" y="3"/>
                    <a:pt x="476" y="7"/>
                    <a:pt x="467" y="14"/>
                  </a:cubicBezTo>
                  <a:cubicBezTo>
                    <a:pt x="456" y="24"/>
                    <a:pt x="449" y="38"/>
                    <a:pt x="441" y="51"/>
                  </a:cubicBezTo>
                  <a:cubicBezTo>
                    <a:pt x="438" y="56"/>
                    <a:pt x="434" y="63"/>
                    <a:pt x="435" y="69"/>
                  </a:cubicBezTo>
                  <a:cubicBezTo>
                    <a:pt x="436" y="83"/>
                    <a:pt x="440" y="97"/>
                    <a:pt x="442" y="111"/>
                  </a:cubicBezTo>
                  <a:cubicBezTo>
                    <a:pt x="444" y="124"/>
                    <a:pt x="446" y="137"/>
                    <a:pt x="447" y="150"/>
                  </a:cubicBezTo>
                  <a:cubicBezTo>
                    <a:pt x="448" y="163"/>
                    <a:pt x="446" y="177"/>
                    <a:pt x="449" y="189"/>
                  </a:cubicBezTo>
                  <a:cubicBezTo>
                    <a:pt x="454" y="211"/>
                    <a:pt x="450" y="226"/>
                    <a:pt x="430" y="235"/>
                  </a:cubicBezTo>
                  <a:cubicBezTo>
                    <a:pt x="428" y="236"/>
                    <a:pt x="425" y="236"/>
                    <a:pt x="422" y="236"/>
                  </a:cubicBezTo>
                  <a:cubicBezTo>
                    <a:pt x="410" y="238"/>
                    <a:pt x="398" y="239"/>
                    <a:pt x="386" y="241"/>
                  </a:cubicBezTo>
                  <a:cubicBezTo>
                    <a:pt x="377" y="242"/>
                    <a:pt x="368" y="243"/>
                    <a:pt x="358" y="244"/>
                  </a:cubicBezTo>
                  <a:cubicBezTo>
                    <a:pt x="355" y="245"/>
                    <a:pt x="350" y="246"/>
                    <a:pt x="345" y="248"/>
                  </a:cubicBezTo>
                  <a:cubicBezTo>
                    <a:pt x="334" y="252"/>
                    <a:pt x="323" y="256"/>
                    <a:pt x="312" y="260"/>
                  </a:cubicBezTo>
                  <a:cubicBezTo>
                    <a:pt x="295" y="265"/>
                    <a:pt x="278" y="271"/>
                    <a:pt x="262" y="276"/>
                  </a:cubicBezTo>
                  <a:cubicBezTo>
                    <a:pt x="254" y="279"/>
                    <a:pt x="247" y="282"/>
                    <a:pt x="240" y="284"/>
                  </a:cubicBezTo>
                  <a:cubicBezTo>
                    <a:pt x="230" y="287"/>
                    <a:pt x="218" y="289"/>
                    <a:pt x="209" y="294"/>
                  </a:cubicBezTo>
                  <a:cubicBezTo>
                    <a:pt x="197" y="300"/>
                    <a:pt x="176" y="298"/>
                    <a:pt x="178" y="320"/>
                  </a:cubicBezTo>
                  <a:cubicBezTo>
                    <a:pt x="179" y="325"/>
                    <a:pt x="179" y="330"/>
                    <a:pt x="179" y="334"/>
                  </a:cubicBezTo>
                  <a:cubicBezTo>
                    <a:pt x="179" y="356"/>
                    <a:pt x="191" y="371"/>
                    <a:pt x="206" y="384"/>
                  </a:cubicBezTo>
                  <a:cubicBezTo>
                    <a:pt x="219" y="394"/>
                    <a:pt x="234" y="402"/>
                    <a:pt x="248" y="410"/>
                  </a:cubicBezTo>
                  <a:cubicBezTo>
                    <a:pt x="269" y="420"/>
                    <a:pt x="290" y="430"/>
                    <a:pt x="311" y="437"/>
                  </a:cubicBezTo>
                  <a:cubicBezTo>
                    <a:pt x="342" y="445"/>
                    <a:pt x="373" y="452"/>
                    <a:pt x="405" y="453"/>
                  </a:cubicBezTo>
                  <a:cubicBezTo>
                    <a:pt x="411" y="453"/>
                    <a:pt x="418" y="456"/>
                    <a:pt x="423" y="459"/>
                  </a:cubicBezTo>
                  <a:cubicBezTo>
                    <a:pt x="426" y="461"/>
                    <a:pt x="425" y="468"/>
                    <a:pt x="425" y="472"/>
                  </a:cubicBezTo>
                  <a:cubicBezTo>
                    <a:pt x="430" y="494"/>
                    <a:pt x="434" y="517"/>
                    <a:pt x="438" y="540"/>
                  </a:cubicBezTo>
                  <a:cubicBezTo>
                    <a:pt x="440" y="547"/>
                    <a:pt x="441" y="554"/>
                    <a:pt x="441" y="560"/>
                  </a:cubicBezTo>
                  <a:cubicBezTo>
                    <a:pt x="441" y="563"/>
                    <a:pt x="437" y="568"/>
                    <a:pt x="436" y="568"/>
                  </a:cubicBezTo>
                  <a:cubicBezTo>
                    <a:pt x="436" y="568"/>
                    <a:pt x="436" y="568"/>
                    <a:pt x="436" y="567"/>
                  </a:cubicBezTo>
                  <a:cubicBezTo>
                    <a:pt x="422" y="565"/>
                    <a:pt x="406" y="565"/>
                    <a:pt x="395" y="557"/>
                  </a:cubicBezTo>
                  <a:cubicBezTo>
                    <a:pt x="384" y="549"/>
                    <a:pt x="378" y="534"/>
                    <a:pt x="370" y="522"/>
                  </a:cubicBezTo>
                  <a:cubicBezTo>
                    <a:pt x="366" y="517"/>
                    <a:pt x="361" y="510"/>
                    <a:pt x="355" y="509"/>
                  </a:cubicBezTo>
                  <a:cubicBezTo>
                    <a:pt x="352" y="508"/>
                    <a:pt x="349" y="508"/>
                    <a:pt x="346" y="508"/>
                  </a:cubicBezTo>
                  <a:cubicBezTo>
                    <a:pt x="329" y="508"/>
                    <a:pt x="307" y="515"/>
                    <a:pt x="301" y="533"/>
                  </a:cubicBezTo>
                  <a:cubicBezTo>
                    <a:pt x="297" y="544"/>
                    <a:pt x="295" y="555"/>
                    <a:pt x="292" y="566"/>
                  </a:cubicBezTo>
                  <a:cubicBezTo>
                    <a:pt x="290" y="574"/>
                    <a:pt x="287" y="581"/>
                    <a:pt x="286" y="589"/>
                  </a:cubicBezTo>
                  <a:cubicBezTo>
                    <a:pt x="284" y="609"/>
                    <a:pt x="282" y="613"/>
                    <a:pt x="262" y="617"/>
                  </a:cubicBezTo>
                  <a:cubicBezTo>
                    <a:pt x="259" y="618"/>
                    <a:pt x="256" y="620"/>
                    <a:pt x="253" y="622"/>
                  </a:cubicBezTo>
                  <a:cubicBezTo>
                    <a:pt x="249" y="624"/>
                    <a:pt x="246" y="627"/>
                    <a:pt x="243" y="628"/>
                  </a:cubicBezTo>
                  <a:cubicBezTo>
                    <a:pt x="219" y="630"/>
                    <a:pt x="199" y="643"/>
                    <a:pt x="178" y="651"/>
                  </a:cubicBezTo>
                  <a:cubicBezTo>
                    <a:pt x="163" y="657"/>
                    <a:pt x="151" y="667"/>
                    <a:pt x="137" y="675"/>
                  </a:cubicBezTo>
                  <a:cubicBezTo>
                    <a:pt x="134" y="677"/>
                    <a:pt x="130" y="677"/>
                    <a:pt x="126" y="678"/>
                  </a:cubicBezTo>
                  <a:cubicBezTo>
                    <a:pt x="123" y="681"/>
                    <a:pt x="120" y="686"/>
                    <a:pt x="118" y="686"/>
                  </a:cubicBezTo>
                  <a:cubicBezTo>
                    <a:pt x="118" y="686"/>
                    <a:pt x="118" y="686"/>
                    <a:pt x="118" y="686"/>
                  </a:cubicBezTo>
                  <a:cubicBezTo>
                    <a:pt x="114" y="686"/>
                    <a:pt x="109" y="683"/>
                    <a:pt x="107" y="680"/>
                  </a:cubicBezTo>
                  <a:cubicBezTo>
                    <a:pt x="97" y="666"/>
                    <a:pt x="87" y="654"/>
                    <a:pt x="70" y="649"/>
                  </a:cubicBezTo>
                  <a:cubicBezTo>
                    <a:pt x="65" y="647"/>
                    <a:pt x="60" y="646"/>
                    <a:pt x="54" y="644"/>
                  </a:cubicBezTo>
                  <a:cubicBezTo>
                    <a:pt x="52" y="644"/>
                    <a:pt x="50" y="643"/>
                    <a:pt x="48" y="643"/>
                  </a:cubicBezTo>
                  <a:cubicBezTo>
                    <a:pt x="38" y="643"/>
                    <a:pt x="26" y="649"/>
                    <a:pt x="22" y="655"/>
                  </a:cubicBezTo>
                  <a:cubicBezTo>
                    <a:pt x="20" y="660"/>
                    <a:pt x="17" y="665"/>
                    <a:pt x="15" y="670"/>
                  </a:cubicBezTo>
                  <a:cubicBezTo>
                    <a:pt x="11" y="680"/>
                    <a:pt x="1" y="686"/>
                    <a:pt x="2" y="699"/>
                  </a:cubicBezTo>
                  <a:cubicBezTo>
                    <a:pt x="4" y="714"/>
                    <a:pt x="2" y="730"/>
                    <a:pt x="2" y="745"/>
                  </a:cubicBezTo>
                  <a:cubicBezTo>
                    <a:pt x="2" y="754"/>
                    <a:pt x="3" y="762"/>
                    <a:pt x="2" y="770"/>
                  </a:cubicBezTo>
                  <a:cubicBezTo>
                    <a:pt x="2" y="797"/>
                    <a:pt x="0" y="824"/>
                    <a:pt x="0" y="850"/>
                  </a:cubicBezTo>
                  <a:cubicBezTo>
                    <a:pt x="0" y="880"/>
                    <a:pt x="1" y="910"/>
                    <a:pt x="2" y="940"/>
                  </a:cubicBezTo>
                  <a:cubicBezTo>
                    <a:pt x="2" y="949"/>
                    <a:pt x="3" y="958"/>
                    <a:pt x="4" y="967"/>
                  </a:cubicBezTo>
                  <a:cubicBezTo>
                    <a:pt x="5" y="983"/>
                    <a:pt x="7" y="998"/>
                    <a:pt x="8" y="1013"/>
                  </a:cubicBezTo>
                  <a:cubicBezTo>
                    <a:pt x="9" y="1018"/>
                    <a:pt x="7" y="1022"/>
                    <a:pt x="8" y="1026"/>
                  </a:cubicBezTo>
                  <a:cubicBezTo>
                    <a:pt x="11" y="1039"/>
                    <a:pt x="14" y="1052"/>
                    <a:pt x="24" y="1062"/>
                  </a:cubicBezTo>
                  <a:cubicBezTo>
                    <a:pt x="28" y="1065"/>
                    <a:pt x="30" y="1070"/>
                    <a:pt x="32" y="1075"/>
                  </a:cubicBezTo>
                  <a:cubicBezTo>
                    <a:pt x="37" y="1084"/>
                    <a:pt x="40" y="1095"/>
                    <a:pt x="46" y="1103"/>
                  </a:cubicBezTo>
                  <a:cubicBezTo>
                    <a:pt x="59" y="1118"/>
                    <a:pt x="73" y="1132"/>
                    <a:pt x="87" y="1147"/>
                  </a:cubicBezTo>
                  <a:cubicBezTo>
                    <a:pt x="95" y="1156"/>
                    <a:pt x="103" y="1167"/>
                    <a:pt x="116" y="1167"/>
                  </a:cubicBezTo>
                  <a:cubicBezTo>
                    <a:pt x="120" y="1167"/>
                    <a:pt x="125" y="1166"/>
                    <a:pt x="130" y="1163"/>
                  </a:cubicBezTo>
                  <a:cubicBezTo>
                    <a:pt x="141" y="1158"/>
                    <a:pt x="149" y="1150"/>
                    <a:pt x="151" y="1137"/>
                  </a:cubicBezTo>
                  <a:cubicBezTo>
                    <a:pt x="152" y="1118"/>
                    <a:pt x="152" y="1097"/>
                    <a:pt x="158" y="1078"/>
                  </a:cubicBezTo>
                  <a:cubicBezTo>
                    <a:pt x="166" y="1055"/>
                    <a:pt x="153" y="1034"/>
                    <a:pt x="156" y="1012"/>
                  </a:cubicBezTo>
                  <a:cubicBezTo>
                    <a:pt x="157" y="1007"/>
                    <a:pt x="158" y="1001"/>
                    <a:pt x="157" y="996"/>
                  </a:cubicBezTo>
                  <a:cubicBezTo>
                    <a:pt x="153" y="974"/>
                    <a:pt x="149" y="952"/>
                    <a:pt x="143" y="931"/>
                  </a:cubicBezTo>
                  <a:cubicBezTo>
                    <a:pt x="138" y="910"/>
                    <a:pt x="123" y="891"/>
                    <a:pt x="128" y="868"/>
                  </a:cubicBezTo>
                  <a:cubicBezTo>
                    <a:pt x="128" y="866"/>
                    <a:pt x="125" y="864"/>
                    <a:pt x="124" y="862"/>
                  </a:cubicBezTo>
                  <a:cubicBezTo>
                    <a:pt x="123" y="860"/>
                    <a:pt x="122" y="858"/>
                    <a:pt x="122" y="855"/>
                  </a:cubicBezTo>
                  <a:cubicBezTo>
                    <a:pt x="122" y="850"/>
                    <a:pt x="122" y="844"/>
                    <a:pt x="122" y="839"/>
                  </a:cubicBezTo>
                  <a:cubicBezTo>
                    <a:pt x="123" y="830"/>
                    <a:pt x="124" y="821"/>
                    <a:pt x="125" y="812"/>
                  </a:cubicBezTo>
                  <a:cubicBezTo>
                    <a:pt x="125" y="806"/>
                    <a:pt x="125" y="799"/>
                    <a:pt x="126" y="792"/>
                  </a:cubicBezTo>
                  <a:cubicBezTo>
                    <a:pt x="128" y="783"/>
                    <a:pt x="129" y="774"/>
                    <a:pt x="134" y="766"/>
                  </a:cubicBezTo>
                  <a:cubicBezTo>
                    <a:pt x="137" y="759"/>
                    <a:pt x="144" y="753"/>
                    <a:pt x="150" y="747"/>
                  </a:cubicBezTo>
                  <a:cubicBezTo>
                    <a:pt x="161" y="736"/>
                    <a:pt x="172" y="724"/>
                    <a:pt x="184" y="715"/>
                  </a:cubicBezTo>
                  <a:cubicBezTo>
                    <a:pt x="200" y="705"/>
                    <a:pt x="219" y="699"/>
                    <a:pt x="235" y="690"/>
                  </a:cubicBezTo>
                  <a:cubicBezTo>
                    <a:pt x="249" y="682"/>
                    <a:pt x="263" y="680"/>
                    <a:pt x="278" y="679"/>
                  </a:cubicBezTo>
                  <a:cubicBezTo>
                    <a:pt x="283" y="679"/>
                    <a:pt x="290" y="683"/>
                    <a:pt x="293" y="686"/>
                  </a:cubicBezTo>
                  <a:cubicBezTo>
                    <a:pt x="308" y="701"/>
                    <a:pt x="323" y="716"/>
                    <a:pt x="337" y="732"/>
                  </a:cubicBezTo>
                  <a:cubicBezTo>
                    <a:pt x="340" y="736"/>
                    <a:pt x="342" y="744"/>
                    <a:pt x="340" y="748"/>
                  </a:cubicBezTo>
                  <a:cubicBezTo>
                    <a:pt x="338" y="754"/>
                    <a:pt x="332" y="760"/>
                    <a:pt x="326" y="763"/>
                  </a:cubicBezTo>
                  <a:cubicBezTo>
                    <a:pt x="314" y="768"/>
                    <a:pt x="302" y="772"/>
                    <a:pt x="290" y="777"/>
                  </a:cubicBezTo>
                  <a:cubicBezTo>
                    <a:pt x="283" y="780"/>
                    <a:pt x="274" y="783"/>
                    <a:pt x="269" y="789"/>
                  </a:cubicBezTo>
                  <a:cubicBezTo>
                    <a:pt x="256" y="802"/>
                    <a:pt x="244" y="816"/>
                    <a:pt x="232" y="831"/>
                  </a:cubicBezTo>
                  <a:cubicBezTo>
                    <a:pt x="228" y="837"/>
                    <a:pt x="222" y="842"/>
                    <a:pt x="220" y="850"/>
                  </a:cubicBezTo>
                  <a:cubicBezTo>
                    <a:pt x="214" y="870"/>
                    <a:pt x="229" y="893"/>
                    <a:pt x="250" y="899"/>
                  </a:cubicBezTo>
                  <a:cubicBezTo>
                    <a:pt x="264" y="902"/>
                    <a:pt x="277" y="907"/>
                    <a:pt x="288" y="910"/>
                  </a:cubicBezTo>
                  <a:cubicBezTo>
                    <a:pt x="295" y="908"/>
                    <a:pt x="301" y="904"/>
                    <a:pt x="307" y="903"/>
                  </a:cubicBezTo>
                  <a:cubicBezTo>
                    <a:pt x="314" y="902"/>
                    <a:pt x="321" y="902"/>
                    <a:pt x="328" y="901"/>
                  </a:cubicBezTo>
                  <a:cubicBezTo>
                    <a:pt x="336" y="900"/>
                    <a:pt x="345" y="898"/>
                    <a:pt x="353" y="896"/>
                  </a:cubicBezTo>
                  <a:cubicBezTo>
                    <a:pt x="357" y="896"/>
                    <a:pt x="360" y="895"/>
                    <a:pt x="364" y="894"/>
                  </a:cubicBezTo>
                  <a:cubicBezTo>
                    <a:pt x="374" y="891"/>
                    <a:pt x="385" y="888"/>
                    <a:pt x="396" y="885"/>
                  </a:cubicBezTo>
                  <a:cubicBezTo>
                    <a:pt x="405" y="883"/>
                    <a:pt x="414" y="882"/>
                    <a:pt x="423" y="879"/>
                  </a:cubicBezTo>
                  <a:cubicBezTo>
                    <a:pt x="435" y="877"/>
                    <a:pt x="447" y="873"/>
                    <a:pt x="461" y="870"/>
                  </a:cubicBezTo>
                  <a:cubicBezTo>
                    <a:pt x="461" y="890"/>
                    <a:pt x="446" y="895"/>
                    <a:pt x="436" y="902"/>
                  </a:cubicBezTo>
                  <a:cubicBezTo>
                    <a:pt x="416" y="914"/>
                    <a:pt x="395" y="921"/>
                    <a:pt x="374" y="932"/>
                  </a:cubicBezTo>
                  <a:cubicBezTo>
                    <a:pt x="367" y="936"/>
                    <a:pt x="360" y="942"/>
                    <a:pt x="355" y="948"/>
                  </a:cubicBezTo>
                  <a:cubicBezTo>
                    <a:pt x="349" y="954"/>
                    <a:pt x="347" y="963"/>
                    <a:pt x="341" y="967"/>
                  </a:cubicBezTo>
                  <a:cubicBezTo>
                    <a:pt x="317" y="981"/>
                    <a:pt x="308" y="1004"/>
                    <a:pt x="300" y="1028"/>
                  </a:cubicBezTo>
                  <a:cubicBezTo>
                    <a:pt x="297" y="1036"/>
                    <a:pt x="296" y="1046"/>
                    <a:pt x="297" y="1054"/>
                  </a:cubicBezTo>
                  <a:cubicBezTo>
                    <a:pt x="299" y="1068"/>
                    <a:pt x="311" y="1072"/>
                    <a:pt x="323" y="1076"/>
                  </a:cubicBezTo>
                  <a:cubicBezTo>
                    <a:pt x="333" y="1078"/>
                    <a:pt x="344" y="1079"/>
                    <a:pt x="355" y="1080"/>
                  </a:cubicBezTo>
                  <a:cubicBezTo>
                    <a:pt x="365" y="1082"/>
                    <a:pt x="374" y="1084"/>
                    <a:pt x="384" y="1084"/>
                  </a:cubicBezTo>
                  <a:cubicBezTo>
                    <a:pt x="384" y="1084"/>
                    <a:pt x="384" y="1084"/>
                    <a:pt x="385" y="1084"/>
                  </a:cubicBezTo>
                  <a:cubicBezTo>
                    <a:pt x="391" y="1084"/>
                    <a:pt x="398" y="1081"/>
                    <a:pt x="405" y="1080"/>
                  </a:cubicBezTo>
                  <a:cubicBezTo>
                    <a:pt x="423" y="1078"/>
                    <a:pt x="441" y="1077"/>
                    <a:pt x="459" y="1074"/>
                  </a:cubicBezTo>
                  <a:cubicBezTo>
                    <a:pt x="461" y="1074"/>
                    <a:pt x="463" y="1074"/>
                    <a:pt x="464" y="1074"/>
                  </a:cubicBezTo>
                  <a:cubicBezTo>
                    <a:pt x="472" y="1074"/>
                    <a:pt x="476" y="1078"/>
                    <a:pt x="476" y="1088"/>
                  </a:cubicBezTo>
                  <a:cubicBezTo>
                    <a:pt x="477" y="1105"/>
                    <a:pt x="478" y="1122"/>
                    <a:pt x="479" y="1139"/>
                  </a:cubicBezTo>
                  <a:cubicBezTo>
                    <a:pt x="479" y="1142"/>
                    <a:pt x="480" y="1145"/>
                    <a:pt x="481" y="1147"/>
                  </a:cubicBezTo>
                  <a:cubicBezTo>
                    <a:pt x="487" y="1163"/>
                    <a:pt x="492" y="1179"/>
                    <a:pt x="499" y="1194"/>
                  </a:cubicBezTo>
                  <a:cubicBezTo>
                    <a:pt x="504" y="1205"/>
                    <a:pt x="511" y="1215"/>
                    <a:pt x="520" y="1224"/>
                  </a:cubicBezTo>
                  <a:cubicBezTo>
                    <a:pt x="524" y="1228"/>
                    <a:pt x="529" y="1232"/>
                    <a:pt x="535" y="1232"/>
                  </a:cubicBezTo>
                  <a:cubicBezTo>
                    <a:pt x="538" y="1232"/>
                    <a:pt x="541" y="1231"/>
                    <a:pt x="544" y="1229"/>
                  </a:cubicBezTo>
                  <a:cubicBezTo>
                    <a:pt x="554" y="1223"/>
                    <a:pt x="567" y="1216"/>
                    <a:pt x="571" y="1203"/>
                  </a:cubicBezTo>
                  <a:cubicBezTo>
                    <a:pt x="579" y="1180"/>
                    <a:pt x="587" y="1157"/>
                    <a:pt x="591" y="1133"/>
                  </a:cubicBezTo>
                  <a:cubicBezTo>
                    <a:pt x="595" y="1114"/>
                    <a:pt x="593" y="1094"/>
                    <a:pt x="594" y="1075"/>
                  </a:cubicBezTo>
                  <a:cubicBezTo>
                    <a:pt x="594" y="1065"/>
                    <a:pt x="595" y="1055"/>
                    <a:pt x="597" y="1046"/>
                  </a:cubicBezTo>
                  <a:cubicBezTo>
                    <a:pt x="599" y="1038"/>
                    <a:pt x="604" y="1029"/>
                    <a:pt x="610" y="1025"/>
                  </a:cubicBezTo>
                  <a:cubicBezTo>
                    <a:pt x="622" y="1018"/>
                    <a:pt x="635" y="1013"/>
                    <a:pt x="648" y="1007"/>
                  </a:cubicBezTo>
                  <a:cubicBezTo>
                    <a:pt x="665" y="1000"/>
                    <a:pt x="682" y="993"/>
                    <a:pt x="699" y="985"/>
                  </a:cubicBezTo>
                  <a:cubicBezTo>
                    <a:pt x="704" y="983"/>
                    <a:pt x="709" y="979"/>
                    <a:pt x="714" y="975"/>
                  </a:cubicBezTo>
                  <a:cubicBezTo>
                    <a:pt x="729" y="963"/>
                    <a:pt x="735" y="947"/>
                    <a:pt x="738" y="929"/>
                  </a:cubicBezTo>
                  <a:cubicBezTo>
                    <a:pt x="739" y="920"/>
                    <a:pt x="741" y="909"/>
                    <a:pt x="732" y="902"/>
                  </a:cubicBezTo>
                  <a:cubicBezTo>
                    <a:pt x="717" y="889"/>
                    <a:pt x="697" y="888"/>
                    <a:pt x="679" y="883"/>
                  </a:cubicBezTo>
                  <a:cubicBezTo>
                    <a:pt x="671" y="880"/>
                    <a:pt x="662" y="878"/>
                    <a:pt x="654" y="875"/>
                  </a:cubicBezTo>
                  <a:cubicBezTo>
                    <a:pt x="659" y="867"/>
                    <a:pt x="662" y="858"/>
                    <a:pt x="669" y="852"/>
                  </a:cubicBezTo>
                  <a:cubicBezTo>
                    <a:pt x="685" y="839"/>
                    <a:pt x="703" y="827"/>
                    <a:pt x="720" y="814"/>
                  </a:cubicBezTo>
                  <a:cubicBezTo>
                    <a:pt x="734" y="805"/>
                    <a:pt x="748" y="796"/>
                    <a:pt x="761" y="785"/>
                  </a:cubicBezTo>
                  <a:cubicBezTo>
                    <a:pt x="788" y="764"/>
                    <a:pt x="786" y="719"/>
                    <a:pt x="757" y="700"/>
                  </a:cubicBezTo>
                  <a:cubicBezTo>
                    <a:pt x="749" y="694"/>
                    <a:pt x="738" y="691"/>
                    <a:pt x="727" y="688"/>
                  </a:cubicBezTo>
                  <a:cubicBezTo>
                    <a:pt x="718" y="686"/>
                    <a:pt x="708" y="686"/>
                    <a:pt x="698" y="686"/>
                  </a:cubicBezTo>
                  <a:cubicBezTo>
                    <a:pt x="698" y="686"/>
                    <a:pt x="698" y="686"/>
                    <a:pt x="698" y="686"/>
                  </a:cubicBezTo>
                  <a:cubicBezTo>
                    <a:pt x="692" y="686"/>
                    <a:pt x="687" y="687"/>
                    <a:pt x="682" y="688"/>
                  </a:cubicBezTo>
                  <a:cubicBezTo>
                    <a:pt x="674" y="689"/>
                    <a:pt x="666" y="691"/>
                    <a:pt x="659" y="691"/>
                  </a:cubicBezTo>
                  <a:cubicBezTo>
                    <a:pt x="652" y="691"/>
                    <a:pt x="646" y="690"/>
                    <a:pt x="640" y="686"/>
                  </a:cubicBezTo>
                  <a:cubicBezTo>
                    <a:pt x="642" y="682"/>
                    <a:pt x="645" y="678"/>
                    <a:pt x="647" y="674"/>
                  </a:cubicBezTo>
                  <a:cubicBezTo>
                    <a:pt x="655" y="660"/>
                    <a:pt x="665" y="651"/>
                    <a:pt x="677" y="641"/>
                  </a:cubicBezTo>
                  <a:cubicBezTo>
                    <a:pt x="699" y="622"/>
                    <a:pt x="719" y="602"/>
                    <a:pt x="740" y="583"/>
                  </a:cubicBezTo>
                  <a:cubicBezTo>
                    <a:pt x="744" y="579"/>
                    <a:pt x="749" y="577"/>
                    <a:pt x="754" y="577"/>
                  </a:cubicBezTo>
                  <a:cubicBezTo>
                    <a:pt x="756" y="577"/>
                    <a:pt x="758" y="577"/>
                    <a:pt x="761" y="578"/>
                  </a:cubicBezTo>
                  <a:cubicBezTo>
                    <a:pt x="770" y="581"/>
                    <a:pt x="780" y="583"/>
                    <a:pt x="790" y="583"/>
                  </a:cubicBezTo>
                  <a:cubicBezTo>
                    <a:pt x="791" y="583"/>
                    <a:pt x="791" y="583"/>
                    <a:pt x="791" y="583"/>
                  </a:cubicBezTo>
                  <a:cubicBezTo>
                    <a:pt x="797" y="583"/>
                    <a:pt x="803" y="582"/>
                    <a:pt x="809" y="581"/>
                  </a:cubicBezTo>
                  <a:cubicBezTo>
                    <a:pt x="815" y="580"/>
                    <a:pt x="821" y="580"/>
                    <a:pt x="827" y="580"/>
                  </a:cubicBezTo>
                  <a:cubicBezTo>
                    <a:pt x="827" y="580"/>
                    <a:pt x="827" y="580"/>
                    <a:pt x="827" y="580"/>
                  </a:cubicBezTo>
                  <a:cubicBezTo>
                    <a:pt x="837" y="580"/>
                    <a:pt x="846" y="582"/>
                    <a:pt x="855" y="584"/>
                  </a:cubicBezTo>
                  <a:cubicBezTo>
                    <a:pt x="870" y="587"/>
                    <a:pt x="886" y="590"/>
                    <a:pt x="901" y="594"/>
                  </a:cubicBezTo>
                  <a:cubicBezTo>
                    <a:pt x="921" y="601"/>
                    <a:pt x="940" y="608"/>
                    <a:pt x="960" y="616"/>
                  </a:cubicBezTo>
                  <a:cubicBezTo>
                    <a:pt x="970" y="620"/>
                    <a:pt x="979" y="625"/>
                    <a:pt x="988" y="631"/>
                  </a:cubicBezTo>
                  <a:cubicBezTo>
                    <a:pt x="990" y="632"/>
                    <a:pt x="991" y="636"/>
                    <a:pt x="991" y="639"/>
                  </a:cubicBezTo>
                  <a:cubicBezTo>
                    <a:pt x="990" y="658"/>
                    <a:pt x="995" y="679"/>
                    <a:pt x="987" y="698"/>
                  </a:cubicBezTo>
                  <a:cubicBezTo>
                    <a:pt x="987" y="699"/>
                    <a:pt x="987" y="701"/>
                    <a:pt x="987" y="702"/>
                  </a:cubicBezTo>
                  <a:cubicBezTo>
                    <a:pt x="987" y="713"/>
                    <a:pt x="989" y="725"/>
                    <a:pt x="988" y="736"/>
                  </a:cubicBezTo>
                  <a:cubicBezTo>
                    <a:pt x="987" y="749"/>
                    <a:pt x="982" y="761"/>
                    <a:pt x="980" y="774"/>
                  </a:cubicBezTo>
                  <a:cubicBezTo>
                    <a:pt x="978" y="786"/>
                    <a:pt x="978" y="799"/>
                    <a:pt x="977" y="811"/>
                  </a:cubicBezTo>
                  <a:cubicBezTo>
                    <a:pt x="974" y="837"/>
                    <a:pt x="971" y="862"/>
                    <a:pt x="963" y="887"/>
                  </a:cubicBezTo>
                  <a:cubicBezTo>
                    <a:pt x="957" y="906"/>
                    <a:pt x="949" y="924"/>
                    <a:pt x="942" y="943"/>
                  </a:cubicBezTo>
                  <a:cubicBezTo>
                    <a:pt x="937" y="957"/>
                    <a:pt x="931" y="970"/>
                    <a:pt x="928" y="984"/>
                  </a:cubicBezTo>
                  <a:cubicBezTo>
                    <a:pt x="925" y="993"/>
                    <a:pt x="920" y="1002"/>
                    <a:pt x="921" y="1014"/>
                  </a:cubicBezTo>
                  <a:cubicBezTo>
                    <a:pt x="922" y="1021"/>
                    <a:pt x="919" y="1033"/>
                    <a:pt x="909" y="1033"/>
                  </a:cubicBezTo>
                  <a:cubicBezTo>
                    <a:pt x="899" y="1034"/>
                    <a:pt x="888" y="1035"/>
                    <a:pt x="878" y="1035"/>
                  </a:cubicBezTo>
                  <a:cubicBezTo>
                    <a:pt x="871" y="1035"/>
                    <a:pt x="863" y="1035"/>
                    <a:pt x="856" y="1033"/>
                  </a:cubicBezTo>
                  <a:cubicBezTo>
                    <a:pt x="850" y="1031"/>
                    <a:pt x="844" y="1030"/>
                    <a:pt x="838" y="1030"/>
                  </a:cubicBezTo>
                  <a:cubicBezTo>
                    <a:pt x="827" y="1030"/>
                    <a:pt x="816" y="1033"/>
                    <a:pt x="806" y="1036"/>
                  </a:cubicBezTo>
                  <a:cubicBezTo>
                    <a:pt x="803" y="1037"/>
                    <a:pt x="799" y="1040"/>
                    <a:pt x="798" y="1042"/>
                  </a:cubicBezTo>
                  <a:cubicBezTo>
                    <a:pt x="797" y="1054"/>
                    <a:pt x="796" y="1065"/>
                    <a:pt x="797" y="1076"/>
                  </a:cubicBezTo>
                  <a:cubicBezTo>
                    <a:pt x="798" y="1083"/>
                    <a:pt x="801" y="1092"/>
                    <a:pt x="806" y="1097"/>
                  </a:cubicBezTo>
                  <a:cubicBezTo>
                    <a:pt x="822" y="1116"/>
                    <a:pt x="840" y="1133"/>
                    <a:pt x="856" y="1151"/>
                  </a:cubicBezTo>
                  <a:cubicBezTo>
                    <a:pt x="862" y="1157"/>
                    <a:pt x="866" y="1164"/>
                    <a:pt x="871" y="1170"/>
                  </a:cubicBezTo>
                  <a:cubicBezTo>
                    <a:pt x="880" y="1182"/>
                    <a:pt x="889" y="1194"/>
                    <a:pt x="900" y="1205"/>
                  </a:cubicBezTo>
                  <a:cubicBezTo>
                    <a:pt x="906" y="1212"/>
                    <a:pt x="914" y="1220"/>
                    <a:pt x="922" y="1220"/>
                  </a:cubicBezTo>
                  <a:cubicBezTo>
                    <a:pt x="922" y="1220"/>
                    <a:pt x="922" y="1220"/>
                    <a:pt x="922" y="1220"/>
                  </a:cubicBezTo>
                  <a:cubicBezTo>
                    <a:pt x="936" y="1220"/>
                    <a:pt x="950" y="1215"/>
                    <a:pt x="964" y="1211"/>
                  </a:cubicBezTo>
                  <a:cubicBezTo>
                    <a:pt x="983" y="1206"/>
                    <a:pt x="997" y="1190"/>
                    <a:pt x="1017" y="1186"/>
                  </a:cubicBezTo>
                  <a:cubicBezTo>
                    <a:pt x="1018" y="1186"/>
                    <a:pt x="1019" y="1185"/>
                    <a:pt x="1020" y="1184"/>
                  </a:cubicBezTo>
                  <a:cubicBezTo>
                    <a:pt x="1023" y="1175"/>
                    <a:pt x="1030" y="1171"/>
                    <a:pt x="1037" y="1168"/>
                  </a:cubicBezTo>
                  <a:cubicBezTo>
                    <a:pt x="1044" y="1165"/>
                    <a:pt x="1050" y="1161"/>
                    <a:pt x="1056" y="1156"/>
                  </a:cubicBezTo>
                  <a:cubicBezTo>
                    <a:pt x="1069" y="1144"/>
                    <a:pt x="1080" y="1130"/>
                    <a:pt x="1094" y="1119"/>
                  </a:cubicBezTo>
                  <a:cubicBezTo>
                    <a:pt x="1107" y="1107"/>
                    <a:pt x="1111" y="1092"/>
                    <a:pt x="1115" y="1076"/>
                  </a:cubicBezTo>
                  <a:cubicBezTo>
                    <a:pt x="1120" y="1056"/>
                    <a:pt x="1125" y="1035"/>
                    <a:pt x="1131" y="1015"/>
                  </a:cubicBezTo>
                  <a:cubicBezTo>
                    <a:pt x="1135" y="1004"/>
                    <a:pt x="1136" y="992"/>
                    <a:pt x="1134" y="980"/>
                  </a:cubicBezTo>
                  <a:cubicBezTo>
                    <a:pt x="1134" y="979"/>
                    <a:pt x="1134" y="977"/>
                    <a:pt x="1134" y="976"/>
                  </a:cubicBezTo>
                  <a:cubicBezTo>
                    <a:pt x="1136" y="954"/>
                    <a:pt x="1138" y="931"/>
                    <a:pt x="1139" y="908"/>
                  </a:cubicBezTo>
                  <a:cubicBezTo>
                    <a:pt x="1140" y="886"/>
                    <a:pt x="1140" y="864"/>
                    <a:pt x="1141" y="841"/>
                  </a:cubicBezTo>
                  <a:cubicBezTo>
                    <a:pt x="1141" y="821"/>
                    <a:pt x="1143" y="800"/>
                    <a:pt x="1144" y="779"/>
                  </a:cubicBezTo>
                  <a:cubicBezTo>
                    <a:pt x="1145" y="772"/>
                    <a:pt x="1147" y="765"/>
                    <a:pt x="1148" y="758"/>
                  </a:cubicBezTo>
                  <a:cubicBezTo>
                    <a:pt x="1149" y="744"/>
                    <a:pt x="1150" y="730"/>
                    <a:pt x="1152" y="717"/>
                  </a:cubicBezTo>
                  <a:cubicBezTo>
                    <a:pt x="1153" y="706"/>
                    <a:pt x="1155" y="695"/>
                    <a:pt x="1160" y="687"/>
                  </a:cubicBezTo>
                  <a:cubicBezTo>
                    <a:pt x="1168" y="675"/>
                    <a:pt x="1167" y="662"/>
                    <a:pt x="1165" y="650"/>
                  </a:cubicBezTo>
                  <a:cubicBezTo>
                    <a:pt x="1163" y="637"/>
                    <a:pt x="1164" y="622"/>
                    <a:pt x="1153" y="611"/>
                  </a:cubicBezTo>
                  <a:cubicBezTo>
                    <a:pt x="1152" y="610"/>
                    <a:pt x="1153" y="607"/>
                    <a:pt x="1153" y="605"/>
                  </a:cubicBezTo>
                  <a:cubicBezTo>
                    <a:pt x="1152" y="601"/>
                    <a:pt x="1151" y="597"/>
                    <a:pt x="1149" y="595"/>
                  </a:cubicBezTo>
                  <a:cubicBezTo>
                    <a:pt x="1137" y="579"/>
                    <a:pt x="1127" y="562"/>
                    <a:pt x="1108" y="555"/>
                  </a:cubicBezTo>
                  <a:cubicBezTo>
                    <a:pt x="1107" y="554"/>
                    <a:pt x="1106" y="553"/>
                    <a:pt x="1105" y="552"/>
                  </a:cubicBezTo>
                  <a:cubicBezTo>
                    <a:pt x="1094" y="537"/>
                    <a:pt x="1081" y="526"/>
                    <a:pt x="1061" y="526"/>
                  </a:cubicBezTo>
                  <a:cubicBezTo>
                    <a:pt x="1057" y="525"/>
                    <a:pt x="1054" y="521"/>
                    <a:pt x="1051" y="519"/>
                  </a:cubicBezTo>
                  <a:cubicBezTo>
                    <a:pt x="1050" y="518"/>
                    <a:pt x="1049" y="517"/>
                    <a:pt x="1048" y="517"/>
                  </a:cubicBezTo>
                  <a:cubicBezTo>
                    <a:pt x="1030" y="511"/>
                    <a:pt x="1012" y="506"/>
                    <a:pt x="994" y="501"/>
                  </a:cubicBezTo>
                  <a:cubicBezTo>
                    <a:pt x="985" y="499"/>
                    <a:pt x="976" y="498"/>
                    <a:pt x="967" y="497"/>
                  </a:cubicBezTo>
                  <a:cubicBezTo>
                    <a:pt x="967" y="497"/>
                    <a:pt x="966" y="497"/>
                    <a:pt x="966" y="497"/>
                  </a:cubicBezTo>
                  <a:cubicBezTo>
                    <a:pt x="959" y="497"/>
                    <a:pt x="952" y="499"/>
                    <a:pt x="945" y="499"/>
                  </a:cubicBezTo>
                  <a:cubicBezTo>
                    <a:pt x="933" y="499"/>
                    <a:pt x="921" y="499"/>
                    <a:pt x="909" y="499"/>
                  </a:cubicBezTo>
                  <a:cubicBezTo>
                    <a:pt x="899" y="499"/>
                    <a:pt x="889" y="499"/>
                    <a:pt x="879" y="499"/>
                  </a:cubicBezTo>
                  <a:cubicBezTo>
                    <a:pt x="863" y="499"/>
                    <a:pt x="846" y="497"/>
                    <a:pt x="830" y="496"/>
                  </a:cubicBezTo>
                  <a:cubicBezTo>
                    <a:pt x="825" y="496"/>
                    <a:pt x="821" y="494"/>
                    <a:pt x="817" y="493"/>
                  </a:cubicBezTo>
                  <a:cubicBezTo>
                    <a:pt x="811" y="491"/>
                    <a:pt x="805" y="488"/>
                    <a:pt x="798" y="486"/>
                  </a:cubicBezTo>
                  <a:cubicBezTo>
                    <a:pt x="784" y="481"/>
                    <a:pt x="768" y="480"/>
                    <a:pt x="757" y="471"/>
                  </a:cubicBezTo>
                  <a:cubicBezTo>
                    <a:pt x="740" y="457"/>
                    <a:pt x="721" y="455"/>
                    <a:pt x="701" y="455"/>
                  </a:cubicBezTo>
                  <a:cubicBezTo>
                    <a:pt x="701" y="455"/>
                    <a:pt x="700" y="455"/>
                    <a:pt x="700" y="455"/>
                  </a:cubicBezTo>
                  <a:cubicBezTo>
                    <a:pt x="682" y="455"/>
                    <a:pt x="666" y="464"/>
                    <a:pt x="648" y="467"/>
                  </a:cubicBezTo>
                  <a:cubicBezTo>
                    <a:pt x="639" y="469"/>
                    <a:pt x="630" y="471"/>
                    <a:pt x="624" y="479"/>
                  </a:cubicBezTo>
                  <a:cubicBezTo>
                    <a:pt x="620" y="485"/>
                    <a:pt x="618" y="492"/>
                    <a:pt x="614" y="498"/>
                  </a:cubicBezTo>
                  <a:cubicBezTo>
                    <a:pt x="611" y="502"/>
                    <a:pt x="608" y="505"/>
                    <a:pt x="604" y="508"/>
                  </a:cubicBezTo>
                  <a:cubicBezTo>
                    <a:pt x="596" y="515"/>
                    <a:pt x="588" y="522"/>
                    <a:pt x="578" y="528"/>
                  </a:cubicBezTo>
                  <a:cubicBezTo>
                    <a:pt x="575" y="529"/>
                    <a:pt x="571" y="531"/>
                    <a:pt x="567" y="531"/>
                  </a:cubicBezTo>
                  <a:cubicBezTo>
                    <a:pt x="564" y="531"/>
                    <a:pt x="561" y="530"/>
                    <a:pt x="559" y="526"/>
                  </a:cubicBezTo>
                  <a:cubicBezTo>
                    <a:pt x="556" y="518"/>
                    <a:pt x="554" y="506"/>
                    <a:pt x="558" y="500"/>
                  </a:cubicBezTo>
                  <a:cubicBezTo>
                    <a:pt x="565" y="488"/>
                    <a:pt x="576" y="478"/>
                    <a:pt x="586" y="469"/>
                  </a:cubicBezTo>
                  <a:cubicBezTo>
                    <a:pt x="594" y="462"/>
                    <a:pt x="599" y="455"/>
                    <a:pt x="601" y="445"/>
                  </a:cubicBezTo>
                  <a:cubicBezTo>
                    <a:pt x="603" y="433"/>
                    <a:pt x="607" y="422"/>
                    <a:pt x="619" y="417"/>
                  </a:cubicBezTo>
                  <a:cubicBezTo>
                    <a:pt x="630" y="413"/>
                    <a:pt x="643" y="411"/>
                    <a:pt x="654" y="406"/>
                  </a:cubicBezTo>
                  <a:cubicBezTo>
                    <a:pt x="672" y="399"/>
                    <a:pt x="689" y="389"/>
                    <a:pt x="707" y="382"/>
                  </a:cubicBezTo>
                  <a:cubicBezTo>
                    <a:pt x="735" y="372"/>
                    <a:pt x="765" y="368"/>
                    <a:pt x="789" y="348"/>
                  </a:cubicBezTo>
                  <a:cubicBezTo>
                    <a:pt x="800" y="340"/>
                    <a:pt x="811" y="331"/>
                    <a:pt x="820" y="321"/>
                  </a:cubicBezTo>
                  <a:cubicBezTo>
                    <a:pt x="836" y="303"/>
                    <a:pt x="836" y="280"/>
                    <a:pt x="833" y="258"/>
                  </a:cubicBezTo>
                  <a:cubicBezTo>
                    <a:pt x="831" y="245"/>
                    <a:pt x="826" y="231"/>
                    <a:pt x="809" y="224"/>
                  </a:cubicBezTo>
                  <a:cubicBezTo>
                    <a:pt x="793" y="218"/>
                    <a:pt x="777" y="211"/>
                    <a:pt x="771" y="192"/>
                  </a:cubicBezTo>
                  <a:cubicBezTo>
                    <a:pt x="770" y="190"/>
                    <a:pt x="766" y="187"/>
                    <a:pt x="762" y="187"/>
                  </a:cubicBezTo>
                  <a:cubicBezTo>
                    <a:pt x="762" y="187"/>
                    <a:pt x="762" y="187"/>
                    <a:pt x="762" y="187"/>
                  </a:cubicBezTo>
                  <a:cubicBezTo>
                    <a:pt x="739" y="188"/>
                    <a:pt x="715" y="188"/>
                    <a:pt x="691" y="191"/>
                  </a:cubicBezTo>
                  <a:cubicBezTo>
                    <a:pt x="690" y="191"/>
                    <a:pt x="689" y="191"/>
                    <a:pt x="688" y="191"/>
                  </a:cubicBezTo>
                  <a:cubicBezTo>
                    <a:pt x="682" y="191"/>
                    <a:pt x="680" y="188"/>
                    <a:pt x="681" y="181"/>
                  </a:cubicBezTo>
                  <a:cubicBezTo>
                    <a:pt x="682" y="169"/>
                    <a:pt x="684" y="156"/>
                    <a:pt x="686" y="144"/>
                  </a:cubicBezTo>
                  <a:cubicBezTo>
                    <a:pt x="690" y="125"/>
                    <a:pt x="695" y="108"/>
                    <a:pt x="690" y="88"/>
                  </a:cubicBezTo>
                  <a:cubicBezTo>
                    <a:pt x="681" y="54"/>
                    <a:pt x="660" y="31"/>
                    <a:pt x="629" y="18"/>
                  </a:cubicBezTo>
                  <a:cubicBezTo>
                    <a:pt x="614" y="11"/>
                    <a:pt x="597" y="10"/>
                    <a:pt x="581" y="7"/>
                  </a:cubicBezTo>
                  <a:cubicBezTo>
                    <a:pt x="570" y="5"/>
                    <a:pt x="560" y="4"/>
                    <a:pt x="549" y="3"/>
                  </a:cubicBezTo>
                  <a:cubicBezTo>
                    <a:pt x="547" y="3"/>
                    <a:pt x="545" y="3"/>
                    <a:pt x="543" y="3"/>
                  </a:cubicBezTo>
                  <a:cubicBezTo>
                    <a:pt x="541" y="3"/>
                    <a:pt x="540" y="3"/>
                    <a:pt x="538" y="3"/>
                  </a:cubicBezTo>
                  <a:cubicBezTo>
                    <a:pt x="536" y="3"/>
                    <a:pt x="535" y="3"/>
                    <a:pt x="533" y="3"/>
                  </a:cubicBezTo>
                  <a:cubicBezTo>
                    <a:pt x="531" y="3"/>
                    <a:pt x="529" y="3"/>
                    <a:pt x="527" y="2"/>
                  </a:cubicBezTo>
                  <a:cubicBezTo>
                    <a:pt x="520" y="2"/>
                    <a:pt x="513" y="0"/>
                    <a:pt x="507"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9" name="Freeform 271">
              <a:extLst>
                <a:ext uri="{FF2B5EF4-FFF2-40B4-BE49-F238E27FC236}">
                  <a16:creationId xmlns:a16="http://schemas.microsoft.com/office/drawing/2014/main" id="{523A590D-DEF0-4134-89FF-D28008F8693E}"/>
                </a:ext>
              </a:extLst>
            </p:cNvPr>
            <p:cNvSpPr>
              <a:spLocks/>
            </p:cNvSpPr>
            <p:nvPr/>
          </p:nvSpPr>
          <p:spPr bwMode="auto">
            <a:xfrm>
              <a:off x="6145958" y="1472744"/>
              <a:ext cx="301745" cy="393652"/>
            </a:xfrm>
            <a:custGeom>
              <a:avLst/>
              <a:gdLst>
                <a:gd name="T0" fmla="*/ 553 w 828"/>
                <a:gd name="T1" fmla="*/ 29 h 1078"/>
                <a:gd name="T2" fmla="*/ 334 w 828"/>
                <a:gd name="T3" fmla="*/ 98 h 1078"/>
                <a:gd name="T4" fmla="*/ 188 w 828"/>
                <a:gd name="T5" fmla="*/ 125 h 1078"/>
                <a:gd name="T6" fmla="*/ 131 w 828"/>
                <a:gd name="T7" fmla="*/ 124 h 1078"/>
                <a:gd name="T8" fmla="*/ 118 w 828"/>
                <a:gd name="T9" fmla="*/ 173 h 1078"/>
                <a:gd name="T10" fmla="*/ 186 w 828"/>
                <a:gd name="T11" fmla="*/ 238 h 1078"/>
                <a:gd name="T12" fmla="*/ 230 w 828"/>
                <a:gd name="T13" fmla="*/ 358 h 1078"/>
                <a:gd name="T14" fmla="*/ 225 w 828"/>
                <a:gd name="T15" fmla="*/ 456 h 1078"/>
                <a:gd name="T16" fmla="*/ 314 w 828"/>
                <a:gd name="T17" fmla="*/ 478 h 1078"/>
                <a:gd name="T18" fmla="*/ 308 w 828"/>
                <a:gd name="T19" fmla="*/ 498 h 1078"/>
                <a:gd name="T20" fmla="*/ 193 w 828"/>
                <a:gd name="T21" fmla="*/ 654 h 1078"/>
                <a:gd name="T22" fmla="*/ 184 w 828"/>
                <a:gd name="T23" fmla="*/ 799 h 1078"/>
                <a:gd name="T24" fmla="*/ 195 w 828"/>
                <a:gd name="T25" fmla="*/ 911 h 1078"/>
                <a:gd name="T26" fmla="*/ 386 w 828"/>
                <a:gd name="T27" fmla="*/ 810 h 1078"/>
                <a:gd name="T28" fmla="*/ 459 w 828"/>
                <a:gd name="T29" fmla="*/ 749 h 1078"/>
                <a:gd name="T30" fmla="*/ 599 w 828"/>
                <a:gd name="T31" fmla="*/ 906 h 1078"/>
                <a:gd name="T32" fmla="*/ 563 w 828"/>
                <a:gd name="T33" fmla="*/ 933 h 1078"/>
                <a:gd name="T34" fmla="*/ 407 w 828"/>
                <a:gd name="T35" fmla="*/ 954 h 1078"/>
                <a:gd name="T36" fmla="*/ 389 w 828"/>
                <a:gd name="T37" fmla="*/ 954 h 1078"/>
                <a:gd name="T38" fmla="*/ 269 w 828"/>
                <a:gd name="T39" fmla="*/ 966 h 1078"/>
                <a:gd name="T40" fmla="*/ 183 w 828"/>
                <a:gd name="T41" fmla="*/ 974 h 1078"/>
                <a:gd name="T42" fmla="*/ 104 w 828"/>
                <a:gd name="T43" fmla="*/ 970 h 1078"/>
                <a:gd name="T44" fmla="*/ 108 w 828"/>
                <a:gd name="T45" fmla="*/ 886 h 1078"/>
                <a:gd name="T46" fmla="*/ 106 w 828"/>
                <a:gd name="T47" fmla="*/ 779 h 1078"/>
                <a:gd name="T48" fmla="*/ 103 w 828"/>
                <a:gd name="T49" fmla="*/ 634 h 1078"/>
                <a:gd name="T50" fmla="*/ 106 w 828"/>
                <a:gd name="T51" fmla="*/ 408 h 1078"/>
                <a:gd name="T52" fmla="*/ 137 w 828"/>
                <a:gd name="T53" fmla="*/ 335 h 1078"/>
                <a:gd name="T54" fmla="*/ 163 w 828"/>
                <a:gd name="T55" fmla="*/ 279 h 1078"/>
                <a:gd name="T56" fmla="*/ 70 w 828"/>
                <a:gd name="T57" fmla="*/ 262 h 1078"/>
                <a:gd name="T58" fmla="*/ 34 w 828"/>
                <a:gd name="T59" fmla="*/ 434 h 1078"/>
                <a:gd name="T60" fmla="*/ 18 w 828"/>
                <a:gd name="T61" fmla="*/ 608 h 1078"/>
                <a:gd name="T62" fmla="*/ 11 w 828"/>
                <a:gd name="T63" fmla="*/ 832 h 1078"/>
                <a:gd name="T64" fmla="*/ 7 w 828"/>
                <a:gd name="T65" fmla="*/ 995 h 1078"/>
                <a:gd name="T66" fmla="*/ 167 w 828"/>
                <a:gd name="T67" fmla="*/ 1071 h 1078"/>
                <a:gd name="T68" fmla="*/ 296 w 828"/>
                <a:gd name="T69" fmla="*/ 1060 h 1078"/>
                <a:gd name="T70" fmla="*/ 436 w 828"/>
                <a:gd name="T71" fmla="*/ 1047 h 1078"/>
                <a:gd name="T72" fmla="*/ 549 w 828"/>
                <a:gd name="T73" fmla="*/ 1045 h 1078"/>
                <a:gd name="T74" fmla="*/ 729 w 828"/>
                <a:gd name="T75" fmla="*/ 1056 h 1078"/>
                <a:gd name="T76" fmla="*/ 814 w 828"/>
                <a:gd name="T77" fmla="*/ 1034 h 1078"/>
                <a:gd name="T78" fmla="*/ 705 w 828"/>
                <a:gd name="T79" fmla="*/ 915 h 1078"/>
                <a:gd name="T80" fmla="*/ 655 w 828"/>
                <a:gd name="T81" fmla="*/ 762 h 1078"/>
                <a:gd name="T82" fmla="*/ 480 w 828"/>
                <a:gd name="T83" fmla="*/ 706 h 1078"/>
                <a:gd name="T84" fmla="*/ 584 w 828"/>
                <a:gd name="T85" fmla="*/ 545 h 1078"/>
                <a:gd name="T86" fmla="*/ 585 w 828"/>
                <a:gd name="T87" fmla="*/ 446 h 1078"/>
                <a:gd name="T88" fmla="*/ 634 w 828"/>
                <a:gd name="T89" fmla="*/ 344 h 1078"/>
                <a:gd name="T90" fmla="*/ 548 w 828"/>
                <a:gd name="T91" fmla="*/ 274 h 1078"/>
                <a:gd name="T92" fmla="*/ 473 w 828"/>
                <a:gd name="T93" fmla="*/ 265 h 1078"/>
                <a:gd name="T94" fmla="*/ 565 w 828"/>
                <a:gd name="T95" fmla="*/ 209 h 1078"/>
                <a:gd name="T96" fmla="*/ 753 w 828"/>
                <a:gd name="T97" fmla="*/ 44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28" h="1078">
                  <a:moveTo>
                    <a:pt x="659" y="0"/>
                  </a:moveTo>
                  <a:cubicBezTo>
                    <a:pt x="657" y="0"/>
                    <a:pt x="655" y="0"/>
                    <a:pt x="653" y="0"/>
                  </a:cubicBezTo>
                  <a:cubicBezTo>
                    <a:pt x="643" y="3"/>
                    <a:pt x="634" y="6"/>
                    <a:pt x="624" y="9"/>
                  </a:cubicBezTo>
                  <a:cubicBezTo>
                    <a:pt x="600" y="16"/>
                    <a:pt x="576" y="22"/>
                    <a:pt x="553" y="29"/>
                  </a:cubicBezTo>
                  <a:cubicBezTo>
                    <a:pt x="528" y="36"/>
                    <a:pt x="503" y="43"/>
                    <a:pt x="479" y="51"/>
                  </a:cubicBezTo>
                  <a:cubicBezTo>
                    <a:pt x="472" y="53"/>
                    <a:pt x="466" y="60"/>
                    <a:pt x="458" y="62"/>
                  </a:cubicBezTo>
                  <a:cubicBezTo>
                    <a:pt x="443" y="67"/>
                    <a:pt x="427" y="70"/>
                    <a:pt x="411" y="75"/>
                  </a:cubicBezTo>
                  <a:cubicBezTo>
                    <a:pt x="385" y="82"/>
                    <a:pt x="360" y="91"/>
                    <a:pt x="334" y="98"/>
                  </a:cubicBezTo>
                  <a:cubicBezTo>
                    <a:pt x="316" y="103"/>
                    <a:pt x="297" y="107"/>
                    <a:pt x="278" y="111"/>
                  </a:cubicBezTo>
                  <a:cubicBezTo>
                    <a:pt x="271" y="112"/>
                    <a:pt x="262" y="110"/>
                    <a:pt x="256" y="114"/>
                  </a:cubicBezTo>
                  <a:cubicBezTo>
                    <a:pt x="238" y="126"/>
                    <a:pt x="218" y="124"/>
                    <a:pt x="198" y="125"/>
                  </a:cubicBezTo>
                  <a:cubicBezTo>
                    <a:pt x="195" y="125"/>
                    <a:pt x="192" y="125"/>
                    <a:pt x="188" y="125"/>
                  </a:cubicBezTo>
                  <a:cubicBezTo>
                    <a:pt x="179" y="125"/>
                    <a:pt x="170" y="125"/>
                    <a:pt x="161" y="124"/>
                  </a:cubicBezTo>
                  <a:cubicBezTo>
                    <a:pt x="151" y="124"/>
                    <a:pt x="142" y="124"/>
                    <a:pt x="133" y="124"/>
                  </a:cubicBezTo>
                  <a:cubicBezTo>
                    <a:pt x="132" y="124"/>
                    <a:pt x="132" y="124"/>
                    <a:pt x="131" y="124"/>
                  </a:cubicBezTo>
                  <a:cubicBezTo>
                    <a:pt x="131" y="124"/>
                    <a:pt x="131" y="124"/>
                    <a:pt x="131" y="124"/>
                  </a:cubicBezTo>
                  <a:cubicBezTo>
                    <a:pt x="130" y="124"/>
                    <a:pt x="129" y="124"/>
                    <a:pt x="128" y="124"/>
                  </a:cubicBezTo>
                  <a:cubicBezTo>
                    <a:pt x="128" y="124"/>
                    <a:pt x="127" y="124"/>
                    <a:pt x="126" y="124"/>
                  </a:cubicBezTo>
                  <a:cubicBezTo>
                    <a:pt x="119" y="124"/>
                    <a:pt x="111" y="125"/>
                    <a:pt x="108" y="134"/>
                  </a:cubicBezTo>
                  <a:cubicBezTo>
                    <a:pt x="103" y="149"/>
                    <a:pt x="106" y="162"/>
                    <a:pt x="118" y="173"/>
                  </a:cubicBezTo>
                  <a:cubicBezTo>
                    <a:pt x="129" y="182"/>
                    <a:pt x="139" y="192"/>
                    <a:pt x="148" y="202"/>
                  </a:cubicBezTo>
                  <a:cubicBezTo>
                    <a:pt x="152" y="205"/>
                    <a:pt x="154" y="210"/>
                    <a:pt x="156" y="214"/>
                  </a:cubicBezTo>
                  <a:cubicBezTo>
                    <a:pt x="157" y="216"/>
                    <a:pt x="158" y="219"/>
                    <a:pt x="160" y="221"/>
                  </a:cubicBezTo>
                  <a:cubicBezTo>
                    <a:pt x="168" y="227"/>
                    <a:pt x="176" y="234"/>
                    <a:pt x="186" y="238"/>
                  </a:cubicBezTo>
                  <a:cubicBezTo>
                    <a:pt x="212" y="248"/>
                    <a:pt x="237" y="258"/>
                    <a:pt x="264" y="266"/>
                  </a:cubicBezTo>
                  <a:cubicBezTo>
                    <a:pt x="273" y="269"/>
                    <a:pt x="276" y="274"/>
                    <a:pt x="272" y="281"/>
                  </a:cubicBezTo>
                  <a:cubicBezTo>
                    <a:pt x="262" y="301"/>
                    <a:pt x="250" y="321"/>
                    <a:pt x="239" y="341"/>
                  </a:cubicBezTo>
                  <a:cubicBezTo>
                    <a:pt x="236" y="347"/>
                    <a:pt x="233" y="352"/>
                    <a:pt x="230" y="358"/>
                  </a:cubicBezTo>
                  <a:cubicBezTo>
                    <a:pt x="226" y="363"/>
                    <a:pt x="224" y="369"/>
                    <a:pt x="221" y="375"/>
                  </a:cubicBezTo>
                  <a:cubicBezTo>
                    <a:pt x="214" y="386"/>
                    <a:pt x="206" y="397"/>
                    <a:pt x="213" y="412"/>
                  </a:cubicBezTo>
                  <a:cubicBezTo>
                    <a:pt x="214" y="413"/>
                    <a:pt x="214" y="414"/>
                    <a:pt x="214" y="415"/>
                  </a:cubicBezTo>
                  <a:cubicBezTo>
                    <a:pt x="213" y="430"/>
                    <a:pt x="216" y="444"/>
                    <a:pt x="225" y="456"/>
                  </a:cubicBezTo>
                  <a:cubicBezTo>
                    <a:pt x="233" y="468"/>
                    <a:pt x="259" y="481"/>
                    <a:pt x="275" y="481"/>
                  </a:cubicBezTo>
                  <a:cubicBezTo>
                    <a:pt x="277" y="481"/>
                    <a:pt x="279" y="480"/>
                    <a:pt x="281" y="480"/>
                  </a:cubicBezTo>
                  <a:cubicBezTo>
                    <a:pt x="287" y="478"/>
                    <a:pt x="295" y="478"/>
                    <a:pt x="302" y="478"/>
                  </a:cubicBezTo>
                  <a:cubicBezTo>
                    <a:pt x="306" y="478"/>
                    <a:pt x="310" y="478"/>
                    <a:pt x="314" y="478"/>
                  </a:cubicBezTo>
                  <a:cubicBezTo>
                    <a:pt x="315" y="478"/>
                    <a:pt x="317" y="478"/>
                    <a:pt x="318" y="478"/>
                  </a:cubicBezTo>
                  <a:cubicBezTo>
                    <a:pt x="323" y="478"/>
                    <a:pt x="327" y="479"/>
                    <a:pt x="332" y="480"/>
                  </a:cubicBezTo>
                  <a:cubicBezTo>
                    <a:pt x="331" y="481"/>
                    <a:pt x="331" y="483"/>
                    <a:pt x="331" y="484"/>
                  </a:cubicBezTo>
                  <a:cubicBezTo>
                    <a:pt x="323" y="488"/>
                    <a:pt x="315" y="492"/>
                    <a:pt x="308" y="498"/>
                  </a:cubicBezTo>
                  <a:cubicBezTo>
                    <a:pt x="296" y="508"/>
                    <a:pt x="285" y="520"/>
                    <a:pt x="273" y="528"/>
                  </a:cubicBezTo>
                  <a:cubicBezTo>
                    <a:pt x="259" y="538"/>
                    <a:pt x="243" y="544"/>
                    <a:pt x="228" y="553"/>
                  </a:cubicBezTo>
                  <a:cubicBezTo>
                    <a:pt x="209" y="566"/>
                    <a:pt x="197" y="585"/>
                    <a:pt x="192" y="607"/>
                  </a:cubicBezTo>
                  <a:cubicBezTo>
                    <a:pt x="189" y="622"/>
                    <a:pt x="188" y="639"/>
                    <a:pt x="193" y="654"/>
                  </a:cubicBezTo>
                  <a:cubicBezTo>
                    <a:pt x="201" y="677"/>
                    <a:pt x="219" y="694"/>
                    <a:pt x="241" y="706"/>
                  </a:cubicBezTo>
                  <a:cubicBezTo>
                    <a:pt x="250" y="711"/>
                    <a:pt x="252" y="718"/>
                    <a:pt x="246" y="726"/>
                  </a:cubicBezTo>
                  <a:cubicBezTo>
                    <a:pt x="229" y="748"/>
                    <a:pt x="211" y="769"/>
                    <a:pt x="193" y="790"/>
                  </a:cubicBezTo>
                  <a:cubicBezTo>
                    <a:pt x="190" y="793"/>
                    <a:pt x="185" y="795"/>
                    <a:pt x="184" y="799"/>
                  </a:cubicBezTo>
                  <a:cubicBezTo>
                    <a:pt x="179" y="811"/>
                    <a:pt x="170" y="819"/>
                    <a:pt x="159" y="825"/>
                  </a:cubicBezTo>
                  <a:cubicBezTo>
                    <a:pt x="157" y="826"/>
                    <a:pt x="155" y="829"/>
                    <a:pt x="154" y="831"/>
                  </a:cubicBezTo>
                  <a:cubicBezTo>
                    <a:pt x="138" y="858"/>
                    <a:pt x="146" y="884"/>
                    <a:pt x="156" y="909"/>
                  </a:cubicBezTo>
                  <a:cubicBezTo>
                    <a:pt x="169" y="909"/>
                    <a:pt x="183" y="911"/>
                    <a:pt x="195" y="911"/>
                  </a:cubicBezTo>
                  <a:cubicBezTo>
                    <a:pt x="203" y="911"/>
                    <a:pt x="210" y="910"/>
                    <a:pt x="218" y="908"/>
                  </a:cubicBezTo>
                  <a:cubicBezTo>
                    <a:pt x="245" y="903"/>
                    <a:pt x="269" y="890"/>
                    <a:pt x="289" y="870"/>
                  </a:cubicBezTo>
                  <a:cubicBezTo>
                    <a:pt x="295" y="864"/>
                    <a:pt x="303" y="859"/>
                    <a:pt x="311" y="856"/>
                  </a:cubicBezTo>
                  <a:cubicBezTo>
                    <a:pt x="338" y="844"/>
                    <a:pt x="364" y="830"/>
                    <a:pt x="386" y="810"/>
                  </a:cubicBezTo>
                  <a:cubicBezTo>
                    <a:pt x="409" y="790"/>
                    <a:pt x="430" y="768"/>
                    <a:pt x="442" y="740"/>
                  </a:cubicBezTo>
                  <a:cubicBezTo>
                    <a:pt x="444" y="737"/>
                    <a:pt x="449" y="735"/>
                    <a:pt x="452" y="733"/>
                  </a:cubicBezTo>
                  <a:cubicBezTo>
                    <a:pt x="454" y="737"/>
                    <a:pt x="456" y="741"/>
                    <a:pt x="458" y="744"/>
                  </a:cubicBezTo>
                  <a:cubicBezTo>
                    <a:pt x="459" y="746"/>
                    <a:pt x="458" y="748"/>
                    <a:pt x="459" y="749"/>
                  </a:cubicBezTo>
                  <a:cubicBezTo>
                    <a:pt x="467" y="760"/>
                    <a:pt x="475" y="771"/>
                    <a:pt x="482" y="782"/>
                  </a:cubicBezTo>
                  <a:cubicBezTo>
                    <a:pt x="498" y="805"/>
                    <a:pt x="512" y="829"/>
                    <a:pt x="529" y="851"/>
                  </a:cubicBezTo>
                  <a:cubicBezTo>
                    <a:pt x="536" y="862"/>
                    <a:pt x="546" y="872"/>
                    <a:pt x="556" y="879"/>
                  </a:cubicBezTo>
                  <a:cubicBezTo>
                    <a:pt x="569" y="889"/>
                    <a:pt x="585" y="896"/>
                    <a:pt x="599" y="906"/>
                  </a:cubicBezTo>
                  <a:cubicBezTo>
                    <a:pt x="603" y="908"/>
                    <a:pt x="606" y="914"/>
                    <a:pt x="609" y="919"/>
                  </a:cubicBezTo>
                  <a:cubicBezTo>
                    <a:pt x="609" y="920"/>
                    <a:pt x="605" y="924"/>
                    <a:pt x="603" y="925"/>
                  </a:cubicBezTo>
                  <a:cubicBezTo>
                    <a:pt x="595" y="927"/>
                    <a:pt x="588" y="930"/>
                    <a:pt x="581" y="931"/>
                  </a:cubicBezTo>
                  <a:cubicBezTo>
                    <a:pt x="575" y="933"/>
                    <a:pt x="568" y="932"/>
                    <a:pt x="563" y="933"/>
                  </a:cubicBezTo>
                  <a:cubicBezTo>
                    <a:pt x="538" y="938"/>
                    <a:pt x="514" y="944"/>
                    <a:pt x="489" y="949"/>
                  </a:cubicBezTo>
                  <a:cubicBezTo>
                    <a:pt x="475" y="951"/>
                    <a:pt x="461" y="953"/>
                    <a:pt x="447" y="954"/>
                  </a:cubicBezTo>
                  <a:cubicBezTo>
                    <a:pt x="441" y="954"/>
                    <a:pt x="436" y="954"/>
                    <a:pt x="430" y="954"/>
                  </a:cubicBezTo>
                  <a:cubicBezTo>
                    <a:pt x="422" y="954"/>
                    <a:pt x="415" y="954"/>
                    <a:pt x="407" y="954"/>
                  </a:cubicBezTo>
                  <a:cubicBezTo>
                    <a:pt x="405" y="954"/>
                    <a:pt x="404" y="954"/>
                    <a:pt x="403" y="954"/>
                  </a:cubicBezTo>
                  <a:cubicBezTo>
                    <a:pt x="402" y="954"/>
                    <a:pt x="401" y="954"/>
                    <a:pt x="400" y="954"/>
                  </a:cubicBezTo>
                  <a:cubicBezTo>
                    <a:pt x="399" y="954"/>
                    <a:pt x="398" y="954"/>
                    <a:pt x="396" y="954"/>
                  </a:cubicBezTo>
                  <a:cubicBezTo>
                    <a:pt x="394" y="954"/>
                    <a:pt x="391" y="954"/>
                    <a:pt x="389" y="954"/>
                  </a:cubicBezTo>
                  <a:cubicBezTo>
                    <a:pt x="375" y="955"/>
                    <a:pt x="362" y="957"/>
                    <a:pt x="349" y="959"/>
                  </a:cubicBezTo>
                  <a:cubicBezTo>
                    <a:pt x="335" y="960"/>
                    <a:pt x="321" y="962"/>
                    <a:pt x="307" y="963"/>
                  </a:cubicBezTo>
                  <a:cubicBezTo>
                    <a:pt x="295" y="964"/>
                    <a:pt x="284" y="966"/>
                    <a:pt x="272" y="966"/>
                  </a:cubicBezTo>
                  <a:cubicBezTo>
                    <a:pt x="271" y="966"/>
                    <a:pt x="270" y="966"/>
                    <a:pt x="269" y="966"/>
                  </a:cubicBezTo>
                  <a:cubicBezTo>
                    <a:pt x="264" y="965"/>
                    <a:pt x="260" y="965"/>
                    <a:pt x="256" y="965"/>
                  </a:cubicBezTo>
                  <a:cubicBezTo>
                    <a:pt x="249" y="965"/>
                    <a:pt x="241" y="966"/>
                    <a:pt x="234" y="968"/>
                  </a:cubicBezTo>
                  <a:cubicBezTo>
                    <a:pt x="224" y="971"/>
                    <a:pt x="213" y="970"/>
                    <a:pt x="202" y="971"/>
                  </a:cubicBezTo>
                  <a:cubicBezTo>
                    <a:pt x="196" y="972"/>
                    <a:pt x="190" y="973"/>
                    <a:pt x="183" y="974"/>
                  </a:cubicBezTo>
                  <a:cubicBezTo>
                    <a:pt x="178" y="975"/>
                    <a:pt x="173" y="977"/>
                    <a:pt x="168" y="978"/>
                  </a:cubicBezTo>
                  <a:cubicBezTo>
                    <a:pt x="159" y="980"/>
                    <a:pt x="150" y="982"/>
                    <a:pt x="141" y="985"/>
                  </a:cubicBezTo>
                  <a:cubicBezTo>
                    <a:pt x="130" y="989"/>
                    <a:pt x="119" y="994"/>
                    <a:pt x="106" y="999"/>
                  </a:cubicBezTo>
                  <a:cubicBezTo>
                    <a:pt x="105" y="988"/>
                    <a:pt x="104" y="979"/>
                    <a:pt x="104" y="970"/>
                  </a:cubicBezTo>
                  <a:cubicBezTo>
                    <a:pt x="103" y="963"/>
                    <a:pt x="103" y="956"/>
                    <a:pt x="103" y="949"/>
                  </a:cubicBezTo>
                  <a:cubicBezTo>
                    <a:pt x="103" y="944"/>
                    <a:pt x="103" y="939"/>
                    <a:pt x="104" y="935"/>
                  </a:cubicBezTo>
                  <a:cubicBezTo>
                    <a:pt x="106" y="926"/>
                    <a:pt x="109" y="918"/>
                    <a:pt x="109" y="909"/>
                  </a:cubicBezTo>
                  <a:cubicBezTo>
                    <a:pt x="110" y="902"/>
                    <a:pt x="108" y="894"/>
                    <a:pt x="108" y="886"/>
                  </a:cubicBezTo>
                  <a:cubicBezTo>
                    <a:pt x="107" y="879"/>
                    <a:pt x="106" y="873"/>
                    <a:pt x="106" y="866"/>
                  </a:cubicBezTo>
                  <a:cubicBezTo>
                    <a:pt x="105" y="859"/>
                    <a:pt x="104" y="851"/>
                    <a:pt x="106" y="844"/>
                  </a:cubicBezTo>
                  <a:cubicBezTo>
                    <a:pt x="111" y="829"/>
                    <a:pt x="115" y="815"/>
                    <a:pt x="108" y="799"/>
                  </a:cubicBezTo>
                  <a:cubicBezTo>
                    <a:pt x="106" y="793"/>
                    <a:pt x="106" y="786"/>
                    <a:pt x="106" y="779"/>
                  </a:cubicBezTo>
                  <a:cubicBezTo>
                    <a:pt x="106" y="765"/>
                    <a:pt x="106" y="750"/>
                    <a:pt x="106" y="736"/>
                  </a:cubicBezTo>
                  <a:cubicBezTo>
                    <a:pt x="105" y="715"/>
                    <a:pt x="102" y="695"/>
                    <a:pt x="101" y="674"/>
                  </a:cubicBezTo>
                  <a:cubicBezTo>
                    <a:pt x="100" y="668"/>
                    <a:pt x="100" y="661"/>
                    <a:pt x="100" y="655"/>
                  </a:cubicBezTo>
                  <a:cubicBezTo>
                    <a:pt x="101" y="648"/>
                    <a:pt x="102" y="641"/>
                    <a:pt x="103" y="634"/>
                  </a:cubicBezTo>
                  <a:cubicBezTo>
                    <a:pt x="105" y="624"/>
                    <a:pt x="112" y="615"/>
                    <a:pt x="109" y="602"/>
                  </a:cubicBezTo>
                  <a:cubicBezTo>
                    <a:pt x="106" y="584"/>
                    <a:pt x="106" y="566"/>
                    <a:pt x="106" y="548"/>
                  </a:cubicBezTo>
                  <a:cubicBezTo>
                    <a:pt x="105" y="525"/>
                    <a:pt x="108" y="502"/>
                    <a:pt x="108" y="479"/>
                  </a:cubicBezTo>
                  <a:cubicBezTo>
                    <a:pt x="108" y="455"/>
                    <a:pt x="106" y="432"/>
                    <a:pt x="106" y="408"/>
                  </a:cubicBezTo>
                  <a:cubicBezTo>
                    <a:pt x="106" y="402"/>
                    <a:pt x="111" y="395"/>
                    <a:pt x="110" y="390"/>
                  </a:cubicBezTo>
                  <a:cubicBezTo>
                    <a:pt x="105" y="375"/>
                    <a:pt x="109" y="361"/>
                    <a:pt x="113" y="347"/>
                  </a:cubicBezTo>
                  <a:cubicBezTo>
                    <a:pt x="116" y="338"/>
                    <a:pt x="120" y="334"/>
                    <a:pt x="128" y="334"/>
                  </a:cubicBezTo>
                  <a:cubicBezTo>
                    <a:pt x="131" y="334"/>
                    <a:pt x="134" y="334"/>
                    <a:pt x="137" y="335"/>
                  </a:cubicBezTo>
                  <a:cubicBezTo>
                    <a:pt x="142" y="336"/>
                    <a:pt x="148" y="337"/>
                    <a:pt x="153" y="337"/>
                  </a:cubicBezTo>
                  <a:cubicBezTo>
                    <a:pt x="157" y="337"/>
                    <a:pt x="162" y="336"/>
                    <a:pt x="166" y="336"/>
                  </a:cubicBezTo>
                  <a:cubicBezTo>
                    <a:pt x="168" y="336"/>
                    <a:pt x="172" y="332"/>
                    <a:pt x="173" y="330"/>
                  </a:cubicBezTo>
                  <a:cubicBezTo>
                    <a:pt x="174" y="312"/>
                    <a:pt x="174" y="293"/>
                    <a:pt x="163" y="279"/>
                  </a:cubicBezTo>
                  <a:cubicBezTo>
                    <a:pt x="155" y="269"/>
                    <a:pt x="144" y="259"/>
                    <a:pt x="132" y="256"/>
                  </a:cubicBezTo>
                  <a:cubicBezTo>
                    <a:pt x="124" y="253"/>
                    <a:pt x="115" y="252"/>
                    <a:pt x="106" y="252"/>
                  </a:cubicBezTo>
                  <a:cubicBezTo>
                    <a:pt x="100" y="252"/>
                    <a:pt x="94" y="253"/>
                    <a:pt x="88" y="253"/>
                  </a:cubicBezTo>
                  <a:cubicBezTo>
                    <a:pt x="81" y="253"/>
                    <a:pt x="72" y="257"/>
                    <a:pt x="70" y="262"/>
                  </a:cubicBezTo>
                  <a:cubicBezTo>
                    <a:pt x="62" y="276"/>
                    <a:pt x="55" y="292"/>
                    <a:pt x="51" y="308"/>
                  </a:cubicBezTo>
                  <a:cubicBezTo>
                    <a:pt x="46" y="324"/>
                    <a:pt x="45" y="341"/>
                    <a:pt x="42" y="358"/>
                  </a:cubicBezTo>
                  <a:cubicBezTo>
                    <a:pt x="40" y="375"/>
                    <a:pt x="38" y="392"/>
                    <a:pt x="36" y="409"/>
                  </a:cubicBezTo>
                  <a:cubicBezTo>
                    <a:pt x="35" y="417"/>
                    <a:pt x="35" y="426"/>
                    <a:pt x="34" y="434"/>
                  </a:cubicBezTo>
                  <a:cubicBezTo>
                    <a:pt x="31" y="447"/>
                    <a:pt x="26" y="460"/>
                    <a:pt x="24" y="473"/>
                  </a:cubicBezTo>
                  <a:cubicBezTo>
                    <a:pt x="23" y="494"/>
                    <a:pt x="24" y="514"/>
                    <a:pt x="23" y="535"/>
                  </a:cubicBezTo>
                  <a:cubicBezTo>
                    <a:pt x="22" y="556"/>
                    <a:pt x="20" y="577"/>
                    <a:pt x="19" y="598"/>
                  </a:cubicBezTo>
                  <a:cubicBezTo>
                    <a:pt x="19" y="601"/>
                    <a:pt x="18" y="604"/>
                    <a:pt x="18" y="608"/>
                  </a:cubicBezTo>
                  <a:cubicBezTo>
                    <a:pt x="18" y="624"/>
                    <a:pt x="18" y="641"/>
                    <a:pt x="13" y="658"/>
                  </a:cubicBezTo>
                  <a:cubicBezTo>
                    <a:pt x="8" y="672"/>
                    <a:pt x="12" y="690"/>
                    <a:pt x="12" y="706"/>
                  </a:cubicBezTo>
                  <a:cubicBezTo>
                    <a:pt x="12" y="736"/>
                    <a:pt x="12" y="765"/>
                    <a:pt x="12" y="795"/>
                  </a:cubicBezTo>
                  <a:cubicBezTo>
                    <a:pt x="12" y="807"/>
                    <a:pt x="12" y="820"/>
                    <a:pt x="11" y="832"/>
                  </a:cubicBezTo>
                  <a:cubicBezTo>
                    <a:pt x="11" y="844"/>
                    <a:pt x="6" y="856"/>
                    <a:pt x="8" y="868"/>
                  </a:cubicBezTo>
                  <a:cubicBezTo>
                    <a:pt x="10" y="892"/>
                    <a:pt x="0" y="917"/>
                    <a:pt x="9" y="941"/>
                  </a:cubicBezTo>
                  <a:cubicBezTo>
                    <a:pt x="10" y="943"/>
                    <a:pt x="9" y="945"/>
                    <a:pt x="9" y="947"/>
                  </a:cubicBezTo>
                  <a:cubicBezTo>
                    <a:pt x="9" y="963"/>
                    <a:pt x="6" y="979"/>
                    <a:pt x="7" y="995"/>
                  </a:cubicBezTo>
                  <a:cubicBezTo>
                    <a:pt x="8" y="1009"/>
                    <a:pt x="9" y="1025"/>
                    <a:pt x="17" y="1035"/>
                  </a:cubicBezTo>
                  <a:cubicBezTo>
                    <a:pt x="35" y="1062"/>
                    <a:pt x="62" y="1078"/>
                    <a:pt x="95" y="1078"/>
                  </a:cubicBezTo>
                  <a:cubicBezTo>
                    <a:pt x="95" y="1078"/>
                    <a:pt x="96" y="1078"/>
                    <a:pt x="97" y="1078"/>
                  </a:cubicBezTo>
                  <a:cubicBezTo>
                    <a:pt x="121" y="1078"/>
                    <a:pt x="144" y="1073"/>
                    <a:pt x="167" y="1071"/>
                  </a:cubicBezTo>
                  <a:cubicBezTo>
                    <a:pt x="188" y="1068"/>
                    <a:pt x="209" y="1066"/>
                    <a:pt x="230" y="1064"/>
                  </a:cubicBezTo>
                  <a:cubicBezTo>
                    <a:pt x="234" y="1064"/>
                    <a:pt x="238" y="1063"/>
                    <a:pt x="243" y="1063"/>
                  </a:cubicBezTo>
                  <a:cubicBezTo>
                    <a:pt x="257" y="1062"/>
                    <a:pt x="271" y="1062"/>
                    <a:pt x="286" y="1061"/>
                  </a:cubicBezTo>
                  <a:cubicBezTo>
                    <a:pt x="289" y="1061"/>
                    <a:pt x="293" y="1061"/>
                    <a:pt x="296" y="1060"/>
                  </a:cubicBezTo>
                  <a:cubicBezTo>
                    <a:pt x="305" y="1059"/>
                    <a:pt x="315" y="1056"/>
                    <a:pt x="324" y="1055"/>
                  </a:cubicBezTo>
                  <a:cubicBezTo>
                    <a:pt x="341" y="1054"/>
                    <a:pt x="358" y="1054"/>
                    <a:pt x="375" y="1053"/>
                  </a:cubicBezTo>
                  <a:cubicBezTo>
                    <a:pt x="391" y="1052"/>
                    <a:pt x="406" y="1049"/>
                    <a:pt x="422" y="1048"/>
                  </a:cubicBezTo>
                  <a:cubicBezTo>
                    <a:pt x="426" y="1047"/>
                    <a:pt x="431" y="1047"/>
                    <a:pt x="436" y="1047"/>
                  </a:cubicBezTo>
                  <a:cubicBezTo>
                    <a:pt x="440" y="1047"/>
                    <a:pt x="443" y="1047"/>
                    <a:pt x="447" y="1047"/>
                  </a:cubicBezTo>
                  <a:cubicBezTo>
                    <a:pt x="450" y="1047"/>
                    <a:pt x="454" y="1048"/>
                    <a:pt x="457" y="1048"/>
                  </a:cubicBezTo>
                  <a:cubicBezTo>
                    <a:pt x="459" y="1048"/>
                    <a:pt x="461" y="1048"/>
                    <a:pt x="463" y="1047"/>
                  </a:cubicBezTo>
                  <a:cubicBezTo>
                    <a:pt x="492" y="1047"/>
                    <a:pt x="520" y="1046"/>
                    <a:pt x="549" y="1045"/>
                  </a:cubicBezTo>
                  <a:cubicBezTo>
                    <a:pt x="565" y="1045"/>
                    <a:pt x="582" y="1045"/>
                    <a:pt x="599" y="1043"/>
                  </a:cubicBezTo>
                  <a:cubicBezTo>
                    <a:pt x="600" y="1043"/>
                    <a:pt x="602" y="1043"/>
                    <a:pt x="604" y="1043"/>
                  </a:cubicBezTo>
                  <a:cubicBezTo>
                    <a:pt x="616" y="1043"/>
                    <a:pt x="626" y="1048"/>
                    <a:pt x="638" y="1050"/>
                  </a:cubicBezTo>
                  <a:cubicBezTo>
                    <a:pt x="668" y="1053"/>
                    <a:pt x="698" y="1055"/>
                    <a:pt x="729" y="1056"/>
                  </a:cubicBezTo>
                  <a:cubicBezTo>
                    <a:pt x="733" y="1056"/>
                    <a:pt x="738" y="1057"/>
                    <a:pt x="742" y="1057"/>
                  </a:cubicBezTo>
                  <a:cubicBezTo>
                    <a:pt x="750" y="1057"/>
                    <a:pt x="757" y="1056"/>
                    <a:pt x="764" y="1054"/>
                  </a:cubicBezTo>
                  <a:cubicBezTo>
                    <a:pt x="780" y="1050"/>
                    <a:pt x="794" y="1043"/>
                    <a:pt x="809" y="1038"/>
                  </a:cubicBezTo>
                  <a:cubicBezTo>
                    <a:pt x="811" y="1037"/>
                    <a:pt x="813" y="1036"/>
                    <a:pt x="814" y="1034"/>
                  </a:cubicBezTo>
                  <a:cubicBezTo>
                    <a:pt x="825" y="1017"/>
                    <a:pt x="828" y="998"/>
                    <a:pt x="821" y="980"/>
                  </a:cubicBezTo>
                  <a:cubicBezTo>
                    <a:pt x="817" y="970"/>
                    <a:pt x="807" y="961"/>
                    <a:pt x="798" y="954"/>
                  </a:cubicBezTo>
                  <a:cubicBezTo>
                    <a:pt x="776" y="937"/>
                    <a:pt x="751" y="929"/>
                    <a:pt x="724" y="923"/>
                  </a:cubicBezTo>
                  <a:cubicBezTo>
                    <a:pt x="717" y="921"/>
                    <a:pt x="707" y="919"/>
                    <a:pt x="705" y="915"/>
                  </a:cubicBezTo>
                  <a:cubicBezTo>
                    <a:pt x="699" y="905"/>
                    <a:pt x="696" y="894"/>
                    <a:pt x="694" y="883"/>
                  </a:cubicBezTo>
                  <a:cubicBezTo>
                    <a:pt x="690" y="860"/>
                    <a:pt x="693" y="836"/>
                    <a:pt x="684" y="814"/>
                  </a:cubicBezTo>
                  <a:cubicBezTo>
                    <a:pt x="683" y="811"/>
                    <a:pt x="682" y="808"/>
                    <a:pt x="682" y="805"/>
                  </a:cubicBezTo>
                  <a:cubicBezTo>
                    <a:pt x="686" y="782"/>
                    <a:pt x="671" y="771"/>
                    <a:pt x="655" y="762"/>
                  </a:cubicBezTo>
                  <a:cubicBezTo>
                    <a:pt x="638" y="751"/>
                    <a:pt x="620" y="741"/>
                    <a:pt x="601" y="733"/>
                  </a:cubicBezTo>
                  <a:cubicBezTo>
                    <a:pt x="583" y="725"/>
                    <a:pt x="565" y="720"/>
                    <a:pt x="546" y="714"/>
                  </a:cubicBezTo>
                  <a:cubicBezTo>
                    <a:pt x="539" y="711"/>
                    <a:pt x="532" y="708"/>
                    <a:pt x="525" y="707"/>
                  </a:cubicBezTo>
                  <a:cubicBezTo>
                    <a:pt x="510" y="706"/>
                    <a:pt x="495" y="707"/>
                    <a:pt x="480" y="706"/>
                  </a:cubicBezTo>
                  <a:cubicBezTo>
                    <a:pt x="468" y="706"/>
                    <a:pt x="465" y="702"/>
                    <a:pt x="471" y="691"/>
                  </a:cubicBezTo>
                  <a:cubicBezTo>
                    <a:pt x="480" y="674"/>
                    <a:pt x="492" y="658"/>
                    <a:pt x="499" y="640"/>
                  </a:cubicBezTo>
                  <a:cubicBezTo>
                    <a:pt x="509" y="616"/>
                    <a:pt x="531" y="602"/>
                    <a:pt x="547" y="583"/>
                  </a:cubicBezTo>
                  <a:cubicBezTo>
                    <a:pt x="558" y="569"/>
                    <a:pt x="579" y="565"/>
                    <a:pt x="584" y="545"/>
                  </a:cubicBezTo>
                  <a:cubicBezTo>
                    <a:pt x="585" y="541"/>
                    <a:pt x="593" y="537"/>
                    <a:pt x="598" y="534"/>
                  </a:cubicBezTo>
                  <a:cubicBezTo>
                    <a:pt x="615" y="521"/>
                    <a:pt x="635" y="510"/>
                    <a:pt x="640" y="486"/>
                  </a:cubicBezTo>
                  <a:cubicBezTo>
                    <a:pt x="643" y="472"/>
                    <a:pt x="637" y="454"/>
                    <a:pt x="625" y="451"/>
                  </a:cubicBezTo>
                  <a:cubicBezTo>
                    <a:pt x="612" y="448"/>
                    <a:pt x="599" y="448"/>
                    <a:pt x="585" y="446"/>
                  </a:cubicBezTo>
                  <a:cubicBezTo>
                    <a:pt x="581" y="445"/>
                    <a:pt x="575" y="443"/>
                    <a:pt x="572" y="440"/>
                  </a:cubicBezTo>
                  <a:cubicBezTo>
                    <a:pt x="571" y="438"/>
                    <a:pt x="573" y="431"/>
                    <a:pt x="575" y="428"/>
                  </a:cubicBezTo>
                  <a:cubicBezTo>
                    <a:pt x="585" y="412"/>
                    <a:pt x="595" y="396"/>
                    <a:pt x="605" y="381"/>
                  </a:cubicBezTo>
                  <a:cubicBezTo>
                    <a:pt x="614" y="368"/>
                    <a:pt x="624" y="356"/>
                    <a:pt x="634" y="344"/>
                  </a:cubicBezTo>
                  <a:cubicBezTo>
                    <a:pt x="646" y="330"/>
                    <a:pt x="652" y="314"/>
                    <a:pt x="651" y="296"/>
                  </a:cubicBezTo>
                  <a:cubicBezTo>
                    <a:pt x="649" y="279"/>
                    <a:pt x="646" y="270"/>
                    <a:pt x="626" y="270"/>
                  </a:cubicBezTo>
                  <a:cubicBezTo>
                    <a:pt x="625" y="270"/>
                    <a:pt x="624" y="270"/>
                    <a:pt x="623" y="270"/>
                  </a:cubicBezTo>
                  <a:cubicBezTo>
                    <a:pt x="598" y="270"/>
                    <a:pt x="573" y="271"/>
                    <a:pt x="548" y="274"/>
                  </a:cubicBezTo>
                  <a:cubicBezTo>
                    <a:pt x="527" y="277"/>
                    <a:pt x="506" y="282"/>
                    <a:pt x="484" y="285"/>
                  </a:cubicBezTo>
                  <a:cubicBezTo>
                    <a:pt x="483" y="285"/>
                    <a:pt x="481" y="285"/>
                    <a:pt x="479" y="285"/>
                  </a:cubicBezTo>
                  <a:cubicBezTo>
                    <a:pt x="474" y="285"/>
                    <a:pt x="469" y="285"/>
                    <a:pt x="467" y="282"/>
                  </a:cubicBezTo>
                  <a:cubicBezTo>
                    <a:pt x="462" y="276"/>
                    <a:pt x="469" y="271"/>
                    <a:pt x="473" y="265"/>
                  </a:cubicBezTo>
                  <a:cubicBezTo>
                    <a:pt x="481" y="255"/>
                    <a:pt x="500" y="253"/>
                    <a:pt x="499" y="235"/>
                  </a:cubicBezTo>
                  <a:cubicBezTo>
                    <a:pt x="499" y="235"/>
                    <a:pt x="500" y="234"/>
                    <a:pt x="500" y="234"/>
                  </a:cubicBezTo>
                  <a:cubicBezTo>
                    <a:pt x="512" y="229"/>
                    <a:pt x="523" y="223"/>
                    <a:pt x="534" y="219"/>
                  </a:cubicBezTo>
                  <a:cubicBezTo>
                    <a:pt x="545" y="215"/>
                    <a:pt x="555" y="213"/>
                    <a:pt x="565" y="209"/>
                  </a:cubicBezTo>
                  <a:cubicBezTo>
                    <a:pt x="587" y="199"/>
                    <a:pt x="608" y="189"/>
                    <a:pt x="628" y="178"/>
                  </a:cubicBezTo>
                  <a:cubicBezTo>
                    <a:pt x="648" y="168"/>
                    <a:pt x="670" y="160"/>
                    <a:pt x="688" y="146"/>
                  </a:cubicBezTo>
                  <a:cubicBezTo>
                    <a:pt x="707" y="131"/>
                    <a:pt x="723" y="112"/>
                    <a:pt x="740" y="95"/>
                  </a:cubicBezTo>
                  <a:cubicBezTo>
                    <a:pt x="755" y="80"/>
                    <a:pt x="756" y="62"/>
                    <a:pt x="753" y="44"/>
                  </a:cubicBezTo>
                  <a:cubicBezTo>
                    <a:pt x="752" y="38"/>
                    <a:pt x="743" y="30"/>
                    <a:pt x="736" y="27"/>
                  </a:cubicBezTo>
                  <a:cubicBezTo>
                    <a:pt x="723" y="21"/>
                    <a:pt x="709" y="19"/>
                    <a:pt x="695" y="14"/>
                  </a:cubicBezTo>
                  <a:cubicBezTo>
                    <a:pt x="683" y="10"/>
                    <a:pt x="672" y="0"/>
                    <a:pt x="659"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0" name="Freeform 272">
              <a:extLst>
                <a:ext uri="{FF2B5EF4-FFF2-40B4-BE49-F238E27FC236}">
                  <a16:creationId xmlns:a16="http://schemas.microsoft.com/office/drawing/2014/main" id="{6528A2E4-AFA3-4F27-96DC-5381298E58E5}"/>
                </a:ext>
              </a:extLst>
            </p:cNvPr>
            <p:cNvSpPr>
              <a:spLocks/>
            </p:cNvSpPr>
            <p:nvPr/>
          </p:nvSpPr>
          <p:spPr bwMode="auto">
            <a:xfrm>
              <a:off x="6895440" y="1517477"/>
              <a:ext cx="293205" cy="333465"/>
            </a:xfrm>
            <a:custGeom>
              <a:avLst/>
              <a:gdLst>
                <a:gd name="T0" fmla="*/ 290 w 805"/>
                <a:gd name="T1" fmla="*/ 60 h 913"/>
                <a:gd name="T2" fmla="*/ 304 w 805"/>
                <a:gd name="T3" fmla="*/ 216 h 913"/>
                <a:gd name="T4" fmla="*/ 292 w 805"/>
                <a:gd name="T5" fmla="*/ 336 h 913"/>
                <a:gd name="T6" fmla="*/ 278 w 805"/>
                <a:gd name="T7" fmla="*/ 420 h 913"/>
                <a:gd name="T8" fmla="*/ 142 w 805"/>
                <a:gd name="T9" fmla="*/ 460 h 913"/>
                <a:gd name="T10" fmla="*/ 130 w 805"/>
                <a:gd name="T11" fmla="*/ 461 h 913"/>
                <a:gd name="T12" fmla="*/ 107 w 805"/>
                <a:gd name="T13" fmla="*/ 466 h 913"/>
                <a:gd name="T14" fmla="*/ 7 w 805"/>
                <a:gd name="T15" fmla="*/ 478 h 913"/>
                <a:gd name="T16" fmla="*/ 42 w 805"/>
                <a:gd name="T17" fmla="*/ 562 h 913"/>
                <a:gd name="T18" fmla="*/ 182 w 805"/>
                <a:gd name="T19" fmla="*/ 563 h 913"/>
                <a:gd name="T20" fmla="*/ 240 w 805"/>
                <a:gd name="T21" fmla="*/ 560 h 913"/>
                <a:gd name="T22" fmla="*/ 195 w 805"/>
                <a:gd name="T23" fmla="*/ 660 h 913"/>
                <a:gd name="T24" fmla="*/ 135 w 805"/>
                <a:gd name="T25" fmla="*/ 729 h 913"/>
                <a:gd name="T26" fmla="*/ 63 w 805"/>
                <a:gd name="T27" fmla="*/ 795 h 913"/>
                <a:gd name="T28" fmla="*/ 16 w 805"/>
                <a:gd name="T29" fmla="*/ 829 h 913"/>
                <a:gd name="T30" fmla="*/ 36 w 805"/>
                <a:gd name="T31" fmla="*/ 883 h 913"/>
                <a:gd name="T32" fmla="*/ 156 w 805"/>
                <a:gd name="T33" fmla="*/ 879 h 913"/>
                <a:gd name="T34" fmla="*/ 295 w 805"/>
                <a:gd name="T35" fmla="*/ 805 h 913"/>
                <a:gd name="T36" fmla="*/ 426 w 805"/>
                <a:gd name="T37" fmla="*/ 646 h 913"/>
                <a:gd name="T38" fmla="*/ 458 w 805"/>
                <a:gd name="T39" fmla="*/ 643 h 913"/>
                <a:gd name="T40" fmla="*/ 553 w 805"/>
                <a:gd name="T41" fmla="*/ 730 h 913"/>
                <a:gd name="T42" fmla="*/ 639 w 805"/>
                <a:gd name="T43" fmla="*/ 829 h 913"/>
                <a:gd name="T44" fmla="*/ 733 w 805"/>
                <a:gd name="T45" fmla="*/ 913 h 913"/>
                <a:gd name="T46" fmla="*/ 781 w 805"/>
                <a:gd name="T47" fmla="*/ 832 h 913"/>
                <a:gd name="T48" fmla="*/ 799 w 805"/>
                <a:gd name="T49" fmla="*/ 733 h 913"/>
                <a:gd name="T50" fmla="*/ 759 w 805"/>
                <a:gd name="T51" fmla="*/ 650 h 913"/>
                <a:gd name="T52" fmla="*/ 668 w 805"/>
                <a:gd name="T53" fmla="*/ 578 h 913"/>
                <a:gd name="T54" fmla="*/ 581 w 805"/>
                <a:gd name="T55" fmla="*/ 547 h 913"/>
                <a:gd name="T56" fmla="*/ 530 w 805"/>
                <a:gd name="T57" fmla="*/ 547 h 913"/>
                <a:gd name="T58" fmla="*/ 486 w 805"/>
                <a:gd name="T59" fmla="*/ 545 h 913"/>
                <a:gd name="T60" fmla="*/ 465 w 805"/>
                <a:gd name="T61" fmla="*/ 507 h 913"/>
                <a:gd name="T62" fmla="*/ 528 w 805"/>
                <a:gd name="T63" fmla="*/ 453 h 913"/>
                <a:gd name="T64" fmla="*/ 681 w 805"/>
                <a:gd name="T65" fmla="*/ 385 h 913"/>
                <a:gd name="T66" fmla="*/ 742 w 805"/>
                <a:gd name="T67" fmla="*/ 367 h 913"/>
                <a:gd name="T68" fmla="*/ 794 w 805"/>
                <a:gd name="T69" fmla="*/ 326 h 913"/>
                <a:gd name="T70" fmla="*/ 779 w 805"/>
                <a:gd name="T71" fmla="*/ 281 h 913"/>
                <a:gd name="T72" fmla="*/ 763 w 805"/>
                <a:gd name="T73" fmla="*/ 217 h 913"/>
                <a:gd name="T74" fmla="*/ 654 w 805"/>
                <a:gd name="T75" fmla="*/ 238 h 913"/>
                <a:gd name="T76" fmla="*/ 612 w 805"/>
                <a:gd name="T77" fmla="*/ 252 h 913"/>
                <a:gd name="T78" fmla="*/ 599 w 805"/>
                <a:gd name="T79" fmla="*/ 256 h 913"/>
                <a:gd name="T80" fmla="*/ 513 w 805"/>
                <a:gd name="T81" fmla="*/ 294 h 913"/>
                <a:gd name="T82" fmla="*/ 497 w 805"/>
                <a:gd name="T83" fmla="*/ 298 h 913"/>
                <a:gd name="T84" fmla="*/ 488 w 805"/>
                <a:gd name="T85" fmla="*/ 239 h 913"/>
                <a:gd name="T86" fmla="*/ 492 w 805"/>
                <a:gd name="T87" fmla="*/ 171 h 913"/>
                <a:gd name="T88" fmla="*/ 461 w 805"/>
                <a:gd name="T89" fmla="*/ 39 h 913"/>
                <a:gd name="T90" fmla="*/ 386 w 805"/>
                <a:gd name="T91"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5" h="913">
                  <a:moveTo>
                    <a:pt x="386" y="0"/>
                  </a:moveTo>
                  <a:cubicBezTo>
                    <a:pt x="370" y="0"/>
                    <a:pt x="355" y="6"/>
                    <a:pt x="341" y="15"/>
                  </a:cubicBezTo>
                  <a:cubicBezTo>
                    <a:pt x="323" y="28"/>
                    <a:pt x="307" y="45"/>
                    <a:pt x="290" y="60"/>
                  </a:cubicBezTo>
                  <a:cubicBezTo>
                    <a:pt x="279" y="70"/>
                    <a:pt x="280" y="79"/>
                    <a:pt x="291" y="88"/>
                  </a:cubicBezTo>
                  <a:cubicBezTo>
                    <a:pt x="295" y="91"/>
                    <a:pt x="300" y="95"/>
                    <a:pt x="300" y="100"/>
                  </a:cubicBezTo>
                  <a:cubicBezTo>
                    <a:pt x="304" y="138"/>
                    <a:pt x="308" y="177"/>
                    <a:pt x="304" y="216"/>
                  </a:cubicBezTo>
                  <a:cubicBezTo>
                    <a:pt x="302" y="226"/>
                    <a:pt x="301" y="235"/>
                    <a:pt x="301" y="245"/>
                  </a:cubicBezTo>
                  <a:cubicBezTo>
                    <a:pt x="301" y="262"/>
                    <a:pt x="299" y="279"/>
                    <a:pt x="296" y="295"/>
                  </a:cubicBezTo>
                  <a:cubicBezTo>
                    <a:pt x="293" y="309"/>
                    <a:pt x="293" y="322"/>
                    <a:pt x="292" y="336"/>
                  </a:cubicBezTo>
                  <a:cubicBezTo>
                    <a:pt x="291" y="348"/>
                    <a:pt x="291" y="360"/>
                    <a:pt x="287" y="371"/>
                  </a:cubicBezTo>
                  <a:cubicBezTo>
                    <a:pt x="285" y="379"/>
                    <a:pt x="283" y="385"/>
                    <a:pt x="284" y="394"/>
                  </a:cubicBezTo>
                  <a:cubicBezTo>
                    <a:pt x="285" y="403"/>
                    <a:pt x="287" y="415"/>
                    <a:pt x="278" y="420"/>
                  </a:cubicBezTo>
                  <a:cubicBezTo>
                    <a:pt x="264" y="427"/>
                    <a:pt x="248" y="432"/>
                    <a:pt x="233" y="437"/>
                  </a:cubicBezTo>
                  <a:cubicBezTo>
                    <a:pt x="218" y="442"/>
                    <a:pt x="203" y="447"/>
                    <a:pt x="189" y="450"/>
                  </a:cubicBezTo>
                  <a:cubicBezTo>
                    <a:pt x="173" y="454"/>
                    <a:pt x="157" y="458"/>
                    <a:pt x="142" y="460"/>
                  </a:cubicBezTo>
                  <a:cubicBezTo>
                    <a:pt x="139" y="461"/>
                    <a:pt x="136" y="461"/>
                    <a:pt x="133" y="461"/>
                  </a:cubicBezTo>
                  <a:cubicBezTo>
                    <a:pt x="132" y="461"/>
                    <a:pt x="132" y="461"/>
                    <a:pt x="132" y="461"/>
                  </a:cubicBezTo>
                  <a:cubicBezTo>
                    <a:pt x="131" y="461"/>
                    <a:pt x="131" y="461"/>
                    <a:pt x="130" y="461"/>
                  </a:cubicBezTo>
                  <a:cubicBezTo>
                    <a:pt x="124" y="461"/>
                    <a:pt x="117" y="461"/>
                    <a:pt x="111" y="466"/>
                  </a:cubicBezTo>
                  <a:cubicBezTo>
                    <a:pt x="110" y="467"/>
                    <a:pt x="110" y="467"/>
                    <a:pt x="109" y="467"/>
                  </a:cubicBezTo>
                  <a:cubicBezTo>
                    <a:pt x="109" y="467"/>
                    <a:pt x="108" y="466"/>
                    <a:pt x="107" y="466"/>
                  </a:cubicBezTo>
                  <a:cubicBezTo>
                    <a:pt x="85" y="457"/>
                    <a:pt x="62" y="455"/>
                    <a:pt x="40" y="455"/>
                  </a:cubicBezTo>
                  <a:cubicBezTo>
                    <a:pt x="36" y="455"/>
                    <a:pt x="33" y="455"/>
                    <a:pt x="29" y="456"/>
                  </a:cubicBezTo>
                  <a:cubicBezTo>
                    <a:pt x="10" y="456"/>
                    <a:pt x="8" y="458"/>
                    <a:pt x="7" y="478"/>
                  </a:cubicBezTo>
                  <a:cubicBezTo>
                    <a:pt x="7" y="480"/>
                    <a:pt x="6" y="482"/>
                    <a:pt x="6" y="484"/>
                  </a:cubicBezTo>
                  <a:cubicBezTo>
                    <a:pt x="5" y="498"/>
                    <a:pt x="0" y="511"/>
                    <a:pt x="5" y="528"/>
                  </a:cubicBezTo>
                  <a:cubicBezTo>
                    <a:pt x="12" y="548"/>
                    <a:pt x="27" y="557"/>
                    <a:pt x="42" y="562"/>
                  </a:cubicBezTo>
                  <a:cubicBezTo>
                    <a:pt x="61" y="568"/>
                    <a:pt x="82" y="570"/>
                    <a:pt x="102" y="570"/>
                  </a:cubicBezTo>
                  <a:cubicBezTo>
                    <a:pt x="104" y="570"/>
                    <a:pt x="105" y="570"/>
                    <a:pt x="107" y="570"/>
                  </a:cubicBezTo>
                  <a:cubicBezTo>
                    <a:pt x="132" y="570"/>
                    <a:pt x="157" y="566"/>
                    <a:pt x="182" y="563"/>
                  </a:cubicBezTo>
                  <a:cubicBezTo>
                    <a:pt x="193" y="562"/>
                    <a:pt x="204" y="560"/>
                    <a:pt x="215" y="559"/>
                  </a:cubicBezTo>
                  <a:cubicBezTo>
                    <a:pt x="218" y="559"/>
                    <a:pt x="221" y="559"/>
                    <a:pt x="225" y="559"/>
                  </a:cubicBezTo>
                  <a:cubicBezTo>
                    <a:pt x="230" y="559"/>
                    <a:pt x="235" y="559"/>
                    <a:pt x="240" y="560"/>
                  </a:cubicBezTo>
                  <a:cubicBezTo>
                    <a:pt x="241" y="560"/>
                    <a:pt x="243" y="565"/>
                    <a:pt x="243" y="568"/>
                  </a:cubicBezTo>
                  <a:cubicBezTo>
                    <a:pt x="240" y="578"/>
                    <a:pt x="238" y="591"/>
                    <a:pt x="231" y="598"/>
                  </a:cubicBezTo>
                  <a:cubicBezTo>
                    <a:pt x="215" y="616"/>
                    <a:pt x="215" y="645"/>
                    <a:pt x="195" y="660"/>
                  </a:cubicBezTo>
                  <a:cubicBezTo>
                    <a:pt x="194" y="661"/>
                    <a:pt x="194" y="663"/>
                    <a:pt x="194" y="664"/>
                  </a:cubicBezTo>
                  <a:cubicBezTo>
                    <a:pt x="188" y="680"/>
                    <a:pt x="176" y="691"/>
                    <a:pt x="164" y="702"/>
                  </a:cubicBezTo>
                  <a:cubicBezTo>
                    <a:pt x="155" y="711"/>
                    <a:pt x="144" y="720"/>
                    <a:pt x="135" y="729"/>
                  </a:cubicBezTo>
                  <a:cubicBezTo>
                    <a:pt x="127" y="737"/>
                    <a:pt x="122" y="748"/>
                    <a:pt x="113" y="754"/>
                  </a:cubicBezTo>
                  <a:cubicBezTo>
                    <a:pt x="100" y="763"/>
                    <a:pt x="92" y="781"/>
                    <a:pt x="76" y="786"/>
                  </a:cubicBezTo>
                  <a:cubicBezTo>
                    <a:pt x="71" y="787"/>
                    <a:pt x="67" y="791"/>
                    <a:pt x="63" y="795"/>
                  </a:cubicBezTo>
                  <a:cubicBezTo>
                    <a:pt x="54" y="802"/>
                    <a:pt x="46" y="810"/>
                    <a:pt x="37" y="817"/>
                  </a:cubicBezTo>
                  <a:cubicBezTo>
                    <a:pt x="35" y="819"/>
                    <a:pt x="31" y="818"/>
                    <a:pt x="28" y="820"/>
                  </a:cubicBezTo>
                  <a:cubicBezTo>
                    <a:pt x="23" y="822"/>
                    <a:pt x="17" y="825"/>
                    <a:pt x="16" y="829"/>
                  </a:cubicBezTo>
                  <a:cubicBezTo>
                    <a:pt x="15" y="835"/>
                    <a:pt x="17" y="846"/>
                    <a:pt x="20" y="848"/>
                  </a:cubicBezTo>
                  <a:cubicBezTo>
                    <a:pt x="30" y="853"/>
                    <a:pt x="29" y="860"/>
                    <a:pt x="27" y="868"/>
                  </a:cubicBezTo>
                  <a:cubicBezTo>
                    <a:pt x="25" y="876"/>
                    <a:pt x="29" y="881"/>
                    <a:pt x="36" y="883"/>
                  </a:cubicBezTo>
                  <a:cubicBezTo>
                    <a:pt x="50" y="888"/>
                    <a:pt x="64" y="894"/>
                    <a:pt x="78" y="896"/>
                  </a:cubicBezTo>
                  <a:cubicBezTo>
                    <a:pt x="84" y="896"/>
                    <a:pt x="89" y="897"/>
                    <a:pt x="95" y="897"/>
                  </a:cubicBezTo>
                  <a:cubicBezTo>
                    <a:pt x="116" y="897"/>
                    <a:pt x="137" y="891"/>
                    <a:pt x="156" y="879"/>
                  </a:cubicBezTo>
                  <a:cubicBezTo>
                    <a:pt x="177" y="867"/>
                    <a:pt x="198" y="855"/>
                    <a:pt x="220" y="844"/>
                  </a:cubicBezTo>
                  <a:cubicBezTo>
                    <a:pt x="227" y="839"/>
                    <a:pt x="236" y="836"/>
                    <a:pt x="244" y="832"/>
                  </a:cubicBezTo>
                  <a:cubicBezTo>
                    <a:pt x="261" y="823"/>
                    <a:pt x="278" y="814"/>
                    <a:pt x="295" y="805"/>
                  </a:cubicBezTo>
                  <a:cubicBezTo>
                    <a:pt x="307" y="799"/>
                    <a:pt x="319" y="794"/>
                    <a:pt x="328" y="785"/>
                  </a:cubicBezTo>
                  <a:cubicBezTo>
                    <a:pt x="350" y="760"/>
                    <a:pt x="375" y="737"/>
                    <a:pt x="391" y="706"/>
                  </a:cubicBezTo>
                  <a:cubicBezTo>
                    <a:pt x="402" y="685"/>
                    <a:pt x="415" y="666"/>
                    <a:pt x="426" y="646"/>
                  </a:cubicBezTo>
                  <a:cubicBezTo>
                    <a:pt x="430" y="639"/>
                    <a:pt x="433" y="636"/>
                    <a:pt x="439" y="636"/>
                  </a:cubicBezTo>
                  <a:cubicBezTo>
                    <a:pt x="440" y="636"/>
                    <a:pt x="441" y="636"/>
                    <a:pt x="442" y="636"/>
                  </a:cubicBezTo>
                  <a:cubicBezTo>
                    <a:pt x="448" y="637"/>
                    <a:pt x="453" y="639"/>
                    <a:pt x="458" y="643"/>
                  </a:cubicBezTo>
                  <a:cubicBezTo>
                    <a:pt x="469" y="651"/>
                    <a:pt x="480" y="660"/>
                    <a:pt x="491" y="669"/>
                  </a:cubicBezTo>
                  <a:cubicBezTo>
                    <a:pt x="503" y="679"/>
                    <a:pt x="516" y="686"/>
                    <a:pt x="525" y="698"/>
                  </a:cubicBezTo>
                  <a:cubicBezTo>
                    <a:pt x="534" y="709"/>
                    <a:pt x="542" y="720"/>
                    <a:pt x="553" y="730"/>
                  </a:cubicBezTo>
                  <a:cubicBezTo>
                    <a:pt x="567" y="742"/>
                    <a:pt x="578" y="760"/>
                    <a:pt x="591" y="774"/>
                  </a:cubicBezTo>
                  <a:cubicBezTo>
                    <a:pt x="598" y="782"/>
                    <a:pt x="607" y="787"/>
                    <a:pt x="614" y="794"/>
                  </a:cubicBezTo>
                  <a:cubicBezTo>
                    <a:pt x="623" y="805"/>
                    <a:pt x="631" y="817"/>
                    <a:pt x="639" y="829"/>
                  </a:cubicBezTo>
                  <a:cubicBezTo>
                    <a:pt x="649" y="841"/>
                    <a:pt x="658" y="855"/>
                    <a:pt x="669" y="865"/>
                  </a:cubicBezTo>
                  <a:cubicBezTo>
                    <a:pt x="684" y="881"/>
                    <a:pt x="700" y="895"/>
                    <a:pt x="718" y="907"/>
                  </a:cubicBezTo>
                  <a:cubicBezTo>
                    <a:pt x="724" y="911"/>
                    <a:pt x="729" y="913"/>
                    <a:pt x="733" y="913"/>
                  </a:cubicBezTo>
                  <a:cubicBezTo>
                    <a:pt x="738" y="913"/>
                    <a:pt x="743" y="910"/>
                    <a:pt x="748" y="903"/>
                  </a:cubicBezTo>
                  <a:cubicBezTo>
                    <a:pt x="755" y="892"/>
                    <a:pt x="761" y="879"/>
                    <a:pt x="766" y="866"/>
                  </a:cubicBezTo>
                  <a:cubicBezTo>
                    <a:pt x="771" y="855"/>
                    <a:pt x="774" y="841"/>
                    <a:pt x="781" y="832"/>
                  </a:cubicBezTo>
                  <a:cubicBezTo>
                    <a:pt x="786" y="824"/>
                    <a:pt x="788" y="817"/>
                    <a:pt x="788" y="808"/>
                  </a:cubicBezTo>
                  <a:cubicBezTo>
                    <a:pt x="788" y="805"/>
                    <a:pt x="790" y="801"/>
                    <a:pt x="791" y="798"/>
                  </a:cubicBezTo>
                  <a:cubicBezTo>
                    <a:pt x="799" y="777"/>
                    <a:pt x="805" y="756"/>
                    <a:pt x="799" y="733"/>
                  </a:cubicBezTo>
                  <a:cubicBezTo>
                    <a:pt x="798" y="728"/>
                    <a:pt x="798" y="723"/>
                    <a:pt x="797" y="718"/>
                  </a:cubicBezTo>
                  <a:cubicBezTo>
                    <a:pt x="793" y="707"/>
                    <a:pt x="790" y="695"/>
                    <a:pt x="784" y="685"/>
                  </a:cubicBezTo>
                  <a:cubicBezTo>
                    <a:pt x="777" y="672"/>
                    <a:pt x="769" y="661"/>
                    <a:pt x="759" y="650"/>
                  </a:cubicBezTo>
                  <a:cubicBezTo>
                    <a:pt x="749" y="637"/>
                    <a:pt x="739" y="625"/>
                    <a:pt x="727" y="615"/>
                  </a:cubicBezTo>
                  <a:cubicBezTo>
                    <a:pt x="713" y="604"/>
                    <a:pt x="697" y="595"/>
                    <a:pt x="682" y="585"/>
                  </a:cubicBezTo>
                  <a:cubicBezTo>
                    <a:pt x="677" y="582"/>
                    <a:pt x="672" y="581"/>
                    <a:pt x="668" y="578"/>
                  </a:cubicBezTo>
                  <a:cubicBezTo>
                    <a:pt x="650" y="565"/>
                    <a:pt x="632" y="553"/>
                    <a:pt x="610" y="550"/>
                  </a:cubicBezTo>
                  <a:cubicBezTo>
                    <a:pt x="601" y="548"/>
                    <a:pt x="591" y="547"/>
                    <a:pt x="581" y="547"/>
                  </a:cubicBezTo>
                  <a:cubicBezTo>
                    <a:pt x="581" y="547"/>
                    <a:pt x="581" y="547"/>
                    <a:pt x="581" y="547"/>
                  </a:cubicBezTo>
                  <a:cubicBezTo>
                    <a:pt x="575" y="547"/>
                    <a:pt x="569" y="548"/>
                    <a:pt x="564" y="549"/>
                  </a:cubicBezTo>
                  <a:cubicBezTo>
                    <a:pt x="558" y="549"/>
                    <a:pt x="552" y="550"/>
                    <a:pt x="546" y="550"/>
                  </a:cubicBezTo>
                  <a:cubicBezTo>
                    <a:pt x="541" y="550"/>
                    <a:pt x="535" y="549"/>
                    <a:pt x="530" y="547"/>
                  </a:cubicBezTo>
                  <a:cubicBezTo>
                    <a:pt x="523" y="544"/>
                    <a:pt x="516" y="544"/>
                    <a:pt x="509" y="544"/>
                  </a:cubicBezTo>
                  <a:cubicBezTo>
                    <a:pt x="505" y="544"/>
                    <a:pt x="501" y="544"/>
                    <a:pt x="497" y="544"/>
                  </a:cubicBezTo>
                  <a:cubicBezTo>
                    <a:pt x="493" y="544"/>
                    <a:pt x="490" y="545"/>
                    <a:pt x="486" y="545"/>
                  </a:cubicBezTo>
                  <a:cubicBezTo>
                    <a:pt x="482" y="545"/>
                    <a:pt x="479" y="544"/>
                    <a:pt x="475" y="544"/>
                  </a:cubicBezTo>
                  <a:cubicBezTo>
                    <a:pt x="465" y="542"/>
                    <a:pt x="463" y="539"/>
                    <a:pt x="463" y="531"/>
                  </a:cubicBezTo>
                  <a:cubicBezTo>
                    <a:pt x="463" y="523"/>
                    <a:pt x="464" y="515"/>
                    <a:pt x="465" y="507"/>
                  </a:cubicBezTo>
                  <a:cubicBezTo>
                    <a:pt x="465" y="504"/>
                    <a:pt x="467" y="502"/>
                    <a:pt x="468" y="500"/>
                  </a:cubicBezTo>
                  <a:cubicBezTo>
                    <a:pt x="477" y="479"/>
                    <a:pt x="496" y="471"/>
                    <a:pt x="513" y="460"/>
                  </a:cubicBezTo>
                  <a:cubicBezTo>
                    <a:pt x="518" y="457"/>
                    <a:pt x="523" y="455"/>
                    <a:pt x="528" y="453"/>
                  </a:cubicBezTo>
                  <a:cubicBezTo>
                    <a:pt x="544" y="448"/>
                    <a:pt x="561" y="446"/>
                    <a:pt x="576" y="439"/>
                  </a:cubicBezTo>
                  <a:cubicBezTo>
                    <a:pt x="595" y="430"/>
                    <a:pt x="612" y="417"/>
                    <a:pt x="630" y="406"/>
                  </a:cubicBezTo>
                  <a:cubicBezTo>
                    <a:pt x="646" y="397"/>
                    <a:pt x="662" y="387"/>
                    <a:pt x="681" y="385"/>
                  </a:cubicBezTo>
                  <a:cubicBezTo>
                    <a:pt x="690" y="384"/>
                    <a:pt x="702" y="382"/>
                    <a:pt x="710" y="376"/>
                  </a:cubicBezTo>
                  <a:cubicBezTo>
                    <a:pt x="719" y="369"/>
                    <a:pt x="728" y="366"/>
                    <a:pt x="738" y="366"/>
                  </a:cubicBezTo>
                  <a:cubicBezTo>
                    <a:pt x="739" y="366"/>
                    <a:pt x="740" y="366"/>
                    <a:pt x="742" y="367"/>
                  </a:cubicBezTo>
                  <a:cubicBezTo>
                    <a:pt x="743" y="367"/>
                    <a:pt x="744" y="367"/>
                    <a:pt x="744" y="367"/>
                  </a:cubicBezTo>
                  <a:cubicBezTo>
                    <a:pt x="754" y="367"/>
                    <a:pt x="760" y="361"/>
                    <a:pt x="766" y="352"/>
                  </a:cubicBezTo>
                  <a:cubicBezTo>
                    <a:pt x="773" y="341"/>
                    <a:pt x="778" y="326"/>
                    <a:pt x="794" y="326"/>
                  </a:cubicBezTo>
                  <a:cubicBezTo>
                    <a:pt x="795" y="326"/>
                    <a:pt x="795" y="326"/>
                    <a:pt x="796" y="326"/>
                  </a:cubicBezTo>
                  <a:cubicBezTo>
                    <a:pt x="797" y="315"/>
                    <a:pt x="796" y="313"/>
                    <a:pt x="785" y="301"/>
                  </a:cubicBezTo>
                  <a:cubicBezTo>
                    <a:pt x="779" y="295"/>
                    <a:pt x="777" y="291"/>
                    <a:pt x="779" y="281"/>
                  </a:cubicBezTo>
                  <a:cubicBezTo>
                    <a:pt x="781" y="276"/>
                    <a:pt x="779" y="266"/>
                    <a:pt x="776" y="262"/>
                  </a:cubicBezTo>
                  <a:cubicBezTo>
                    <a:pt x="766" y="249"/>
                    <a:pt x="764" y="237"/>
                    <a:pt x="774" y="222"/>
                  </a:cubicBezTo>
                  <a:cubicBezTo>
                    <a:pt x="770" y="220"/>
                    <a:pt x="767" y="217"/>
                    <a:pt x="763" y="217"/>
                  </a:cubicBezTo>
                  <a:cubicBezTo>
                    <a:pt x="746" y="217"/>
                    <a:pt x="729" y="217"/>
                    <a:pt x="711" y="218"/>
                  </a:cubicBezTo>
                  <a:cubicBezTo>
                    <a:pt x="707" y="218"/>
                    <a:pt x="703" y="219"/>
                    <a:pt x="699" y="220"/>
                  </a:cubicBezTo>
                  <a:cubicBezTo>
                    <a:pt x="684" y="226"/>
                    <a:pt x="669" y="232"/>
                    <a:pt x="654" y="238"/>
                  </a:cubicBezTo>
                  <a:cubicBezTo>
                    <a:pt x="641" y="243"/>
                    <a:pt x="624" y="234"/>
                    <a:pt x="615" y="251"/>
                  </a:cubicBezTo>
                  <a:cubicBezTo>
                    <a:pt x="614" y="252"/>
                    <a:pt x="614" y="252"/>
                    <a:pt x="613" y="252"/>
                  </a:cubicBezTo>
                  <a:cubicBezTo>
                    <a:pt x="613" y="252"/>
                    <a:pt x="612" y="252"/>
                    <a:pt x="612" y="252"/>
                  </a:cubicBezTo>
                  <a:cubicBezTo>
                    <a:pt x="611" y="252"/>
                    <a:pt x="611" y="252"/>
                    <a:pt x="610" y="252"/>
                  </a:cubicBezTo>
                  <a:cubicBezTo>
                    <a:pt x="610" y="252"/>
                    <a:pt x="610" y="252"/>
                    <a:pt x="609" y="252"/>
                  </a:cubicBezTo>
                  <a:cubicBezTo>
                    <a:pt x="606" y="253"/>
                    <a:pt x="601" y="253"/>
                    <a:pt x="599" y="256"/>
                  </a:cubicBezTo>
                  <a:cubicBezTo>
                    <a:pt x="576" y="276"/>
                    <a:pt x="548" y="283"/>
                    <a:pt x="522" y="293"/>
                  </a:cubicBezTo>
                  <a:cubicBezTo>
                    <a:pt x="520" y="294"/>
                    <a:pt x="518" y="294"/>
                    <a:pt x="516" y="294"/>
                  </a:cubicBezTo>
                  <a:cubicBezTo>
                    <a:pt x="515" y="294"/>
                    <a:pt x="514" y="294"/>
                    <a:pt x="513" y="294"/>
                  </a:cubicBezTo>
                  <a:cubicBezTo>
                    <a:pt x="512" y="294"/>
                    <a:pt x="511" y="294"/>
                    <a:pt x="510" y="294"/>
                  </a:cubicBezTo>
                  <a:cubicBezTo>
                    <a:pt x="508" y="294"/>
                    <a:pt x="506" y="294"/>
                    <a:pt x="504" y="295"/>
                  </a:cubicBezTo>
                  <a:cubicBezTo>
                    <a:pt x="501" y="297"/>
                    <a:pt x="499" y="298"/>
                    <a:pt x="497" y="298"/>
                  </a:cubicBezTo>
                  <a:cubicBezTo>
                    <a:pt x="493" y="298"/>
                    <a:pt x="491" y="296"/>
                    <a:pt x="489" y="294"/>
                  </a:cubicBezTo>
                  <a:cubicBezTo>
                    <a:pt x="486" y="292"/>
                    <a:pt x="487" y="285"/>
                    <a:pt x="487" y="280"/>
                  </a:cubicBezTo>
                  <a:cubicBezTo>
                    <a:pt x="487" y="266"/>
                    <a:pt x="487" y="253"/>
                    <a:pt x="488" y="239"/>
                  </a:cubicBezTo>
                  <a:cubicBezTo>
                    <a:pt x="489" y="229"/>
                    <a:pt x="491" y="218"/>
                    <a:pt x="493" y="207"/>
                  </a:cubicBezTo>
                  <a:cubicBezTo>
                    <a:pt x="492" y="205"/>
                    <a:pt x="490" y="201"/>
                    <a:pt x="490" y="198"/>
                  </a:cubicBezTo>
                  <a:cubicBezTo>
                    <a:pt x="490" y="189"/>
                    <a:pt x="492" y="180"/>
                    <a:pt x="492" y="171"/>
                  </a:cubicBezTo>
                  <a:cubicBezTo>
                    <a:pt x="491" y="149"/>
                    <a:pt x="490" y="126"/>
                    <a:pt x="487" y="103"/>
                  </a:cubicBezTo>
                  <a:cubicBezTo>
                    <a:pt x="486" y="89"/>
                    <a:pt x="481" y="76"/>
                    <a:pt x="476" y="63"/>
                  </a:cubicBezTo>
                  <a:cubicBezTo>
                    <a:pt x="473" y="54"/>
                    <a:pt x="466" y="47"/>
                    <a:pt x="461" y="39"/>
                  </a:cubicBezTo>
                  <a:cubicBezTo>
                    <a:pt x="454" y="30"/>
                    <a:pt x="451" y="17"/>
                    <a:pt x="438" y="15"/>
                  </a:cubicBezTo>
                  <a:cubicBezTo>
                    <a:pt x="432" y="13"/>
                    <a:pt x="425" y="11"/>
                    <a:pt x="418" y="8"/>
                  </a:cubicBezTo>
                  <a:cubicBezTo>
                    <a:pt x="407" y="3"/>
                    <a:pt x="397" y="0"/>
                    <a:pt x="386"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1" name="Freeform 273">
              <a:extLst>
                <a:ext uri="{FF2B5EF4-FFF2-40B4-BE49-F238E27FC236}">
                  <a16:creationId xmlns:a16="http://schemas.microsoft.com/office/drawing/2014/main" id="{44722B21-200A-4D64-B07D-2FE06AEC124D}"/>
                </a:ext>
              </a:extLst>
            </p:cNvPr>
            <p:cNvSpPr>
              <a:spLocks noEditPoints="1"/>
            </p:cNvSpPr>
            <p:nvPr/>
          </p:nvSpPr>
          <p:spPr bwMode="auto">
            <a:xfrm>
              <a:off x="7227279" y="1441431"/>
              <a:ext cx="349325" cy="264332"/>
            </a:xfrm>
            <a:custGeom>
              <a:avLst/>
              <a:gdLst>
                <a:gd name="T0" fmla="*/ 311 w 958"/>
                <a:gd name="T1" fmla="*/ 228 h 723"/>
                <a:gd name="T2" fmla="*/ 344 w 958"/>
                <a:gd name="T3" fmla="*/ 189 h 723"/>
                <a:gd name="T4" fmla="*/ 379 w 958"/>
                <a:gd name="T5" fmla="*/ 257 h 723"/>
                <a:gd name="T6" fmla="*/ 690 w 958"/>
                <a:gd name="T7" fmla="*/ 0 h 723"/>
                <a:gd name="T8" fmla="*/ 569 w 958"/>
                <a:gd name="T9" fmla="*/ 25 h 723"/>
                <a:gd name="T10" fmla="*/ 508 w 958"/>
                <a:gd name="T11" fmla="*/ 55 h 723"/>
                <a:gd name="T12" fmla="*/ 487 w 958"/>
                <a:gd name="T13" fmla="*/ 62 h 723"/>
                <a:gd name="T14" fmla="*/ 476 w 958"/>
                <a:gd name="T15" fmla="*/ 65 h 723"/>
                <a:gd name="T16" fmla="*/ 438 w 958"/>
                <a:gd name="T17" fmla="*/ 72 h 723"/>
                <a:gd name="T18" fmla="*/ 325 w 958"/>
                <a:gd name="T19" fmla="*/ 99 h 723"/>
                <a:gd name="T20" fmla="*/ 253 w 958"/>
                <a:gd name="T21" fmla="*/ 172 h 723"/>
                <a:gd name="T22" fmla="*/ 225 w 958"/>
                <a:gd name="T23" fmla="*/ 144 h 723"/>
                <a:gd name="T24" fmla="*/ 143 w 958"/>
                <a:gd name="T25" fmla="*/ 126 h 723"/>
                <a:gd name="T26" fmla="*/ 131 w 958"/>
                <a:gd name="T27" fmla="*/ 221 h 723"/>
                <a:gd name="T28" fmla="*/ 130 w 958"/>
                <a:gd name="T29" fmla="*/ 358 h 723"/>
                <a:gd name="T30" fmla="*/ 36 w 958"/>
                <a:gd name="T31" fmla="*/ 479 h 723"/>
                <a:gd name="T32" fmla="*/ 11 w 958"/>
                <a:gd name="T33" fmla="*/ 555 h 723"/>
                <a:gd name="T34" fmla="*/ 24 w 958"/>
                <a:gd name="T35" fmla="*/ 705 h 723"/>
                <a:gd name="T36" fmla="*/ 95 w 958"/>
                <a:gd name="T37" fmla="*/ 680 h 723"/>
                <a:gd name="T38" fmla="*/ 140 w 958"/>
                <a:gd name="T39" fmla="*/ 583 h 723"/>
                <a:gd name="T40" fmla="*/ 292 w 958"/>
                <a:gd name="T41" fmla="*/ 479 h 723"/>
                <a:gd name="T42" fmla="*/ 384 w 958"/>
                <a:gd name="T43" fmla="*/ 429 h 723"/>
                <a:gd name="T44" fmla="*/ 482 w 958"/>
                <a:gd name="T45" fmla="*/ 393 h 723"/>
                <a:gd name="T46" fmla="*/ 572 w 958"/>
                <a:gd name="T47" fmla="*/ 357 h 723"/>
                <a:gd name="T48" fmla="*/ 715 w 958"/>
                <a:gd name="T49" fmla="*/ 322 h 723"/>
                <a:gd name="T50" fmla="*/ 734 w 958"/>
                <a:gd name="T51" fmla="*/ 333 h 723"/>
                <a:gd name="T52" fmla="*/ 684 w 958"/>
                <a:gd name="T53" fmla="*/ 368 h 723"/>
                <a:gd name="T54" fmla="*/ 625 w 958"/>
                <a:gd name="T55" fmla="*/ 396 h 723"/>
                <a:gd name="T56" fmla="*/ 646 w 958"/>
                <a:gd name="T57" fmla="*/ 404 h 723"/>
                <a:gd name="T58" fmla="*/ 693 w 958"/>
                <a:gd name="T59" fmla="*/ 414 h 723"/>
                <a:gd name="T60" fmla="*/ 841 w 958"/>
                <a:gd name="T61" fmla="*/ 442 h 723"/>
                <a:gd name="T62" fmla="*/ 944 w 958"/>
                <a:gd name="T63" fmla="*/ 395 h 723"/>
                <a:gd name="T64" fmla="*/ 849 w 958"/>
                <a:gd name="T65" fmla="*/ 234 h 723"/>
                <a:gd name="T66" fmla="*/ 786 w 958"/>
                <a:gd name="T67" fmla="*/ 214 h 723"/>
                <a:gd name="T68" fmla="*/ 709 w 958"/>
                <a:gd name="T69" fmla="*/ 230 h 723"/>
                <a:gd name="T70" fmla="*/ 557 w 958"/>
                <a:gd name="T71" fmla="*/ 276 h 723"/>
                <a:gd name="T72" fmla="*/ 531 w 958"/>
                <a:gd name="T73" fmla="*/ 291 h 723"/>
                <a:gd name="T74" fmla="*/ 422 w 958"/>
                <a:gd name="T75" fmla="*/ 329 h 723"/>
                <a:gd name="T76" fmla="*/ 296 w 958"/>
                <a:gd name="T77" fmla="*/ 385 h 723"/>
                <a:gd name="T78" fmla="*/ 164 w 958"/>
                <a:gd name="T79" fmla="*/ 461 h 723"/>
                <a:gd name="T80" fmla="*/ 85 w 958"/>
                <a:gd name="T81" fmla="*/ 512 h 723"/>
                <a:gd name="T82" fmla="*/ 100 w 958"/>
                <a:gd name="T83" fmla="*/ 439 h 723"/>
                <a:gd name="T84" fmla="*/ 208 w 958"/>
                <a:gd name="T85" fmla="*/ 356 h 723"/>
                <a:gd name="T86" fmla="*/ 231 w 958"/>
                <a:gd name="T87" fmla="*/ 355 h 723"/>
                <a:gd name="T88" fmla="*/ 306 w 958"/>
                <a:gd name="T89" fmla="*/ 341 h 723"/>
                <a:gd name="T90" fmla="*/ 441 w 958"/>
                <a:gd name="T91" fmla="*/ 298 h 723"/>
                <a:gd name="T92" fmla="*/ 559 w 958"/>
                <a:gd name="T93" fmla="*/ 240 h 723"/>
                <a:gd name="T94" fmla="*/ 649 w 958"/>
                <a:gd name="T95" fmla="*/ 186 h 723"/>
                <a:gd name="T96" fmla="*/ 718 w 958"/>
                <a:gd name="T97" fmla="*/ 121 h 723"/>
                <a:gd name="T98" fmla="*/ 716 w 958"/>
                <a:gd name="T99" fmla="*/ 4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58" h="723">
                  <a:moveTo>
                    <a:pt x="303" y="290"/>
                  </a:moveTo>
                  <a:cubicBezTo>
                    <a:pt x="293" y="284"/>
                    <a:pt x="290" y="273"/>
                    <a:pt x="297" y="260"/>
                  </a:cubicBezTo>
                  <a:cubicBezTo>
                    <a:pt x="302" y="249"/>
                    <a:pt x="306" y="238"/>
                    <a:pt x="311" y="228"/>
                  </a:cubicBezTo>
                  <a:cubicBezTo>
                    <a:pt x="318" y="215"/>
                    <a:pt x="326" y="204"/>
                    <a:pt x="334" y="192"/>
                  </a:cubicBezTo>
                  <a:cubicBezTo>
                    <a:pt x="336" y="190"/>
                    <a:pt x="340" y="188"/>
                    <a:pt x="343" y="188"/>
                  </a:cubicBezTo>
                  <a:cubicBezTo>
                    <a:pt x="343" y="188"/>
                    <a:pt x="344" y="189"/>
                    <a:pt x="344" y="189"/>
                  </a:cubicBezTo>
                  <a:cubicBezTo>
                    <a:pt x="359" y="195"/>
                    <a:pt x="371" y="203"/>
                    <a:pt x="379" y="217"/>
                  </a:cubicBezTo>
                  <a:cubicBezTo>
                    <a:pt x="382" y="222"/>
                    <a:pt x="385" y="226"/>
                    <a:pt x="388" y="231"/>
                  </a:cubicBezTo>
                  <a:cubicBezTo>
                    <a:pt x="391" y="237"/>
                    <a:pt x="386" y="253"/>
                    <a:pt x="379" y="257"/>
                  </a:cubicBezTo>
                  <a:cubicBezTo>
                    <a:pt x="374" y="259"/>
                    <a:pt x="368" y="261"/>
                    <a:pt x="363" y="263"/>
                  </a:cubicBezTo>
                  <a:cubicBezTo>
                    <a:pt x="344" y="272"/>
                    <a:pt x="325" y="280"/>
                    <a:pt x="303" y="290"/>
                  </a:cubicBezTo>
                  <a:moveTo>
                    <a:pt x="690" y="0"/>
                  </a:moveTo>
                  <a:cubicBezTo>
                    <a:pt x="683" y="0"/>
                    <a:pt x="676" y="1"/>
                    <a:pt x="669" y="1"/>
                  </a:cubicBezTo>
                  <a:cubicBezTo>
                    <a:pt x="650" y="3"/>
                    <a:pt x="632" y="10"/>
                    <a:pt x="613" y="12"/>
                  </a:cubicBezTo>
                  <a:cubicBezTo>
                    <a:pt x="597" y="13"/>
                    <a:pt x="582" y="17"/>
                    <a:pt x="569" y="25"/>
                  </a:cubicBezTo>
                  <a:cubicBezTo>
                    <a:pt x="563" y="28"/>
                    <a:pt x="557" y="29"/>
                    <a:pt x="551" y="31"/>
                  </a:cubicBezTo>
                  <a:cubicBezTo>
                    <a:pt x="542" y="35"/>
                    <a:pt x="531" y="37"/>
                    <a:pt x="525" y="44"/>
                  </a:cubicBezTo>
                  <a:cubicBezTo>
                    <a:pt x="520" y="50"/>
                    <a:pt x="515" y="55"/>
                    <a:pt x="508" y="55"/>
                  </a:cubicBezTo>
                  <a:cubicBezTo>
                    <a:pt x="508" y="55"/>
                    <a:pt x="507" y="54"/>
                    <a:pt x="507" y="54"/>
                  </a:cubicBezTo>
                  <a:cubicBezTo>
                    <a:pt x="506" y="54"/>
                    <a:pt x="505" y="54"/>
                    <a:pt x="504" y="54"/>
                  </a:cubicBezTo>
                  <a:cubicBezTo>
                    <a:pt x="497" y="54"/>
                    <a:pt x="491" y="56"/>
                    <a:pt x="487" y="62"/>
                  </a:cubicBezTo>
                  <a:cubicBezTo>
                    <a:pt x="486" y="64"/>
                    <a:pt x="484" y="66"/>
                    <a:pt x="482" y="66"/>
                  </a:cubicBezTo>
                  <a:cubicBezTo>
                    <a:pt x="482" y="66"/>
                    <a:pt x="482" y="66"/>
                    <a:pt x="482" y="66"/>
                  </a:cubicBezTo>
                  <a:cubicBezTo>
                    <a:pt x="480" y="66"/>
                    <a:pt x="478" y="65"/>
                    <a:pt x="476" y="65"/>
                  </a:cubicBezTo>
                  <a:cubicBezTo>
                    <a:pt x="470" y="65"/>
                    <a:pt x="464" y="67"/>
                    <a:pt x="459" y="69"/>
                  </a:cubicBezTo>
                  <a:cubicBezTo>
                    <a:pt x="453" y="70"/>
                    <a:pt x="447" y="72"/>
                    <a:pt x="441" y="72"/>
                  </a:cubicBezTo>
                  <a:cubicBezTo>
                    <a:pt x="440" y="72"/>
                    <a:pt x="439" y="72"/>
                    <a:pt x="438" y="72"/>
                  </a:cubicBezTo>
                  <a:cubicBezTo>
                    <a:pt x="429" y="71"/>
                    <a:pt x="419" y="71"/>
                    <a:pt x="410" y="71"/>
                  </a:cubicBezTo>
                  <a:cubicBezTo>
                    <a:pt x="390" y="71"/>
                    <a:pt x="369" y="73"/>
                    <a:pt x="349" y="77"/>
                  </a:cubicBezTo>
                  <a:cubicBezTo>
                    <a:pt x="336" y="81"/>
                    <a:pt x="329" y="87"/>
                    <a:pt x="325" y="99"/>
                  </a:cubicBezTo>
                  <a:cubicBezTo>
                    <a:pt x="323" y="105"/>
                    <a:pt x="320" y="111"/>
                    <a:pt x="316" y="116"/>
                  </a:cubicBezTo>
                  <a:cubicBezTo>
                    <a:pt x="308" y="126"/>
                    <a:pt x="300" y="135"/>
                    <a:pt x="291" y="143"/>
                  </a:cubicBezTo>
                  <a:cubicBezTo>
                    <a:pt x="279" y="153"/>
                    <a:pt x="266" y="163"/>
                    <a:pt x="253" y="172"/>
                  </a:cubicBezTo>
                  <a:cubicBezTo>
                    <a:pt x="252" y="173"/>
                    <a:pt x="251" y="173"/>
                    <a:pt x="249" y="173"/>
                  </a:cubicBezTo>
                  <a:cubicBezTo>
                    <a:pt x="247" y="173"/>
                    <a:pt x="245" y="172"/>
                    <a:pt x="245" y="171"/>
                  </a:cubicBezTo>
                  <a:cubicBezTo>
                    <a:pt x="237" y="163"/>
                    <a:pt x="229" y="154"/>
                    <a:pt x="225" y="144"/>
                  </a:cubicBezTo>
                  <a:cubicBezTo>
                    <a:pt x="218" y="129"/>
                    <a:pt x="205" y="122"/>
                    <a:pt x="193" y="116"/>
                  </a:cubicBezTo>
                  <a:cubicBezTo>
                    <a:pt x="186" y="114"/>
                    <a:pt x="180" y="112"/>
                    <a:pt x="174" y="112"/>
                  </a:cubicBezTo>
                  <a:cubicBezTo>
                    <a:pt x="163" y="112"/>
                    <a:pt x="153" y="116"/>
                    <a:pt x="143" y="126"/>
                  </a:cubicBezTo>
                  <a:cubicBezTo>
                    <a:pt x="136" y="134"/>
                    <a:pt x="125" y="136"/>
                    <a:pt x="123" y="150"/>
                  </a:cubicBezTo>
                  <a:cubicBezTo>
                    <a:pt x="121" y="164"/>
                    <a:pt x="116" y="176"/>
                    <a:pt x="123" y="189"/>
                  </a:cubicBezTo>
                  <a:cubicBezTo>
                    <a:pt x="127" y="199"/>
                    <a:pt x="128" y="211"/>
                    <a:pt x="131" y="221"/>
                  </a:cubicBezTo>
                  <a:cubicBezTo>
                    <a:pt x="137" y="241"/>
                    <a:pt x="140" y="262"/>
                    <a:pt x="153" y="279"/>
                  </a:cubicBezTo>
                  <a:cubicBezTo>
                    <a:pt x="163" y="294"/>
                    <a:pt x="174" y="309"/>
                    <a:pt x="186" y="326"/>
                  </a:cubicBezTo>
                  <a:cubicBezTo>
                    <a:pt x="165" y="338"/>
                    <a:pt x="148" y="349"/>
                    <a:pt x="130" y="358"/>
                  </a:cubicBezTo>
                  <a:cubicBezTo>
                    <a:pt x="108" y="369"/>
                    <a:pt x="92" y="386"/>
                    <a:pt x="78" y="406"/>
                  </a:cubicBezTo>
                  <a:cubicBezTo>
                    <a:pt x="68" y="421"/>
                    <a:pt x="60" y="437"/>
                    <a:pt x="51" y="452"/>
                  </a:cubicBezTo>
                  <a:cubicBezTo>
                    <a:pt x="46" y="461"/>
                    <a:pt x="41" y="470"/>
                    <a:pt x="36" y="479"/>
                  </a:cubicBezTo>
                  <a:cubicBezTo>
                    <a:pt x="32" y="485"/>
                    <a:pt x="28" y="492"/>
                    <a:pt x="25" y="499"/>
                  </a:cubicBezTo>
                  <a:cubicBezTo>
                    <a:pt x="22" y="504"/>
                    <a:pt x="20" y="510"/>
                    <a:pt x="19" y="515"/>
                  </a:cubicBezTo>
                  <a:cubicBezTo>
                    <a:pt x="16" y="528"/>
                    <a:pt x="14" y="542"/>
                    <a:pt x="11" y="555"/>
                  </a:cubicBezTo>
                  <a:cubicBezTo>
                    <a:pt x="8" y="568"/>
                    <a:pt x="1" y="580"/>
                    <a:pt x="3" y="592"/>
                  </a:cubicBezTo>
                  <a:cubicBezTo>
                    <a:pt x="5" y="607"/>
                    <a:pt x="0" y="623"/>
                    <a:pt x="6" y="638"/>
                  </a:cubicBezTo>
                  <a:cubicBezTo>
                    <a:pt x="14" y="660"/>
                    <a:pt x="17" y="683"/>
                    <a:pt x="24" y="705"/>
                  </a:cubicBezTo>
                  <a:cubicBezTo>
                    <a:pt x="27" y="718"/>
                    <a:pt x="37" y="723"/>
                    <a:pt x="46" y="723"/>
                  </a:cubicBezTo>
                  <a:cubicBezTo>
                    <a:pt x="53" y="723"/>
                    <a:pt x="59" y="721"/>
                    <a:pt x="63" y="717"/>
                  </a:cubicBezTo>
                  <a:cubicBezTo>
                    <a:pt x="75" y="706"/>
                    <a:pt x="86" y="694"/>
                    <a:pt x="95" y="680"/>
                  </a:cubicBezTo>
                  <a:cubicBezTo>
                    <a:pt x="103" y="668"/>
                    <a:pt x="107" y="654"/>
                    <a:pt x="113" y="640"/>
                  </a:cubicBezTo>
                  <a:cubicBezTo>
                    <a:pt x="120" y="625"/>
                    <a:pt x="131" y="612"/>
                    <a:pt x="132" y="594"/>
                  </a:cubicBezTo>
                  <a:cubicBezTo>
                    <a:pt x="132" y="590"/>
                    <a:pt x="136" y="586"/>
                    <a:pt x="140" y="583"/>
                  </a:cubicBezTo>
                  <a:cubicBezTo>
                    <a:pt x="155" y="570"/>
                    <a:pt x="172" y="558"/>
                    <a:pt x="186" y="544"/>
                  </a:cubicBezTo>
                  <a:cubicBezTo>
                    <a:pt x="212" y="516"/>
                    <a:pt x="248" y="504"/>
                    <a:pt x="280" y="486"/>
                  </a:cubicBezTo>
                  <a:cubicBezTo>
                    <a:pt x="284" y="484"/>
                    <a:pt x="288" y="482"/>
                    <a:pt x="292" y="479"/>
                  </a:cubicBezTo>
                  <a:cubicBezTo>
                    <a:pt x="307" y="470"/>
                    <a:pt x="321" y="460"/>
                    <a:pt x="336" y="451"/>
                  </a:cubicBezTo>
                  <a:cubicBezTo>
                    <a:pt x="349" y="442"/>
                    <a:pt x="368" y="445"/>
                    <a:pt x="379" y="431"/>
                  </a:cubicBezTo>
                  <a:cubicBezTo>
                    <a:pt x="380" y="430"/>
                    <a:pt x="382" y="430"/>
                    <a:pt x="384" y="429"/>
                  </a:cubicBezTo>
                  <a:cubicBezTo>
                    <a:pt x="397" y="426"/>
                    <a:pt x="409" y="422"/>
                    <a:pt x="422" y="417"/>
                  </a:cubicBezTo>
                  <a:cubicBezTo>
                    <a:pt x="429" y="415"/>
                    <a:pt x="434" y="409"/>
                    <a:pt x="442" y="406"/>
                  </a:cubicBezTo>
                  <a:cubicBezTo>
                    <a:pt x="455" y="401"/>
                    <a:pt x="469" y="398"/>
                    <a:pt x="482" y="393"/>
                  </a:cubicBezTo>
                  <a:cubicBezTo>
                    <a:pt x="494" y="388"/>
                    <a:pt x="506" y="381"/>
                    <a:pt x="518" y="376"/>
                  </a:cubicBezTo>
                  <a:cubicBezTo>
                    <a:pt x="530" y="372"/>
                    <a:pt x="542" y="369"/>
                    <a:pt x="553" y="366"/>
                  </a:cubicBezTo>
                  <a:cubicBezTo>
                    <a:pt x="559" y="364"/>
                    <a:pt x="566" y="360"/>
                    <a:pt x="572" y="357"/>
                  </a:cubicBezTo>
                  <a:cubicBezTo>
                    <a:pt x="577" y="355"/>
                    <a:pt x="582" y="351"/>
                    <a:pt x="588" y="350"/>
                  </a:cubicBezTo>
                  <a:cubicBezTo>
                    <a:pt x="613" y="343"/>
                    <a:pt x="637" y="335"/>
                    <a:pt x="662" y="329"/>
                  </a:cubicBezTo>
                  <a:cubicBezTo>
                    <a:pt x="680" y="325"/>
                    <a:pt x="697" y="324"/>
                    <a:pt x="715" y="322"/>
                  </a:cubicBezTo>
                  <a:cubicBezTo>
                    <a:pt x="716" y="322"/>
                    <a:pt x="716" y="322"/>
                    <a:pt x="716" y="322"/>
                  </a:cubicBezTo>
                  <a:cubicBezTo>
                    <a:pt x="721" y="322"/>
                    <a:pt x="727" y="324"/>
                    <a:pt x="731" y="326"/>
                  </a:cubicBezTo>
                  <a:cubicBezTo>
                    <a:pt x="733" y="327"/>
                    <a:pt x="734" y="332"/>
                    <a:pt x="734" y="333"/>
                  </a:cubicBezTo>
                  <a:cubicBezTo>
                    <a:pt x="728" y="338"/>
                    <a:pt x="721" y="343"/>
                    <a:pt x="715" y="347"/>
                  </a:cubicBezTo>
                  <a:cubicBezTo>
                    <a:pt x="706" y="353"/>
                    <a:pt x="693" y="352"/>
                    <a:pt x="689" y="366"/>
                  </a:cubicBezTo>
                  <a:cubicBezTo>
                    <a:pt x="689" y="367"/>
                    <a:pt x="686" y="368"/>
                    <a:pt x="684" y="368"/>
                  </a:cubicBezTo>
                  <a:cubicBezTo>
                    <a:pt x="677" y="371"/>
                    <a:pt x="669" y="371"/>
                    <a:pt x="663" y="375"/>
                  </a:cubicBezTo>
                  <a:cubicBezTo>
                    <a:pt x="654" y="382"/>
                    <a:pt x="646" y="387"/>
                    <a:pt x="635" y="388"/>
                  </a:cubicBezTo>
                  <a:cubicBezTo>
                    <a:pt x="631" y="388"/>
                    <a:pt x="628" y="393"/>
                    <a:pt x="625" y="396"/>
                  </a:cubicBezTo>
                  <a:cubicBezTo>
                    <a:pt x="629" y="399"/>
                    <a:pt x="632" y="403"/>
                    <a:pt x="636" y="403"/>
                  </a:cubicBezTo>
                  <a:cubicBezTo>
                    <a:pt x="638" y="404"/>
                    <a:pt x="640" y="404"/>
                    <a:pt x="642" y="404"/>
                  </a:cubicBezTo>
                  <a:cubicBezTo>
                    <a:pt x="643" y="404"/>
                    <a:pt x="645" y="404"/>
                    <a:pt x="646" y="404"/>
                  </a:cubicBezTo>
                  <a:cubicBezTo>
                    <a:pt x="648" y="404"/>
                    <a:pt x="649" y="403"/>
                    <a:pt x="651" y="403"/>
                  </a:cubicBezTo>
                  <a:cubicBezTo>
                    <a:pt x="653" y="403"/>
                    <a:pt x="654" y="404"/>
                    <a:pt x="656" y="404"/>
                  </a:cubicBezTo>
                  <a:cubicBezTo>
                    <a:pt x="669" y="406"/>
                    <a:pt x="685" y="406"/>
                    <a:pt x="693" y="414"/>
                  </a:cubicBezTo>
                  <a:cubicBezTo>
                    <a:pt x="707" y="427"/>
                    <a:pt x="724" y="431"/>
                    <a:pt x="741" y="433"/>
                  </a:cubicBezTo>
                  <a:cubicBezTo>
                    <a:pt x="771" y="438"/>
                    <a:pt x="802" y="439"/>
                    <a:pt x="833" y="441"/>
                  </a:cubicBezTo>
                  <a:cubicBezTo>
                    <a:pt x="836" y="441"/>
                    <a:pt x="838" y="442"/>
                    <a:pt x="841" y="442"/>
                  </a:cubicBezTo>
                  <a:cubicBezTo>
                    <a:pt x="859" y="442"/>
                    <a:pt x="877" y="436"/>
                    <a:pt x="893" y="426"/>
                  </a:cubicBezTo>
                  <a:cubicBezTo>
                    <a:pt x="907" y="417"/>
                    <a:pt x="920" y="408"/>
                    <a:pt x="937" y="403"/>
                  </a:cubicBezTo>
                  <a:cubicBezTo>
                    <a:pt x="940" y="403"/>
                    <a:pt x="943" y="399"/>
                    <a:pt x="944" y="395"/>
                  </a:cubicBezTo>
                  <a:cubicBezTo>
                    <a:pt x="948" y="381"/>
                    <a:pt x="953" y="366"/>
                    <a:pt x="955" y="351"/>
                  </a:cubicBezTo>
                  <a:cubicBezTo>
                    <a:pt x="958" y="301"/>
                    <a:pt x="936" y="285"/>
                    <a:pt x="901" y="265"/>
                  </a:cubicBezTo>
                  <a:cubicBezTo>
                    <a:pt x="883" y="255"/>
                    <a:pt x="861" y="255"/>
                    <a:pt x="849" y="234"/>
                  </a:cubicBezTo>
                  <a:cubicBezTo>
                    <a:pt x="847" y="229"/>
                    <a:pt x="837" y="229"/>
                    <a:pt x="831" y="226"/>
                  </a:cubicBezTo>
                  <a:cubicBezTo>
                    <a:pt x="816" y="222"/>
                    <a:pt x="800" y="223"/>
                    <a:pt x="787" y="214"/>
                  </a:cubicBezTo>
                  <a:cubicBezTo>
                    <a:pt x="787" y="214"/>
                    <a:pt x="786" y="214"/>
                    <a:pt x="786" y="214"/>
                  </a:cubicBezTo>
                  <a:cubicBezTo>
                    <a:pt x="785" y="214"/>
                    <a:pt x="783" y="215"/>
                    <a:pt x="781" y="215"/>
                  </a:cubicBezTo>
                  <a:cubicBezTo>
                    <a:pt x="769" y="217"/>
                    <a:pt x="757" y="219"/>
                    <a:pt x="745" y="221"/>
                  </a:cubicBezTo>
                  <a:cubicBezTo>
                    <a:pt x="733" y="224"/>
                    <a:pt x="721" y="226"/>
                    <a:pt x="709" y="230"/>
                  </a:cubicBezTo>
                  <a:cubicBezTo>
                    <a:pt x="686" y="236"/>
                    <a:pt x="664" y="242"/>
                    <a:pt x="642" y="249"/>
                  </a:cubicBezTo>
                  <a:cubicBezTo>
                    <a:pt x="630" y="253"/>
                    <a:pt x="617" y="257"/>
                    <a:pt x="606" y="264"/>
                  </a:cubicBezTo>
                  <a:cubicBezTo>
                    <a:pt x="591" y="274"/>
                    <a:pt x="573" y="276"/>
                    <a:pt x="557" y="276"/>
                  </a:cubicBezTo>
                  <a:cubicBezTo>
                    <a:pt x="556" y="276"/>
                    <a:pt x="556" y="276"/>
                    <a:pt x="556" y="276"/>
                  </a:cubicBezTo>
                  <a:cubicBezTo>
                    <a:pt x="556" y="276"/>
                    <a:pt x="555" y="276"/>
                    <a:pt x="555" y="276"/>
                  </a:cubicBezTo>
                  <a:cubicBezTo>
                    <a:pt x="542" y="276"/>
                    <a:pt x="537" y="283"/>
                    <a:pt x="531" y="291"/>
                  </a:cubicBezTo>
                  <a:cubicBezTo>
                    <a:pt x="530" y="294"/>
                    <a:pt x="528" y="299"/>
                    <a:pt x="526" y="299"/>
                  </a:cubicBezTo>
                  <a:cubicBezTo>
                    <a:pt x="512" y="304"/>
                    <a:pt x="497" y="307"/>
                    <a:pt x="483" y="311"/>
                  </a:cubicBezTo>
                  <a:cubicBezTo>
                    <a:pt x="463" y="316"/>
                    <a:pt x="442" y="322"/>
                    <a:pt x="422" y="329"/>
                  </a:cubicBezTo>
                  <a:cubicBezTo>
                    <a:pt x="406" y="334"/>
                    <a:pt x="391" y="340"/>
                    <a:pt x="376" y="346"/>
                  </a:cubicBezTo>
                  <a:cubicBezTo>
                    <a:pt x="368" y="350"/>
                    <a:pt x="360" y="354"/>
                    <a:pt x="352" y="358"/>
                  </a:cubicBezTo>
                  <a:cubicBezTo>
                    <a:pt x="333" y="367"/>
                    <a:pt x="314" y="376"/>
                    <a:pt x="296" y="385"/>
                  </a:cubicBezTo>
                  <a:cubicBezTo>
                    <a:pt x="286" y="390"/>
                    <a:pt x="276" y="392"/>
                    <a:pt x="267" y="398"/>
                  </a:cubicBezTo>
                  <a:cubicBezTo>
                    <a:pt x="244" y="411"/>
                    <a:pt x="222" y="426"/>
                    <a:pt x="200" y="440"/>
                  </a:cubicBezTo>
                  <a:cubicBezTo>
                    <a:pt x="188" y="448"/>
                    <a:pt x="176" y="454"/>
                    <a:pt x="164" y="461"/>
                  </a:cubicBezTo>
                  <a:cubicBezTo>
                    <a:pt x="158" y="465"/>
                    <a:pt x="150" y="468"/>
                    <a:pt x="146" y="474"/>
                  </a:cubicBezTo>
                  <a:cubicBezTo>
                    <a:pt x="140" y="484"/>
                    <a:pt x="132" y="491"/>
                    <a:pt x="122" y="495"/>
                  </a:cubicBezTo>
                  <a:cubicBezTo>
                    <a:pt x="110" y="501"/>
                    <a:pt x="98" y="506"/>
                    <a:pt x="85" y="512"/>
                  </a:cubicBezTo>
                  <a:cubicBezTo>
                    <a:pt x="84" y="509"/>
                    <a:pt x="81" y="504"/>
                    <a:pt x="82" y="499"/>
                  </a:cubicBezTo>
                  <a:cubicBezTo>
                    <a:pt x="83" y="490"/>
                    <a:pt x="86" y="482"/>
                    <a:pt x="88" y="474"/>
                  </a:cubicBezTo>
                  <a:cubicBezTo>
                    <a:pt x="92" y="462"/>
                    <a:pt x="95" y="450"/>
                    <a:pt x="100" y="439"/>
                  </a:cubicBezTo>
                  <a:cubicBezTo>
                    <a:pt x="105" y="430"/>
                    <a:pt x="114" y="423"/>
                    <a:pt x="118" y="414"/>
                  </a:cubicBezTo>
                  <a:cubicBezTo>
                    <a:pt x="125" y="398"/>
                    <a:pt x="139" y="391"/>
                    <a:pt x="152" y="384"/>
                  </a:cubicBezTo>
                  <a:cubicBezTo>
                    <a:pt x="170" y="373"/>
                    <a:pt x="189" y="365"/>
                    <a:pt x="208" y="356"/>
                  </a:cubicBezTo>
                  <a:cubicBezTo>
                    <a:pt x="210" y="355"/>
                    <a:pt x="211" y="355"/>
                    <a:pt x="213" y="355"/>
                  </a:cubicBezTo>
                  <a:cubicBezTo>
                    <a:pt x="214" y="355"/>
                    <a:pt x="214" y="355"/>
                    <a:pt x="214" y="355"/>
                  </a:cubicBezTo>
                  <a:cubicBezTo>
                    <a:pt x="220" y="355"/>
                    <a:pt x="225" y="355"/>
                    <a:pt x="231" y="355"/>
                  </a:cubicBezTo>
                  <a:cubicBezTo>
                    <a:pt x="237" y="355"/>
                    <a:pt x="242" y="355"/>
                    <a:pt x="248" y="355"/>
                  </a:cubicBezTo>
                  <a:cubicBezTo>
                    <a:pt x="256" y="355"/>
                    <a:pt x="264" y="355"/>
                    <a:pt x="271" y="354"/>
                  </a:cubicBezTo>
                  <a:cubicBezTo>
                    <a:pt x="284" y="353"/>
                    <a:pt x="297" y="348"/>
                    <a:pt x="306" y="341"/>
                  </a:cubicBezTo>
                  <a:cubicBezTo>
                    <a:pt x="321" y="329"/>
                    <a:pt x="339" y="327"/>
                    <a:pt x="355" y="322"/>
                  </a:cubicBezTo>
                  <a:cubicBezTo>
                    <a:pt x="375" y="316"/>
                    <a:pt x="396" y="313"/>
                    <a:pt x="416" y="308"/>
                  </a:cubicBezTo>
                  <a:cubicBezTo>
                    <a:pt x="425" y="305"/>
                    <a:pt x="433" y="301"/>
                    <a:pt x="441" y="298"/>
                  </a:cubicBezTo>
                  <a:cubicBezTo>
                    <a:pt x="446" y="297"/>
                    <a:pt x="451" y="296"/>
                    <a:pt x="455" y="294"/>
                  </a:cubicBezTo>
                  <a:cubicBezTo>
                    <a:pt x="471" y="286"/>
                    <a:pt x="487" y="280"/>
                    <a:pt x="502" y="269"/>
                  </a:cubicBezTo>
                  <a:cubicBezTo>
                    <a:pt x="519" y="257"/>
                    <a:pt x="540" y="249"/>
                    <a:pt x="559" y="240"/>
                  </a:cubicBezTo>
                  <a:cubicBezTo>
                    <a:pt x="565" y="237"/>
                    <a:pt x="571" y="234"/>
                    <a:pt x="577" y="230"/>
                  </a:cubicBezTo>
                  <a:cubicBezTo>
                    <a:pt x="590" y="223"/>
                    <a:pt x="602" y="215"/>
                    <a:pt x="615" y="207"/>
                  </a:cubicBezTo>
                  <a:cubicBezTo>
                    <a:pt x="626" y="200"/>
                    <a:pt x="640" y="195"/>
                    <a:pt x="649" y="186"/>
                  </a:cubicBezTo>
                  <a:cubicBezTo>
                    <a:pt x="667" y="168"/>
                    <a:pt x="691" y="157"/>
                    <a:pt x="704" y="134"/>
                  </a:cubicBezTo>
                  <a:cubicBezTo>
                    <a:pt x="705" y="133"/>
                    <a:pt x="707" y="132"/>
                    <a:pt x="708" y="131"/>
                  </a:cubicBezTo>
                  <a:cubicBezTo>
                    <a:pt x="712" y="128"/>
                    <a:pt x="716" y="125"/>
                    <a:pt x="718" y="121"/>
                  </a:cubicBezTo>
                  <a:cubicBezTo>
                    <a:pt x="728" y="104"/>
                    <a:pt x="738" y="87"/>
                    <a:pt x="744" y="69"/>
                  </a:cubicBezTo>
                  <a:cubicBezTo>
                    <a:pt x="748" y="59"/>
                    <a:pt x="749" y="46"/>
                    <a:pt x="746" y="35"/>
                  </a:cubicBezTo>
                  <a:cubicBezTo>
                    <a:pt x="743" y="20"/>
                    <a:pt x="734" y="10"/>
                    <a:pt x="716" y="4"/>
                  </a:cubicBezTo>
                  <a:cubicBezTo>
                    <a:pt x="707" y="1"/>
                    <a:pt x="698" y="0"/>
                    <a:pt x="690"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2" name="Freeform 274">
              <a:extLst>
                <a:ext uri="{FF2B5EF4-FFF2-40B4-BE49-F238E27FC236}">
                  <a16:creationId xmlns:a16="http://schemas.microsoft.com/office/drawing/2014/main" id="{4DBCBBAC-1A09-46F2-BBBC-DE045CE61BEB}"/>
                </a:ext>
              </a:extLst>
            </p:cNvPr>
            <p:cNvSpPr>
              <a:spLocks noEditPoints="1"/>
            </p:cNvSpPr>
            <p:nvPr/>
          </p:nvSpPr>
          <p:spPr bwMode="auto">
            <a:xfrm>
              <a:off x="7246392" y="1617110"/>
              <a:ext cx="233019" cy="280192"/>
            </a:xfrm>
            <a:custGeom>
              <a:avLst/>
              <a:gdLst>
                <a:gd name="T0" fmla="*/ 381 w 640"/>
                <a:gd name="T1" fmla="*/ 108 h 768"/>
                <a:gd name="T2" fmla="*/ 381 w 640"/>
                <a:gd name="T3" fmla="*/ 108 h 768"/>
                <a:gd name="T4" fmla="*/ 351 w 640"/>
                <a:gd name="T5" fmla="*/ 14 h 768"/>
                <a:gd name="T6" fmla="*/ 251 w 640"/>
                <a:gd name="T7" fmla="*/ 63 h 768"/>
                <a:gd name="T8" fmla="*/ 185 w 640"/>
                <a:gd name="T9" fmla="*/ 136 h 768"/>
                <a:gd name="T10" fmla="*/ 238 w 640"/>
                <a:gd name="T11" fmla="*/ 153 h 768"/>
                <a:gd name="T12" fmla="*/ 260 w 640"/>
                <a:gd name="T13" fmla="*/ 133 h 768"/>
                <a:gd name="T14" fmla="*/ 326 w 640"/>
                <a:gd name="T15" fmla="*/ 96 h 768"/>
                <a:gd name="T16" fmla="*/ 439 w 640"/>
                <a:gd name="T17" fmla="*/ 58 h 768"/>
                <a:gd name="T18" fmla="*/ 453 w 640"/>
                <a:gd name="T19" fmla="*/ 62 h 768"/>
                <a:gd name="T20" fmla="*/ 408 w 640"/>
                <a:gd name="T21" fmla="*/ 96 h 768"/>
                <a:gd name="T22" fmla="*/ 383 w 640"/>
                <a:gd name="T23" fmla="*/ 109 h 768"/>
                <a:gd name="T24" fmla="*/ 381 w 640"/>
                <a:gd name="T25" fmla="*/ 108 h 768"/>
                <a:gd name="T26" fmla="*/ 326 w 640"/>
                <a:gd name="T27" fmla="*/ 160 h 768"/>
                <a:gd name="T28" fmla="*/ 321 w 640"/>
                <a:gd name="T29" fmla="*/ 218 h 768"/>
                <a:gd name="T30" fmla="*/ 328 w 640"/>
                <a:gd name="T31" fmla="*/ 254 h 768"/>
                <a:gd name="T32" fmla="*/ 199 w 640"/>
                <a:gd name="T33" fmla="*/ 293 h 768"/>
                <a:gd name="T34" fmla="*/ 163 w 640"/>
                <a:gd name="T35" fmla="*/ 306 h 768"/>
                <a:gd name="T36" fmla="*/ 149 w 640"/>
                <a:gd name="T37" fmla="*/ 320 h 768"/>
                <a:gd name="T38" fmla="*/ 199 w 640"/>
                <a:gd name="T39" fmla="*/ 375 h 768"/>
                <a:gd name="T40" fmla="*/ 272 w 640"/>
                <a:gd name="T41" fmla="*/ 397 h 768"/>
                <a:gd name="T42" fmla="*/ 316 w 640"/>
                <a:gd name="T43" fmla="*/ 397 h 768"/>
                <a:gd name="T44" fmla="*/ 337 w 640"/>
                <a:gd name="T45" fmla="*/ 397 h 768"/>
                <a:gd name="T46" fmla="*/ 350 w 640"/>
                <a:gd name="T47" fmla="*/ 458 h 768"/>
                <a:gd name="T48" fmla="*/ 343 w 640"/>
                <a:gd name="T49" fmla="*/ 545 h 768"/>
                <a:gd name="T50" fmla="*/ 337 w 640"/>
                <a:gd name="T51" fmla="*/ 581 h 768"/>
                <a:gd name="T52" fmla="*/ 260 w 640"/>
                <a:gd name="T53" fmla="*/ 630 h 768"/>
                <a:gd name="T54" fmla="*/ 249 w 640"/>
                <a:gd name="T55" fmla="*/ 629 h 768"/>
                <a:gd name="T56" fmla="*/ 214 w 640"/>
                <a:gd name="T57" fmla="*/ 636 h 768"/>
                <a:gd name="T58" fmla="*/ 175 w 640"/>
                <a:gd name="T59" fmla="*/ 636 h 768"/>
                <a:gd name="T60" fmla="*/ 48 w 640"/>
                <a:gd name="T61" fmla="*/ 636 h 768"/>
                <a:gd name="T62" fmla="*/ 0 w 640"/>
                <a:gd name="T63" fmla="*/ 651 h 768"/>
                <a:gd name="T64" fmla="*/ 51 w 640"/>
                <a:gd name="T65" fmla="*/ 683 h 768"/>
                <a:gd name="T66" fmla="*/ 131 w 640"/>
                <a:gd name="T67" fmla="*/ 716 h 768"/>
                <a:gd name="T68" fmla="*/ 150 w 640"/>
                <a:gd name="T69" fmla="*/ 730 h 768"/>
                <a:gd name="T70" fmla="*/ 279 w 640"/>
                <a:gd name="T71" fmla="*/ 768 h 768"/>
                <a:gd name="T72" fmla="*/ 331 w 640"/>
                <a:gd name="T73" fmla="*/ 762 h 768"/>
                <a:gd name="T74" fmla="*/ 420 w 640"/>
                <a:gd name="T75" fmla="*/ 722 h 768"/>
                <a:gd name="T76" fmla="*/ 452 w 640"/>
                <a:gd name="T77" fmla="*/ 691 h 768"/>
                <a:gd name="T78" fmla="*/ 465 w 640"/>
                <a:gd name="T79" fmla="*/ 637 h 768"/>
                <a:gd name="T80" fmla="*/ 451 w 640"/>
                <a:gd name="T81" fmla="*/ 563 h 768"/>
                <a:gd name="T82" fmla="*/ 445 w 640"/>
                <a:gd name="T83" fmla="*/ 483 h 768"/>
                <a:gd name="T84" fmla="*/ 439 w 640"/>
                <a:gd name="T85" fmla="*/ 400 h 768"/>
                <a:gd name="T86" fmla="*/ 481 w 640"/>
                <a:gd name="T87" fmla="*/ 373 h 768"/>
                <a:gd name="T88" fmla="*/ 623 w 640"/>
                <a:gd name="T89" fmla="*/ 310 h 768"/>
                <a:gd name="T90" fmla="*/ 610 w 640"/>
                <a:gd name="T91" fmla="*/ 228 h 768"/>
                <a:gd name="T92" fmla="*/ 546 w 640"/>
                <a:gd name="T93" fmla="*/ 198 h 768"/>
                <a:gd name="T94" fmla="*/ 494 w 640"/>
                <a:gd name="T95" fmla="*/ 198 h 768"/>
                <a:gd name="T96" fmla="*/ 485 w 640"/>
                <a:gd name="T97" fmla="*/ 198 h 768"/>
                <a:gd name="T98" fmla="*/ 410 w 640"/>
                <a:gd name="T99" fmla="*/ 202 h 768"/>
                <a:gd name="T100" fmla="*/ 418 w 640"/>
                <a:gd name="T101" fmla="*/ 166 h 768"/>
                <a:gd name="T102" fmla="*/ 536 w 640"/>
                <a:gd name="T103" fmla="*/ 88 h 768"/>
                <a:gd name="T104" fmla="*/ 555 w 640"/>
                <a:gd name="T105" fmla="*/ 34 h 768"/>
                <a:gd name="T106" fmla="*/ 519 w 640"/>
                <a:gd name="T107" fmla="*/ 6 h 768"/>
                <a:gd name="T108" fmla="*/ 511 w 640"/>
                <a:gd name="T109" fmla="*/ 6 h 768"/>
                <a:gd name="T110" fmla="*/ 503 w 640"/>
                <a:gd name="T111" fmla="*/ 7 h 768"/>
                <a:gd name="T112" fmla="*/ 418 w 640"/>
                <a:gd name="T113"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0" h="768">
                  <a:moveTo>
                    <a:pt x="381" y="108"/>
                  </a:moveTo>
                  <a:cubicBezTo>
                    <a:pt x="381" y="108"/>
                    <a:pt x="381" y="108"/>
                    <a:pt x="381" y="108"/>
                  </a:cubicBezTo>
                  <a:cubicBezTo>
                    <a:pt x="381" y="108"/>
                    <a:pt x="381" y="108"/>
                    <a:pt x="381" y="108"/>
                  </a:cubicBezTo>
                  <a:cubicBezTo>
                    <a:pt x="381" y="108"/>
                    <a:pt x="381" y="108"/>
                    <a:pt x="381" y="108"/>
                  </a:cubicBezTo>
                  <a:moveTo>
                    <a:pt x="418" y="0"/>
                  </a:moveTo>
                  <a:cubicBezTo>
                    <a:pt x="394" y="0"/>
                    <a:pt x="373" y="9"/>
                    <a:pt x="351" y="14"/>
                  </a:cubicBezTo>
                  <a:cubicBezTo>
                    <a:pt x="333" y="18"/>
                    <a:pt x="316" y="27"/>
                    <a:pt x="298" y="34"/>
                  </a:cubicBezTo>
                  <a:cubicBezTo>
                    <a:pt x="281" y="41"/>
                    <a:pt x="266" y="52"/>
                    <a:pt x="251" y="63"/>
                  </a:cubicBezTo>
                  <a:cubicBezTo>
                    <a:pt x="231" y="79"/>
                    <a:pt x="208" y="89"/>
                    <a:pt x="189" y="106"/>
                  </a:cubicBezTo>
                  <a:cubicBezTo>
                    <a:pt x="182" y="113"/>
                    <a:pt x="178" y="131"/>
                    <a:pt x="185" y="136"/>
                  </a:cubicBezTo>
                  <a:cubicBezTo>
                    <a:pt x="198" y="147"/>
                    <a:pt x="213" y="154"/>
                    <a:pt x="230" y="154"/>
                  </a:cubicBezTo>
                  <a:cubicBezTo>
                    <a:pt x="232" y="154"/>
                    <a:pt x="235" y="154"/>
                    <a:pt x="238" y="153"/>
                  </a:cubicBezTo>
                  <a:cubicBezTo>
                    <a:pt x="240" y="153"/>
                    <a:pt x="243" y="151"/>
                    <a:pt x="245" y="149"/>
                  </a:cubicBezTo>
                  <a:cubicBezTo>
                    <a:pt x="250" y="144"/>
                    <a:pt x="254" y="137"/>
                    <a:pt x="260" y="133"/>
                  </a:cubicBezTo>
                  <a:cubicBezTo>
                    <a:pt x="274" y="123"/>
                    <a:pt x="285" y="108"/>
                    <a:pt x="304" y="105"/>
                  </a:cubicBezTo>
                  <a:cubicBezTo>
                    <a:pt x="312" y="103"/>
                    <a:pt x="319" y="99"/>
                    <a:pt x="326" y="96"/>
                  </a:cubicBezTo>
                  <a:cubicBezTo>
                    <a:pt x="342" y="90"/>
                    <a:pt x="357" y="80"/>
                    <a:pt x="374" y="77"/>
                  </a:cubicBezTo>
                  <a:cubicBezTo>
                    <a:pt x="396" y="72"/>
                    <a:pt x="418" y="69"/>
                    <a:pt x="439" y="58"/>
                  </a:cubicBezTo>
                  <a:cubicBezTo>
                    <a:pt x="439" y="58"/>
                    <a:pt x="440" y="58"/>
                    <a:pt x="440" y="58"/>
                  </a:cubicBezTo>
                  <a:cubicBezTo>
                    <a:pt x="444" y="58"/>
                    <a:pt x="449" y="61"/>
                    <a:pt x="453" y="62"/>
                  </a:cubicBezTo>
                  <a:cubicBezTo>
                    <a:pt x="451" y="66"/>
                    <a:pt x="449" y="71"/>
                    <a:pt x="445" y="73"/>
                  </a:cubicBezTo>
                  <a:cubicBezTo>
                    <a:pt x="433" y="82"/>
                    <a:pt x="421" y="89"/>
                    <a:pt x="408" y="96"/>
                  </a:cubicBezTo>
                  <a:cubicBezTo>
                    <a:pt x="400" y="101"/>
                    <a:pt x="392" y="105"/>
                    <a:pt x="384" y="109"/>
                  </a:cubicBezTo>
                  <a:cubicBezTo>
                    <a:pt x="384" y="109"/>
                    <a:pt x="383" y="109"/>
                    <a:pt x="383" y="109"/>
                  </a:cubicBezTo>
                  <a:cubicBezTo>
                    <a:pt x="383" y="109"/>
                    <a:pt x="382" y="109"/>
                    <a:pt x="381" y="108"/>
                  </a:cubicBezTo>
                  <a:cubicBezTo>
                    <a:pt x="381" y="108"/>
                    <a:pt x="381" y="108"/>
                    <a:pt x="381" y="108"/>
                  </a:cubicBezTo>
                  <a:cubicBezTo>
                    <a:pt x="373" y="116"/>
                    <a:pt x="367" y="123"/>
                    <a:pt x="360" y="130"/>
                  </a:cubicBezTo>
                  <a:cubicBezTo>
                    <a:pt x="349" y="140"/>
                    <a:pt x="337" y="150"/>
                    <a:pt x="326" y="160"/>
                  </a:cubicBezTo>
                  <a:cubicBezTo>
                    <a:pt x="320" y="166"/>
                    <a:pt x="316" y="173"/>
                    <a:pt x="311" y="180"/>
                  </a:cubicBezTo>
                  <a:cubicBezTo>
                    <a:pt x="303" y="192"/>
                    <a:pt x="307" y="214"/>
                    <a:pt x="321" y="218"/>
                  </a:cubicBezTo>
                  <a:cubicBezTo>
                    <a:pt x="329" y="220"/>
                    <a:pt x="333" y="225"/>
                    <a:pt x="336" y="231"/>
                  </a:cubicBezTo>
                  <a:cubicBezTo>
                    <a:pt x="343" y="242"/>
                    <a:pt x="340" y="251"/>
                    <a:pt x="328" y="254"/>
                  </a:cubicBezTo>
                  <a:cubicBezTo>
                    <a:pt x="293" y="265"/>
                    <a:pt x="257" y="276"/>
                    <a:pt x="221" y="287"/>
                  </a:cubicBezTo>
                  <a:cubicBezTo>
                    <a:pt x="214" y="289"/>
                    <a:pt x="204" y="289"/>
                    <a:pt x="199" y="293"/>
                  </a:cubicBezTo>
                  <a:cubicBezTo>
                    <a:pt x="188" y="302"/>
                    <a:pt x="178" y="306"/>
                    <a:pt x="165" y="306"/>
                  </a:cubicBezTo>
                  <a:cubicBezTo>
                    <a:pt x="164" y="306"/>
                    <a:pt x="163" y="306"/>
                    <a:pt x="163" y="306"/>
                  </a:cubicBezTo>
                  <a:cubicBezTo>
                    <a:pt x="163" y="306"/>
                    <a:pt x="162" y="306"/>
                    <a:pt x="162" y="306"/>
                  </a:cubicBezTo>
                  <a:cubicBezTo>
                    <a:pt x="154" y="306"/>
                    <a:pt x="148" y="311"/>
                    <a:pt x="149" y="320"/>
                  </a:cubicBezTo>
                  <a:cubicBezTo>
                    <a:pt x="150" y="334"/>
                    <a:pt x="159" y="342"/>
                    <a:pt x="169" y="350"/>
                  </a:cubicBezTo>
                  <a:cubicBezTo>
                    <a:pt x="180" y="358"/>
                    <a:pt x="191" y="365"/>
                    <a:pt x="199" y="375"/>
                  </a:cubicBezTo>
                  <a:cubicBezTo>
                    <a:pt x="207" y="383"/>
                    <a:pt x="216" y="389"/>
                    <a:pt x="225" y="392"/>
                  </a:cubicBezTo>
                  <a:cubicBezTo>
                    <a:pt x="240" y="395"/>
                    <a:pt x="256" y="396"/>
                    <a:pt x="272" y="397"/>
                  </a:cubicBezTo>
                  <a:cubicBezTo>
                    <a:pt x="280" y="397"/>
                    <a:pt x="289" y="397"/>
                    <a:pt x="298" y="397"/>
                  </a:cubicBezTo>
                  <a:cubicBezTo>
                    <a:pt x="304" y="397"/>
                    <a:pt x="310" y="397"/>
                    <a:pt x="316" y="397"/>
                  </a:cubicBezTo>
                  <a:cubicBezTo>
                    <a:pt x="322" y="397"/>
                    <a:pt x="328" y="397"/>
                    <a:pt x="334" y="397"/>
                  </a:cubicBezTo>
                  <a:cubicBezTo>
                    <a:pt x="335" y="397"/>
                    <a:pt x="336" y="397"/>
                    <a:pt x="337" y="397"/>
                  </a:cubicBezTo>
                  <a:cubicBezTo>
                    <a:pt x="345" y="397"/>
                    <a:pt x="358" y="412"/>
                    <a:pt x="354" y="419"/>
                  </a:cubicBezTo>
                  <a:cubicBezTo>
                    <a:pt x="348" y="432"/>
                    <a:pt x="351" y="445"/>
                    <a:pt x="350" y="458"/>
                  </a:cubicBezTo>
                  <a:cubicBezTo>
                    <a:pt x="350" y="464"/>
                    <a:pt x="351" y="471"/>
                    <a:pt x="350" y="478"/>
                  </a:cubicBezTo>
                  <a:cubicBezTo>
                    <a:pt x="346" y="500"/>
                    <a:pt x="342" y="522"/>
                    <a:pt x="343" y="545"/>
                  </a:cubicBezTo>
                  <a:cubicBezTo>
                    <a:pt x="343" y="548"/>
                    <a:pt x="343" y="550"/>
                    <a:pt x="343" y="552"/>
                  </a:cubicBezTo>
                  <a:cubicBezTo>
                    <a:pt x="341" y="562"/>
                    <a:pt x="337" y="571"/>
                    <a:pt x="337" y="581"/>
                  </a:cubicBezTo>
                  <a:cubicBezTo>
                    <a:pt x="336" y="598"/>
                    <a:pt x="330" y="613"/>
                    <a:pt x="313" y="616"/>
                  </a:cubicBezTo>
                  <a:cubicBezTo>
                    <a:pt x="295" y="620"/>
                    <a:pt x="278" y="630"/>
                    <a:pt x="260" y="630"/>
                  </a:cubicBezTo>
                  <a:cubicBezTo>
                    <a:pt x="257" y="630"/>
                    <a:pt x="253" y="630"/>
                    <a:pt x="250" y="629"/>
                  </a:cubicBezTo>
                  <a:cubicBezTo>
                    <a:pt x="249" y="629"/>
                    <a:pt x="249" y="629"/>
                    <a:pt x="249" y="629"/>
                  </a:cubicBezTo>
                  <a:cubicBezTo>
                    <a:pt x="247" y="629"/>
                    <a:pt x="244" y="631"/>
                    <a:pt x="242" y="631"/>
                  </a:cubicBezTo>
                  <a:cubicBezTo>
                    <a:pt x="233" y="633"/>
                    <a:pt x="223" y="635"/>
                    <a:pt x="214" y="636"/>
                  </a:cubicBezTo>
                  <a:cubicBezTo>
                    <a:pt x="209" y="636"/>
                    <a:pt x="203" y="636"/>
                    <a:pt x="198" y="636"/>
                  </a:cubicBezTo>
                  <a:cubicBezTo>
                    <a:pt x="190" y="636"/>
                    <a:pt x="183" y="636"/>
                    <a:pt x="175" y="636"/>
                  </a:cubicBezTo>
                  <a:cubicBezTo>
                    <a:pt x="151" y="636"/>
                    <a:pt x="128" y="636"/>
                    <a:pt x="104" y="636"/>
                  </a:cubicBezTo>
                  <a:cubicBezTo>
                    <a:pt x="86" y="636"/>
                    <a:pt x="67" y="636"/>
                    <a:pt x="48" y="636"/>
                  </a:cubicBezTo>
                  <a:cubicBezTo>
                    <a:pt x="35" y="637"/>
                    <a:pt x="21" y="640"/>
                    <a:pt x="8" y="643"/>
                  </a:cubicBezTo>
                  <a:cubicBezTo>
                    <a:pt x="5" y="644"/>
                    <a:pt x="0" y="649"/>
                    <a:pt x="0" y="651"/>
                  </a:cubicBezTo>
                  <a:cubicBezTo>
                    <a:pt x="0" y="655"/>
                    <a:pt x="3" y="660"/>
                    <a:pt x="7" y="662"/>
                  </a:cubicBezTo>
                  <a:cubicBezTo>
                    <a:pt x="21" y="669"/>
                    <a:pt x="36" y="676"/>
                    <a:pt x="51" y="683"/>
                  </a:cubicBezTo>
                  <a:cubicBezTo>
                    <a:pt x="62" y="688"/>
                    <a:pt x="73" y="694"/>
                    <a:pt x="85" y="699"/>
                  </a:cubicBezTo>
                  <a:cubicBezTo>
                    <a:pt x="100" y="705"/>
                    <a:pt x="116" y="710"/>
                    <a:pt x="131" y="716"/>
                  </a:cubicBezTo>
                  <a:cubicBezTo>
                    <a:pt x="134" y="717"/>
                    <a:pt x="136" y="721"/>
                    <a:pt x="138" y="722"/>
                  </a:cubicBezTo>
                  <a:cubicBezTo>
                    <a:pt x="142" y="725"/>
                    <a:pt x="146" y="728"/>
                    <a:pt x="150" y="730"/>
                  </a:cubicBezTo>
                  <a:cubicBezTo>
                    <a:pt x="166" y="736"/>
                    <a:pt x="182" y="741"/>
                    <a:pt x="197" y="747"/>
                  </a:cubicBezTo>
                  <a:cubicBezTo>
                    <a:pt x="223" y="757"/>
                    <a:pt x="250" y="768"/>
                    <a:pt x="279" y="768"/>
                  </a:cubicBezTo>
                  <a:cubicBezTo>
                    <a:pt x="283" y="768"/>
                    <a:pt x="288" y="768"/>
                    <a:pt x="292" y="767"/>
                  </a:cubicBezTo>
                  <a:cubicBezTo>
                    <a:pt x="305" y="766"/>
                    <a:pt x="319" y="765"/>
                    <a:pt x="331" y="762"/>
                  </a:cubicBezTo>
                  <a:cubicBezTo>
                    <a:pt x="344" y="759"/>
                    <a:pt x="356" y="754"/>
                    <a:pt x="369" y="750"/>
                  </a:cubicBezTo>
                  <a:cubicBezTo>
                    <a:pt x="387" y="743"/>
                    <a:pt x="405" y="736"/>
                    <a:pt x="420" y="722"/>
                  </a:cubicBezTo>
                  <a:cubicBezTo>
                    <a:pt x="423" y="719"/>
                    <a:pt x="428" y="717"/>
                    <a:pt x="431" y="714"/>
                  </a:cubicBezTo>
                  <a:cubicBezTo>
                    <a:pt x="438" y="706"/>
                    <a:pt x="447" y="700"/>
                    <a:pt x="452" y="691"/>
                  </a:cubicBezTo>
                  <a:cubicBezTo>
                    <a:pt x="457" y="683"/>
                    <a:pt x="460" y="673"/>
                    <a:pt x="463" y="664"/>
                  </a:cubicBezTo>
                  <a:cubicBezTo>
                    <a:pt x="464" y="655"/>
                    <a:pt x="466" y="646"/>
                    <a:pt x="465" y="637"/>
                  </a:cubicBezTo>
                  <a:cubicBezTo>
                    <a:pt x="461" y="613"/>
                    <a:pt x="456" y="590"/>
                    <a:pt x="451" y="567"/>
                  </a:cubicBezTo>
                  <a:cubicBezTo>
                    <a:pt x="451" y="565"/>
                    <a:pt x="451" y="564"/>
                    <a:pt x="451" y="563"/>
                  </a:cubicBezTo>
                  <a:cubicBezTo>
                    <a:pt x="456" y="545"/>
                    <a:pt x="445" y="530"/>
                    <a:pt x="444" y="513"/>
                  </a:cubicBezTo>
                  <a:cubicBezTo>
                    <a:pt x="443" y="503"/>
                    <a:pt x="438" y="493"/>
                    <a:pt x="445" y="483"/>
                  </a:cubicBezTo>
                  <a:cubicBezTo>
                    <a:pt x="447" y="480"/>
                    <a:pt x="447" y="473"/>
                    <a:pt x="446" y="469"/>
                  </a:cubicBezTo>
                  <a:cubicBezTo>
                    <a:pt x="444" y="446"/>
                    <a:pt x="442" y="423"/>
                    <a:pt x="439" y="400"/>
                  </a:cubicBezTo>
                  <a:cubicBezTo>
                    <a:pt x="438" y="388"/>
                    <a:pt x="444" y="383"/>
                    <a:pt x="454" y="380"/>
                  </a:cubicBezTo>
                  <a:cubicBezTo>
                    <a:pt x="463" y="378"/>
                    <a:pt x="472" y="376"/>
                    <a:pt x="481" y="373"/>
                  </a:cubicBezTo>
                  <a:cubicBezTo>
                    <a:pt x="495" y="368"/>
                    <a:pt x="508" y="361"/>
                    <a:pt x="522" y="357"/>
                  </a:cubicBezTo>
                  <a:cubicBezTo>
                    <a:pt x="558" y="346"/>
                    <a:pt x="591" y="329"/>
                    <a:pt x="623" y="310"/>
                  </a:cubicBezTo>
                  <a:cubicBezTo>
                    <a:pt x="627" y="308"/>
                    <a:pt x="629" y="305"/>
                    <a:pt x="631" y="301"/>
                  </a:cubicBezTo>
                  <a:cubicBezTo>
                    <a:pt x="640" y="282"/>
                    <a:pt x="628" y="240"/>
                    <a:pt x="610" y="228"/>
                  </a:cubicBezTo>
                  <a:cubicBezTo>
                    <a:pt x="600" y="222"/>
                    <a:pt x="589" y="215"/>
                    <a:pt x="577" y="210"/>
                  </a:cubicBezTo>
                  <a:cubicBezTo>
                    <a:pt x="568" y="205"/>
                    <a:pt x="557" y="199"/>
                    <a:pt x="546" y="198"/>
                  </a:cubicBezTo>
                  <a:cubicBezTo>
                    <a:pt x="539" y="198"/>
                    <a:pt x="532" y="197"/>
                    <a:pt x="525" y="197"/>
                  </a:cubicBezTo>
                  <a:cubicBezTo>
                    <a:pt x="514" y="197"/>
                    <a:pt x="504" y="198"/>
                    <a:pt x="494" y="198"/>
                  </a:cubicBezTo>
                  <a:cubicBezTo>
                    <a:pt x="493" y="198"/>
                    <a:pt x="492" y="198"/>
                    <a:pt x="491" y="198"/>
                  </a:cubicBezTo>
                  <a:cubicBezTo>
                    <a:pt x="489" y="198"/>
                    <a:pt x="487" y="198"/>
                    <a:pt x="485" y="198"/>
                  </a:cubicBezTo>
                  <a:cubicBezTo>
                    <a:pt x="462" y="205"/>
                    <a:pt x="439" y="211"/>
                    <a:pt x="416" y="217"/>
                  </a:cubicBezTo>
                  <a:cubicBezTo>
                    <a:pt x="414" y="211"/>
                    <a:pt x="411" y="207"/>
                    <a:pt x="410" y="202"/>
                  </a:cubicBezTo>
                  <a:cubicBezTo>
                    <a:pt x="409" y="197"/>
                    <a:pt x="408" y="192"/>
                    <a:pt x="407" y="187"/>
                  </a:cubicBezTo>
                  <a:cubicBezTo>
                    <a:pt x="404" y="177"/>
                    <a:pt x="407" y="168"/>
                    <a:pt x="418" y="166"/>
                  </a:cubicBezTo>
                  <a:cubicBezTo>
                    <a:pt x="438" y="162"/>
                    <a:pt x="453" y="146"/>
                    <a:pt x="470" y="135"/>
                  </a:cubicBezTo>
                  <a:cubicBezTo>
                    <a:pt x="492" y="120"/>
                    <a:pt x="513" y="103"/>
                    <a:pt x="536" y="88"/>
                  </a:cubicBezTo>
                  <a:cubicBezTo>
                    <a:pt x="549" y="79"/>
                    <a:pt x="556" y="67"/>
                    <a:pt x="558" y="51"/>
                  </a:cubicBezTo>
                  <a:cubicBezTo>
                    <a:pt x="559" y="46"/>
                    <a:pt x="558" y="39"/>
                    <a:pt x="555" y="34"/>
                  </a:cubicBezTo>
                  <a:cubicBezTo>
                    <a:pt x="549" y="25"/>
                    <a:pt x="543" y="17"/>
                    <a:pt x="535" y="10"/>
                  </a:cubicBezTo>
                  <a:cubicBezTo>
                    <a:pt x="531" y="6"/>
                    <a:pt x="524" y="6"/>
                    <a:pt x="519" y="6"/>
                  </a:cubicBezTo>
                  <a:cubicBezTo>
                    <a:pt x="518" y="6"/>
                    <a:pt x="518" y="6"/>
                    <a:pt x="517" y="6"/>
                  </a:cubicBezTo>
                  <a:cubicBezTo>
                    <a:pt x="515" y="6"/>
                    <a:pt x="513" y="6"/>
                    <a:pt x="511" y="6"/>
                  </a:cubicBezTo>
                  <a:cubicBezTo>
                    <a:pt x="508" y="7"/>
                    <a:pt x="506" y="7"/>
                    <a:pt x="504" y="7"/>
                  </a:cubicBezTo>
                  <a:cubicBezTo>
                    <a:pt x="504" y="7"/>
                    <a:pt x="503" y="7"/>
                    <a:pt x="503" y="7"/>
                  </a:cubicBezTo>
                  <a:cubicBezTo>
                    <a:pt x="479" y="5"/>
                    <a:pt x="454" y="4"/>
                    <a:pt x="430" y="1"/>
                  </a:cubicBezTo>
                  <a:cubicBezTo>
                    <a:pt x="426" y="0"/>
                    <a:pt x="422" y="0"/>
                    <a:pt x="418"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3" name="Freeform 275">
              <a:extLst>
                <a:ext uri="{FF2B5EF4-FFF2-40B4-BE49-F238E27FC236}">
                  <a16:creationId xmlns:a16="http://schemas.microsoft.com/office/drawing/2014/main" id="{0CC41383-F4AD-4B74-BA07-3269B9512135}"/>
                </a:ext>
              </a:extLst>
            </p:cNvPr>
            <p:cNvSpPr>
              <a:spLocks/>
            </p:cNvSpPr>
            <p:nvPr/>
          </p:nvSpPr>
          <p:spPr bwMode="auto">
            <a:xfrm>
              <a:off x="6437944" y="1456070"/>
              <a:ext cx="446518" cy="515244"/>
            </a:xfrm>
            <a:custGeom>
              <a:avLst/>
              <a:gdLst>
                <a:gd name="T0" fmla="*/ 848 w 1226"/>
                <a:gd name="T1" fmla="*/ 24 h 1411"/>
                <a:gd name="T2" fmla="*/ 876 w 1226"/>
                <a:gd name="T3" fmla="*/ 176 h 1411"/>
                <a:gd name="T4" fmla="*/ 862 w 1226"/>
                <a:gd name="T5" fmla="*/ 390 h 1411"/>
                <a:gd name="T6" fmla="*/ 779 w 1226"/>
                <a:gd name="T7" fmla="*/ 442 h 1411"/>
                <a:gd name="T8" fmla="*/ 748 w 1226"/>
                <a:gd name="T9" fmla="*/ 425 h 1411"/>
                <a:gd name="T10" fmla="*/ 770 w 1226"/>
                <a:gd name="T11" fmla="*/ 264 h 1411"/>
                <a:gd name="T12" fmla="*/ 574 w 1226"/>
                <a:gd name="T13" fmla="*/ 360 h 1411"/>
                <a:gd name="T14" fmla="*/ 440 w 1226"/>
                <a:gd name="T15" fmla="*/ 518 h 1411"/>
                <a:gd name="T16" fmla="*/ 488 w 1226"/>
                <a:gd name="T17" fmla="*/ 399 h 1411"/>
                <a:gd name="T18" fmla="*/ 397 w 1226"/>
                <a:gd name="T19" fmla="*/ 347 h 1411"/>
                <a:gd name="T20" fmla="*/ 354 w 1226"/>
                <a:gd name="T21" fmla="*/ 427 h 1411"/>
                <a:gd name="T22" fmla="*/ 199 w 1226"/>
                <a:gd name="T23" fmla="*/ 557 h 1411"/>
                <a:gd name="T24" fmla="*/ 70 w 1226"/>
                <a:gd name="T25" fmla="*/ 587 h 1411"/>
                <a:gd name="T26" fmla="*/ 26 w 1226"/>
                <a:gd name="T27" fmla="*/ 582 h 1411"/>
                <a:gd name="T28" fmla="*/ 3 w 1226"/>
                <a:gd name="T29" fmla="*/ 631 h 1411"/>
                <a:gd name="T30" fmla="*/ 113 w 1226"/>
                <a:gd name="T31" fmla="*/ 697 h 1411"/>
                <a:gd name="T32" fmla="*/ 268 w 1226"/>
                <a:gd name="T33" fmla="*/ 623 h 1411"/>
                <a:gd name="T34" fmla="*/ 234 w 1226"/>
                <a:gd name="T35" fmla="*/ 765 h 1411"/>
                <a:gd name="T36" fmla="*/ 179 w 1226"/>
                <a:gd name="T37" fmla="*/ 920 h 1411"/>
                <a:gd name="T38" fmla="*/ 255 w 1226"/>
                <a:gd name="T39" fmla="*/ 959 h 1411"/>
                <a:gd name="T40" fmla="*/ 354 w 1226"/>
                <a:gd name="T41" fmla="*/ 877 h 1411"/>
                <a:gd name="T42" fmla="*/ 358 w 1226"/>
                <a:gd name="T43" fmla="*/ 912 h 1411"/>
                <a:gd name="T44" fmla="*/ 353 w 1226"/>
                <a:gd name="T45" fmla="*/ 1060 h 1411"/>
                <a:gd name="T46" fmla="*/ 400 w 1226"/>
                <a:gd name="T47" fmla="*/ 1160 h 1411"/>
                <a:gd name="T48" fmla="*/ 443 w 1226"/>
                <a:gd name="T49" fmla="*/ 1051 h 1411"/>
                <a:gd name="T50" fmla="*/ 434 w 1226"/>
                <a:gd name="T51" fmla="*/ 962 h 1411"/>
                <a:gd name="T52" fmla="*/ 446 w 1226"/>
                <a:gd name="T53" fmla="*/ 814 h 1411"/>
                <a:gd name="T54" fmla="*/ 485 w 1226"/>
                <a:gd name="T55" fmla="*/ 624 h 1411"/>
                <a:gd name="T56" fmla="*/ 573 w 1226"/>
                <a:gd name="T57" fmla="*/ 486 h 1411"/>
                <a:gd name="T58" fmla="*/ 646 w 1226"/>
                <a:gd name="T59" fmla="*/ 401 h 1411"/>
                <a:gd name="T60" fmla="*/ 670 w 1226"/>
                <a:gd name="T61" fmla="*/ 560 h 1411"/>
                <a:gd name="T62" fmla="*/ 682 w 1226"/>
                <a:gd name="T63" fmla="*/ 613 h 1411"/>
                <a:gd name="T64" fmla="*/ 498 w 1226"/>
                <a:gd name="T65" fmla="*/ 776 h 1411"/>
                <a:gd name="T66" fmla="*/ 526 w 1226"/>
                <a:gd name="T67" fmla="*/ 859 h 1411"/>
                <a:gd name="T68" fmla="*/ 557 w 1226"/>
                <a:gd name="T69" fmla="*/ 855 h 1411"/>
                <a:gd name="T70" fmla="*/ 776 w 1226"/>
                <a:gd name="T71" fmla="*/ 713 h 1411"/>
                <a:gd name="T72" fmla="*/ 855 w 1226"/>
                <a:gd name="T73" fmla="*/ 703 h 1411"/>
                <a:gd name="T74" fmla="*/ 896 w 1226"/>
                <a:gd name="T75" fmla="*/ 1148 h 1411"/>
                <a:gd name="T76" fmla="*/ 931 w 1226"/>
                <a:gd name="T77" fmla="*/ 1406 h 1411"/>
                <a:gd name="T78" fmla="*/ 985 w 1226"/>
                <a:gd name="T79" fmla="*/ 1328 h 1411"/>
                <a:gd name="T80" fmla="*/ 1019 w 1226"/>
                <a:gd name="T81" fmla="*/ 1094 h 1411"/>
                <a:gd name="T82" fmla="*/ 1017 w 1226"/>
                <a:gd name="T83" fmla="*/ 973 h 1411"/>
                <a:gd name="T84" fmla="*/ 1007 w 1226"/>
                <a:gd name="T85" fmla="*/ 804 h 1411"/>
                <a:gd name="T86" fmla="*/ 1005 w 1226"/>
                <a:gd name="T87" fmla="*/ 693 h 1411"/>
                <a:gd name="T88" fmla="*/ 1006 w 1226"/>
                <a:gd name="T89" fmla="*/ 684 h 1411"/>
                <a:gd name="T90" fmla="*/ 1089 w 1226"/>
                <a:gd name="T91" fmla="*/ 592 h 1411"/>
                <a:gd name="T92" fmla="*/ 1179 w 1226"/>
                <a:gd name="T93" fmla="*/ 461 h 1411"/>
                <a:gd name="T94" fmla="*/ 1119 w 1226"/>
                <a:gd name="T95" fmla="*/ 453 h 1411"/>
                <a:gd name="T96" fmla="*/ 1054 w 1226"/>
                <a:gd name="T97" fmla="*/ 462 h 1411"/>
                <a:gd name="T98" fmla="*/ 989 w 1226"/>
                <a:gd name="T99" fmla="*/ 387 h 1411"/>
                <a:gd name="T100" fmla="*/ 995 w 1226"/>
                <a:gd name="T101" fmla="*/ 141 h 1411"/>
                <a:gd name="T102" fmla="*/ 911 w 1226"/>
                <a:gd name="T103" fmla="*/ 0 h 1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6" h="1411">
                  <a:moveTo>
                    <a:pt x="911" y="0"/>
                  </a:moveTo>
                  <a:cubicBezTo>
                    <a:pt x="905" y="0"/>
                    <a:pt x="899" y="0"/>
                    <a:pt x="893" y="1"/>
                  </a:cubicBezTo>
                  <a:cubicBezTo>
                    <a:pt x="880" y="3"/>
                    <a:pt x="867" y="9"/>
                    <a:pt x="854" y="13"/>
                  </a:cubicBezTo>
                  <a:cubicBezTo>
                    <a:pt x="851" y="15"/>
                    <a:pt x="848" y="21"/>
                    <a:pt x="848" y="24"/>
                  </a:cubicBezTo>
                  <a:cubicBezTo>
                    <a:pt x="852" y="40"/>
                    <a:pt x="855" y="56"/>
                    <a:pt x="860" y="72"/>
                  </a:cubicBezTo>
                  <a:cubicBezTo>
                    <a:pt x="863" y="82"/>
                    <a:pt x="869" y="92"/>
                    <a:pt x="871" y="103"/>
                  </a:cubicBezTo>
                  <a:cubicBezTo>
                    <a:pt x="874" y="118"/>
                    <a:pt x="873" y="134"/>
                    <a:pt x="874" y="150"/>
                  </a:cubicBezTo>
                  <a:cubicBezTo>
                    <a:pt x="875" y="159"/>
                    <a:pt x="878" y="168"/>
                    <a:pt x="876" y="176"/>
                  </a:cubicBezTo>
                  <a:cubicBezTo>
                    <a:pt x="869" y="200"/>
                    <a:pt x="872" y="223"/>
                    <a:pt x="873" y="247"/>
                  </a:cubicBezTo>
                  <a:cubicBezTo>
                    <a:pt x="873" y="262"/>
                    <a:pt x="873" y="276"/>
                    <a:pt x="871" y="290"/>
                  </a:cubicBezTo>
                  <a:cubicBezTo>
                    <a:pt x="870" y="304"/>
                    <a:pt x="863" y="316"/>
                    <a:pt x="867" y="331"/>
                  </a:cubicBezTo>
                  <a:cubicBezTo>
                    <a:pt x="872" y="350"/>
                    <a:pt x="856" y="367"/>
                    <a:pt x="862" y="390"/>
                  </a:cubicBezTo>
                  <a:cubicBezTo>
                    <a:pt x="868" y="418"/>
                    <a:pt x="862" y="450"/>
                    <a:pt x="861" y="480"/>
                  </a:cubicBezTo>
                  <a:cubicBezTo>
                    <a:pt x="861" y="491"/>
                    <a:pt x="856" y="498"/>
                    <a:pt x="843" y="500"/>
                  </a:cubicBezTo>
                  <a:cubicBezTo>
                    <a:pt x="839" y="469"/>
                    <a:pt x="823" y="450"/>
                    <a:pt x="794" y="443"/>
                  </a:cubicBezTo>
                  <a:cubicBezTo>
                    <a:pt x="789" y="442"/>
                    <a:pt x="784" y="442"/>
                    <a:pt x="779" y="442"/>
                  </a:cubicBezTo>
                  <a:cubicBezTo>
                    <a:pt x="776" y="442"/>
                    <a:pt x="773" y="442"/>
                    <a:pt x="770" y="442"/>
                  </a:cubicBezTo>
                  <a:cubicBezTo>
                    <a:pt x="767" y="442"/>
                    <a:pt x="764" y="442"/>
                    <a:pt x="762" y="442"/>
                  </a:cubicBezTo>
                  <a:cubicBezTo>
                    <a:pt x="760" y="442"/>
                    <a:pt x="758" y="442"/>
                    <a:pt x="757" y="442"/>
                  </a:cubicBezTo>
                  <a:cubicBezTo>
                    <a:pt x="745" y="441"/>
                    <a:pt x="742" y="435"/>
                    <a:pt x="748" y="425"/>
                  </a:cubicBezTo>
                  <a:cubicBezTo>
                    <a:pt x="764" y="399"/>
                    <a:pt x="787" y="379"/>
                    <a:pt x="810" y="360"/>
                  </a:cubicBezTo>
                  <a:cubicBezTo>
                    <a:pt x="831" y="342"/>
                    <a:pt x="839" y="322"/>
                    <a:pt x="831" y="296"/>
                  </a:cubicBezTo>
                  <a:cubicBezTo>
                    <a:pt x="827" y="281"/>
                    <a:pt x="797" y="263"/>
                    <a:pt x="777" y="263"/>
                  </a:cubicBezTo>
                  <a:cubicBezTo>
                    <a:pt x="774" y="263"/>
                    <a:pt x="772" y="264"/>
                    <a:pt x="770" y="264"/>
                  </a:cubicBezTo>
                  <a:cubicBezTo>
                    <a:pt x="748" y="270"/>
                    <a:pt x="727" y="275"/>
                    <a:pt x="707" y="283"/>
                  </a:cubicBezTo>
                  <a:cubicBezTo>
                    <a:pt x="687" y="290"/>
                    <a:pt x="668" y="301"/>
                    <a:pt x="649" y="310"/>
                  </a:cubicBezTo>
                  <a:cubicBezTo>
                    <a:pt x="640" y="315"/>
                    <a:pt x="631" y="319"/>
                    <a:pt x="623" y="324"/>
                  </a:cubicBezTo>
                  <a:cubicBezTo>
                    <a:pt x="606" y="336"/>
                    <a:pt x="590" y="347"/>
                    <a:pt x="574" y="360"/>
                  </a:cubicBezTo>
                  <a:cubicBezTo>
                    <a:pt x="566" y="365"/>
                    <a:pt x="559" y="371"/>
                    <a:pt x="554" y="378"/>
                  </a:cubicBezTo>
                  <a:cubicBezTo>
                    <a:pt x="545" y="389"/>
                    <a:pt x="539" y="402"/>
                    <a:pt x="531" y="413"/>
                  </a:cubicBezTo>
                  <a:cubicBezTo>
                    <a:pt x="508" y="440"/>
                    <a:pt x="487" y="467"/>
                    <a:pt x="471" y="498"/>
                  </a:cubicBezTo>
                  <a:cubicBezTo>
                    <a:pt x="466" y="509"/>
                    <a:pt x="456" y="517"/>
                    <a:pt x="440" y="518"/>
                  </a:cubicBezTo>
                  <a:cubicBezTo>
                    <a:pt x="441" y="512"/>
                    <a:pt x="440" y="506"/>
                    <a:pt x="442" y="502"/>
                  </a:cubicBezTo>
                  <a:cubicBezTo>
                    <a:pt x="446" y="493"/>
                    <a:pt x="451" y="484"/>
                    <a:pt x="455" y="475"/>
                  </a:cubicBezTo>
                  <a:cubicBezTo>
                    <a:pt x="457" y="469"/>
                    <a:pt x="470" y="449"/>
                    <a:pt x="472" y="445"/>
                  </a:cubicBezTo>
                  <a:cubicBezTo>
                    <a:pt x="480" y="431"/>
                    <a:pt x="500" y="422"/>
                    <a:pt x="488" y="399"/>
                  </a:cubicBezTo>
                  <a:cubicBezTo>
                    <a:pt x="478" y="383"/>
                    <a:pt x="474" y="363"/>
                    <a:pt x="465" y="346"/>
                  </a:cubicBezTo>
                  <a:cubicBezTo>
                    <a:pt x="460" y="338"/>
                    <a:pt x="451" y="331"/>
                    <a:pt x="442" y="327"/>
                  </a:cubicBezTo>
                  <a:cubicBezTo>
                    <a:pt x="437" y="325"/>
                    <a:pt x="433" y="324"/>
                    <a:pt x="429" y="324"/>
                  </a:cubicBezTo>
                  <a:cubicBezTo>
                    <a:pt x="414" y="324"/>
                    <a:pt x="403" y="336"/>
                    <a:pt x="397" y="347"/>
                  </a:cubicBezTo>
                  <a:cubicBezTo>
                    <a:pt x="384" y="367"/>
                    <a:pt x="377" y="391"/>
                    <a:pt x="369" y="414"/>
                  </a:cubicBezTo>
                  <a:cubicBezTo>
                    <a:pt x="366" y="421"/>
                    <a:pt x="364" y="427"/>
                    <a:pt x="355" y="427"/>
                  </a:cubicBezTo>
                  <a:cubicBezTo>
                    <a:pt x="355" y="427"/>
                    <a:pt x="355" y="427"/>
                    <a:pt x="355" y="427"/>
                  </a:cubicBezTo>
                  <a:cubicBezTo>
                    <a:pt x="354" y="427"/>
                    <a:pt x="354" y="427"/>
                    <a:pt x="354" y="427"/>
                  </a:cubicBezTo>
                  <a:cubicBezTo>
                    <a:pt x="350" y="427"/>
                    <a:pt x="342" y="429"/>
                    <a:pt x="341" y="433"/>
                  </a:cubicBezTo>
                  <a:cubicBezTo>
                    <a:pt x="334" y="454"/>
                    <a:pt x="315" y="465"/>
                    <a:pt x="301" y="480"/>
                  </a:cubicBezTo>
                  <a:cubicBezTo>
                    <a:pt x="286" y="493"/>
                    <a:pt x="270" y="504"/>
                    <a:pt x="254" y="516"/>
                  </a:cubicBezTo>
                  <a:cubicBezTo>
                    <a:pt x="236" y="530"/>
                    <a:pt x="218" y="544"/>
                    <a:pt x="199" y="557"/>
                  </a:cubicBezTo>
                  <a:cubicBezTo>
                    <a:pt x="185" y="566"/>
                    <a:pt x="171" y="575"/>
                    <a:pt x="156" y="581"/>
                  </a:cubicBezTo>
                  <a:cubicBezTo>
                    <a:pt x="140" y="588"/>
                    <a:pt x="123" y="592"/>
                    <a:pt x="106" y="595"/>
                  </a:cubicBezTo>
                  <a:cubicBezTo>
                    <a:pt x="101" y="597"/>
                    <a:pt x="95" y="598"/>
                    <a:pt x="89" y="598"/>
                  </a:cubicBezTo>
                  <a:cubicBezTo>
                    <a:pt x="82" y="598"/>
                    <a:pt x="75" y="596"/>
                    <a:pt x="70" y="587"/>
                  </a:cubicBezTo>
                  <a:cubicBezTo>
                    <a:pt x="69" y="586"/>
                    <a:pt x="66" y="585"/>
                    <a:pt x="64" y="584"/>
                  </a:cubicBezTo>
                  <a:cubicBezTo>
                    <a:pt x="58" y="581"/>
                    <a:pt x="52" y="580"/>
                    <a:pt x="47" y="580"/>
                  </a:cubicBezTo>
                  <a:cubicBezTo>
                    <a:pt x="43" y="580"/>
                    <a:pt x="40" y="581"/>
                    <a:pt x="36" y="581"/>
                  </a:cubicBezTo>
                  <a:cubicBezTo>
                    <a:pt x="33" y="581"/>
                    <a:pt x="29" y="582"/>
                    <a:pt x="26" y="582"/>
                  </a:cubicBezTo>
                  <a:cubicBezTo>
                    <a:pt x="25" y="582"/>
                    <a:pt x="24" y="581"/>
                    <a:pt x="23" y="581"/>
                  </a:cubicBezTo>
                  <a:cubicBezTo>
                    <a:pt x="22" y="581"/>
                    <a:pt x="22" y="581"/>
                    <a:pt x="21" y="581"/>
                  </a:cubicBezTo>
                  <a:cubicBezTo>
                    <a:pt x="8" y="581"/>
                    <a:pt x="4" y="590"/>
                    <a:pt x="3" y="601"/>
                  </a:cubicBezTo>
                  <a:cubicBezTo>
                    <a:pt x="3" y="611"/>
                    <a:pt x="4" y="621"/>
                    <a:pt x="3" y="631"/>
                  </a:cubicBezTo>
                  <a:cubicBezTo>
                    <a:pt x="0" y="652"/>
                    <a:pt x="7" y="669"/>
                    <a:pt x="26" y="680"/>
                  </a:cubicBezTo>
                  <a:cubicBezTo>
                    <a:pt x="37" y="685"/>
                    <a:pt x="47" y="693"/>
                    <a:pt x="58" y="695"/>
                  </a:cubicBezTo>
                  <a:cubicBezTo>
                    <a:pt x="70" y="698"/>
                    <a:pt x="81" y="702"/>
                    <a:pt x="93" y="702"/>
                  </a:cubicBezTo>
                  <a:cubicBezTo>
                    <a:pt x="100" y="702"/>
                    <a:pt x="106" y="701"/>
                    <a:pt x="113" y="697"/>
                  </a:cubicBezTo>
                  <a:cubicBezTo>
                    <a:pt x="129" y="689"/>
                    <a:pt x="146" y="689"/>
                    <a:pt x="162" y="677"/>
                  </a:cubicBezTo>
                  <a:cubicBezTo>
                    <a:pt x="183" y="661"/>
                    <a:pt x="209" y="652"/>
                    <a:pt x="233" y="640"/>
                  </a:cubicBezTo>
                  <a:cubicBezTo>
                    <a:pt x="242" y="635"/>
                    <a:pt x="251" y="629"/>
                    <a:pt x="262" y="625"/>
                  </a:cubicBezTo>
                  <a:cubicBezTo>
                    <a:pt x="264" y="624"/>
                    <a:pt x="266" y="623"/>
                    <a:pt x="268" y="623"/>
                  </a:cubicBezTo>
                  <a:cubicBezTo>
                    <a:pt x="275" y="623"/>
                    <a:pt x="281" y="629"/>
                    <a:pt x="279" y="635"/>
                  </a:cubicBezTo>
                  <a:cubicBezTo>
                    <a:pt x="276" y="645"/>
                    <a:pt x="271" y="655"/>
                    <a:pt x="268" y="666"/>
                  </a:cubicBezTo>
                  <a:cubicBezTo>
                    <a:pt x="260" y="692"/>
                    <a:pt x="243" y="716"/>
                    <a:pt x="241" y="744"/>
                  </a:cubicBezTo>
                  <a:cubicBezTo>
                    <a:pt x="241" y="751"/>
                    <a:pt x="237" y="758"/>
                    <a:pt x="234" y="765"/>
                  </a:cubicBezTo>
                  <a:cubicBezTo>
                    <a:pt x="225" y="787"/>
                    <a:pt x="206" y="803"/>
                    <a:pt x="193" y="824"/>
                  </a:cubicBezTo>
                  <a:cubicBezTo>
                    <a:pt x="181" y="844"/>
                    <a:pt x="175" y="862"/>
                    <a:pt x="177" y="884"/>
                  </a:cubicBezTo>
                  <a:cubicBezTo>
                    <a:pt x="177" y="894"/>
                    <a:pt x="177" y="903"/>
                    <a:pt x="177" y="913"/>
                  </a:cubicBezTo>
                  <a:cubicBezTo>
                    <a:pt x="177" y="915"/>
                    <a:pt x="178" y="918"/>
                    <a:pt x="179" y="920"/>
                  </a:cubicBezTo>
                  <a:cubicBezTo>
                    <a:pt x="186" y="934"/>
                    <a:pt x="193" y="948"/>
                    <a:pt x="201" y="961"/>
                  </a:cubicBezTo>
                  <a:cubicBezTo>
                    <a:pt x="204" y="966"/>
                    <a:pt x="207" y="971"/>
                    <a:pt x="213" y="971"/>
                  </a:cubicBezTo>
                  <a:cubicBezTo>
                    <a:pt x="214" y="971"/>
                    <a:pt x="215" y="971"/>
                    <a:pt x="217" y="971"/>
                  </a:cubicBezTo>
                  <a:cubicBezTo>
                    <a:pt x="230" y="967"/>
                    <a:pt x="245" y="966"/>
                    <a:pt x="255" y="959"/>
                  </a:cubicBezTo>
                  <a:cubicBezTo>
                    <a:pt x="266" y="948"/>
                    <a:pt x="280" y="945"/>
                    <a:pt x="292" y="939"/>
                  </a:cubicBezTo>
                  <a:cubicBezTo>
                    <a:pt x="301" y="935"/>
                    <a:pt x="314" y="929"/>
                    <a:pt x="314" y="922"/>
                  </a:cubicBezTo>
                  <a:cubicBezTo>
                    <a:pt x="317" y="898"/>
                    <a:pt x="337" y="891"/>
                    <a:pt x="351" y="877"/>
                  </a:cubicBezTo>
                  <a:cubicBezTo>
                    <a:pt x="351" y="877"/>
                    <a:pt x="353" y="877"/>
                    <a:pt x="354" y="877"/>
                  </a:cubicBezTo>
                  <a:cubicBezTo>
                    <a:pt x="354" y="877"/>
                    <a:pt x="355" y="877"/>
                    <a:pt x="355" y="877"/>
                  </a:cubicBezTo>
                  <a:cubicBezTo>
                    <a:pt x="356" y="877"/>
                    <a:pt x="356" y="877"/>
                    <a:pt x="357" y="877"/>
                  </a:cubicBezTo>
                  <a:cubicBezTo>
                    <a:pt x="357" y="877"/>
                    <a:pt x="358" y="877"/>
                    <a:pt x="358" y="877"/>
                  </a:cubicBezTo>
                  <a:cubicBezTo>
                    <a:pt x="358" y="889"/>
                    <a:pt x="358" y="901"/>
                    <a:pt x="358" y="912"/>
                  </a:cubicBezTo>
                  <a:cubicBezTo>
                    <a:pt x="358" y="925"/>
                    <a:pt x="359" y="938"/>
                    <a:pt x="358" y="951"/>
                  </a:cubicBezTo>
                  <a:cubicBezTo>
                    <a:pt x="358" y="956"/>
                    <a:pt x="354" y="960"/>
                    <a:pt x="353" y="965"/>
                  </a:cubicBezTo>
                  <a:cubicBezTo>
                    <a:pt x="352" y="985"/>
                    <a:pt x="351" y="1006"/>
                    <a:pt x="351" y="1026"/>
                  </a:cubicBezTo>
                  <a:cubicBezTo>
                    <a:pt x="351" y="1037"/>
                    <a:pt x="353" y="1049"/>
                    <a:pt x="353" y="1060"/>
                  </a:cubicBezTo>
                  <a:cubicBezTo>
                    <a:pt x="354" y="1074"/>
                    <a:pt x="353" y="1087"/>
                    <a:pt x="354" y="1100"/>
                  </a:cubicBezTo>
                  <a:cubicBezTo>
                    <a:pt x="354" y="1105"/>
                    <a:pt x="356" y="1111"/>
                    <a:pt x="359" y="1114"/>
                  </a:cubicBezTo>
                  <a:cubicBezTo>
                    <a:pt x="369" y="1128"/>
                    <a:pt x="380" y="1141"/>
                    <a:pt x="391" y="1154"/>
                  </a:cubicBezTo>
                  <a:cubicBezTo>
                    <a:pt x="394" y="1157"/>
                    <a:pt x="396" y="1160"/>
                    <a:pt x="400" y="1160"/>
                  </a:cubicBezTo>
                  <a:cubicBezTo>
                    <a:pt x="402" y="1160"/>
                    <a:pt x="406" y="1158"/>
                    <a:pt x="409" y="1154"/>
                  </a:cubicBezTo>
                  <a:cubicBezTo>
                    <a:pt x="427" y="1134"/>
                    <a:pt x="430" y="1109"/>
                    <a:pt x="441" y="1087"/>
                  </a:cubicBezTo>
                  <a:cubicBezTo>
                    <a:pt x="442" y="1085"/>
                    <a:pt x="441" y="1083"/>
                    <a:pt x="441" y="1081"/>
                  </a:cubicBezTo>
                  <a:cubicBezTo>
                    <a:pt x="441" y="1072"/>
                    <a:pt x="442" y="1063"/>
                    <a:pt x="443" y="1051"/>
                  </a:cubicBezTo>
                  <a:cubicBezTo>
                    <a:pt x="443" y="1051"/>
                    <a:pt x="438" y="1049"/>
                    <a:pt x="438" y="1047"/>
                  </a:cubicBezTo>
                  <a:cubicBezTo>
                    <a:pt x="438" y="1035"/>
                    <a:pt x="440" y="1024"/>
                    <a:pt x="440" y="1012"/>
                  </a:cubicBezTo>
                  <a:cubicBezTo>
                    <a:pt x="439" y="1003"/>
                    <a:pt x="437" y="994"/>
                    <a:pt x="436" y="986"/>
                  </a:cubicBezTo>
                  <a:cubicBezTo>
                    <a:pt x="435" y="978"/>
                    <a:pt x="434" y="970"/>
                    <a:pt x="434" y="962"/>
                  </a:cubicBezTo>
                  <a:cubicBezTo>
                    <a:pt x="434" y="941"/>
                    <a:pt x="443" y="921"/>
                    <a:pt x="433" y="900"/>
                  </a:cubicBezTo>
                  <a:cubicBezTo>
                    <a:pt x="432" y="898"/>
                    <a:pt x="432" y="895"/>
                    <a:pt x="432" y="892"/>
                  </a:cubicBezTo>
                  <a:cubicBezTo>
                    <a:pt x="433" y="877"/>
                    <a:pt x="433" y="863"/>
                    <a:pt x="434" y="848"/>
                  </a:cubicBezTo>
                  <a:cubicBezTo>
                    <a:pt x="436" y="837"/>
                    <a:pt x="422" y="820"/>
                    <a:pt x="446" y="814"/>
                  </a:cubicBezTo>
                  <a:cubicBezTo>
                    <a:pt x="432" y="811"/>
                    <a:pt x="428" y="801"/>
                    <a:pt x="428" y="791"/>
                  </a:cubicBezTo>
                  <a:cubicBezTo>
                    <a:pt x="427" y="770"/>
                    <a:pt x="431" y="748"/>
                    <a:pt x="429" y="727"/>
                  </a:cubicBezTo>
                  <a:cubicBezTo>
                    <a:pt x="427" y="710"/>
                    <a:pt x="434" y="696"/>
                    <a:pt x="442" y="683"/>
                  </a:cubicBezTo>
                  <a:cubicBezTo>
                    <a:pt x="456" y="663"/>
                    <a:pt x="471" y="644"/>
                    <a:pt x="485" y="624"/>
                  </a:cubicBezTo>
                  <a:cubicBezTo>
                    <a:pt x="492" y="613"/>
                    <a:pt x="497" y="600"/>
                    <a:pt x="504" y="590"/>
                  </a:cubicBezTo>
                  <a:cubicBezTo>
                    <a:pt x="512" y="579"/>
                    <a:pt x="521" y="569"/>
                    <a:pt x="529" y="559"/>
                  </a:cubicBezTo>
                  <a:cubicBezTo>
                    <a:pt x="536" y="549"/>
                    <a:pt x="543" y="539"/>
                    <a:pt x="549" y="529"/>
                  </a:cubicBezTo>
                  <a:cubicBezTo>
                    <a:pt x="556" y="514"/>
                    <a:pt x="570" y="504"/>
                    <a:pt x="573" y="486"/>
                  </a:cubicBezTo>
                  <a:cubicBezTo>
                    <a:pt x="575" y="473"/>
                    <a:pt x="582" y="460"/>
                    <a:pt x="590" y="449"/>
                  </a:cubicBezTo>
                  <a:cubicBezTo>
                    <a:pt x="602" y="433"/>
                    <a:pt x="617" y="419"/>
                    <a:pt x="631" y="405"/>
                  </a:cubicBezTo>
                  <a:cubicBezTo>
                    <a:pt x="634" y="403"/>
                    <a:pt x="639" y="401"/>
                    <a:pt x="643" y="401"/>
                  </a:cubicBezTo>
                  <a:cubicBezTo>
                    <a:pt x="644" y="401"/>
                    <a:pt x="645" y="401"/>
                    <a:pt x="646" y="401"/>
                  </a:cubicBezTo>
                  <a:cubicBezTo>
                    <a:pt x="650" y="403"/>
                    <a:pt x="657" y="411"/>
                    <a:pt x="656" y="413"/>
                  </a:cubicBezTo>
                  <a:cubicBezTo>
                    <a:pt x="652" y="424"/>
                    <a:pt x="646" y="434"/>
                    <a:pt x="641" y="445"/>
                  </a:cubicBezTo>
                  <a:cubicBezTo>
                    <a:pt x="628" y="469"/>
                    <a:pt x="620" y="494"/>
                    <a:pt x="625" y="522"/>
                  </a:cubicBezTo>
                  <a:cubicBezTo>
                    <a:pt x="630" y="547"/>
                    <a:pt x="645" y="560"/>
                    <a:pt x="670" y="560"/>
                  </a:cubicBezTo>
                  <a:cubicBezTo>
                    <a:pt x="670" y="560"/>
                    <a:pt x="671" y="560"/>
                    <a:pt x="671" y="560"/>
                  </a:cubicBezTo>
                  <a:cubicBezTo>
                    <a:pt x="682" y="560"/>
                    <a:pt x="692" y="558"/>
                    <a:pt x="702" y="557"/>
                  </a:cubicBezTo>
                  <a:cubicBezTo>
                    <a:pt x="702" y="566"/>
                    <a:pt x="704" y="574"/>
                    <a:pt x="702" y="581"/>
                  </a:cubicBezTo>
                  <a:cubicBezTo>
                    <a:pt x="697" y="592"/>
                    <a:pt x="688" y="602"/>
                    <a:pt x="682" y="613"/>
                  </a:cubicBezTo>
                  <a:cubicBezTo>
                    <a:pt x="671" y="634"/>
                    <a:pt x="650" y="645"/>
                    <a:pt x="632" y="658"/>
                  </a:cubicBezTo>
                  <a:cubicBezTo>
                    <a:pt x="609" y="674"/>
                    <a:pt x="587" y="693"/>
                    <a:pt x="562" y="707"/>
                  </a:cubicBezTo>
                  <a:cubicBezTo>
                    <a:pt x="541" y="720"/>
                    <a:pt x="525" y="742"/>
                    <a:pt x="508" y="760"/>
                  </a:cubicBezTo>
                  <a:cubicBezTo>
                    <a:pt x="503" y="765"/>
                    <a:pt x="501" y="771"/>
                    <a:pt x="498" y="776"/>
                  </a:cubicBezTo>
                  <a:cubicBezTo>
                    <a:pt x="497" y="781"/>
                    <a:pt x="496" y="786"/>
                    <a:pt x="495" y="791"/>
                  </a:cubicBezTo>
                  <a:cubicBezTo>
                    <a:pt x="494" y="797"/>
                    <a:pt x="495" y="804"/>
                    <a:pt x="493" y="809"/>
                  </a:cubicBezTo>
                  <a:cubicBezTo>
                    <a:pt x="489" y="820"/>
                    <a:pt x="490" y="844"/>
                    <a:pt x="498" y="848"/>
                  </a:cubicBezTo>
                  <a:cubicBezTo>
                    <a:pt x="507" y="853"/>
                    <a:pt x="516" y="859"/>
                    <a:pt x="526" y="859"/>
                  </a:cubicBezTo>
                  <a:cubicBezTo>
                    <a:pt x="532" y="859"/>
                    <a:pt x="537" y="858"/>
                    <a:pt x="543" y="854"/>
                  </a:cubicBezTo>
                  <a:cubicBezTo>
                    <a:pt x="544" y="853"/>
                    <a:pt x="545" y="853"/>
                    <a:pt x="547" y="853"/>
                  </a:cubicBezTo>
                  <a:cubicBezTo>
                    <a:pt x="548" y="853"/>
                    <a:pt x="549" y="853"/>
                    <a:pt x="549" y="853"/>
                  </a:cubicBezTo>
                  <a:cubicBezTo>
                    <a:pt x="552" y="855"/>
                    <a:pt x="554" y="855"/>
                    <a:pt x="557" y="855"/>
                  </a:cubicBezTo>
                  <a:cubicBezTo>
                    <a:pt x="562" y="855"/>
                    <a:pt x="567" y="852"/>
                    <a:pt x="572" y="849"/>
                  </a:cubicBezTo>
                  <a:cubicBezTo>
                    <a:pt x="605" y="828"/>
                    <a:pt x="638" y="808"/>
                    <a:pt x="671" y="787"/>
                  </a:cubicBezTo>
                  <a:cubicBezTo>
                    <a:pt x="689" y="775"/>
                    <a:pt x="706" y="764"/>
                    <a:pt x="723" y="752"/>
                  </a:cubicBezTo>
                  <a:cubicBezTo>
                    <a:pt x="741" y="739"/>
                    <a:pt x="758" y="725"/>
                    <a:pt x="776" y="713"/>
                  </a:cubicBezTo>
                  <a:cubicBezTo>
                    <a:pt x="790" y="704"/>
                    <a:pt x="806" y="697"/>
                    <a:pt x="821" y="690"/>
                  </a:cubicBezTo>
                  <a:cubicBezTo>
                    <a:pt x="823" y="688"/>
                    <a:pt x="825" y="688"/>
                    <a:pt x="828" y="687"/>
                  </a:cubicBezTo>
                  <a:cubicBezTo>
                    <a:pt x="833" y="683"/>
                    <a:pt x="838" y="681"/>
                    <a:pt x="842" y="681"/>
                  </a:cubicBezTo>
                  <a:cubicBezTo>
                    <a:pt x="851" y="681"/>
                    <a:pt x="855" y="690"/>
                    <a:pt x="855" y="703"/>
                  </a:cubicBezTo>
                  <a:cubicBezTo>
                    <a:pt x="856" y="724"/>
                    <a:pt x="855" y="746"/>
                    <a:pt x="857" y="768"/>
                  </a:cubicBezTo>
                  <a:cubicBezTo>
                    <a:pt x="860" y="795"/>
                    <a:pt x="876" y="957"/>
                    <a:pt x="884" y="987"/>
                  </a:cubicBezTo>
                  <a:cubicBezTo>
                    <a:pt x="889" y="1005"/>
                    <a:pt x="886" y="1024"/>
                    <a:pt x="889" y="1043"/>
                  </a:cubicBezTo>
                  <a:cubicBezTo>
                    <a:pt x="893" y="1078"/>
                    <a:pt x="892" y="1113"/>
                    <a:pt x="896" y="1148"/>
                  </a:cubicBezTo>
                  <a:cubicBezTo>
                    <a:pt x="899" y="1170"/>
                    <a:pt x="898" y="1194"/>
                    <a:pt x="902" y="1215"/>
                  </a:cubicBezTo>
                  <a:cubicBezTo>
                    <a:pt x="908" y="1241"/>
                    <a:pt x="902" y="1266"/>
                    <a:pt x="910" y="1292"/>
                  </a:cubicBezTo>
                  <a:cubicBezTo>
                    <a:pt x="917" y="1316"/>
                    <a:pt x="915" y="1342"/>
                    <a:pt x="916" y="1367"/>
                  </a:cubicBezTo>
                  <a:cubicBezTo>
                    <a:pt x="917" y="1382"/>
                    <a:pt x="920" y="1396"/>
                    <a:pt x="931" y="1406"/>
                  </a:cubicBezTo>
                  <a:cubicBezTo>
                    <a:pt x="935" y="1409"/>
                    <a:pt x="937" y="1411"/>
                    <a:pt x="940" y="1411"/>
                  </a:cubicBezTo>
                  <a:cubicBezTo>
                    <a:pt x="943" y="1411"/>
                    <a:pt x="946" y="1408"/>
                    <a:pt x="948" y="1402"/>
                  </a:cubicBezTo>
                  <a:cubicBezTo>
                    <a:pt x="951" y="1393"/>
                    <a:pt x="953" y="1381"/>
                    <a:pt x="959" y="1374"/>
                  </a:cubicBezTo>
                  <a:cubicBezTo>
                    <a:pt x="972" y="1361"/>
                    <a:pt x="981" y="1346"/>
                    <a:pt x="985" y="1328"/>
                  </a:cubicBezTo>
                  <a:cubicBezTo>
                    <a:pt x="989" y="1305"/>
                    <a:pt x="1000" y="1285"/>
                    <a:pt x="1009" y="1263"/>
                  </a:cubicBezTo>
                  <a:cubicBezTo>
                    <a:pt x="1014" y="1251"/>
                    <a:pt x="1017" y="1238"/>
                    <a:pt x="1018" y="1225"/>
                  </a:cubicBezTo>
                  <a:cubicBezTo>
                    <a:pt x="1019" y="1203"/>
                    <a:pt x="1013" y="1181"/>
                    <a:pt x="1017" y="1159"/>
                  </a:cubicBezTo>
                  <a:cubicBezTo>
                    <a:pt x="1021" y="1137"/>
                    <a:pt x="1018" y="1116"/>
                    <a:pt x="1019" y="1094"/>
                  </a:cubicBezTo>
                  <a:cubicBezTo>
                    <a:pt x="1019" y="1087"/>
                    <a:pt x="1022" y="1080"/>
                    <a:pt x="1021" y="1074"/>
                  </a:cubicBezTo>
                  <a:cubicBezTo>
                    <a:pt x="1019" y="1059"/>
                    <a:pt x="1017" y="1046"/>
                    <a:pt x="1021" y="1031"/>
                  </a:cubicBezTo>
                  <a:cubicBezTo>
                    <a:pt x="1023" y="1025"/>
                    <a:pt x="1021" y="1018"/>
                    <a:pt x="1020" y="1012"/>
                  </a:cubicBezTo>
                  <a:cubicBezTo>
                    <a:pt x="1019" y="999"/>
                    <a:pt x="1018" y="986"/>
                    <a:pt x="1017" y="973"/>
                  </a:cubicBezTo>
                  <a:cubicBezTo>
                    <a:pt x="1016" y="962"/>
                    <a:pt x="1014" y="950"/>
                    <a:pt x="1013" y="939"/>
                  </a:cubicBezTo>
                  <a:cubicBezTo>
                    <a:pt x="1013" y="933"/>
                    <a:pt x="1011" y="927"/>
                    <a:pt x="1011" y="921"/>
                  </a:cubicBezTo>
                  <a:cubicBezTo>
                    <a:pt x="1011" y="898"/>
                    <a:pt x="1012" y="875"/>
                    <a:pt x="1011" y="852"/>
                  </a:cubicBezTo>
                  <a:cubicBezTo>
                    <a:pt x="1011" y="836"/>
                    <a:pt x="1008" y="820"/>
                    <a:pt x="1007" y="804"/>
                  </a:cubicBezTo>
                  <a:cubicBezTo>
                    <a:pt x="1006" y="796"/>
                    <a:pt x="1007" y="787"/>
                    <a:pt x="1007" y="779"/>
                  </a:cubicBezTo>
                  <a:cubicBezTo>
                    <a:pt x="1007" y="773"/>
                    <a:pt x="1006" y="718"/>
                    <a:pt x="1006" y="695"/>
                  </a:cubicBezTo>
                  <a:cubicBezTo>
                    <a:pt x="1006" y="692"/>
                    <a:pt x="1006" y="690"/>
                    <a:pt x="1005" y="688"/>
                  </a:cubicBezTo>
                  <a:cubicBezTo>
                    <a:pt x="1005" y="692"/>
                    <a:pt x="1005" y="693"/>
                    <a:pt x="1005" y="693"/>
                  </a:cubicBezTo>
                  <a:cubicBezTo>
                    <a:pt x="1005" y="693"/>
                    <a:pt x="1005" y="691"/>
                    <a:pt x="1005" y="690"/>
                  </a:cubicBezTo>
                  <a:cubicBezTo>
                    <a:pt x="1005" y="688"/>
                    <a:pt x="1005" y="687"/>
                    <a:pt x="1005" y="687"/>
                  </a:cubicBezTo>
                  <a:cubicBezTo>
                    <a:pt x="1005" y="687"/>
                    <a:pt x="1005" y="687"/>
                    <a:pt x="1005" y="688"/>
                  </a:cubicBezTo>
                  <a:cubicBezTo>
                    <a:pt x="1006" y="687"/>
                    <a:pt x="1006" y="686"/>
                    <a:pt x="1006" y="684"/>
                  </a:cubicBezTo>
                  <a:cubicBezTo>
                    <a:pt x="1006" y="680"/>
                    <a:pt x="1008" y="675"/>
                    <a:pt x="1008" y="671"/>
                  </a:cubicBezTo>
                  <a:cubicBezTo>
                    <a:pt x="1007" y="654"/>
                    <a:pt x="1007" y="638"/>
                    <a:pt x="1006" y="622"/>
                  </a:cubicBezTo>
                  <a:cubicBezTo>
                    <a:pt x="1005" y="610"/>
                    <a:pt x="1010" y="604"/>
                    <a:pt x="1022" y="603"/>
                  </a:cubicBezTo>
                  <a:cubicBezTo>
                    <a:pt x="1044" y="599"/>
                    <a:pt x="1067" y="596"/>
                    <a:pt x="1089" y="592"/>
                  </a:cubicBezTo>
                  <a:cubicBezTo>
                    <a:pt x="1106" y="589"/>
                    <a:pt x="1123" y="587"/>
                    <a:pt x="1139" y="580"/>
                  </a:cubicBezTo>
                  <a:cubicBezTo>
                    <a:pt x="1159" y="571"/>
                    <a:pt x="1178" y="559"/>
                    <a:pt x="1196" y="547"/>
                  </a:cubicBezTo>
                  <a:cubicBezTo>
                    <a:pt x="1221" y="529"/>
                    <a:pt x="1226" y="518"/>
                    <a:pt x="1212" y="490"/>
                  </a:cubicBezTo>
                  <a:cubicBezTo>
                    <a:pt x="1206" y="476"/>
                    <a:pt x="1195" y="467"/>
                    <a:pt x="1179" y="461"/>
                  </a:cubicBezTo>
                  <a:cubicBezTo>
                    <a:pt x="1166" y="456"/>
                    <a:pt x="1153" y="450"/>
                    <a:pt x="1139" y="450"/>
                  </a:cubicBezTo>
                  <a:cubicBezTo>
                    <a:pt x="1134" y="450"/>
                    <a:pt x="1128" y="451"/>
                    <a:pt x="1123" y="453"/>
                  </a:cubicBezTo>
                  <a:cubicBezTo>
                    <a:pt x="1122" y="453"/>
                    <a:pt x="1121" y="454"/>
                    <a:pt x="1120" y="454"/>
                  </a:cubicBezTo>
                  <a:cubicBezTo>
                    <a:pt x="1119" y="454"/>
                    <a:pt x="1119" y="454"/>
                    <a:pt x="1119" y="453"/>
                  </a:cubicBezTo>
                  <a:cubicBezTo>
                    <a:pt x="1118" y="453"/>
                    <a:pt x="1118" y="453"/>
                    <a:pt x="1117" y="453"/>
                  </a:cubicBezTo>
                  <a:cubicBezTo>
                    <a:pt x="1117" y="453"/>
                    <a:pt x="1116" y="453"/>
                    <a:pt x="1116" y="454"/>
                  </a:cubicBezTo>
                  <a:cubicBezTo>
                    <a:pt x="1095" y="456"/>
                    <a:pt x="1075" y="459"/>
                    <a:pt x="1055" y="461"/>
                  </a:cubicBezTo>
                  <a:cubicBezTo>
                    <a:pt x="1054" y="461"/>
                    <a:pt x="1054" y="462"/>
                    <a:pt x="1054" y="462"/>
                  </a:cubicBezTo>
                  <a:cubicBezTo>
                    <a:pt x="1041" y="466"/>
                    <a:pt x="1028" y="470"/>
                    <a:pt x="1015" y="474"/>
                  </a:cubicBezTo>
                  <a:cubicBezTo>
                    <a:pt x="1008" y="476"/>
                    <a:pt x="1000" y="478"/>
                    <a:pt x="990" y="481"/>
                  </a:cubicBezTo>
                  <a:cubicBezTo>
                    <a:pt x="983" y="473"/>
                    <a:pt x="988" y="460"/>
                    <a:pt x="988" y="449"/>
                  </a:cubicBezTo>
                  <a:cubicBezTo>
                    <a:pt x="988" y="428"/>
                    <a:pt x="991" y="408"/>
                    <a:pt x="989" y="387"/>
                  </a:cubicBezTo>
                  <a:cubicBezTo>
                    <a:pt x="987" y="355"/>
                    <a:pt x="986" y="323"/>
                    <a:pt x="993" y="291"/>
                  </a:cubicBezTo>
                  <a:cubicBezTo>
                    <a:pt x="994" y="286"/>
                    <a:pt x="995" y="281"/>
                    <a:pt x="995" y="276"/>
                  </a:cubicBezTo>
                  <a:cubicBezTo>
                    <a:pt x="995" y="248"/>
                    <a:pt x="994" y="221"/>
                    <a:pt x="994" y="193"/>
                  </a:cubicBezTo>
                  <a:cubicBezTo>
                    <a:pt x="994" y="175"/>
                    <a:pt x="994" y="158"/>
                    <a:pt x="995" y="141"/>
                  </a:cubicBezTo>
                  <a:cubicBezTo>
                    <a:pt x="995" y="125"/>
                    <a:pt x="997" y="109"/>
                    <a:pt x="997" y="94"/>
                  </a:cubicBezTo>
                  <a:cubicBezTo>
                    <a:pt x="997" y="70"/>
                    <a:pt x="1007" y="43"/>
                    <a:pt x="975" y="30"/>
                  </a:cubicBezTo>
                  <a:cubicBezTo>
                    <a:pt x="974" y="30"/>
                    <a:pt x="973" y="29"/>
                    <a:pt x="973" y="29"/>
                  </a:cubicBezTo>
                  <a:cubicBezTo>
                    <a:pt x="956" y="9"/>
                    <a:pt x="934" y="0"/>
                    <a:pt x="911"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4" name="Freeform 276">
              <a:extLst>
                <a:ext uri="{FF2B5EF4-FFF2-40B4-BE49-F238E27FC236}">
                  <a16:creationId xmlns:a16="http://schemas.microsoft.com/office/drawing/2014/main" id="{5ACC20D8-CFDE-4533-B8B5-C586B2C14BCC}"/>
                </a:ext>
              </a:extLst>
            </p:cNvPr>
            <p:cNvSpPr>
              <a:spLocks/>
            </p:cNvSpPr>
            <p:nvPr/>
          </p:nvSpPr>
          <p:spPr bwMode="auto">
            <a:xfrm>
              <a:off x="6513176" y="1474370"/>
              <a:ext cx="137860" cy="93126"/>
            </a:xfrm>
            <a:custGeom>
              <a:avLst/>
              <a:gdLst>
                <a:gd name="T0" fmla="*/ 183 w 379"/>
                <a:gd name="T1" fmla="*/ 0 h 255"/>
                <a:gd name="T2" fmla="*/ 172 w 379"/>
                <a:gd name="T3" fmla="*/ 9 h 255"/>
                <a:gd name="T4" fmla="*/ 159 w 379"/>
                <a:gd name="T5" fmla="*/ 25 h 255"/>
                <a:gd name="T6" fmla="*/ 142 w 379"/>
                <a:gd name="T7" fmla="*/ 42 h 255"/>
                <a:gd name="T8" fmla="*/ 92 w 379"/>
                <a:gd name="T9" fmla="*/ 94 h 255"/>
                <a:gd name="T10" fmla="*/ 48 w 379"/>
                <a:gd name="T11" fmla="*/ 142 h 255"/>
                <a:gd name="T12" fmla="*/ 20 w 379"/>
                <a:gd name="T13" fmla="*/ 186 h 255"/>
                <a:gd name="T14" fmla="*/ 12 w 379"/>
                <a:gd name="T15" fmla="*/ 199 h 255"/>
                <a:gd name="T16" fmla="*/ 1 w 379"/>
                <a:gd name="T17" fmla="*/ 236 h 255"/>
                <a:gd name="T18" fmla="*/ 3 w 379"/>
                <a:gd name="T19" fmla="*/ 252 h 255"/>
                <a:gd name="T20" fmla="*/ 14 w 379"/>
                <a:gd name="T21" fmla="*/ 255 h 255"/>
                <a:gd name="T22" fmla="*/ 18 w 379"/>
                <a:gd name="T23" fmla="*/ 255 h 255"/>
                <a:gd name="T24" fmla="*/ 57 w 379"/>
                <a:gd name="T25" fmla="*/ 246 h 255"/>
                <a:gd name="T26" fmla="*/ 60 w 379"/>
                <a:gd name="T27" fmla="*/ 246 h 255"/>
                <a:gd name="T28" fmla="*/ 64 w 379"/>
                <a:gd name="T29" fmla="*/ 246 h 255"/>
                <a:gd name="T30" fmla="*/ 69 w 379"/>
                <a:gd name="T31" fmla="*/ 247 h 255"/>
                <a:gd name="T32" fmla="*/ 72 w 379"/>
                <a:gd name="T33" fmla="*/ 246 h 255"/>
                <a:gd name="T34" fmla="*/ 102 w 379"/>
                <a:gd name="T35" fmla="*/ 244 h 255"/>
                <a:gd name="T36" fmla="*/ 139 w 379"/>
                <a:gd name="T37" fmla="*/ 250 h 255"/>
                <a:gd name="T38" fmla="*/ 152 w 379"/>
                <a:gd name="T39" fmla="*/ 253 h 255"/>
                <a:gd name="T40" fmla="*/ 167 w 379"/>
                <a:gd name="T41" fmla="*/ 250 h 255"/>
                <a:gd name="T42" fmla="*/ 181 w 379"/>
                <a:gd name="T43" fmla="*/ 245 h 255"/>
                <a:gd name="T44" fmla="*/ 277 w 379"/>
                <a:gd name="T45" fmla="*/ 217 h 255"/>
                <a:gd name="T46" fmla="*/ 358 w 379"/>
                <a:gd name="T47" fmla="*/ 162 h 255"/>
                <a:gd name="T48" fmla="*/ 344 w 379"/>
                <a:gd name="T49" fmla="*/ 103 h 255"/>
                <a:gd name="T50" fmla="*/ 322 w 379"/>
                <a:gd name="T51" fmla="*/ 92 h 255"/>
                <a:gd name="T52" fmla="*/ 287 w 379"/>
                <a:gd name="T53" fmla="*/ 69 h 255"/>
                <a:gd name="T54" fmla="*/ 261 w 379"/>
                <a:gd name="T55" fmla="*/ 46 h 255"/>
                <a:gd name="T56" fmla="*/ 217 w 379"/>
                <a:gd name="T57" fmla="*/ 20 h 255"/>
                <a:gd name="T58" fmla="*/ 183 w 379"/>
                <a:gd name="T5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9" h="255">
                  <a:moveTo>
                    <a:pt x="183" y="0"/>
                  </a:moveTo>
                  <a:cubicBezTo>
                    <a:pt x="178" y="4"/>
                    <a:pt x="175" y="6"/>
                    <a:pt x="172" y="9"/>
                  </a:cubicBezTo>
                  <a:cubicBezTo>
                    <a:pt x="167" y="14"/>
                    <a:pt x="164" y="20"/>
                    <a:pt x="159" y="25"/>
                  </a:cubicBezTo>
                  <a:cubicBezTo>
                    <a:pt x="154" y="31"/>
                    <a:pt x="148" y="36"/>
                    <a:pt x="142" y="42"/>
                  </a:cubicBezTo>
                  <a:cubicBezTo>
                    <a:pt x="126" y="59"/>
                    <a:pt x="110" y="78"/>
                    <a:pt x="92" y="94"/>
                  </a:cubicBezTo>
                  <a:cubicBezTo>
                    <a:pt x="76" y="108"/>
                    <a:pt x="60" y="124"/>
                    <a:pt x="48" y="142"/>
                  </a:cubicBezTo>
                  <a:cubicBezTo>
                    <a:pt x="37" y="156"/>
                    <a:pt x="27" y="170"/>
                    <a:pt x="20" y="186"/>
                  </a:cubicBezTo>
                  <a:cubicBezTo>
                    <a:pt x="18" y="190"/>
                    <a:pt x="14" y="194"/>
                    <a:pt x="12" y="199"/>
                  </a:cubicBezTo>
                  <a:cubicBezTo>
                    <a:pt x="8" y="211"/>
                    <a:pt x="4" y="223"/>
                    <a:pt x="1" y="236"/>
                  </a:cubicBezTo>
                  <a:cubicBezTo>
                    <a:pt x="0" y="241"/>
                    <a:pt x="0" y="248"/>
                    <a:pt x="3" y="252"/>
                  </a:cubicBezTo>
                  <a:cubicBezTo>
                    <a:pt x="5" y="254"/>
                    <a:pt x="9" y="255"/>
                    <a:pt x="14" y="255"/>
                  </a:cubicBezTo>
                  <a:cubicBezTo>
                    <a:pt x="15" y="255"/>
                    <a:pt x="17" y="255"/>
                    <a:pt x="18" y="255"/>
                  </a:cubicBezTo>
                  <a:cubicBezTo>
                    <a:pt x="31" y="253"/>
                    <a:pt x="44" y="249"/>
                    <a:pt x="57" y="246"/>
                  </a:cubicBezTo>
                  <a:cubicBezTo>
                    <a:pt x="58" y="246"/>
                    <a:pt x="59" y="246"/>
                    <a:pt x="60" y="246"/>
                  </a:cubicBezTo>
                  <a:cubicBezTo>
                    <a:pt x="62" y="246"/>
                    <a:pt x="63" y="246"/>
                    <a:pt x="64" y="246"/>
                  </a:cubicBezTo>
                  <a:cubicBezTo>
                    <a:pt x="66" y="246"/>
                    <a:pt x="67" y="247"/>
                    <a:pt x="69" y="247"/>
                  </a:cubicBezTo>
                  <a:cubicBezTo>
                    <a:pt x="70" y="247"/>
                    <a:pt x="71" y="247"/>
                    <a:pt x="72" y="246"/>
                  </a:cubicBezTo>
                  <a:cubicBezTo>
                    <a:pt x="82" y="245"/>
                    <a:pt x="92" y="244"/>
                    <a:pt x="102" y="244"/>
                  </a:cubicBezTo>
                  <a:cubicBezTo>
                    <a:pt x="115" y="244"/>
                    <a:pt x="127" y="246"/>
                    <a:pt x="139" y="250"/>
                  </a:cubicBezTo>
                  <a:cubicBezTo>
                    <a:pt x="144" y="252"/>
                    <a:pt x="148" y="253"/>
                    <a:pt x="152" y="253"/>
                  </a:cubicBezTo>
                  <a:cubicBezTo>
                    <a:pt x="157" y="253"/>
                    <a:pt x="162" y="252"/>
                    <a:pt x="167" y="250"/>
                  </a:cubicBezTo>
                  <a:cubicBezTo>
                    <a:pt x="171" y="248"/>
                    <a:pt x="176" y="246"/>
                    <a:pt x="181" y="245"/>
                  </a:cubicBezTo>
                  <a:cubicBezTo>
                    <a:pt x="214" y="240"/>
                    <a:pt x="246" y="230"/>
                    <a:pt x="277" y="217"/>
                  </a:cubicBezTo>
                  <a:cubicBezTo>
                    <a:pt x="308" y="203"/>
                    <a:pt x="337" y="190"/>
                    <a:pt x="358" y="162"/>
                  </a:cubicBezTo>
                  <a:cubicBezTo>
                    <a:pt x="379" y="134"/>
                    <a:pt x="368" y="118"/>
                    <a:pt x="344" y="103"/>
                  </a:cubicBezTo>
                  <a:cubicBezTo>
                    <a:pt x="337" y="99"/>
                    <a:pt x="329" y="96"/>
                    <a:pt x="322" y="92"/>
                  </a:cubicBezTo>
                  <a:cubicBezTo>
                    <a:pt x="310" y="85"/>
                    <a:pt x="299" y="77"/>
                    <a:pt x="287" y="69"/>
                  </a:cubicBezTo>
                  <a:cubicBezTo>
                    <a:pt x="278" y="62"/>
                    <a:pt x="270" y="52"/>
                    <a:pt x="261" y="46"/>
                  </a:cubicBezTo>
                  <a:cubicBezTo>
                    <a:pt x="247" y="36"/>
                    <a:pt x="232" y="28"/>
                    <a:pt x="217" y="20"/>
                  </a:cubicBezTo>
                  <a:cubicBezTo>
                    <a:pt x="206" y="13"/>
                    <a:pt x="195" y="7"/>
                    <a:pt x="183"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5" name="Freeform 277">
              <a:extLst>
                <a:ext uri="{FF2B5EF4-FFF2-40B4-BE49-F238E27FC236}">
                  <a16:creationId xmlns:a16="http://schemas.microsoft.com/office/drawing/2014/main" id="{668CE9AC-0F6C-4B6D-81E1-ED496B6D9069}"/>
                </a:ext>
              </a:extLst>
            </p:cNvPr>
            <p:cNvSpPr>
              <a:spLocks/>
            </p:cNvSpPr>
            <p:nvPr/>
          </p:nvSpPr>
          <p:spPr bwMode="auto">
            <a:xfrm>
              <a:off x="5833640" y="1597590"/>
              <a:ext cx="190725" cy="290765"/>
            </a:xfrm>
            <a:custGeom>
              <a:avLst/>
              <a:gdLst>
                <a:gd name="T0" fmla="*/ 372 w 523"/>
                <a:gd name="T1" fmla="*/ 1 h 796"/>
                <a:gd name="T2" fmla="*/ 241 w 523"/>
                <a:gd name="T3" fmla="*/ 27 h 796"/>
                <a:gd name="T4" fmla="*/ 154 w 523"/>
                <a:gd name="T5" fmla="*/ 83 h 796"/>
                <a:gd name="T6" fmla="*/ 109 w 523"/>
                <a:gd name="T7" fmla="*/ 147 h 796"/>
                <a:gd name="T8" fmla="*/ 94 w 523"/>
                <a:gd name="T9" fmla="*/ 162 h 796"/>
                <a:gd name="T10" fmla="*/ 73 w 523"/>
                <a:gd name="T11" fmla="*/ 137 h 796"/>
                <a:gd name="T12" fmla="*/ 35 w 523"/>
                <a:gd name="T13" fmla="*/ 79 h 796"/>
                <a:gd name="T14" fmla="*/ 16 w 523"/>
                <a:gd name="T15" fmla="*/ 122 h 796"/>
                <a:gd name="T16" fmla="*/ 4 w 523"/>
                <a:gd name="T17" fmla="*/ 185 h 796"/>
                <a:gd name="T18" fmla="*/ 5 w 523"/>
                <a:gd name="T19" fmla="*/ 249 h 796"/>
                <a:gd name="T20" fmla="*/ 11 w 523"/>
                <a:gd name="T21" fmla="*/ 321 h 796"/>
                <a:gd name="T22" fmla="*/ 50 w 523"/>
                <a:gd name="T23" fmla="*/ 396 h 796"/>
                <a:gd name="T24" fmla="*/ 93 w 523"/>
                <a:gd name="T25" fmla="*/ 405 h 796"/>
                <a:gd name="T26" fmla="*/ 130 w 523"/>
                <a:gd name="T27" fmla="*/ 373 h 796"/>
                <a:gd name="T28" fmla="*/ 132 w 523"/>
                <a:gd name="T29" fmla="*/ 293 h 796"/>
                <a:gd name="T30" fmla="*/ 146 w 523"/>
                <a:gd name="T31" fmla="*/ 194 h 796"/>
                <a:gd name="T32" fmla="*/ 153 w 523"/>
                <a:gd name="T33" fmla="*/ 169 h 796"/>
                <a:gd name="T34" fmla="*/ 256 w 523"/>
                <a:gd name="T35" fmla="*/ 106 h 796"/>
                <a:gd name="T36" fmla="*/ 328 w 523"/>
                <a:gd name="T37" fmla="*/ 88 h 796"/>
                <a:gd name="T38" fmla="*/ 339 w 523"/>
                <a:gd name="T39" fmla="*/ 93 h 796"/>
                <a:gd name="T40" fmla="*/ 319 w 523"/>
                <a:gd name="T41" fmla="*/ 110 h 796"/>
                <a:gd name="T42" fmla="*/ 277 w 523"/>
                <a:gd name="T43" fmla="*/ 152 h 796"/>
                <a:gd name="T44" fmla="*/ 265 w 523"/>
                <a:gd name="T45" fmla="*/ 154 h 796"/>
                <a:gd name="T46" fmla="*/ 231 w 523"/>
                <a:gd name="T47" fmla="*/ 182 h 796"/>
                <a:gd name="T48" fmla="*/ 154 w 523"/>
                <a:gd name="T49" fmla="*/ 298 h 796"/>
                <a:gd name="T50" fmla="*/ 219 w 523"/>
                <a:gd name="T51" fmla="*/ 341 h 796"/>
                <a:gd name="T52" fmla="*/ 229 w 523"/>
                <a:gd name="T53" fmla="*/ 382 h 796"/>
                <a:gd name="T54" fmla="*/ 222 w 523"/>
                <a:gd name="T55" fmla="*/ 442 h 796"/>
                <a:gd name="T56" fmla="*/ 213 w 523"/>
                <a:gd name="T57" fmla="*/ 540 h 796"/>
                <a:gd name="T58" fmla="*/ 203 w 523"/>
                <a:gd name="T59" fmla="*/ 610 h 796"/>
                <a:gd name="T60" fmla="*/ 201 w 523"/>
                <a:gd name="T61" fmla="*/ 652 h 796"/>
                <a:gd name="T62" fmla="*/ 190 w 523"/>
                <a:gd name="T63" fmla="*/ 652 h 796"/>
                <a:gd name="T64" fmla="*/ 132 w 523"/>
                <a:gd name="T65" fmla="*/ 615 h 796"/>
                <a:gd name="T66" fmla="*/ 87 w 523"/>
                <a:gd name="T67" fmla="*/ 593 h 796"/>
                <a:gd name="T68" fmla="*/ 68 w 523"/>
                <a:gd name="T69" fmla="*/ 587 h 796"/>
                <a:gd name="T70" fmla="*/ 78 w 523"/>
                <a:gd name="T71" fmla="*/ 634 h 796"/>
                <a:gd name="T72" fmla="*/ 159 w 523"/>
                <a:gd name="T73" fmla="*/ 712 h 796"/>
                <a:gd name="T74" fmla="*/ 225 w 523"/>
                <a:gd name="T75" fmla="*/ 776 h 796"/>
                <a:gd name="T76" fmla="*/ 246 w 523"/>
                <a:gd name="T77" fmla="*/ 793 h 796"/>
                <a:gd name="T78" fmla="*/ 278 w 523"/>
                <a:gd name="T79" fmla="*/ 795 h 796"/>
                <a:gd name="T80" fmla="*/ 298 w 523"/>
                <a:gd name="T81" fmla="*/ 776 h 796"/>
                <a:gd name="T82" fmla="*/ 304 w 523"/>
                <a:gd name="T83" fmla="*/ 777 h 796"/>
                <a:gd name="T84" fmla="*/ 322 w 523"/>
                <a:gd name="T85" fmla="*/ 765 h 796"/>
                <a:gd name="T86" fmla="*/ 346 w 523"/>
                <a:gd name="T87" fmla="*/ 716 h 796"/>
                <a:gd name="T88" fmla="*/ 343 w 523"/>
                <a:gd name="T89" fmla="*/ 660 h 796"/>
                <a:gd name="T90" fmla="*/ 337 w 523"/>
                <a:gd name="T91" fmla="*/ 576 h 796"/>
                <a:gd name="T92" fmla="*/ 313 w 523"/>
                <a:gd name="T93" fmla="*/ 461 h 796"/>
                <a:gd name="T94" fmla="*/ 317 w 523"/>
                <a:gd name="T95" fmla="*/ 376 h 796"/>
                <a:gd name="T96" fmla="*/ 336 w 523"/>
                <a:gd name="T97" fmla="*/ 302 h 796"/>
                <a:gd name="T98" fmla="*/ 376 w 523"/>
                <a:gd name="T99" fmla="*/ 233 h 796"/>
                <a:gd name="T100" fmla="*/ 391 w 523"/>
                <a:gd name="T101" fmla="*/ 207 h 796"/>
                <a:gd name="T102" fmla="*/ 467 w 523"/>
                <a:gd name="T103" fmla="*/ 135 h 796"/>
                <a:gd name="T104" fmla="*/ 507 w 523"/>
                <a:gd name="T105" fmla="*/ 95 h 796"/>
                <a:gd name="T106" fmla="*/ 473 w 523"/>
                <a:gd name="T107" fmla="*/ 9 h 796"/>
                <a:gd name="T108" fmla="*/ 392 w 523"/>
                <a:gd name="T109" fmla="*/ 0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3" h="796">
                  <a:moveTo>
                    <a:pt x="392" y="0"/>
                  </a:moveTo>
                  <a:cubicBezTo>
                    <a:pt x="385" y="0"/>
                    <a:pt x="378" y="0"/>
                    <a:pt x="372" y="1"/>
                  </a:cubicBezTo>
                  <a:cubicBezTo>
                    <a:pt x="351" y="1"/>
                    <a:pt x="330" y="4"/>
                    <a:pt x="310" y="9"/>
                  </a:cubicBezTo>
                  <a:cubicBezTo>
                    <a:pt x="287" y="14"/>
                    <a:pt x="262" y="15"/>
                    <a:pt x="241" y="27"/>
                  </a:cubicBezTo>
                  <a:cubicBezTo>
                    <a:pt x="227" y="34"/>
                    <a:pt x="212" y="40"/>
                    <a:pt x="198" y="48"/>
                  </a:cubicBezTo>
                  <a:cubicBezTo>
                    <a:pt x="183" y="58"/>
                    <a:pt x="166" y="68"/>
                    <a:pt x="154" y="83"/>
                  </a:cubicBezTo>
                  <a:cubicBezTo>
                    <a:pt x="149" y="90"/>
                    <a:pt x="142" y="96"/>
                    <a:pt x="137" y="103"/>
                  </a:cubicBezTo>
                  <a:cubicBezTo>
                    <a:pt x="127" y="117"/>
                    <a:pt x="113" y="129"/>
                    <a:pt x="109" y="147"/>
                  </a:cubicBezTo>
                  <a:cubicBezTo>
                    <a:pt x="108" y="152"/>
                    <a:pt x="105" y="157"/>
                    <a:pt x="101" y="160"/>
                  </a:cubicBezTo>
                  <a:cubicBezTo>
                    <a:pt x="100" y="161"/>
                    <a:pt x="97" y="162"/>
                    <a:pt x="94" y="162"/>
                  </a:cubicBezTo>
                  <a:cubicBezTo>
                    <a:pt x="92" y="162"/>
                    <a:pt x="91" y="162"/>
                    <a:pt x="90" y="161"/>
                  </a:cubicBezTo>
                  <a:cubicBezTo>
                    <a:pt x="84" y="153"/>
                    <a:pt x="78" y="145"/>
                    <a:pt x="73" y="137"/>
                  </a:cubicBezTo>
                  <a:cubicBezTo>
                    <a:pt x="62" y="119"/>
                    <a:pt x="52" y="102"/>
                    <a:pt x="41" y="84"/>
                  </a:cubicBezTo>
                  <a:cubicBezTo>
                    <a:pt x="40" y="81"/>
                    <a:pt x="37" y="79"/>
                    <a:pt x="35" y="79"/>
                  </a:cubicBezTo>
                  <a:cubicBezTo>
                    <a:pt x="34" y="79"/>
                    <a:pt x="32" y="80"/>
                    <a:pt x="31" y="83"/>
                  </a:cubicBezTo>
                  <a:cubicBezTo>
                    <a:pt x="25" y="95"/>
                    <a:pt x="20" y="109"/>
                    <a:pt x="16" y="122"/>
                  </a:cubicBezTo>
                  <a:cubicBezTo>
                    <a:pt x="13" y="134"/>
                    <a:pt x="11" y="146"/>
                    <a:pt x="8" y="158"/>
                  </a:cubicBezTo>
                  <a:cubicBezTo>
                    <a:pt x="6" y="167"/>
                    <a:pt x="4" y="176"/>
                    <a:pt x="4" y="185"/>
                  </a:cubicBezTo>
                  <a:cubicBezTo>
                    <a:pt x="3" y="199"/>
                    <a:pt x="4" y="212"/>
                    <a:pt x="5" y="226"/>
                  </a:cubicBezTo>
                  <a:cubicBezTo>
                    <a:pt x="5" y="233"/>
                    <a:pt x="7" y="242"/>
                    <a:pt x="5" y="249"/>
                  </a:cubicBezTo>
                  <a:cubicBezTo>
                    <a:pt x="0" y="267"/>
                    <a:pt x="8" y="283"/>
                    <a:pt x="8" y="300"/>
                  </a:cubicBezTo>
                  <a:cubicBezTo>
                    <a:pt x="8" y="307"/>
                    <a:pt x="9" y="314"/>
                    <a:pt x="11" y="321"/>
                  </a:cubicBezTo>
                  <a:cubicBezTo>
                    <a:pt x="16" y="343"/>
                    <a:pt x="22" y="365"/>
                    <a:pt x="34" y="385"/>
                  </a:cubicBezTo>
                  <a:cubicBezTo>
                    <a:pt x="38" y="392"/>
                    <a:pt x="43" y="394"/>
                    <a:pt x="50" y="396"/>
                  </a:cubicBezTo>
                  <a:cubicBezTo>
                    <a:pt x="60" y="398"/>
                    <a:pt x="70" y="401"/>
                    <a:pt x="81" y="403"/>
                  </a:cubicBezTo>
                  <a:cubicBezTo>
                    <a:pt x="84" y="404"/>
                    <a:pt x="89" y="405"/>
                    <a:pt x="93" y="405"/>
                  </a:cubicBezTo>
                  <a:cubicBezTo>
                    <a:pt x="95" y="405"/>
                    <a:pt x="96" y="405"/>
                    <a:pt x="98" y="404"/>
                  </a:cubicBezTo>
                  <a:cubicBezTo>
                    <a:pt x="110" y="395"/>
                    <a:pt x="123" y="385"/>
                    <a:pt x="130" y="373"/>
                  </a:cubicBezTo>
                  <a:cubicBezTo>
                    <a:pt x="136" y="362"/>
                    <a:pt x="137" y="346"/>
                    <a:pt x="135" y="333"/>
                  </a:cubicBezTo>
                  <a:cubicBezTo>
                    <a:pt x="133" y="319"/>
                    <a:pt x="131" y="307"/>
                    <a:pt x="132" y="293"/>
                  </a:cubicBezTo>
                  <a:cubicBezTo>
                    <a:pt x="133" y="283"/>
                    <a:pt x="132" y="273"/>
                    <a:pt x="132" y="263"/>
                  </a:cubicBezTo>
                  <a:cubicBezTo>
                    <a:pt x="132" y="239"/>
                    <a:pt x="136" y="216"/>
                    <a:pt x="146" y="194"/>
                  </a:cubicBezTo>
                  <a:cubicBezTo>
                    <a:pt x="147" y="191"/>
                    <a:pt x="147" y="187"/>
                    <a:pt x="148" y="183"/>
                  </a:cubicBezTo>
                  <a:cubicBezTo>
                    <a:pt x="150" y="179"/>
                    <a:pt x="150" y="173"/>
                    <a:pt x="153" y="169"/>
                  </a:cubicBezTo>
                  <a:cubicBezTo>
                    <a:pt x="174" y="148"/>
                    <a:pt x="196" y="127"/>
                    <a:pt x="224" y="115"/>
                  </a:cubicBezTo>
                  <a:cubicBezTo>
                    <a:pt x="234" y="111"/>
                    <a:pt x="245" y="109"/>
                    <a:pt x="256" y="106"/>
                  </a:cubicBezTo>
                  <a:cubicBezTo>
                    <a:pt x="270" y="102"/>
                    <a:pt x="283" y="99"/>
                    <a:pt x="297" y="95"/>
                  </a:cubicBezTo>
                  <a:cubicBezTo>
                    <a:pt x="307" y="92"/>
                    <a:pt x="318" y="89"/>
                    <a:pt x="328" y="88"/>
                  </a:cubicBezTo>
                  <a:cubicBezTo>
                    <a:pt x="329" y="88"/>
                    <a:pt x="329" y="88"/>
                    <a:pt x="329" y="88"/>
                  </a:cubicBezTo>
                  <a:cubicBezTo>
                    <a:pt x="332" y="88"/>
                    <a:pt x="336" y="91"/>
                    <a:pt x="339" y="93"/>
                  </a:cubicBezTo>
                  <a:cubicBezTo>
                    <a:pt x="337" y="96"/>
                    <a:pt x="336" y="100"/>
                    <a:pt x="333" y="102"/>
                  </a:cubicBezTo>
                  <a:cubicBezTo>
                    <a:pt x="329" y="105"/>
                    <a:pt x="324" y="108"/>
                    <a:pt x="319" y="110"/>
                  </a:cubicBezTo>
                  <a:cubicBezTo>
                    <a:pt x="304" y="116"/>
                    <a:pt x="291" y="126"/>
                    <a:pt x="282" y="141"/>
                  </a:cubicBezTo>
                  <a:cubicBezTo>
                    <a:pt x="280" y="145"/>
                    <a:pt x="279" y="149"/>
                    <a:pt x="277" y="152"/>
                  </a:cubicBezTo>
                  <a:cubicBezTo>
                    <a:pt x="275" y="155"/>
                    <a:pt x="273" y="158"/>
                    <a:pt x="270" y="158"/>
                  </a:cubicBezTo>
                  <a:cubicBezTo>
                    <a:pt x="269" y="158"/>
                    <a:pt x="267" y="156"/>
                    <a:pt x="265" y="154"/>
                  </a:cubicBezTo>
                  <a:cubicBezTo>
                    <a:pt x="262" y="157"/>
                    <a:pt x="261" y="160"/>
                    <a:pt x="259" y="162"/>
                  </a:cubicBezTo>
                  <a:cubicBezTo>
                    <a:pt x="250" y="169"/>
                    <a:pt x="240" y="175"/>
                    <a:pt x="231" y="182"/>
                  </a:cubicBezTo>
                  <a:cubicBezTo>
                    <a:pt x="211" y="201"/>
                    <a:pt x="192" y="221"/>
                    <a:pt x="176" y="243"/>
                  </a:cubicBezTo>
                  <a:cubicBezTo>
                    <a:pt x="164" y="260"/>
                    <a:pt x="153" y="277"/>
                    <a:pt x="154" y="298"/>
                  </a:cubicBezTo>
                  <a:cubicBezTo>
                    <a:pt x="154" y="312"/>
                    <a:pt x="162" y="325"/>
                    <a:pt x="176" y="329"/>
                  </a:cubicBezTo>
                  <a:cubicBezTo>
                    <a:pt x="190" y="334"/>
                    <a:pt x="205" y="337"/>
                    <a:pt x="219" y="341"/>
                  </a:cubicBezTo>
                  <a:cubicBezTo>
                    <a:pt x="221" y="342"/>
                    <a:pt x="224" y="343"/>
                    <a:pt x="225" y="345"/>
                  </a:cubicBezTo>
                  <a:cubicBezTo>
                    <a:pt x="231" y="357"/>
                    <a:pt x="231" y="369"/>
                    <a:pt x="229" y="382"/>
                  </a:cubicBezTo>
                  <a:cubicBezTo>
                    <a:pt x="229" y="387"/>
                    <a:pt x="230" y="392"/>
                    <a:pt x="229" y="396"/>
                  </a:cubicBezTo>
                  <a:cubicBezTo>
                    <a:pt x="227" y="412"/>
                    <a:pt x="223" y="427"/>
                    <a:pt x="222" y="442"/>
                  </a:cubicBezTo>
                  <a:cubicBezTo>
                    <a:pt x="220" y="456"/>
                    <a:pt x="223" y="471"/>
                    <a:pt x="218" y="484"/>
                  </a:cubicBezTo>
                  <a:cubicBezTo>
                    <a:pt x="213" y="503"/>
                    <a:pt x="213" y="522"/>
                    <a:pt x="213" y="540"/>
                  </a:cubicBezTo>
                  <a:cubicBezTo>
                    <a:pt x="213" y="550"/>
                    <a:pt x="214" y="560"/>
                    <a:pt x="211" y="568"/>
                  </a:cubicBezTo>
                  <a:cubicBezTo>
                    <a:pt x="206" y="582"/>
                    <a:pt x="201" y="596"/>
                    <a:pt x="203" y="610"/>
                  </a:cubicBezTo>
                  <a:cubicBezTo>
                    <a:pt x="203" y="622"/>
                    <a:pt x="204" y="633"/>
                    <a:pt x="205" y="645"/>
                  </a:cubicBezTo>
                  <a:cubicBezTo>
                    <a:pt x="205" y="647"/>
                    <a:pt x="203" y="652"/>
                    <a:pt x="201" y="652"/>
                  </a:cubicBezTo>
                  <a:cubicBezTo>
                    <a:pt x="200" y="653"/>
                    <a:pt x="198" y="653"/>
                    <a:pt x="197" y="653"/>
                  </a:cubicBezTo>
                  <a:cubicBezTo>
                    <a:pt x="194" y="653"/>
                    <a:pt x="192" y="652"/>
                    <a:pt x="190" y="652"/>
                  </a:cubicBezTo>
                  <a:cubicBezTo>
                    <a:pt x="185" y="649"/>
                    <a:pt x="180" y="646"/>
                    <a:pt x="175" y="642"/>
                  </a:cubicBezTo>
                  <a:cubicBezTo>
                    <a:pt x="161" y="633"/>
                    <a:pt x="143" y="629"/>
                    <a:pt x="132" y="615"/>
                  </a:cubicBezTo>
                  <a:cubicBezTo>
                    <a:pt x="129" y="611"/>
                    <a:pt x="124" y="609"/>
                    <a:pt x="119" y="607"/>
                  </a:cubicBezTo>
                  <a:cubicBezTo>
                    <a:pt x="109" y="602"/>
                    <a:pt x="98" y="597"/>
                    <a:pt x="87" y="593"/>
                  </a:cubicBezTo>
                  <a:cubicBezTo>
                    <a:pt x="81" y="590"/>
                    <a:pt x="75" y="588"/>
                    <a:pt x="68" y="587"/>
                  </a:cubicBezTo>
                  <a:cubicBezTo>
                    <a:pt x="68" y="587"/>
                    <a:pt x="68" y="587"/>
                    <a:pt x="68" y="587"/>
                  </a:cubicBezTo>
                  <a:cubicBezTo>
                    <a:pt x="66" y="587"/>
                    <a:pt x="62" y="593"/>
                    <a:pt x="62" y="595"/>
                  </a:cubicBezTo>
                  <a:cubicBezTo>
                    <a:pt x="67" y="608"/>
                    <a:pt x="69" y="624"/>
                    <a:pt x="78" y="634"/>
                  </a:cubicBezTo>
                  <a:cubicBezTo>
                    <a:pt x="92" y="652"/>
                    <a:pt x="110" y="666"/>
                    <a:pt x="126" y="682"/>
                  </a:cubicBezTo>
                  <a:cubicBezTo>
                    <a:pt x="137" y="692"/>
                    <a:pt x="149" y="701"/>
                    <a:pt x="159" y="712"/>
                  </a:cubicBezTo>
                  <a:cubicBezTo>
                    <a:pt x="167" y="721"/>
                    <a:pt x="174" y="732"/>
                    <a:pt x="182" y="741"/>
                  </a:cubicBezTo>
                  <a:cubicBezTo>
                    <a:pt x="195" y="755"/>
                    <a:pt x="205" y="771"/>
                    <a:pt x="225" y="776"/>
                  </a:cubicBezTo>
                  <a:cubicBezTo>
                    <a:pt x="228" y="777"/>
                    <a:pt x="229" y="781"/>
                    <a:pt x="232" y="783"/>
                  </a:cubicBezTo>
                  <a:cubicBezTo>
                    <a:pt x="236" y="787"/>
                    <a:pt x="241" y="792"/>
                    <a:pt x="246" y="793"/>
                  </a:cubicBezTo>
                  <a:cubicBezTo>
                    <a:pt x="254" y="795"/>
                    <a:pt x="262" y="796"/>
                    <a:pt x="270" y="796"/>
                  </a:cubicBezTo>
                  <a:cubicBezTo>
                    <a:pt x="273" y="796"/>
                    <a:pt x="275" y="795"/>
                    <a:pt x="278" y="795"/>
                  </a:cubicBezTo>
                  <a:cubicBezTo>
                    <a:pt x="282" y="795"/>
                    <a:pt x="286" y="790"/>
                    <a:pt x="287" y="787"/>
                  </a:cubicBezTo>
                  <a:cubicBezTo>
                    <a:pt x="289" y="780"/>
                    <a:pt x="292" y="776"/>
                    <a:pt x="298" y="776"/>
                  </a:cubicBezTo>
                  <a:cubicBezTo>
                    <a:pt x="299" y="776"/>
                    <a:pt x="300" y="776"/>
                    <a:pt x="301" y="777"/>
                  </a:cubicBezTo>
                  <a:cubicBezTo>
                    <a:pt x="302" y="777"/>
                    <a:pt x="303" y="777"/>
                    <a:pt x="304" y="777"/>
                  </a:cubicBezTo>
                  <a:cubicBezTo>
                    <a:pt x="309" y="777"/>
                    <a:pt x="313" y="775"/>
                    <a:pt x="315" y="769"/>
                  </a:cubicBezTo>
                  <a:cubicBezTo>
                    <a:pt x="315" y="767"/>
                    <a:pt x="319" y="765"/>
                    <a:pt x="322" y="765"/>
                  </a:cubicBezTo>
                  <a:cubicBezTo>
                    <a:pt x="332" y="765"/>
                    <a:pt x="338" y="759"/>
                    <a:pt x="341" y="751"/>
                  </a:cubicBezTo>
                  <a:cubicBezTo>
                    <a:pt x="345" y="740"/>
                    <a:pt x="348" y="728"/>
                    <a:pt x="346" y="716"/>
                  </a:cubicBezTo>
                  <a:cubicBezTo>
                    <a:pt x="345" y="709"/>
                    <a:pt x="344" y="703"/>
                    <a:pt x="344" y="697"/>
                  </a:cubicBezTo>
                  <a:cubicBezTo>
                    <a:pt x="343" y="684"/>
                    <a:pt x="344" y="672"/>
                    <a:pt x="343" y="660"/>
                  </a:cubicBezTo>
                  <a:cubicBezTo>
                    <a:pt x="343" y="644"/>
                    <a:pt x="341" y="628"/>
                    <a:pt x="339" y="613"/>
                  </a:cubicBezTo>
                  <a:cubicBezTo>
                    <a:pt x="338" y="600"/>
                    <a:pt x="339" y="588"/>
                    <a:pt x="337" y="576"/>
                  </a:cubicBezTo>
                  <a:cubicBezTo>
                    <a:pt x="334" y="562"/>
                    <a:pt x="332" y="548"/>
                    <a:pt x="326" y="535"/>
                  </a:cubicBezTo>
                  <a:cubicBezTo>
                    <a:pt x="317" y="511"/>
                    <a:pt x="320" y="486"/>
                    <a:pt x="313" y="461"/>
                  </a:cubicBezTo>
                  <a:cubicBezTo>
                    <a:pt x="309" y="445"/>
                    <a:pt x="313" y="427"/>
                    <a:pt x="314" y="410"/>
                  </a:cubicBezTo>
                  <a:cubicBezTo>
                    <a:pt x="314" y="398"/>
                    <a:pt x="315" y="387"/>
                    <a:pt x="317" y="376"/>
                  </a:cubicBezTo>
                  <a:cubicBezTo>
                    <a:pt x="320" y="357"/>
                    <a:pt x="323" y="339"/>
                    <a:pt x="328" y="320"/>
                  </a:cubicBezTo>
                  <a:cubicBezTo>
                    <a:pt x="329" y="314"/>
                    <a:pt x="331" y="307"/>
                    <a:pt x="336" y="302"/>
                  </a:cubicBezTo>
                  <a:cubicBezTo>
                    <a:pt x="351" y="287"/>
                    <a:pt x="359" y="268"/>
                    <a:pt x="369" y="249"/>
                  </a:cubicBezTo>
                  <a:cubicBezTo>
                    <a:pt x="371" y="244"/>
                    <a:pt x="377" y="237"/>
                    <a:pt x="376" y="233"/>
                  </a:cubicBezTo>
                  <a:cubicBezTo>
                    <a:pt x="371" y="221"/>
                    <a:pt x="375" y="215"/>
                    <a:pt x="387" y="211"/>
                  </a:cubicBezTo>
                  <a:cubicBezTo>
                    <a:pt x="389" y="211"/>
                    <a:pt x="390" y="209"/>
                    <a:pt x="391" y="207"/>
                  </a:cubicBezTo>
                  <a:cubicBezTo>
                    <a:pt x="400" y="199"/>
                    <a:pt x="410" y="190"/>
                    <a:pt x="419" y="181"/>
                  </a:cubicBezTo>
                  <a:cubicBezTo>
                    <a:pt x="435" y="166"/>
                    <a:pt x="451" y="151"/>
                    <a:pt x="467" y="135"/>
                  </a:cubicBezTo>
                  <a:cubicBezTo>
                    <a:pt x="475" y="127"/>
                    <a:pt x="483" y="118"/>
                    <a:pt x="492" y="110"/>
                  </a:cubicBezTo>
                  <a:cubicBezTo>
                    <a:pt x="497" y="105"/>
                    <a:pt x="502" y="100"/>
                    <a:pt x="507" y="95"/>
                  </a:cubicBezTo>
                  <a:cubicBezTo>
                    <a:pt x="523" y="78"/>
                    <a:pt x="516" y="58"/>
                    <a:pt x="512" y="40"/>
                  </a:cubicBezTo>
                  <a:cubicBezTo>
                    <a:pt x="508" y="21"/>
                    <a:pt x="490" y="15"/>
                    <a:pt x="473" y="9"/>
                  </a:cubicBezTo>
                  <a:cubicBezTo>
                    <a:pt x="467" y="7"/>
                    <a:pt x="462" y="3"/>
                    <a:pt x="456" y="2"/>
                  </a:cubicBezTo>
                  <a:cubicBezTo>
                    <a:pt x="435" y="2"/>
                    <a:pt x="413" y="0"/>
                    <a:pt x="392"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66" name="Freeform 278">
              <a:extLst>
                <a:ext uri="{FF2B5EF4-FFF2-40B4-BE49-F238E27FC236}">
                  <a16:creationId xmlns:a16="http://schemas.microsoft.com/office/drawing/2014/main" id="{1F94FD3B-DF75-422F-9D13-9CAA27026E0A}"/>
                </a:ext>
              </a:extLst>
            </p:cNvPr>
            <p:cNvSpPr>
              <a:spLocks/>
            </p:cNvSpPr>
            <p:nvPr/>
          </p:nvSpPr>
          <p:spPr bwMode="auto">
            <a:xfrm>
              <a:off x="5773860" y="1451190"/>
              <a:ext cx="306219" cy="148433"/>
            </a:xfrm>
            <a:custGeom>
              <a:avLst/>
              <a:gdLst>
                <a:gd name="T0" fmla="*/ 362 w 841"/>
                <a:gd name="T1" fmla="*/ 0 h 407"/>
                <a:gd name="T2" fmla="*/ 299 w 841"/>
                <a:gd name="T3" fmla="*/ 7 h 407"/>
                <a:gd name="T4" fmla="*/ 283 w 841"/>
                <a:gd name="T5" fmla="*/ 30 h 407"/>
                <a:gd name="T6" fmla="*/ 298 w 841"/>
                <a:gd name="T7" fmla="*/ 63 h 407"/>
                <a:gd name="T8" fmla="*/ 326 w 841"/>
                <a:gd name="T9" fmla="*/ 97 h 407"/>
                <a:gd name="T10" fmla="*/ 327 w 841"/>
                <a:gd name="T11" fmla="*/ 113 h 407"/>
                <a:gd name="T12" fmla="*/ 292 w 841"/>
                <a:gd name="T13" fmla="*/ 157 h 407"/>
                <a:gd name="T14" fmla="*/ 265 w 841"/>
                <a:gd name="T15" fmla="*/ 175 h 407"/>
                <a:gd name="T16" fmla="*/ 250 w 841"/>
                <a:gd name="T17" fmla="*/ 180 h 407"/>
                <a:gd name="T18" fmla="*/ 228 w 841"/>
                <a:gd name="T19" fmla="*/ 192 h 407"/>
                <a:gd name="T20" fmla="*/ 170 w 841"/>
                <a:gd name="T21" fmla="*/ 213 h 407"/>
                <a:gd name="T22" fmla="*/ 133 w 841"/>
                <a:gd name="T23" fmla="*/ 227 h 407"/>
                <a:gd name="T24" fmla="*/ 48 w 841"/>
                <a:gd name="T25" fmla="*/ 244 h 407"/>
                <a:gd name="T26" fmla="*/ 22 w 841"/>
                <a:gd name="T27" fmla="*/ 270 h 407"/>
                <a:gd name="T28" fmla="*/ 14 w 841"/>
                <a:gd name="T29" fmla="*/ 281 h 407"/>
                <a:gd name="T30" fmla="*/ 0 w 841"/>
                <a:gd name="T31" fmla="*/ 298 h 407"/>
                <a:gd name="T32" fmla="*/ 7 w 841"/>
                <a:gd name="T33" fmla="*/ 333 h 407"/>
                <a:gd name="T34" fmla="*/ 11 w 841"/>
                <a:gd name="T35" fmla="*/ 349 h 407"/>
                <a:gd name="T36" fmla="*/ 33 w 841"/>
                <a:gd name="T37" fmla="*/ 385 h 407"/>
                <a:gd name="T38" fmla="*/ 78 w 841"/>
                <a:gd name="T39" fmla="*/ 401 h 407"/>
                <a:gd name="T40" fmla="*/ 100 w 841"/>
                <a:gd name="T41" fmla="*/ 403 h 407"/>
                <a:gd name="T42" fmla="*/ 121 w 841"/>
                <a:gd name="T43" fmla="*/ 407 h 407"/>
                <a:gd name="T44" fmla="*/ 132 w 841"/>
                <a:gd name="T45" fmla="*/ 406 h 407"/>
                <a:gd name="T46" fmla="*/ 154 w 841"/>
                <a:gd name="T47" fmla="*/ 403 h 407"/>
                <a:gd name="T48" fmla="*/ 161 w 841"/>
                <a:gd name="T49" fmla="*/ 403 h 407"/>
                <a:gd name="T50" fmla="*/ 168 w 841"/>
                <a:gd name="T51" fmla="*/ 403 h 407"/>
                <a:gd name="T52" fmla="*/ 178 w 841"/>
                <a:gd name="T53" fmla="*/ 403 h 407"/>
                <a:gd name="T54" fmla="*/ 225 w 841"/>
                <a:gd name="T55" fmla="*/ 397 h 407"/>
                <a:gd name="T56" fmla="*/ 305 w 841"/>
                <a:gd name="T57" fmla="*/ 382 h 407"/>
                <a:gd name="T58" fmla="*/ 309 w 841"/>
                <a:gd name="T59" fmla="*/ 380 h 407"/>
                <a:gd name="T60" fmla="*/ 328 w 841"/>
                <a:gd name="T61" fmla="*/ 370 h 407"/>
                <a:gd name="T62" fmla="*/ 368 w 841"/>
                <a:gd name="T63" fmla="*/ 357 h 407"/>
                <a:gd name="T64" fmla="*/ 386 w 841"/>
                <a:gd name="T65" fmla="*/ 353 h 407"/>
                <a:gd name="T66" fmla="*/ 412 w 841"/>
                <a:gd name="T67" fmla="*/ 343 h 407"/>
                <a:gd name="T68" fmla="*/ 454 w 841"/>
                <a:gd name="T69" fmla="*/ 334 h 407"/>
                <a:gd name="T70" fmla="*/ 525 w 841"/>
                <a:gd name="T71" fmla="*/ 304 h 407"/>
                <a:gd name="T72" fmla="*/ 605 w 841"/>
                <a:gd name="T73" fmla="*/ 271 h 407"/>
                <a:gd name="T74" fmla="*/ 677 w 841"/>
                <a:gd name="T75" fmla="*/ 244 h 407"/>
                <a:gd name="T76" fmla="*/ 716 w 841"/>
                <a:gd name="T77" fmla="*/ 232 h 407"/>
                <a:gd name="T78" fmla="*/ 785 w 841"/>
                <a:gd name="T79" fmla="*/ 213 h 407"/>
                <a:gd name="T80" fmla="*/ 807 w 841"/>
                <a:gd name="T81" fmla="*/ 196 h 407"/>
                <a:gd name="T82" fmla="*/ 828 w 841"/>
                <a:gd name="T83" fmla="*/ 164 h 407"/>
                <a:gd name="T84" fmla="*/ 821 w 841"/>
                <a:gd name="T85" fmla="*/ 116 h 407"/>
                <a:gd name="T86" fmla="*/ 784 w 841"/>
                <a:gd name="T87" fmla="*/ 106 h 407"/>
                <a:gd name="T88" fmla="*/ 768 w 841"/>
                <a:gd name="T89" fmla="*/ 109 h 407"/>
                <a:gd name="T90" fmla="*/ 698 w 841"/>
                <a:gd name="T91" fmla="*/ 128 h 407"/>
                <a:gd name="T92" fmla="*/ 674 w 841"/>
                <a:gd name="T93" fmla="*/ 132 h 407"/>
                <a:gd name="T94" fmla="*/ 622 w 841"/>
                <a:gd name="T95" fmla="*/ 133 h 407"/>
                <a:gd name="T96" fmla="*/ 586 w 841"/>
                <a:gd name="T97" fmla="*/ 137 h 407"/>
                <a:gd name="T98" fmla="*/ 573 w 841"/>
                <a:gd name="T99" fmla="*/ 136 h 407"/>
                <a:gd name="T100" fmla="*/ 564 w 841"/>
                <a:gd name="T101" fmla="*/ 128 h 407"/>
                <a:gd name="T102" fmla="*/ 551 w 841"/>
                <a:gd name="T103" fmla="*/ 86 h 407"/>
                <a:gd name="T104" fmla="*/ 530 w 841"/>
                <a:gd name="T105" fmla="*/ 55 h 407"/>
                <a:gd name="T106" fmla="*/ 534 w 841"/>
                <a:gd name="T107" fmla="*/ 52 h 407"/>
                <a:gd name="T108" fmla="*/ 523 w 841"/>
                <a:gd name="T109" fmla="*/ 38 h 407"/>
                <a:gd name="T110" fmla="*/ 514 w 841"/>
                <a:gd name="T111" fmla="*/ 30 h 407"/>
                <a:gd name="T112" fmla="*/ 508 w 841"/>
                <a:gd name="T113" fmla="*/ 28 h 407"/>
                <a:gd name="T114" fmla="*/ 472 w 841"/>
                <a:gd name="T115" fmla="*/ 12 h 407"/>
                <a:gd name="T116" fmla="*/ 408 w 841"/>
                <a:gd name="T117" fmla="*/ 0 h 407"/>
                <a:gd name="T118" fmla="*/ 362 w 841"/>
                <a:gd name="T119"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41" h="407">
                  <a:moveTo>
                    <a:pt x="362" y="0"/>
                  </a:moveTo>
                  <a:cubicBezTo>
                    <a:pt x="341" y="0"/>
                    <a:pt x="320" y="1"/>
                    <a:pt x="299" y="7"/>
                  </a:cubicBezTo>
                  <a:cubicBezTo>
                    <a:pt x="287" y="11"/>
                    <a:pt x="280" y="19"/>
                    <a:pt x="283" y="30"/>
                  </a:cubicBezTo>
                  <a:cubicBezTo>
                    <a:pt x="286" y="41"/>
                    <a:pt x="292" y="52"/>
                    <a:pt x="298" y="63"/>
                  </a:cubicBezTo>
                  <a:cubicBezTo>
                    <a:pt x="305" y="76"/>
                    <a:pt x="321" y="82"/>
                    <a:pt x="326" y="97"/>
                  </a:cubicBezTo>
                  <a:cubicBezTo>
                    <a:pt x="327" y="102"/>
                    <a:pt x="329" y="109"/>
                    <a:pt x="327" y="113"/>
                  </a:cubicBezTo>
                  <a:cubicBezTo>
                    <a:pt x="319" y="130"/>
                    <a:pt x="308" y="146"/>
                    <a:pt x="292" y="157"/>
                  </a:cubicBezTo>
                  <a:cubicBezTo>
                    <a:pt x="283" y="163"/>
                    <a:pt x="274" y="169"/>
                    <a:pt x="265" y="175"/>
                  </a:cubicBezTo>
                  <a:cubicBezTo>
                    <a:pt x="260" y="178"/>
                    <a:pt x="254" y="178"/>
                    <a:pt x="250" y="180"/>
                  </a:cubicBezTo>
                  <a:cubicBezTo>
                    <a:pt x="242" y="184"/>
                    <a:pt x="236" y="189"/>
                    <a:pt x="228" y="192"/>
                  </a:cubicBezTo>
                  <a:cubicBezTo>
                    <a:pt x="209" y="199"/>
                    <a:pt x="190" y="205"/>
                    <a:pt x="170" y="213"/>
                  </a:cubicBezTo>
                  <a:cubicBezTo>
                    <a:pt x="158" y="217"/>
                    <a:pt x="146" y="224"/>
                    <a:pt x="133" y="227"/>
                  </a:cubicBezTo>
                  <a:cubicBezTo>
                    <a:pt x="105" y="233"/>
                    <a:pt x="77" y="238"/>
                    <a:pt x="48" y="244"/>
                  </a:cubicBezTo>
                  <a:cubicBezTo>
                    <a:pt x="35" y="246"/>
                    <a:pt x="23" y="257"/>
                    <a:pt x="22" y="270"/>
                  </a:cubicBezTo>
                  <a:cubicBezTo>
                    <a:pt x="21" y="276"/>
                    <a:pt x="18" y="278"/>
                    <a:pt x="14" y="281"/>
                  </a:cubicBezTo>
                  <a:cubicBezTo>
                    <a:pt x="8" y="286"/>
                    <a:pt x="0" y="292"/>
                    <a:pt x="0" y="298"/>
                  </a:cubicBezTo>
                  <a:cubicBezTo>
                    <a:pt x="0" y="310"/>
                    <a:pt x="4" y="321"/>
                    <a:pt x="7" y="333"/>
                  </a:cubicBezTo>
                  <a:cubicBezTo>
                    <a:pt x="8" y="338"/>
                    <a:pt x="9" y="344"/>
                    <a:pt x="11" y="349"/>
                  </a:cubicBezTo>
                  <a:cubicBezTo>
                    <a:pt x="16" y="363"/>
                    <a:pt x="20" y="378"/>
                    <a:pt x="33" y="385"/>
                  </a:cubicBezTo>
                  <a:cubicBezTo>
                    <a:pt x="46" y="393"/>
                    <a:pt x="62" y="396"/>
                    <a:pt x="78" y="401"/>
                  </a:cubicBezTo>
                  <a:cubicBezTo>
                    <a:pt x="85" y="403"/>
                    <a:pt x="93" y="401"/>
                    <a:pt x="100" y="403"/>
                  </a:cubicBezTo>
                  <a:cubicBezTo>
                    <a:pt x="107" y="406"/>
                    <a:pt x="114" y="407"/>
                    <a:pt x="121" y="407"/>
                  </a:cubicBezTo>
                  <a:cubicBezTo>
                    <a:pt x="125" y="407"/>
                    <a:pt x="128" y="407"/>
                    <a:pt x="132" y="406"/>
                  </a:cubicBezTo>
                  <a:cubicBezTo>
                    <a:pt x="140" y="404"/>
                    <a:pt x="147" y="403"/>
                    <a:pt x="154" y="403"/>
                  </a:cubicBezTo>
                  <a:cubicBezTo>
                    <a:pt x="157" y="403"/>
                    <a:pt x="159" y="403"/>
                    <a:pt x="161" y="403"/>
                  </a:cubicBezTo>
                  <a:cubicBezTo>
                    <a:pt x="164" y="403"/>
                    <a:pt x="166" y="403"/>
                    <a:pt x="168" y="403"/>
                  </a:cubicBezTo>
                  <a:cubicBezTo>
                    <a:pt x="171" y="403"/>
                    <a:pt x="174" y="403"/>
                    <a:pt x="178" y="403"/>
                  </a:cubicBezTo>
                  <a:cubicBezTo>
                    <a:pt x="193" y="402"/>
                    <a:pt x="209" y="400"/>
                    <a:pt x="225" y="397"/>
                  </a:cubicBezTo>
                  <a:cubicBezTo>
                    <a:pt x="252" y="392"/>
                    <a:pt x="278" y="387"/>
                    <a:pt x="305" y="382"/>
                  </a:cubicBezTo>
                  <a:cubicBezTo>
                    <a:pt x="307" y="382"/>
                    <a:pt x="308" y="380"/>
                    <a:pt x="309" y="380"/>
                  </a:cubicBezTo>
                  <a:cubicBezTo>
                    <a:pt x="316" y="376"/>
                    <a:pt x="322" y="373"/>
                    <a:pt x="328" y="370"/>
                  </a:cubicBezTo>
                  <a:cubicBezTo>
                    <a:pt x="341" y="366"/>
                    <a:pt x="355" y="362"/>
                    <a:pt x="368" y="357"/>
                  </a:cubicBezTo>
                  <a:cubicBezTo>
                    <a:pt x="374" y="356"/>
                    <a:pt x="380" y="355"/>
                    <a:pt x="386" y="353"/>
                  </a:cubicBezTo>
                  <a:cubicBezTo>
                    <a:pt x="395" y="350"/>
                    <a:pt x="403" y="346"/>
                    <a:pt x="412" y="343"/>
                  </a:cubicBezTo>
                  <a:cubicBezTo>
                    <a:pt x="426" y="340"/>
                    <a:pt x="441" y="339"/>
                    <a:pt x="454" y="334"/>
                  </a:cubicBezTo>
                  <a:cubicBezTo>
                    <a:pt x="478" y="325"/>
                    <a:pt x="501" y="314"/>
                    <a:pt x="525" y="304"/>
                  </a:cubicBezTo>
                  <a:cubicBezTo>
                    <a:pt x="552" y="292"/>
                    <a:pt x="579" y="281"/>
                    <a:pt x="605" y="271"/>
                  </a:cubicBezTo>
                  <a:cubicBezTo>
                    <a:pt x="629" y="261"/>
                    <a:pt x="653" y="252"/>
                    <a:pt x="677" y="244"/>
                  </a:cubicBezTo>
                  <a:cubicBezTo>
                    <a:pt x="690" y="239"/>
                    <a:pt x="703" y="236"/>
                    <a:pt x="716" y="232"/>
                  </a:cubicBezTo>
                  <a:cubicBezTo>
                    <a:pt x="739" y="225"/>
                    <a:pt x="762" y="218"/>
                    <a:pt x="785" y="213"/>
                  </a:cubicBezTo>
                  <a:cubicBezTo>
                    <a:pt x="796" y="210"/>
                    <a:pt x="801" y="204"/>
                    <a:pt x="807" y="196"/>
                  </a:cubicBezTo>
                  <a:cubicBezTo>
                    <a:pt x="814" y="185"/>
                    <a:pt x="820" y="173"/>
                    <a:pt x="828" y="164"/>
                  </a:cubicBezTo>
                  <a:cubicBezTo>
                    <a:pt x="841" y="149"/>
                    <a:pt x="838" y="124"/>
                    <a:pt x="821" y="116"/>
                  </a:cubicBezTo>
                  <a:cubicBezTo>
                    <a:pt x="809" y="111"/>
                    <a:pt x="797" y="106"/>
                    <a:pt x="784" y="106"/>
                  </a:cubicBezTo>
                  <a:cubicBezTo>
                    <a:pt x="779" y="106"/>
                    <a:pt x="774" y="107"/>
                    <a:pt x="768" y="109"/>
                  </a:cubicBezTo>
                  <a:cubicBezTo>
                    <a:pt x="745" y="116"/>
                    <a:pt x="721" y="122"/>
                    <a:pt x="698" y="128"/>
                  </a:cubicBezTo>
                  <a:cubicBezTo>
                    <a:pt x="690" y="130"/>
                    <a:pt x="682" y="131"/>
                    <a:pt x="674" y="132"/>
                  </a:cubicBezTo>
                  <a:cubicBezTo>
                    <a:pt x="657" y="132"/>
                    <a:pt x="639" y="131"/>
                    <a:pt x="622" y="133"/>
                  </a:cubicBezTo>
                  <a:cubicBezTo>
                    <a:pt x="610" y="135"/>
                    <a:pt x="598" y="137"/>
                    <a:pt x="586" y="137"/>
                  </a:cubicBezTo>
                  <a:cubicBezTo>
                    <a:pt x="582" y="137"/>
                    <a:pt x="578" y="137"/>
                    <a:pt x="573" y="136"/>
                  </a:cubicBezTo>
                  <a:cubicBezTo>
                    <a:pt x="568" y="135"/>
                    <a:pt x="566" y="135"/>
                    <a:pt x="564" y="128"/>
                  </a:cubicBezTo>
                  <a:cubicBezTo>
                    <a:pt x="561" y="114"/>
                    <a:pt x="557" y="100"/>
                    <a:pt x="551" y="86"/>
                  </a:cubicBezTo>
                  <a:cubicBezTo>
                    <a:pt x="545" y="75"/>
                    <a:pt x="537" y="66"/>
                    <a:pt x="530" y="55"/>
                  </a:cubicBezTo>
                  <a:cubicBezTo>
                    <a:pt x="531" y="54"/>
                    <a:pt x="533" y="53"/>
                    <a:pt x="534" y="52"/>
                  </a:cubicBezTo>
                  <a:cubicBezTo>
                    <a:pt x="529" y="49"/>
                    <a:pt x="522" y="48"/>
                    <a:pt x="523" y="38"/>
                  </a:cubicBezTo>
                  <a:cubicBezTo>
                    <a:pt x="524" y="36"/>
                    <a:pt x="518" y="33"/>
                    <a:pt x="514" y="30"/>
                  </a:cubicBezTo>
                  <a:cubicBezTo>
                    <a:pt x="512" y="29"/>
                    <a:pt x="510" y="29"/>
                    <a:pt x="508" y="28"/>
                  </a:cubicBezTo>
                  <a:cubicBezTo>
                    <a:pt x="496" y="23"/>
                    <a:pt x="484" y="15"/>
                    <a:pt x="472" y="12"/>
                  </a:cubicBezTo>
                  <a:cubicBezTo>
                    <a:pt x="451" y="7"/>
                    <a:pt x="430" y="1"/>
                    <a:pt x="408" y="0"/>
                  </a:cubicBezTo>
                  <a:cubicBezTo>
                    <a:pt x="393" y="0"/>
                    <a:pt x="377" y="0"/>
                    <a:pt x="362"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7" name="Freeform 279">
              <a:extLst>
                <a:ext uri="{FF2B5EF4-FFF2-40B4-BE49-F238E27FC236}">
                  <a16:creationId xmlns:a16="http://schemas.microsoft.com/office/drawing/2014/main" id="{0B61ED16-37EE-40AE-AA1D-7B3B29625734}"/>
                </a:ext>
              </a:extLst>
            </p:cNvPr>
            <p:cNvSpPr>
              <a:spLocks/>
            </p:cNvSpPr>
            <p:nvPr/>
          </p:nvSpPr>
          <p:spPr bwMode="auto">
            <a:xfrm>
              <a:off x="5971091" y="1729350"/>
              <a:ext cx="101260" cy="94346"/>
            </a:xfrm>
            <a:custGeom>
              <a:avLst/>
              <a:gdLst>
                <a:gd name="T0" fmla="*/ 65 w 278"/>
                <a:gd name="T1" fmla="*/ 0 h 258"/>
                <a:gd name="T2" fmla="*/ 32 w 278"/>
                <a:gd name="T3" fmla="*/ 4 h 258"/>
                <a:gd name="T4" fmla="*/ 1 w 278"/>
                <a:gd name="T5" fmla="*/ 32 h 258"/>
                <a:gd name="T6" fmla="*/ 1 w 278"/>
                <a:gd name="T7" fmla="*/ 38 h 258"/>
                <a:gd name="T8" fmla="*/ 6 w 278"/>
                <a:gd name="T9" fmla="*/ 50 h 258"/>
                <a:gd name="T10" fmla="*/ 30 w 278"/>
                <a:gd name="T11" fmla="*/ 89 h 258"/>
                <a:gd name="T12" fmla="*/ 37 w 278"/>
                <a:gd name="T13" fmla="*/ 102 h 258"/>
                <a:gd name="T14" fmla="*/ 51 w 278"/>
                <a:gd name="T15" fmla="*/ 130 h 258"/>
                <a:gd name="T16" fmla="*/ 72 w 278"/>
                <a:gd name="T17" fmla="*/ 158 h 258"/>
                <a:gd name="T18" fmla="*/ 88 w 278"/>
                <a:gd name="T19" fmla="*/ 184 h 258"/>
                <a:gd name="T20" fmla="*/ 105 w 278"/>
                <a:gd name="T21" fmla="*/ 206 h 258"/>
                <a:gd name="T22" fmla="*/ 105 w 278"/>
                <a:gd name="T23" fmla="*/ 207 h 258"/>
                <a:gd name="T24" fmla="*/ 150 w 278"/>
                <a:gd name="T25" fmla="*/ 249 h 258"/>
                <a:gd name="T26" fmla="*/ 175 w 278"/>
                <a:gd name="T27" fmla="*/ 258 h 258"/>
                <a:gd name="T28" fmla="*/ 177 w 278"/>
                <a:gd name="T29" fmla="*/ 258 h 258"/>
                <a:gd name="T30" fmla="*/ 209 w 278"/>
                <a:gd name="T31" fmla="*/ 247 h 258"/>
                <a:gd name="T32" fmla="*/ 261 w 278"/>
                <a:gd name="T33" fmla="*/ 197 h 258"/>
                <a:gd name="T34" fmla="*/ 266 w 278"/>
                <a:gd name="T35" fmla="*/ 182 h 258"/>
                <a:gd name="T36" fmla="*/ 278 w 278"/>
                <a:gd name="T37" fmla="*/ 143 h 258"/>
                <a:gd name="T38" fmla="*/ 260 w 278"/>
                <a:gd name="T39" fmla="*/ 87 h 258"/>
                <a:gd name="T40" fmla="*/ 206 w 278"/>
                <a:gd name="T41" fmla="*/ 27 h 258"/>
                <a:gd name="T42" fmla="*/ 198 w 278"/>
                <a:gd name="T43" fmla="*/ 23 h 258"/>
                <a:gd name="T44" fmla="*/ 157 w 278"/>
                <a:gd name="T45" fmla="*/ 13 h 258"/>
                <a:gd name="T46" fmla="*/ 111 w 278"/>
                <a:gd name="T47" fmla="*/ 2 h 258"/>
                <a:gd name="T48" fmla="*/ 65 w 278"/>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8" h="258">
                  <a:moveTo>
                    <a:pt x="65" y="0"/>
                  </a:moveTo>
                  <a:cubicBezTo>
                    <a:pt x="54" y="0"/>
                    <a:pt x="43" y="1"/>
                    <a:pt x="32" y="4"/>
                  </a:cubicBezTo>
                  <a:cubicBezTo>
                    <a:pt x="16" y="7"/>
                    <a:pt x="8" y="19"/>
                    <a:pt x="1" y="32"/>
                  </a:cubicBezTo>
                  <a:cubicBezTo>
                    <a:pt x="0" y="33"/>
                    <a:pt x="1" y="36"/>
                    <a:pt x="1" y="38"/>
                  </a:cubicBezTo>
                  <a:cubicBezTo>
                    <a:pt x="3" y="42"/>
                    <a:pt x="4" y="46"/>
                    <a:pt x="6" y="50"/>
                  </a:cubicBezTo>
                  <a:cubicBezTo>
                    <a:pt x="11" y="65"/>
                    <a:pt x="17" y="79"/>
                    <a:pt x="30" y="89"/>
                  </a:cubicBezTo>
                  <a:cubicBezTo>
                    <a:pt x="33" y="92"/>
                    <a:pt x="35" y="97"/>
                    <a:pt x="37" y="102"/>
                  </a:cubicBezTo>
                  <a:cubicBezTo>
                    <a:pt x="41" y="111"/>
                    <a:pt x="45" y="121"/>
                    <a:pt x="51" y="130"/>
                  </a:cubicBezTo>
                  <a:cubicBezTo>
                    <a:pt x="57" y="140"/>
                    <a:pt x="65" y="148"/>
                    <a:pt x="72" y="158"/>
                  </a:cubicBezTo>
                  <a:cubicBezTo>
                    <a:pt x="77" y="166"/>
                    <a:pt x="82" y="176"/>
                    <a:pt x="88" y="184"/>
                  </a:cubicBezTo>
                  <a:cubicBezTo>
                    <a:pt x="93" y="192"/>
                    <a:pt x="92" y="205"/>
                    <a:pt x="105" y="206"/>
                  </a:cubicBezTo>
                  <a:cubicBezTo>
                    <a:pt x="105" y="207"/>
                    <a:pt x="105" y="207"/>
                    <a:pt x="105" y="207"/>
                  </a:cubicBezTo>
                  <a:cubicBezTo>
                    <a:pt x="120" y="221"/>
                    <a:pt x="134" y="237"/>
                    <a:pt x="150" y="249"/>
                  </a:cubicBezTo>
                  <a:cubicBezTo>
                    <a:pt x="156" y="254"/>
                    <a:pt x="167" y="258"/>
                    <a:pt x="175" y="258"/>
                  </a:cubicBezTo>
                  <a:cubicBezTo>
                    <a:pt x="176" y="258"/>
                    <a:pt x="177" y="258"/>
                    <a:pt x="177" y="258"/>
                  </a:cubicBezTo>
                  <a:cubicBezTo>
                    <a:pt x="188" y="257"/>
                    <a:pt x="199" y="252"/>
                    <a:pt x="209" y="247"/>
                  </a:cubicBezTo>
                  <a:cubicBezTo>
                    <a:pt x="231" y="236"/>
                    <a:pt x="250" y="220"/>
                    <a:pt x="261" y="197"/>
                  </a:cubicBezTo>
                  <a:cubicBezTo>
                    <a:pt x="264" y="192"/>
                    <a:pt x="265" y="187"/>
                    <a:pt x="266" y="182"/>
                  </a:cubicBezTo>
                  <a:cubicBezTo>
                    <a:pt x="271" y="167"/>
                    <a:pt x="275" y="152"/>
                    <a:pt x="278" y="143"/>
                  </a:cubicBezTo>
                  <a:cubicBezTo>
                    <a:pt x="277" y="118"/>
                    <a:pt x="268" y="103"/>
                    <a:pt x="260" y="87"/>
                  </a:cubicBezTo>
                  <a:cubicBezTo>
                    <a:pt x="247" y="63"/>
                    <a:pt x="227" y="45"/>
                    <a:pt x="206" y="27"/>
                  </a:cubicBezTo>
                  <a:cubicBezTo>
                    <a:pt x="204" y="25"/>
                    <a:pt x="201" y="23"/>
                    <a:pt x="198" y="23"/>
                  </a:cubicBezTo>
                  <a:cubicBezTo>
                    <a:pt x="184" y="19"/>
                    <a:pt x="171" y="17"/>
                    <a:pt x="157" y="13"/>
                  </a:cubicBezTo>
                  <a:cubicBezTo>
                    <a:pt x="142" y="10"/>
                    <a:pt x="127" y="3"/>
                    <a:pt x="111" y="2"/>
                  </a:cubicBezTo>
                  <a:cubicBezTo>
                    <a:pt x="96" y="2"/>
                    <a:pt x="81" y="0"/>
                    <a:pt x="65"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8" name="Freeform 280">
              <a:extLst>
                <a:ext uri="{FF2B5EF4-FFF2-40B4-BE49-F238E27FC236}">
                  <a16:creationId xmlns:a16="http://schemas.microsoft.com/office/drawing/2014/main" id="{F4EBBEBC-BA33-419F-B27F-2F55F96FCC56}"/>
                </a:ext>
              </a:extLst>
            </p:cNvPr>
            <p:cNvSpPr>
              <a:spLocks/>
            </p:cNvSpPr>
            <p:nvPr/>
          </p:nvSpPr>
          <p:spPr bwMode="auto">
            <a:xfrm>
              <a:off x="5784433" y="1791569"/>
              <a:ext cx="75640" cy="54900"/>
            </a:xfrm>
            <a:custGeom>
              <a:avLst/>
              <a:gdLst>
                <a:gd name="T0" fmla="*/ 40 w 207"/>
                <a:gd name="T1" fmla="*/ 0 h 151"/>
                <a:gd name="T2" fmla="*/ 29 w 207"/>
                <a:gd name="T3" fmla="*/ 10 h 151"/>
                <a:gd name="T4" fmla="*/ 3 w 207"/>
                <a:gd name="T5" fmla="*/ 47 h 151"/>
                <a:gd name="T6" fmla="*/ 0 w 207"/>
                <a:gd name="T7" fmla="*/ 56 h 151"/>
                <a:gd name="T8" fmla="*/ 0 w 207"/>
                <a:gd name="T9" fmla="*/ 97 h 151"/>
                <a:gd name="T10" fmla="*/ 20 w 207"/>
                <a:gd name="T11" fmla="*/ 135 h 151"/>
                <a:gd name="T12" fmla="*/ 42 w 207"/>
                <a:gd name="T13" fmla="*/ 147 h 151"/>
                <a:gd name="T14" fmla="*/ 56 w 207"/>
                <a:gd name="T15" fmla="*/ 151 h 151"/>
                <a:gd name="T16" fmla="*/ 65 w 207"/>
                <a:gd name="T17" fmla="*/ 149 h 151"/>
                <a:gd name="T18" fmla="*/ 113 w 207"/>
                <a:gd name="T19" fmla="*/ 124 h 151"/>
                <a:gd name="T20" fmla="*/ 125 w 207"/>
                <a:gd name="T21" fmla="*/ 113 h 151"/>
                <a:gd name="T22" fmla="*/ 165 w 207"/>
                <a:gd name="T23" fmla="*/ 59 h 151"/>
                <a:gd name="T24" fmla="*/ 184 w 207"/>
                <a:gd name="T25" fmla="*/ 44 h 151"/>
                <a:gd name="T26" fmla="*/ 204 w 207"/>
                <a:gd name="T27" fmla="*/ 20 h 151"/>
                <a:gd name="T28" fmla="*/ 195 w 207"/>
                <a:gd name="T29" fmla="*/ 6 h 151"/>
                <a:gd name="T30" fmla="*/ 192 w 207"/>
                <a:gd name="T31" fmla="*/ 6 h 151"/>
                <a:gd name="T32" fmla="*/ 122 w 207"/>
                <a:gd name="T33" fmla="*/ 17 h 151"/>
                <a:gd name="T34" fmla="*/ 101 w 207"/>
                <a:gd name="T35" fmla="*/ 19 h 151"/>
                <a:gd name="T36" fmla="*/ 82 w 207"/>
                <a:gd name="T37" fmla="*/ 14 h 151"/>
                <a:gd name="T38" fmla="*/ 51 w 207"/>
                <a:gd name="T39" fmla="*/ 2 h 151"/>
                <a:gd name="T40" fmla="*/ 42 w 207"/>
                <a:gd name="T41" fmla="*/ 3 h 151"/>
                <a:gd name="T42" fmla="*/ 40 w 207"/>
                <a:gd name="T43"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 h="151">
                  <a:moveTo>
                    <a:pt x="40" y="0"/>
                  </a:moveTo>
                  <a:cubicBezTo>
                    <a:pt x="36" y="3"/>
                    <a:pt x="32" y="6"/>
                    <a:pt x="29" y="10"/>
                  </a:cubicBezTo>
                  <a:cubicBezTo>
                    <a:pt x="20" y="22"/>
                    <a:pt x="12" y="35"/>
                    <a:pt x="3" y="47"/>
                  </a:cubicBezTo>
                  <a:cubicBezTo>
                    <a:pt x="1" y="50"/>
                    <a:pt x="0" y="53"/>
                    <a:pt x="0" y="56"/>
                  </a:cubicBezTo>
                  <a:cubicBezTo>
                    <a:pt x="0" y="69"/>
                    <a:pt x="0" y="83"/>
                    <a:pt x="0" y="97"/>
                  </a:cubicBezTo>
                  <a:cubicBezTo>
                    <a:pt x="0" y="113"/>
                    <a:pt x="5" y="126"/>
                    <a:pt x="20" y="135"/>
                  </a:cubicBezTo>
                  <a:cubicBezTo>
                    <a:pt x="27" y="139"/>
                    <a:pt x="35" y="142"/>
                    <a:pt x="42" y="147"/>
                  </a:cubicBezTo>
                  <a:cubicBezTo>
                    <a:pt x="47" y="150"/>
                    <a:pt x="51" y="151"/>
                    <a:pt x="56" y="151"/>
                  </a:cubicBezTo>
                  <a:cubicBezTo>
                    <a:pt x="59" y="151"/>
                    <a:pt x="62" y="150"/>
                    <a:pt x="65" y="149"/>
                  </a:cubicBezTo>
                  <a:cubicBezTo>
                    <a:pt x="81" y="141"/>
                    <a:pt x="97" y="132"/>
                    <a:pt x="113" y="124"/>
                  </a:cubicBezTo>
                  <a:cubicBezTo>
                    <a:pt x="117" y="121"/>
                    <a:pt x="123" y="117"/>
                    <a:pt x="125" y="113"/>
                  </a:cubicBezTo>
                  <a:cubicBezTo>
                    <a:pt x="136" y="93"/>
                    <a:pt x="148" y="74"/>
                    <a:pt x="165" y="59"/>
                  </a:cubicBezTo>
                  <a:cubicBezTo>
                    <a:pt x="171" y="54"/>
                    <a:pt x="177" y="46"/>
                    <a:pt x="184" y="44"/>
                  </a:cubicBezTo>
                  <a:cubicBezTo>
                    <a:pt x="196" y="40"/>
                    <a:pt x="201" y="31"/>
                    <a:pt x="204" y="20"/>
                  </a:cubicBezTo>
                  <a:cubicBezTo>
                    <a:pt x="207" y="12"/>
                    <a:pt x="203" y="6"/>
                    <a:pt x="195" y="6"/>
                  </a:cubicBezTo>
                  <a:cubicBezTo>
                    <a:pt x="194" y="6"/>
                    <a:pt x="193" y="6"/>
                    <a:pt x="192" y="6"/>
                  </a:cubicBezTo>
                  <a:cubicBezTo>
                    <a:pt x="169" y="9"/>
                    <a:pt x="145" y="14"/>
                    <a:pt x="122" y="17"/>
                  </a:cubicBezTo>
                  <a:cubicBezTo>
                    <a:pt x="115" y="18"/>
                    <a:pt x="108" y="19"/>
                    <a:pt x="101" y="19"/>
                  </a:cubicBezTo>
                  <a:cubicBezTo>
                    <a:pt x="95" y="19"/>
                    <a:pt x="88" y="18"/>
                    <a:pt x="82" y="14"/>
                  </a:cubicBezTo>
                  <a:cubicBezTo>
                    <a:pt x="72" y="7"/>
                    <a:pt x="63" y="2"/>
                    <a:pt x="51" y="2"/>
                  </a:cubicBezTo>
                  <a:cubicBezTo>
                    <a:pt x="48" y="2"/>
                    <a:pt x="45" y="2"/>
                    <a:pt x="42" y="3"/>
                  </a:cubicBezTo>
                  <a:cubicBezTo>
                    <a:pt x="41" y="2"/>
                    <a:pt x="41" y="1"/>
                    <a:pt x="40"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9" name="Freeform 281">
              <a:extLst>
                <a:ext uri="{FF2B5EF4-FFF2-40B4-BE49-F238E27FC236}">
                  <a16:creationId xmlns:a16="http://schemas.microsoft.com/office/drawing/2014/main" id="{B2D7E6CF-EC06-4BF6-869B-BB700BA8BEAD}"/>
                </a:ext>
              </a:extLst>
            </p:cNvPr>
            <p:cNvSpPr>
              <a:spLocks/>
            </p:cNvSpPr>
            <p:nvPr/>
          </p:nvSpPr>
          <p:spPr bwMode="auto">
            <a:xfrm>
              <a:off x="5338322" y="2027840"/>
              <a:ext cx="90280" cy="89467"/>
            </a:xfrm>
            <a:custGeom>
              <a:avLst/>
              <a:gdLst>
                <a:gd name="T0" fmla="*/ 248 w 248"/>
                <a:gd name="T1" fmla="*/ 0 h 245"/>
                <a:gd name="T2" fmla="*/ 171 w 248"/>
                <a:gd name="T3" fmla="*/ 0 h 245"/>
                <a:gd name="T4" fmla="*/ 171 w 248"/>
                <a:gd name="T5" fmla="*/ 9 h 245"/>
                <a:gd name="T6" fmla="*/ 185 w 248"/>
                <a:gd name="T7" fmla="*/ 13 h 245"/>
                <a:gd name="T8" fmla="*/ 191 w 248"/>
                <a:gd name="T9" fmla="*/ 18 h 245"/>
                <a:gd name="T10" fmla="*/ 194 w 248"/>
                <a:gd name="T11" fmla="*/ 27 h 245"/>
                <a:gd name="T12" fmla="*/ 195 w 248"/>
                <a:gd name="T13" fmla="*/ 45 h 245"/>
                <a:gd name="T14" fmla="*/ 195 w 248"/>
                <a:gd name="T15" fmla="*/ 82 h 245"/>
                <a:gd name="T16" fmla="*/ 196 w 248"/>
                <a:gd name="T17" fmla="*/ 141 h 245"/>
                <a:gd name="T18" fmla="*/ 198 w 248"/>
                <a:gd name="T19" fmla="*/ 184 h 245"/>
                <a:gd name="T20" fmla="*/ 195 w 248"/>
                <a:gd name="T21" fmla="*/ 184 h 245"/>
                <a:gd name="T22" fmla="*/ 184 w 248"/>
                <a:gd name="T23" fmla="*/ 166 h 245"/>
                <a:gd name="T24" fmla="*/ 171 w 248"/>
                <a:gd name="T25" fmla="*/ 147 h 245"/>
                <a:gd name="T26" fmla="*/ 67 w 248"/>
                <a:gd name="T27" fmla="*/ 0 h 245"/>
                <a:gd name="T28" fmla="*/ 0 w 248"/>
                <a:gd name="T29" fmla="*/ 0 h 245"/>
                <a:gd name="T30" fmla="*/ 0 w 248"/>
                <a:gd name="T31" fmla="*/ 9 h 245"/>
                <a:gd name="T32" fmla="*/ 14 w 248"/>
                <a:gd name="T33" fmla="*/ 13 h 245"/>
                <a:gd name="T34" fmla="*/ 21 w 248"/>
                <a:gd name="T35" fmla="*/ 18 h 245"/>
                <a:gd name="T36" fmla="*/ 24 w 248"/>
                <a:gd name="T37" fmla="*/ 27 h 245"/>
                <a:gd name="T38" fmla="*/ 25 w 248"/>
                <a:gd name="T39" fmla="*/ 45 h 245"/>
                <a:gd name="T40" fmla="*/ 25 w 248"/>
                <a:gd name="T41" fmla="*/ 199 h 245"/>
                <a:gd name="T42" fmla="*/ 24 w 248"/>
                <a:gd name="T43" fmla="*/ 219 h 245"/>
                <a:gd name="T44" fmla="*/ 18 w 248"/>
                <a:gd name="T45" fmla="*/ 229 h 245"/>
                <a:gd name="T46" fmla="*/ 0 w 248"/>
                <a:gd name="T47" fmla="*/ 235 h 245"/>
                <a:gd name="T48" fmla="*/ 0 w 248"/>
                <a:gd name="T49" fmla="*/ 244 h 245"/>
                <a:gd name="T50" fmla="*/ 78 w 248"/>
                <a:gd name="T51" fmla="*/ 244 h 245"/>
                <a:gd name="T52" fmla="*/ 78 w 248"/>
                <a:gd name="T53" fmla="*/ 235 h 245"/>
                <a:gd name="T54" fmla="*/ 64 w 248"/>
                <a:gd name="T55" fmla="*/ 231 h 245"/>
                <a:gd name="T56" fmla="*/ 57 w 248"/>
                <a:gd name="T57" fmla="*/ 226 h 245"/>
                <a:gd name="T58" fmla="*/ 54 w 248"/>
                <a:gd name="T59" fmla="*/ 217 h 245"/>
                <a:gd name="T60" fmla="*/ 53 w 248"/>
                <a:gd name="T61" fmla="*/ 199 h 245"/>
                <a:gd name="T62" fmla="*/ 53 w 248"/>
                <a:gd name="T63" fmla="*/ 163 h 245"/>
                <a:gd name="T64" fmla="*/ 52 w 248"/>
                <a:gd name="T65" fmla="*/ 91 h 245"/>
                <a:gd name="T66" fmla="*/ 50 w 248"/>
                <a:gd name="T67" fmla="*/ 41 h 245"/>
                <a:gd name="T68" fmla="*/ 54 w 248"/>
                <a:gd name="T69" fmla="*/ 41 h 245"/>
                <a:gd name="T70" fmla="*/ 62 w 248"/>
                <a:gd name="T71" fmla="*/ 56 h 245"/>
                <a:gd name="T72" fmla="*/ 78 w 248"/>
                <a:gd name="T73" fmla="*/ 78 h 245"/>
                <a:gd name="T74" fmla="*/ 196 w 248"/>
                <a:gd name="T75" fmla="*/ 245 h 245"/>
                <a:gd name="T76" fmla="*/ 222 w 248"/>
                <a:gd name="T77" fmla="*/ 245 h 245"/>
                <a:gd name="T78" fmla="*/ 222 w 248"/>
                <a:gd name="T79" fmla="*/ 45 h 245"/>
                <a:gd name="T80" fmla="*/ 224 w 248"/>
                <a:gd name="T81" fmla="*/ 26 h 245"/>
                <a:gd name="T82" fmla="*/ 228 w 248"/>
                <a:gd name="T83" fmla="*/ 18 h 245"/>
                <a:gd name="T84" fmla="*/ 234 w 248"/>
                <a:gd name="T85" fmla="*/ 13 h 245"/>
                <a:gd name="T86" fmla="*/ 248 w 248"/>
                <a:gd name="T87" fmla="*/ 9 h 245"/>
                <a:gd name="T88" fmla="*/ 248 w 248"/>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8" h="245">
                  <a:moveTo>
                    <a:pt x="248" y="0"/>
                  </a:moveTo>
                  <a:cubicBezTo>
                    <a:pt x="171" y="0"/>
                    <a:pt x="171" y="0"/>
                    <a:pt x="171" y="0"/>
                  </a:cubicBezTo>
                  <a:cubicBezTo>
                    <a:pt x="171" y="9"/>
                    <a:pt x="171" y="9"/>
                    <a:pt x="171" y="9"/>
                  </a:cubicBezTo>
                  <a:cubicBezTo>
                    <a:pt x="178" y="10"/>
                    <a:pt x="182" y="12"/>
                    <a:pt x="185" y="13"/>
                  </a:cubicBezTo>
                  <a:cubicBezTo>
                    <a:pt x="187" y="14"/>
                    <a:pt x="189" y="16"/>
                    <a:pt x="191" y="18"/>
                  </a:cubicBezTo>
                  <a:cubicBezTo>
                    <a:pt x="192" y="20"/>
                    <a:pt x="193" y="23"/>
                    <a:pt x="194" y="27"/>
                  </a:cubicBezTo>
                  <a:cubicBezTo>
                    <a:pt x="194" y="31"/>
                    <a:pt x="195" y="37"/>
                    <a:pt x="195" y="45"/>
                  </a:cubicBezTo>
                  <a:cubicBezTo>
                    <a:pt x="195" y="82"/>
                    <a:pt x="195" y="82"/>
                    <a:pt x="195" y="82"/>
                  </a:cubicBezTo>
                  <a:cubicBezTo>
                    <a:pt x="195" y="100"/>
                    <a:pt x="195" y="119"/>
                    <a:pt x="196" y="141"/>
                  </a:cubicBezTo>
                  <a:cubicBezTo>
                    <a:pt x="196" y="163"/>
                    <a:pt x="197" y="177"/>
                    <a:pt x="198" y="184"/>
                  </a:cubicBezTo>
                  <a:cubicBezTo>
                    <a:pt x="195" y="184"/>
                    <a:pt x="195" y="184"/>
                    <a:pt x="195" y="184"/>
                  </a:cubicBezTo>
                  <a:cubicBezTo>
                    <a:pt x="191" y="178"/>
                    <a:pt x="187" y="171"/>
                    <a:pt x="184" y="166"/>
                  </a:cubicBezTo>
                  <a:cubicBezTo>
                    <a:pt x="181" y="161"/>
                    <a:pt x="176" y="155"/>
                    <a:pt x="171" y="147"/>
                  </a:cubicBezTo>
                  <a:cubicBezTo>
                    <a:pt x="67" y="0"/>
                    <a:pt x="67" y="0"/>
                    <a:pt x="67"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8" y="244"/>
                    <a:pt x="78" y="244"/>
                    <a:pt x="78" y="244"/>
                  </a:cubicBezTo>
                  <a:cubicBezTo>
                    <a:pt x="78" y="235"/>
                    <a:pt x="78" y="235"/>
                    <a:pt x="78" y="235"/>
                  </a:cubicBezTo>
                  <a:cubicBezTo>
                    <a:pt x="71" y="234"/>
                    <a:pt x="67" y="232"/>
                    <a:pt x="64" y="231"/>
                  </a:cubicBezTo>
                  <a:cubicBezTo>
                    <a:pt x="61" y="230"/>
                    <a:pt x="58" y="228"/>
                    <a:pt x="57" y="226"/>
                  </a:cubicBezTo>
                  <a:cubicBezTo>
                    <a:pt x="56" y="223"/>
                    <a:pt x="54" y="221"/>
                    <a:pt x="54" y="217"/>
                  </a:cubicBezTo>
                  <a:cubicBezTo>
                    <a:pt x="53" y="213"/>
                    <a:pt x="53" y="207"/>
                    <a:pt x="53" y="199"/>
                  </a:cubicBezTo>
                  <a:cubicBezTo>
                    <a:pt x="53" y="163"/>
                    <a:pt x="53" y="163"/>
                    <a:pt x="53" y="163"/>
                  </a:cubicBezTo>
                  <a:cubicBezTo>
                    <a:pt x="53" y="139"/>
                    <a:pt x="53" y="115"/>
                    <a:pt x="52" y="91"/>
                  </a:cubicBezTo>
                  <a:cubicBezTo>
                    <a:pt x="52" y="67"/>
                    <a:pt x="51" y="51"/>
                    <a:pt x="50" y="41"/>
                  </a:cubicBezTo>
                  <a:cubicBezTo>
                    <a:pt x="54" y="41"/>
                    <a:pt x="54" y="41"/>
                    <a:pt x="54" y="41"/>
                  </a:cubicBezTo>
                  <a:cubicBezTo>
                    <a:pt x="56" y="46"/>
                    <a:pt x="59" y="51"/>
                    <a:pt x="62" y="56"/>
                  </a:cubicBezTo>
                  <a:cubicBezTo>
                    <a:pt x="66" y="60"/>
                    <a:pt x="71" y="68"/>
                    <a:pt x="78" y="78"/>
                  </a:cubicBezTo>
                  <a:cubicBezTo>
                    <a:pt x="196" y="245"/>
                    <a:pt x="196" y="245"/>
                    <a:pt x="196" y="245"/>
                  </a:cubicBezTo>
                  <a:cubicBezTo>
                    <a:pt x="222" y="245"/>
                    <a:pt x="222" y="245"/>
                    <a:pt x="222" y="245"/>
                  </a:cubicBezTo>
                  <a:cubicBezTo>
                    <a:pt x="222" y="45"/>
                    <a:pt x="222" y="45"/>
                    <a:pt x="222" y="45"/>
                  </a:cubicBezTo>
                  <a:cubicBezTo>
                    <a:pt x="222" y="36"/>
                    <a:pt x="223" y="30"/>
                    <a:pt x="224" y="26"/>
                  </a:cubicBezTo>
                  <a:cubicBezTo>
                    <a:pt x="225" y="22"/>
                    <a:pt x="226" y="19"/>
                    <a:pt x="228" y="18"/>
                  </a:cubicBezTo>
                  <a:cubicBezTo>
                    <a:pt x="229" y="16"/>
                    <a:pt x="231" y="14"/>
                    <a:pt x="234" y="13"/>
                  </a:cubicBezTo>
                  <a:cubicBezTo>
                    <a:pt x="237" y="12"/>
                    <a:pt x="241" y="10"/>
                    <a:pt x="248" y="9"/>
                  </a:cubicBezTo>
                  <a:cubicBezTo>
                    <a:pt x="248" y="0"/>
                    <a:pt x="248" y="0"/>
                    <a:pt x="248"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0" name="Freeform 282">
              <a:extLst>
                <a:ext uri="{FF2B5EF4-FFF2-40B4-BE49-F238E27FC236}">
                  <a16:creationId xmlns:a16="http://schemas.microsoft.com/office/drawing/2014/main" id="{4198F2DC-B7D5-4B35-92B7-3A4E79381FCD}"/>
                </a:ext>
              </a:extLst>
            </p:cNvPr>
            <p:cNvSpPr>
              <a:spLocks noEditPoints="1"/>
            </p:cNvSpPr>
            <p:nvPr/>
          </p:nvSpPr>
          <p:spPr bwMode="auto">
            <a:xfrm>
              <a:off x="5437549" y="2026621"/>
              <a:ext cx="96380" cy="90280"/>
            </a:xfrm>
            <a:custGeom>
              <a:avLst/>
              <a:gdLst>
                <a:gd name="T0" fmla="*/ 86 w 265"/>
                <a:gd name="T1" fmla="*/ 151 h 247"/>
                <a:gd name="T2" fmla="*/ 135 w 265"/>
                <a:gd name="T3" fmla="*/ 35 h 247"/>
                <a:gd name="T4" fmla="*/ 175 w 265"/>
                <a:gd name="T5" fmla="*/ 151 h 247"/>
                <a:gd name="T6" fmla="*/ 86 w 265"/>
                <a:gd name="T7" fmla="*/ 151 h 247"/>
                <a:gd name="T8" fmla="*/ 160 w 265"/>
                <a:gd name="T9" fmla="*/ 0 h 247"/>
                <a:gd name="T10" fmla="*/ 126 w 265"/>
                <a:gd name="T11" fmla="*/ 0 h 247"/>
                <a:gd name="T12" fmla="*/ 38 w 265"/>
                <a:gd name="T13" fmla="*/ 198 h 247"/>
                <a:gd name="T14" fmla="*/ 21 w 265"/>
                <a:gd name="T15" fmla="*/ 227 h 247"/>
                <a:gd name="T16" fmla="*/ 0 w 265"/>
                <a:gd name="T17" fmla="*/ 238 h 247"/>
                <a:gd name="T18" fmla="*/ 0 w 265"/>
                <a:gd name="T19" fmla="*/ 247 h 247"/>
                <a:gd name="T20" fmla="*/ 91 w 265"/>
                <a:gd name="T21" fmla="*/ 247 h 247"/>
                <a:gd name="T22" fmla="*/ 91 w 265"/>
                <a:gd name="T23" fmla="*/ 238 h 247"/>
                <a:gd name="T24" fmla="*/ 71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2 w 265"/>
                <a:gd name="T39" fmla="*/ 205 h 247"/>
                <a:gd name="T40" fmla="*/ 193 w 265"/>
                <a:gd name="T41" fmla="*/ 218 h 247"/>
                <a:gd name="T42" fmla="*/ 191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1 w 265"/>
                <a:gd name="T57" fmla="*/ 221 h 247"/>
                <a:gd name="T58" fmla="*/ 232 w 265"/>
                <a:gd name="T59" fmla="*/ 200 h 247"/>
                <a:gd name="T60" fmla="*/ 160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5" y="35"/>
                    <a:pt x="135" y="35"/>
                    <a:pt x="135" y="35"/>
                  </a:cubicBezTo>
                  <a:cubicBezTo>
                    <a:pt x="175" y="151"/>
                    <a:pt x="175" y="151"/>
                    <a:pt x="175" y="151"/>
                  </a:cubicBezTo>
                  <a:cubicBezTo>
                    <a:pt x="86" y="151"/>
                    <a:pt x="86" y="151"/>
                    <a:pt x="86" y="151"/>
                  </a:cubicBezTo>
                  <a:moveTo>
                    <a:pt x="160" y="0"/>
                  </a:moveTo>
                  <a:cubicBezTo>
                    <a:pt x="126" y="0"/>
                    <a:pt x="126" y="0"/>
                    <a:pt x="126" y="0"/>
                  </a:cubicBezTo>
                  <a:cubicBezTo>
                    <a:pt x="38" y="198"/>
                    <a:pt x="38" y="198"/>
                    <a:pt x="38" y="198"/>
                  </a:cubicBezTo>
                  <a:cubicBezTo>
                    <a:pt x="32" y="211"/>
                    <a:pt x="27" y="220"/>
                    <a:pt x="21" y="227"/>
                  </a:cubicBezTo>
                  <a:cubicBezTo>
                    <a:pt x="15" y="233"/>
                    <a:pt x="8" y="237"/>
                    <a:pt x="0" y="238"/>
                  </a:cubicBezTo>
                  <a:cubicBezTo>
                    <a:pt x="0" y="247"/>
                    <a:pt x="0" y="247"/>
                    <a:pt x="0" y="247"/>
                  </a:cubicBezTo>
                  <a:cubicBezTo>
                    <a:pt x="91" y="247"/>
                    <a:pt x="91" y="247"/>
                    <a:pt x="91" y="247"/>
                  </a:cubicBezTo>
                  <a:cubicBezTo>
                    <a:pt x="91" y="238"/>
                    <a:pt x="91" y="238"/>
                    <a:pt x="91" y="238"/>
                  </a:cubicBezTo>
                  <a:cubicBezTo>
                    <a:pt x="82" y="237"/>
                    <a:pt x="75" y="235"/>
                    <a:pt x="71" y="232"/>
                  </a:cubicBezTo>
                  <a:cubicBezTo>
                    <a:pt x="66" y="228"/>
                    <a:pt x="64" y="223"/>
                    <a:pt x="64" y="216"/>
                  </a:cubicBezTo>
                  <a:cubicBezTo>
                    <a:pt x="64" y="212"/>
                    <a:pt x="65"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1" y="200"/>
                    <a:pt x="192" y="205"/>
                  </a:cubicBezTo>
                  <a:cubicBezTo>
                    <a:pt x="193" y="210"/>
                    <a:pt x="193" y="214"/>
                    <a:pt x="193" y="218"/>
                  </a:cubicBezTo>
                  <a:cubicBezTo>
                    <a:pt x="193" y="222"/>
                    <a:pt x="193" y="226"/>
                    <a:pt x="191" y="228"/>
                  </a:cubicBezTo>
                  <a:cubicBezTo>
                    <a:pt x="189" y="231"/>
                    <a:pt x="187" y="233"/>
                    <a:pt x="183" y="234"/>
                  </a:cubicBezTo>
                  <a:cubicBezTo>
                    <a:pt x="180" y="236"/>
                    <a:pt x="174" y="237"/>
                    <a:pt x="167" y="238"/>
                  </a:cubicBezTo>
                  <a:cubicBezTo>
                    <a:pt x="167" y="247"/>
                    <a:pt x="167" y="247"/>
                    <a:pt x="167" y="247"/>
                  </a:cubicBezTo>
                  <a:cubicBezTo>
                    <a:pt x="265" y="247"/>
                    <a:pt x="265" y="247"/>
                    <a:pt x="265" y="247"/>
                  </a:cubicBezTo>
                  <a:cubicBezTo>
                    <a:pt x="265" y="238"/>
                    <a:pt x="265" y="238"/>
                    <a:pt x="265" y="238"/>
                  </a:cubicBezTo>
                  <a:cubicBezTo>
                    <a:pt x="259" y="237"/>
                    <a:pt x="254" y="235"/>
                    <a:pt x="250" y="232"/>
                  </a:cubicBezTo>
                  <a:cubicBezTo>
                    <a:pt x="246" y="230"/>
                    <a:pt x="243" y="226"/>
                    <a:pt x="241" y="221"/>
                  </a:cubicBezTo>
                  <a:cubicBezTo>
                    <a:pt x="238" y="216"/>
                    <a:pt x="235" y="209"/>
                    <a:pt x="232" y="200"/>
                  </a:cubicBezTo>
                  <a:cubicBezTo>
                    <a:pt x="160" y="0"/>
                    <a:pt x="160" y="0"/>
                    <a:pt x="160"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1" name="Freeform 283">
              <a:extLst>
                <a:ext uri="{FF2B5EF4-FFF2-40B4-BE49-F238E27FC236}">
                  <a16:creationId xmlns:a16="http://schemas.microsoft.com/office/drawing/2014/main" id="{D4DFDD69-88FD-4170-9629-41633ED728BF}"/>
                </a:ext>
              </a:extLst>
            </p:cNvPr>
            <p:cNvSpPr>
              <a:spLocks/>
            </p:cNvSpPr>
            <p:nvPr/>
          </p:nvSpPr>
          <p:spPr bwMode="auto">
            <a:xfrm>
              <a:off x="5544500" y="2027840"/>
              <a:ext cx="89873" cy="89467"/>
            </a:xfrm>
            <a:custGeom>
              <a:avLst/>
              <a:gdLst>
                <a:gd name="T0" fmla="*/ 247 w 247"/>
                <a:gd name="T1" fmla="*/ 0 h 245"/>
                <a:gd name="T2" fmla="*/ 171 w 247"/>
                <a:gd name="T3" fmla="*/ 0 h 245"/>
                <a:gd name="T4" fmla="*/ 171 w 247"/>
                <a:gd name="T5" fmla="*/ 9 h 245"/>
                <a:gd name="T6" fmla="*/ 184 w 247"/>
                <a:gd name="T7" fmla="*/ 13 h 245"/>
                <a:gd name="T8" fmla="*/ 190 w 247"/>
                <a:gd name="T9" fmla="*/ 18 h 245"/>
                <a:gd name="T10" fmla="*/ 194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4 w 247"/>
                <a:gd name="T33" fmla="*/ 13 h 245"/>
                <a:gd name="T34" fmla="*/ 20 w 247"/>
                <a:gd name="T35" fmla="*/ 18 h 245"/>
                <a:gd name="T36" fmla="*/ 24 w 247"/>
                <a:gd name="T37" fmla="*/ 27 h 245"/>
                <a:gd name="T38" fmla="*/ 25 w 247"/>
                <a:gd name="T39" fmla="*/ 45 h 245"/>
                <a:gd name="T40" fmla="*/ 25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8 w 247"/>
                <a:gd name="T73" fmla="*/ 78 h 245"/>
                <a:gd name="T74" fmla="*/ 196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1" y="0"/>
                    <a:pt x="171" y="0"/>
                    <a:pt x="171" y="0"/>
                  </a:cubicBezTo>
                  <a:cubicBezTo>
                    <a:pt x="171" y="9"/>
                    <a:pt x="171" y="9"/>
                    <a:pt x="171" y="9"/>
                  </a:cubicBezTo>
                  <a:cubicBezTo>
                    <a:pt x="177" y="10"/>
                    <a:pt x="182" y="12"/>
                    <a:pt x="184" y="13"/>
                  </a:cubicBezTo>
                  <a:cubicBezTo>
                    <a:pt x="187" y="14"/>
                    <a:pt x="189" y="16"/>
                    <a:pt x="190" y="18"/>
                  </a:cubicBezTo>
                  <a:cubicBezTo>
                    <a:pt x="192" y="20"/>
                    <a:pt x="193" y="23"/>
                    <a:pt x="194"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0" y="227"/>
                    <a:pt x="17"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6"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1" y="51"/>
                    <a:pt x="50" y="41"/>
                  </a:cubicBezTo>
                  <a:cubicBezTo>
                    <a:pt x="53" y="41"/>
                    <a:pt x="53" y="41"/>
                    <a:pt x="53" y="41"/>
                  </a:cubicBezTo>
                  <a:cubicBezTo>
                    <a:pt x="56" y="46"/>
                    <a:pt x="59" y="51"/>
                    <a:pt x="62" y="56"/>
                  </a:cubicBezTo>
                  <a:cubicBezTo>
                    <a:pt x="65" y="60"/>
                    <a:pt x="70" y="68"/>
                    <a:pt x="78" y="78"/>
                  </a:cubicBezTo>
                  <a:cubicBezTo>
                    <a:pt x="196" y="245"/>
                    <a:pt x="196" y="245"/>
                    <a:pt x="196" y="245"/>
                  </a:cubicBezTo>
                  <a:cubicBezTo>
                    <a:pt x="222" y="245"/>
                    <a:pt x="222" y="245"/>
                    <a:pt x="222" y="245"/>
                  </a:cubicBezTo>
                  <a:cubicBezTo>
                    <a:pt x="222" y="45"/>
                    <a:pt x="222" y="45"/>
                    <a:pt x="222" y="45"/>
                  </a:cubicBezTo>
                  <a:cubicBezTo>
                    <a:pt x="222" y="36"/>
                    <a:pt x="222" y="30"/>
                    <a:pt x="223" y="26"/>
                  </a:cubicBezTo>
                  <a:cubicBezTo>
                    <a:pt x="224" y="22"/>
                    <a:pt x="226" y="19"/>
                    <a:pt x="227" y="18"/>
                  </a:cubicBezTo>
                  <a:cubicBezTo>
                    <a:pt x="229" y="16"/>
                    <a:pt x="231" y="14"/>
                    <a:pt x="233" y="13"/>
                  </a:cubicBezTo>
                  <a:cubicBezTo>
                    <a:pt x="236" y="12"/>
                    <a:pt x="241" y="10"/>
                    <a:pt x="247" y="9"/>
                  </a:cubicBezTo>
                  <a:cubicBezTo>
                    <a:pt x="247" y="0"/>
                    <a:pt x="247" y="0"/>
                    <a:pt x="247"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2" name="Freeform 284">
              <a:extLst>
                <a:ext uri="{FF2B5EF4-FFF2-40B4-BE49-F238E27FC236}">
                  <a16:creationId xmlns:a16="http://schemas.microsoft.com/office/drawing/2014/main" id="{B67B4723-34AB-4591-8C87-AB2264CC8F59}"/>
                </a:ext>
              </a:extLst>
            </p:cNvPr>
            <p:cNvSpPr>
              <a:spLocks/>
            </p:cNvSpPr>
            <p:nvPr/>
          </p:nvSpPr>
          <p:spPr bwMode="auto">
            <a:xfrm>
              <a:off x="5644947" y="2027840"/>
              <a:ext cx="38226" cy="114679"/>
            </a:xfrm>
            <a:custGeom>
              <a:avLst/>
              <a:gdLst>
                <a:gd name="T0" fmla="*/ 105 w 105"/>
                <a:gd name="T1" fmla="*/ 0 h 314"/>
                <a:gd name="T2" fmla="*/ 16 w 105"/>
                <a:gd name="T3" fmla="*/ 0 h 314"/>
                <a:gd name="T4" fmla="*/ 16 w 105"/>
                <a:gd name="T5" fmla="*/ 9 h 314"/>
                <a:gd name="T6" fmla="*/ 33 w 105"/>
                <a:gd name="T7" fmla="*/ 15 h 314"/>
                <a:gd name="T8" fmla="*/ 39 w 105"/>
                <a:gd name="T9" fmla="*/ 24 h 314"/>
                <a:gd name="T10" fmla="*/ 41 w 105"/>
                <a:gd name="T11" fmla="*/ 45 h 314"/>
                <a:gd name="T12" fmla="*/ 41 w 105"/>
                <a:gd name="T13" fmla="*/ 246 h 314"/>
                <a:gd name="T14" fmla="*/ 38 w 105"/>
                <a:gd name="T15" fmla="*/ 271 h 314"/>
                <a:gd name="T16" fmla="*/ 27 w 105"/>
                <a:gd name="T17" fmla="*/ 286 h 314"/>
                <a:gd name="T18" fmla="*/ 0 w 105"/>
                <a:gd name="T19" fmla="*/ 298 h 314"/>
                <a:gd name="T20" fmla="*/ 7 w 105"/>
                <a:gd name="T21" fmla="*/ 314 h 314"/>
                <a:gd name="T22" fmla="*/ 52 w 105"/>
                <a:gd name="T23" fmla="*/ 296 h 314"/>
                <a:gd name="T24" fmla="*/ 74 w 105"/>
                <a:gd name="T25" fmla="*/ 271 h 314"/>
                <a:gd name="T26" fmla="*/ 81 w 105"/>
                <a:gd name="T27" fmla="*/ 232 h 314"/>
                <a:gd name="T28" fmla="*/ 81 w 105"/>
                <a:gd name="T29" fmla="*/ 45 h 314"/>
                <a:gd name="T30" fmla="*/ 82 w 105"/>
                <a:gd name="T31" fmla="*/ 27 h 314"/>
                <a:gd name="T32" fmla="*/ 86 w 105"/>
                <a:gd name="T33" fmla="*/ 18 h 314"/>
                <a:gd name="T34" fmla="*/ 92 w 105"/>
                <a:gd name="T35" fmla="*/ 13 h 314"/>
                <a:gd name="T36" fmla="*/ 105 w 105"/>
                <a:gd name="T37" fmla="*/ 9 h 314"/>
                <a:gd name="T38" fmla="*/ 105 w 105"/>
                <a:gd name="T3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 h="314">
                  <a:moveTo>
                    <a:pt x="105" y="0"/>
                  </a:moveTo>
                  <a:cubicBezTo>
                    <a:pt x="16" y="0"/>
                    <a:pt x="16" y="0"/>
                    <a:pt x="16" y="0"/>
                  </a:cubicBezTo>
                  <a:cubicBezTo>
                    <a:pt x="16" y="9"/>
                    <a:pt x="16" y="9"/>
                    <a:pt x="16" y="9"/>
                  </a:cubicBezTo>
                  <a:cubicBezTo>
                    <a:pt x="25" y="11"/>
                    <a:pt x="31" y="13"/>
                    <a:pt x="33" y="15"/>
                  </a:cubicBezTo>
                  <a:cubicBezTo>
                    <a:pt x="36" y="17"/>
                    <a:pt x="38" y="20"/>
                    <a:pt x="39" y="24"/>
                  </a:cubicBezTo>
                  <a:cubicBezTo>
                    <a:pt x="40" y="27"/>
                    <a:pt x="41" y="34"/>
                    <a:pt x="41" y="45"/>
                  </a:cubicBezTo>
                  <a:cubicBezTo>
                    <a:pt x="41" y="246"/>
                    <a:pt x="41" y="246"/>
                    <a:pt x="41" y="246"/>
                  </a:cubicBezTo>
                  <a:cubicBezTo>
                    <a:pt x="41" y="256"/>
                    <a:pt x="40" y="264"/>
                    <a:pt x="38" y="271"/>
                  </a:cubicBezTo>
                  <a:cubicBezTo>
                    <a:pt x="36" y="277"/>
                    <a:pt x="32" y="282"/>
                    <a:pt x="27" y="286"/>
                  </a:cubicBezTo>
                  <a:cubicBezTo>
                    <a:pt x="22" y="290"/>
                    <a:pt x="13" y="294"/>
                    <a:pt x="0" y="298"/>
                  </a:cubicBezTo>
                  <a:cubicBezTo>
                    <a:pt x="7" y="314"/>
                    <a:pt x="7" y="314"/>
                    <a:pt x="7" y="314"/>
                  </a:cubicBezTo>
                  <a:cubicBezTo>
                    <a:pt x="27" y="309"/>
                    <a:pt x="41" y="303"/>
                    <a:pt x="52" y="296"/>
                  </a:cubicBezTo>
                  <a:cubicBezTo>
                    <a:pt x="62" y="290"/>
                    <a:pt x="70" y="281"/>
                    <a:pt x="74" y="271"/>
                  </a:cubicBezTo>
                  <a:cubicBezTo>
                    <a:pt x="78" y="261"/>
                    <a:pt x="81" y="248"/>
                    <a:pt x="81" y="232"/>
                  </a:cubicBezTo>
                  <a:cubicBezTo>
                    <a:pt x="81" y="45"/>
                    <a:pt x="81" y="45"/>
                    <a:pt x="81" y="45"/>
                  </a:cubicBezTo>
                  <a:cubicBezTo>
                    <a:pt x="81" y="37"/>
                    <a:pt x="81" y="31"/>
                    <a:pt x="82" y="27"/>
                  </a:cubicBezTo>
                  <a:cubicBezTo>
                    <a:pt x="83" y="23"/>
                    <a:pt x="84" y="20"/>
                    <a:pt x="86" y="18"/>
                  </a:cubicBezTo>
                  <a:cubicBezTo>
                    <a:pt x="87" y="16"/>
                    <a:pt x="89" y="14"/>
                    <a:pt x="92" y="13"/>
                  </a:cubicBezTo>
                  <a:cubicBezTo>
                    <a:pt x="95" y="12"/>
                    <a:pt x="99" y="10"/>
                    <a:pt x="105" y="9"/>
                  </a:cubicBezTo>
                  <a:cubicBezTo>
                    <a:pt x="105" y="0"/>
                    <a:pt x="105" y="0"/>
                    <a:pt x="105"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3" name="Freeform 285">
              <a:extLst>
                <a:ext uri="{FF2B5EF4-FFF2-40B4-BE49-F238E27FC236}">
                  <a16:creationId xmlns:a16="http://schemas.microsoft.com/office/drawing/2014/main" id="{462F08D4-D839-4D63-A537-7D80E0BDF47D}"/>
                </a:ext>
              </a:extLst>
            </p:cNvPr>
            <p:cNvSpPr>
              <a:spLocks/>
            </p:cNvSpPr>
            <p:nvPr/>
          </p:nvSpPr>
          <p:spPr bwMode="auto">
            <a:xfrm>
              <a:off x="5700661" y="2027840"/>
              <a:ext cx="32533"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4 w 89"/>
                <a:gd name="T11" fmla="*/ 27 h 244"/>
                <a:gd name="T12" fmla="*/ 25 w 89"/>
                <a:gd name="T13" fmla="*/ 45 h 244"/>
                <a:gd name="T14" fmla="*/ 25 w 89"/>
                <a:gd name="T15" fmla="*/ 199 h 244"/>
                <a:gd name="T16" fmla="*/ 23 w 89"/>
                <a:gd name="T17" fmla="*/ 219 h 244"/>
                <a:gd name="T18" fmla="*/ 18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9 w 89"/>
                <a:gd name="T31" fmla="*/ 226 h 244"/>
                <a:gd name="T32" fmla="*/ 66 w 89"/>
                <a:gd name="T33" fmla="*/ 217 h 244"/>
                <a:gd name="T34" fmla="*/ 65 w 89"/>
                <a:gd name="T35" fmla="*/ 199 h 244"/>
                <a:gd name="T36" fmla="*/ 65 w 89"/>
                <a:gd name="T37" fmla="*/ 45 h 244"/>
                <a:gd name="T38" fmla="*/ 66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1" y="227"/>
                    <a:pt x="18" y="229"/>
                  </a:cubicBezTo>
                  <a:cubicBezTo>
                    <a:pt x="15" y="231"/>
                    <a:pt x="9"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69" y="18"/>
                  </a:cubicBezTo>
                  <a:cubicBezTo>
                    <a:pt x="71" y="16"/>
                    <a:pt x="73" y="14"/>
                    <a:pt x="76" y="13"/>
                  </a:cubicBezTo>
                  <a:cubicBezTo>
                    <a:pt x="79" y="12"/>
                    <a:pt x="83" y="10"/>
                    <a:pt x="89" y="9"/>
                  </a:cubicBezTo>
                  <a:cubicBezTo>
                    <a:pt x="89" y="0"/>
                    <a:pt x="89" y="0"/>
                    <a:pt x="89"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4" name="Freeform 286">
              <a:extLst>
                <a:ext uri="{FF2B5EF4-FFF2-40B4-BE49-F238E27FC236}">
                  <a16:creationId xmlns:a16="http://schemas.microsoft.com/office/drawing/2014/main" id="{FAEE5A52-2829-4EFA-9BAB-635D05FED1A2}"/>
                </a:ext>
              </a:extLst>
            </p:cNvPr>
            <p:cNvSpPr>
              <a:spLocks/>
            </p:cNvSpPr>
            <p:nvPr/>
          </p:nvSpPr>
          <p:spPr bwMode="auto">
            <a:xfrm>
              <a:off x="5751900" y="2027840"/>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7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2" y="12"/>
                    <a:pt x="184" y="13"/>
                  </a:cubicBezTo>
                  <a:cubicBezTo>
                    <a:pt x="187" y="14"/>
                    <a:pt x="189" y="16"/>
                    <a:pt x="190" y="18"/>
                  </a:cubicBezTo>
                  <a:cubicBezTo>
                    <a:pt x="192" y="20"/>
                    <a:pt x="193" y="23"/>
                    <a:pt x="193"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2"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7"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0" y="51"/>
                    <a:pt x="50"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9" y="16"/>
                    <a:pt x="231" y="14"/>
                    <a:pt x="233" y="13"/>
                  </a:cubicBezTo>
                  <a:cubicBezTo>
                    <a:pt x="236" y="12"/>
                    <a:pt x="240" y="10"/>
                    <a:pt x="247" y="9"/>
                  </a:cubicBezTo>
                  <a:cubicBezTo>
                    <a:pt x="247" y="0"/>
                    <a:pt x="247" y="0"/>
                    <a:pt x="247"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5" name="Freeform 287">
              <a:extLst>
                <a:ext uri="{FF2B5EF4-FFF2-40B4-BE49-F238E27FC236}">
                  <a16:creationId xmlns:a16="http://schemas.microsoft.com/office/drawing/2014/main" id="{63CCAD2F-0AC5-4D33-BDB2-81E353E41DD2}"/>
                </a:ext>
              </a:extLst>
            </p:cNvPr>
            <p:cNvSpPr>
              <a:spLocks/>
            </p:cNvSpPr>
            <p:nvPr/>
          </p:nvSpPr>
          <p:spPr bwMode="auto">
            <a:xfrm>
              <a:off x="5859260" y="2026621"/>
              <a:ext cx="81740" cy="91499"/>
            </a:xfrm>
            <a:custGeom>
              <a:avLst/>
              <a:gdLst>
                <a:gd name="T0" fmla="*/ 123 w 224"/>
                <a:gd name="T1" fmla="*/ 0 h 250"/>
                <a:gd name="T2" fmla="*/ 58 w 224"/>
                <a:gd name="T3" fmla="*/ 16 h 250"/>
                <a:gd name="T4" fmla="*/ 15 w 224"/>
                <a:gd name="T5" fmla="*/ 60 h 250"/>
                <a:gd name="T6" fmla="*/ 0 w 224"/>
                <a:gd name="T7" fmla="*/ 127 h 250"/>
                <a:gd name="T8" fmla="*/ 28 w 224"/>
                <a:gd name="T9" fmla="*/ 219 h 250"/>
                <a:gd name="T10" fmla="*/ 108 w 224"/>
                <a:gd name="T11" fmla="*/ 250 h 250"/>
                <a:gd name="T12" fmla="*/ 143 w 224"/>
                <a:gd name="T13" fmla="*/ 246 h 250"/>
                <a:gd name="T14" fmla="*/ 172 w 224"/>
                <a:gd name="T15" fmla="*/ 236 h 250"/>
                <a:gd name="T16" fmla="*/ 187 w 224"/>
                <a:gd name="T17" fmla="*/ 250 h 250"/>
                <a:gd name="T18" fmla="*/ 204 w 224"/>
                <a:gd name="T19" fmla="*/ 246 h 250"/>
                <a:gd name="T20" fmla="*/ 204 w 224"/>
                <a:gd name="T21" fmla="*/ 184 h 250"/>
                <a:gd name="T22" fmla="*/ 204 w 224"/>
                <a:gd name="T23" fmla="*/ 167 h 250"/>
                <a:gd name="T24" fmla="*/ 207 w 224"/>
                <a:gd name="T25" fmla="*/ 157 h 250"/>
                <a:gd name="T26" fmla="*/ 213 w 224"/>
                <a:gd name="T27" fmla="*/ 150 h 250"/>
                <a:gd name="T28" fmla="*/ 224 w 224"/>
                <a:gd name="T29" fmla="*/ 145 h 250"/>
                <a:gd name="T30" fmla="*/ 224 w 224"/>
                <a:gd name="T31" fmla="*/ 136 h 250"/>
                <a:gd name="T32" fmla="*/ 139 w 224"/>
                <a:gd name="T33" fmla="*/ 136 h 250"/>
                <a:gd name="T34" fmla="*/ 139 w 224"/>
                <a:gd name="T35" fmla="*/ 145 h 250"/>
                <a:gd name="T36" fmla="*/ 155 w 224"/>
                <a:gd name="T37" fmla="*/ 152 h 250"/>
                <a:gd name="T38" fmla="*/ 163 w 224"/>
                <a:gd name="T39" fmla="*/ 163 h 250"/>
                <a:gd name="T40" fmla="*/ 165 w 224"/>
                <a:gd name="T41" fmla="*/ 186 h 250"/>
                <a:gd name="T42" fmla="*/ 165 w 224"/>
                <a:gd name="T43" fmla="*/ 197 h 250"/>
                <a:gd name="T44" fmla="*/ 153 w 224"/>
                <a:gd name="T45" fmla="*/ 225 h 250"/>
                <a:gd name="T46" fmla="*/ 115 w 224"/>
                <a:gd name="T47" fmla="*/ 234 h 250"/>
                <a:gd name="T48" fmla="*/ 76 w 224"/>
                <a:gd name="T49" fmla="*/ 222 h 250"/>
                <a:gd name="T50" fmla="*/ 52 w 224"/>
                <a:gd name="T51" fmla="*/ 184 h 250"/>
                <a:gd name="T52" fmla="*/ 43 w 224"/>
                <a:gd name="T53" fmla="*/ 124 h 250"/>
                <a:gd name="T54" fmla="*/ 53 w 224"/>
                <a:gd name="T55" fmla="*/ 65 h 250"/>
                <a:gd name="T56" fmla="*/ 80 w 224"/>
                <a:gd name="T57" fmla="*/ 29 h 250"/>
                <a:gd name="T58" fmla="*/ 121 w 224"/>
                <a:gd name="T59" fmla="*/ 16 h 250"/>
                <a:gd name="T60" fmla="*/ 148 w 224"/>
                <a:gd name="T61" fmla="*/ 20 h 250"/>
                <a:gd name="T62" fmla="*/ 167 w 224"/>
                <a:gd name="T63" fmla="*/ 33 h 250"/>
                <a:gd name="T64" fmla="*/ 181 w 224"/>
                <a:gd name="T65" fmla="*/ 58 h 250"/>
                <a:gd name="T66" fmla="*/ 201 w 224"/>
                <a:gd name="T67" fmla="*/ 58 h 250"/>
                <a:gd name="T68" fmla="*/ 201 w 224"/>
                <a:gd name="T69" fmla="*/ 9 h 250"/>
                <a:gd name="T70" fmla="*/ 161 w 224"/>
                <a:gd name="T71" fmla="*/ 2 h 250"/>
                <a:gd name="T72" fmla="*/ 123 w 224"/>
                <a:gd name="T73"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4" h="250">
                  <a:moveTo>
                    <a:pt x="123" y="0"/>
                  </a:moveTo>
                  <a:cubicBezTo>
                    <a:pt x="98" y="0"/>
                    <a:pt x="76" y="5"/>
                    <a:pt x="58" y="16"/>
                  </a:cubicBezTo>
                  <a:cubicBezTo>
                    <a:pt x="39" y="26"/>
                    <a:pt x="25" y="41"/>
                    <a:pt x="15" y="60"/>
                  </a:cubicBezTo>
                  <a:cubicBezTo>
                    <a:pt x="5" y="79"/>
                    <a:pt x="0" y="101"/>
                    <a:pt x="0" y="127"/>
                  </a:cubicBezTo>
                  <a:cubicBezTo>
                    <a:pt x="0" y="168"/>
                    <a:pt x="9" y="198"/>
                    <a:pt x="28" y="219"/>
                  </a:cubicBezTo>
                  <a:cubicBezTo>
                    <a:pt x="46" y="240"/>
                    <a:pt x="72" y="250"/>
                    <a:pt x="108" y="250"/>
                  </a:cubicBezTo>
                  <a:cubicBezTo>
                    <a:pt x="121" y="250"/>
                    <a:pt x="133" y="249"/>
                    <a:pt x="143" y="246"/>
                  </a:cubicBezTo>
                  <a:cubicBezTo>
                    <a:pt x="153" y="244"/>
                    <a:pt x="162" y="241"/>
                    <a:pt x="172" y="236"/>
                  </a:cubicBezTo>
                  <a:cubicBezTo>
                    <a:pt x="187" y="250"/>
                    <a:pt x="187" y="250"/>
                    <a:pt x="187" y="250"/>
                  </a:cubicBezTo>
                  <a:cubicBezTo>
                    <a:pt x="204" y="246"/>
                    <a:pt x="204" y="246"/>
                    <a:pt x="204" y="246"/>
                  </a:cubicBezTo>
                  <a:cubicBezTo>
                    <a:pt x="204" y="184"/>
                    <a:pt x="204" y="184"/>
                    <a:pt x="204" y="184"/>
                  </a:cubicBezTo>
                  <a:cubicBezTo>
                    <a:pt x="204" y="177"/>
                    <a:pt x="204" y="171"/>
                    <a:pt x="204" y="167"/>
                  </a:cubicBezTo>
                  <a:cubicBezTo>
                    <a:pt x="205" y="163"/>
                    <a:pt x="206" y="160"/>
                    <a:pt x="207" y="157"/>
                  </a:cubicBezTo>
                  <a:cubicBezTo>
                    <a:pt x="208" y="154"/>
                    <a:pt x="210" y="152"/>
                    <a:pt x="213" y="150"/>
                  </a:cubicBezTo>
                  <a:cubicBezTo>
                    <a:pt x="216" y="148"/>
                    <a:pt x="219" y="147"/>
                    <a:pt x="224" y="145"/>
                  </a:cubicBezTo>
                  <a:cubicBezTo>
                    <a:pt x="224" y="136"/>
                    <a:pt x="224" y="136"/>
                    <a:pt x="224" y="136"/>
                  </a:cubicBezTo>
                  <a:cubicBezTo>
                    <a:pt x="139" y="136"/>
                    <a:pt x="139" y="136"/>
                    <a:pt x="139" y="136"/>
                  </a:cubicBezTo>
                  <a:cubicBezTo>
                    <a:pt x="139" y="145"/>
                    <a:pt x="139" y="145"/>
                    <a:pt x="139" y="145"/>
                  </a:cubicBezTo>
                  <a:cubicBezTo>
                    <a:pt x="146" y="147"/>
                    <a:pt x="152" y="149"/>
                    <a:pt x="155" y="152"/>
                  </a:cubicBezTo>
                  <a:cubicBezTo>
                    <a:pt x="159" y="154"/>
                    <a:pt x="161" y="158"/>
                    <a:pt x="163" y="163"/>
                  </a:cubicBezTo>
                  <a:cubicBezTo>
                    <a:pt x="164" y="167"/>
                    <a:pt x="165" y="175"/>
                    <a:pt x="165" y="186"/>
                  </a:cubicBezTo>
                  <a:cubicBezTo>
                    <a:pt x="165" y="197"/>
                    <a:pt x="165" y="197"/>
                    <a:pt x="165" y="197"/>
                  </a:cubicBezTo>
                  <a:cubicBezTo>
                    <a:pt x="165" y="209"/>
                    <a:pt x="161" y="219"/>
                    <a:pt x="153" y="225"/>
                  </a:cubicBezTo>
                  <a:cubicBezTo>
                    <a:pt x="144" y="231"/>
                    <a:pt x="132" y="234"/>
                    <a:pt x="115" y="234"/>
                  </a:cubicBezTo>
                  <a:cubicBezTo>
                    <a:pt x="100" y="234"/>
                    <a:pt x="87" y="230"/>
                    <a:pt x="76" y="222"/>
                  </a:cubicBezTo>
                  <a:cubicBezTo>
                    <a:pt x="65" y="213"/>
                    <a:pt x="57" y="201"/>
                    <a:pt x="52" y="184"/>
                  </a:cubicBezTo>
                  <a:cubicBezTo>
                    <a:pt x="46" y="168"/>
                    <a:pt x="43" y="148"/>
                    <a:pt x="43" y="124"/>
                  </a:cubicBezTo>
                  <a:cubicBezTo>
                    <a:pt x="43" y="101"/>
                    <a:pt x="47" y="82"/>
                    <a:pt x="53" y="65"/>
                  </a:cubicBezTo>
                  <a:cubicBezTo>
                    <a:pt x="60" y="49"/>
                    <a:pt x="69" y="37"/>
                    <a:pt x="80" y="29"/>
                  </a:cubicBezTo>
                  <a:cubicBezTo>
                    <a:pt x="92" y="20"/>
                    <a:pt x="105" y="16"/>
                    <a:pt x="121" y="16"/>
                  </a:cubicBezTo>
                  <a:cubicBezTo>
                    <a:pt x="132" y="16"/>
                    <a:pt x="141" y="17"/>
                    <a:pt x="148" y="20"/>
                  </a:cubicBezTo>
                  <a:cubicBezTo>
                    <a:pt x="155" y="22"/>
                    <a:pt x="162" y="27"/>
                    <a:pt x="167" y="33"/>
                  </a:cubicBezTo>
                  <a:cubicBezTo>
                    <a:pt x="172" y="39"/>
                    <a:pt x="177" y="47"/>
                    <a:pt x="181" y="58"/>
                  </a:cubicBezTo>
                  <a:cubicBezTo>
                    <a:pt x="201" y="58"/>
                    <a:pt x="201" y="58"/>
                    <a:pt x="201" y="58"/>
                  </a:cubicBezTo>
                  <a:cubicBezTo>
                    <a:pt x="201" y="9"/>
                    <a:pt x="201" y="9"/>
                    <a:pt x="201" y="9"/>
                  </a:cubicBezTo>
                  <a:cubicBezTo>
                    <a:pt x="187" y="6"/>
                    <a:pt x="173" y="3"/>
                    <a:pt x="161" y="2"/>
                  </a:cubicBezTo>
                  <a:cubicBezTo>
                    <a:pt x="149" y="1"/>
                    <a:pt x="136" y="0"/>
                    <a:pt x="123"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6" name="Freeform 288">
              <a:extLst>
                <a:ext uri="{FF2B5EF4-FFF2-40B4-BE49-F238E27FC236}">
                  <a16:creationId xmlns:a16="http://schemas.microsoft.com/office/drawing/2014/main" id="{F37C69F8-5D22-4A3B-A7DB-13D396755B7D}"/>
                </a:ext>
              </a:extLst>
            </p:cNvPr>
            <p:cNvSpPr>
              <a:spLocks/>
            </p:cNvSpPr>
            <p:nvPr/>
          </p:nvSpPr>
          <p:spPr bwMode="auto">
            <a:xfrm>
              <a:off x="6003219" y="2027840"/>
              <a:ext cx="110613" cy="89060"/>
            </a:xfrm>
            <a:custGeom>
              <a:avLst/>
              <a:gdLst>
                <a:gd name="T0" fmla="*/ 304 w 304"/>
                <a:gd name="T1" fmla="*/ 0 h 244"/>
                <a:gd name="T2" fmla="*/ 232 w 304"/>
                <a:gd name="T3" fmla="*/ 0 h 244"/>
                <a:gd name="T4" fmla="*/ 150 w 304"/>
                <a:gd name="T5" fmla="*/ 174 h 244"/>
                <a:gd name="T6" fmla="*/ 76 w 304"/>
                <a:gd name="T7" fmla="*/ 0 h 244"/>
                <a:gd name="T8" fmla="*/ 0 w 304"/>
                <a:gd name="T9" fmla="*/ 0 h 244"/>
                <a:gd name="T10" fmla="*/ 0 w 304"/>
                <a:gd name="T11" fmla="*/ 9 h 244"/>
                <a:gd name="T12" fmla="*/ 14 w 304"/>
                <a:gd name="T13" fmla="*/ 13 h 244"/>
                <a:gd name="T14" fmla="*/ 21 w 304"/>
                <a:gd name="T15" fmla="*/ 18 h 244"/>
                <a:gd name="T16" fmla="*/ 24 w 304"/>
                <a:gd name="T17" fmla="*/ 27 h 244"/>
                <a:gd name="T18" fmla="*/ 25 w 304"/>
                <a:gd name="T19" fmla="*/ 45 h 244"/>
                <a:gd name="T20" fmla="*/ 25 w 304"/>
                <a:gd name="T21" fmla="*/ 199 h 244"/>
                <a:gd name="T22" fmla="*/ 24 w 304"/>
                <a:gd name="T23" fmla="*/ 219 h 244"/>
                <a:gd name="T24" fmla="*/ 18 w 304"/>
                <a:gd name="T25" fmla="*/ 229 h 244"/>
                <a:gd name="T26" fmla="*/ 0 w 304"/>
                <a:gd name="T27" fmla="*/ 235 h 244"/>
                <a:gd name="T28" fmla="*/ 0 w 304"/>
                <a:gd name="T29" fmla="*/ 244 h 244"/>
                <a:gd name="T30" fmla="*/ 77 w 304"/>
                <a:gd name="T31" fmla="*/ 244 h 244"/>
                <a:gd name="T32" fmla="*/ 77 w 304"/>
                <a:gd name="T33" fmla="*/ 235 h 244"/>
                <a:gd name="T34" fmla="*/ 64 w 304"/>
                <a:gd name="T35" fmla="*/ 231 h 244"/>
                <a:gd name="T36" fmla="*/ 57 w 304"/>
                <a:gd name="T37" fmla="*/ 226 h 244"/>
                <a:gd name="T38" fmla="*/ 54 w 304"/>
                <a:gd name="T39" fmla="*/ 217 h 244"/>
                <a:gd name="T40" fmla="*/ 53 w 304"/>
                <a:gd name="T41" fmla="*/ 199 h 244"/>
                <a:gd name="T42" fmla="*/ 53 w 304"/>
                <a:gd name="T43" fmla="*/ 134 h 244"/>
                <a:gd name="T44" fmla="*/ 52 w 304"/>
                <a:gd name="T45" fmla="*/ 75 h 244"/>
                <a:gd name="T46" fmla="*/ 50 w 304"/>
                <a:gd name="T47" fmla="*/ 36 h 244"/>
                <a:gd name="T48" fmla="*/ 53 w 304"/>
                <a:gd name="T49" fmla="*/ 36 h 244"/>
                <a:gd name="T50" fmla="*/ 131 w 304"/>
                <a:gd name="T51" fmla="*/ 216 h 244"/>
                <a:gd name="T52" fmla="*/ 156 w 304"/>
                <a:gd name="T53" fmla="*/ 216 h 244"/>
                <a:gd name="T54" fmla="*/ 240 w 304"/>
                <a:gd name="T55" fmla="*/ 39 h 244"/>
                <a:gd name="T56" fmla="*/ 243 w 304"/>
                <a:gd name="T57" fmla="*/ 39 h 244"/>
                <a:gd name="T58" fmla="*/ 241 w 304"/>
                <a:gd name="T59" fmla="*/ 76 h 244"/>
                <a:gd name="T60" fmla="*/ 240 w 304"/>
                <a:gd name="T61" fmla="*/ 131 h 244"/>
                <a:gd name="T62" fmla="*/ 240 w 304"/>
                <a:gd name="T63" fmla="*/ 199 h 244"/>
                <a:gd name="T64" fmla="*/ 239 w 304"/>
                <a:gd name="T65" fmla="*/ 220 h 244"/>
                <a:gd name="T66" fmla="*/ 232 w 304"/>
                <a:gd name="T67" fmla="*/ 230 h 244"/>
                <a:gd name="T68" fmla="*/ 215 w 304"/>
                <a:gd name="T69" fmla="*/ 235 h 244"/>
                <a:gd name="T70" fmla="*/ 215 w 304"/>
                <a:gd name="T71" fmla="*/ 244 h 244"/>
                <a:gd name="T72" fmla="*/ 304 w 304"/>
                <a:gd name="T73" fmla="*/ 244 h 244"/>
                <a:gd name="T74" fmla="*/ 304 w 304"/>
                <a:gd name="T75" fmla="*/ 235 h 244"/>
                <a:gd name="T76" fmla="*/ 289 w 304"/>
                <a:gd name="T77" fmla="*/ 231 h 244"/>
                <a:gd name="T78" fmla="*/ 283 w 304"/>
                <a:gd name="T79" fmla="*/ 226 h 244"/>
                <a:gd name="T80" fmla="*/ 280 w 304"/>
                <a:gd name="T81" fmla="*/ 217 h 244"/>
                <a:gd name="T82" fmla="*/ 279 w 304"/>
                <a:gd name="T83" fmla="*/ 199 h 244"/>
                <a:gd name="T84" fmla="*/ 279 w 304"/>
                <a:gd name="T85" fmla="*/ 45 h 244"/>
                <a:gd name="T86" fmla="*/ 280 w 304"/>
                <a:gd name="T87" fmla="*/ 27 h 244"/>
                <a:gd name="T88" fmla="*/ 284 w 304"/>
                <a:gd name="T89" fmla="*/ 18 h 244"/>
                <a:gd name="T90" fmla="*/ 290 w 304"/>
                <a:gd name="T91" fmla="*/ 13 h 244"/>
                <a:gd name="T92" fmla="*/ 304 w 304"/>
                <a:gd name="T93" fmla="*/ 9 h 244"/>
                <a:gd name="T94" fmla="*/ 304 w 304"/>
                <a:gd name="T9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4" h="244">
                  <a:moveTo>
                    <a:pt x="304" y="0"/>
                  </a:moveTo>
                  <a:cubicBezTo>
                    <a:pt x="232" y="0"/>
                    <a:pt x="232" y="0"/>
                    <a:pt x="232" y="0"/>
                  </a:cubicBezTo>
                  <a:cubicBezTo>
                    <a:pt x="150" y="174"/>
                    <a:pt x="150" y="174"/>
                    <a:pt x="150" y="174"/>
                  </a:cubicBezTo>
                  <a:cubicBezTo>
                    <a:pt x="76" y="0"/>
                    <a:pt x="76" y="0"/>
                    <a:pt x="76"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4" y="231"/>
                  </a:cubicBezTo>
                  <a:cubicBezTo>
                    <a:pt x="61" y="230"/>
                    <a:pt x="58" y="228"/>
                    <a:pt x="57" y="226"/>
                  </a:cubicBezTo>
                  <a:cubicBezTo>
                    <a:pt x="56" y="223"/>
                    <a:pt x="54" y="221"/>
                    <a:pt x="54" y="217"/>
                  </a:cubicBezTo>
                  <a:cubicBezTo>
                    <a:pt x="53" y="213"/>
                    <a:pt x="53" y="207"/>
                    <a:pt x="53" y="199"/>
                  </a:cubicBezTo>
                  <a:cubicBezTo>
                    <a:pt x="53" y="134"/>
                    <a:pt x="53" y="134"/>
                    <a:pt x="53" y="134"/>
                  </a:cubicBezTo>
                  <a:cubicBezTo>
                    <a:pt x="53" y="114"/>
                    <a:pt x="52" y="94"/>
                    <a:pt x="52" y="75"/>
                  </a:cubicBezTo>
                  <a:cubicBezTo>
                    <a:pt x="51" y="56"/>
                    <a:pt x="51" y="43"/>
                    <a:pt x="50" y="36"/>
                  </a:cubicBezTo>
                  <a:cubicBezTo>
                    <a:pt x="53" y="36"/>
                    <a:pt x="53" y="36"/>
                    <a:pt x="53" y="36"/>
                  </a:cubicBezTo>
                  <a:cubicBezTo>
                    <a:pt x="131" y="216"/>
                    <a:pt x="131" y="216"/>
                    <a:pt x="131" y="216"/>
                  </a:cubicBezTo>
                  <a:cubicBezTo>
                    <a:pt x="156" y="216"/>
                    <a:pt x="156" y="216"/>
                    <a:pt x="156" y="216"/>
                  </a:cubicBezTo>
                  <a:cubicBezTo>
                    <a:pt x="240" y="39"/>
                    <a:pt x="240" y="39"/>
                    <a:pt x="240" y="39"/>
                  </a:cubicBezTo>
                  <a:cubicBezTo>
                    <a:pt x="243" y="39"/>
                    <a:pt x="243" y="39"/>
                    <a:pt x="243" y="39"/>
                  </a:cubicBezTo>
                  <a:cubicBezTo>
                    <a:pt x="242" y="45"/>
                    <a:pt x="242" y="58"/>
                    <a:pt x="241" y="76"/>
                  </a:cubicBezTo>
                  <a:cubicBezTo>
                    <a:pt x="240" y="95"/>
                    <a:pt x="240" y="113"/>
                    <a:pt x="240" y="131"/>
                  </a:cubicBezTo>
                  <a:cubicBezTo>
                    <a:pt x="240" y="199"/>
                    <a:pt x="240" y="199"/>
                    <a:pt x="240" y="199"/>
                  </a:cubicBezTo>
                  <a:cubicBezTo>
                    <a:pt x="240" y="209"/>
                    <a:pt x="239" y="216"/>
                    <a:pt x="239" y="220"/>
                  </a:cubicBezTo>
                  <a:cubicBezTo>
                    <a:pt x="237" y="224"/>
                    <a:pt x="235" y="227"/>
                    <a:pt x="232" y="230"/>
                  </a:cubicBezTo>
                  <a:cubicBezTo>
                    <a:pt x="229" y="232"/>
                    <a:pt x="223" y="234"/>
                    <a:pt x="215" y="235"/>
                  </a:cubicBezTo>
                  <a:cubicBezTo>
                    <a:pt x="215" y="244"/>
                    <a:pt x="215" y="244"/>
                    <a:pt x="215" y="244"/>
                  </a:cubicBezTo>
                  <a:cubicBezTo>
                    <a:pt x="304" y="244"/>
                    <a:pt x="304" y="244"/>
                    <a:pt x="304" y="244"/>
                  </a:cubicBezTo>
                  <a:cubicBezTo>
                    <a:pt x="304" y="235"/>
                    <a:pt x="304" y="235"/>
                    <a:pt x="304" y="235"/>
                  </a:cubicBezTo>
                  <a:cubicBezTo>
                    <a:pt x="297" y="234"/>
                    <a:pt x="292" y="232"/>
                    <a:pt x="289" y="231"/>
                  </a:cubicBezTo>
                  <a:cubicBezTo>
                    <a:pt x="287" y="230"/>
                    <a:pt x="284" y="228"/>
                    <a:pt x="283" y="226"/>
                  </a:cubicBezTo>
                  <a:cubicBezTo>
                    <a:pt x="282" y="223"/>
                    <a:pt x="280" y="221"/>
                    <a:pt x="280" y="217"/>
                  </a:cubicBezTo>
                  <a:cubicBezTo>
                    <a:pt x="279" y="213"/>
                    <a:pt x="279" y="207"/>
                    <a:pt x="279" y="199"/>
                  </a:cubicBezTo>
                  <a:cubicBezTo>
                    <a:pt x="279" y="45"/>
                    <a:pt x="279" y="45"/>
                    <a:pt x="279" y="45"/>
                  </a:cubicBezTo>
                  <a:cubicBezTo>
                    <a:pt x="279" y="37"/>
                    <a:pt x="279" y="31"/>
                    <a:pt x="280" y="27"/>
                  </a:cubicBezTo>
                  <a:cubicBezTo>
                    <a:pt x="281" y="23"/>
                    <a:pt x="282" y="20"/>
                    <a:pt x="284" y="18"/>
                  </a:cubicBezTo>
                  <a:cubicBezTo>
                    <a:pt x="285" y="16"/>
                    <a:pt x="287" y="14"/>
                    <a:pt x="290" y="13"/>
                  </a:cubicBezTo>
                  <a:cubicBezTo>
                    <a:pt x="293" y="12"/>
                    <a:pt x="297" y="10"/>
                    <a:pt x="304" y="9"/>
                  </a:cubicBezTo>
                  <a:cubicBezTo>
                    <a:pt x="304" y="0"/>
                    <a:pt x="304" y="0"/>
                    <a:pt x="304"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7" name="Freeform 289">
              <a:extLst>
                <a:ext uri="{FF2B5EF4-FFF2-40B4-BE49-F238E27FC236}">
                  <a16:creationId xmlns:a16="http://schemas.microsoft.com/office/drawing/2014/main" id="{71A8CED6-8122-4C26-81B7-A78D7F6D277D}"/>
                </a:ext>
              </a:extLst>
            </p:cNvPr>
            <p:cNvSpPr>
              <a:spLocks/>
            </p:cNvSpPr>
            <p:nvPr/>
          </p:nvSpPr>
          <p:spPr bwMode="auto">
            <a:xfrm>
              <a:off x="6132538" y="2027840"/>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3 w 200"/>
                <a:gd name="T17" fmla="*/ 219 h 244"/>
                <a:gd name="T18" fmla="*/ 17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2 w 200"/>
                <a:gd name="T31" fmla="*/ 200 h 244"/>
                <a:gd name="T32" fmla="*/ 166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5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6" y="189"/>
                    <a:pt x="174" y="196"/>
                    <a:pt x="172" y="200"/>
                  </a:cubicBezTo>
                  <a:cubicBezTo>
                    <a:pt x="171" y="204"/>
                    <a:pt x="169" y="208"/>
                    <a:pt x="166" y="212"/>
                  </a:cubicBezTo>
                  <a:cubicBezTo>
                    <a:pt x="164" y="216"/>
                    <a:pt x="161" y="219"/>
                    <a:pt x="158" y="222"/>
                  </a:cubicBezTo>
                  <a:cubicBezTo>
                    <a:pt x="155" y="224"/>
                    <a:pt x="151"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6" y="125"/>
                    <a:pt x="121"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5" y="17"/>
                  </a:cubicBezTo>
                  <a:cubicBezTo>
                    <a:pt x="149" y="18"/>
                    <a:pt x="153" y="19"/>
                    <a:pt x="156" y="21"/>
                  </a:cubicBezTo>
                  <a:cubicBezTo>
                    <a:pt x="159" y="22"/>
                    <a:pt x="161" y="25"/>
                    <a:pt x="164" y="28"/>
                  </a:cubicBezTo>
                  <a:cubicBezTo>
                    <a:pt x="166" y="31"/>
                    <a:pt x="168" y="34"/>
                    <a:pt x="171" y="39"/>
                  </a:cubicBezTo>
                  <a:cubicBezTo>
                    <a:pt x="173" y="43"/>
                    <a:pt x="175" y="48"/>
                    <a:pt x="177" y="54"/>
                  </a:cubicBezTo>
                  <a:cubicBezTo>
                    <a:pt x="198" y="54"/>
                    <a:pt x="198" y="54"/>
                    <a:pt x="198" y="54"/>
                  </a:cubicBezTo>
                  <a:cubicBezTo>
                    <a:pt x="198" y="0"/>
                    <a:pt x="198" y="0"/>
                    <a:pt x="198"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8" name="Freeform 290">
              <a:extLst>
                <a:ext uri="{FF2B5EF4-FFF2-40B4-BE49-F238E27FC236}">
                  <a16:creationId xmlns:a16="http://schemas.microsoft.com/office/drawing/2014/main" id="{0902FC1B-FD82-49AC-A7AD-2BF427120A3D}"/>
                </a:ext>
              </a:extLst>
            </p:cNvPr>
            <p:cNvSpPr>
              <a:spLocks noEditPoints="1"/>
            </p:cNvSpPr>
            <p:nvPr/>
          </p:nvSpPr>
          <p:spPr bwMode="auto">
            <a:xfrm>
              <a:off x="6223224" y="2027840"/>
              <a:ext cx="86213" cy="89060"/>
            </a:xfrm>
            <a:custGeom>
              <a:avLst/>
              <a:gdLst>
                <a:gd name="T0" fmla="*/ 90 w 237"/>
                <a:gd name="T1" fmla="*/ 228 h 244"/>
                <a:gd name="T2" fmla="*/ 65 w 237"/>
                <a:gd name="T3" fmla="*/ 227 h 244"/>
                <a:gd name="T4" fmla="*/ 65 w 237"/>
                <a:gd name="T5" fmla="*/ 16 h 244"/>
                <a:gd name="T6" fmla="*/ 92 w 237"/>
                <a:gd name="T7" fmla="*/ 16 h 244"/>
                <a:gd name="T8" fmla="*/ 146 w 237"/>
                <a:gd name="T9" fmla="*/ 26 h 244"/>
                <a:gd name="T10" fmla="*/ 181 w 237"/>
                <a:gd name="T11" fmla="*/ 60 h 244"/>
                <a:gd name="T12" fmla="*/ 193 w 237"/>
                <a:gd name="T13" fmla="*/ 120 h 244"/>
                <a:gd name="T14" fmla="*/ 191 w 237"/>
                <a:gd name="T15" fmla="*/ 153 h 244"/>
                <a:gd name="T16" fmla="*/ 182 w 237"/>
                <a:gd name="T17" fmla="*/ 181 h 244"/>
                <a:gd name="T18" fmla="*/ 168 w 237"/>
                <a:gd name="T19" fmla="*/ 203 h 244"/>
                <a:gd name="T20" fmla="*/ 147 w 237"/>
                <a:gd name="T21" fmla="*/ 218 h 244"/>
                <a:gd name="T22" fmla="*/ 122 w 237"/>
                <a:gd name="T23" fmla="*/ 226 h 244"/>
                <a:gd name="T24" fmla="*/ 90 w 237"/>
                <a:gd name="T25" fmla="*/ 228 h 244"/>
                <a:gd name="T26" fmla="*/ 93 w 237"/>
                <a:gd name="T27" fmla="*/ 0 h 244"/>
                <a:gd name="T28" fmla="*/ 0 w 237"/>
                <a:gd name="T29" fmla="*/ 0 h 244"/>
                <a:gd name="T30" fmla="*/ 0 w 237"/>
                <a:gd name="T31" fmla="*/ 9 h 244"/>
                <a:gd name="T32" fmla="*/ 14 w 237"/>
                <a:gd name="T33" fmla="*/ 13 h 244"/>
                <a:gd name="T34" fmla="*/ 21 w 237"/>
                <a:gd name="T35" fmla="*/ 18 h 244"/>
                <a:gd name="T36" fmla="*/ 24 w 237"/>
                <a:gd name="T37" fmla="*/ 27 h 244"/>
                <a:gd name="T38" fmla="*/ 25 w 237"/>
                <a:gd name="T39" fmla="*/ 45 h 244"/>
                <a:gd name="T40" fmla="*/ 25 w 237"/>
                <a:gd name="T41" fmla="*/ 199 h 244"/>
                <a:gd name="T42" fmla="*/ 24 w 237"/>
                <a:gd name="T43" fmla="*/ 217 h 244"/>
                <a:gd name="T44" fmla="*/ 21 w 237"/>
                <a:gd name="T45" fmla="*/ 226 h 244"/>
                <a:gd name="T46" fmla="*/ 14 w 237"/>
                <a:gd name="T47" fmla="*/ 231 h 244"/>
                <a:gd name="T48" fmla="*/ 0 w 237"/>
                <a:gd name="T49" fmla="*/ 235 h 244"/>
                <a:gd name="T50" fmla="*/ 0 w 237"/>
                <a:gd name="T51" fmla="*/ 244 h 244"/>
                <a:gd name="T52" fmla="*/ 77 w 237"/>
                <a:gd name="T53" fmla="*/ 244 h 244"/>
                <a:gd name="T54" fmla="*/ 134 w 237"/>
                <a:gd name="T55" fmla="*/ 241 h 244"/>
                <a:gd name="T56" fmla="*/ 171 w 237"/>
                <a:gd name="T57" fmla="*/ 231 h 244"/>
                <a:gd name="T58" fmla="*/ 205 w 237"/>
                <a:gd name="T59" fmla="*/ 208 h 244"/>
                <a:gd name="T60" fmla="*/ 228 w 237"/>
                <a:gd name="T61" fmla="*/ 170 h 244"/>
                <a:gd name="T62" fmla="*/ 237 w 237"/>
                <a:gd name="T63" fmla="*/ 117 h 244"/>
                <a:gd name="T64" fmla="*/ 228 w 237"/>
                <a:gd name="T65" fmla="*/ 65 h 244"/>
                <a:gd name="T66" fmla="*/ 202 w 237"/>
                <a:gd name="T67" fmla="*/ 29 h 244"/>
                <a:gd name="T68" fmla="*/ 158 w 237"/>
                <a:gd name="T69" fmla="*/ 8 h 244"/>
                <a:gd name="T70" fmla="*/ 93 w 237"/>
                <a:gd name="T7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244">
                  <a:moveTo>
                    <a:pt x="90" y="228"/>
                  </a:moveTo>
                  <a:cubicBezTo>
                    <a:pt x="79" y="228"/>
                    <a:pt x="70" y="228"/>
                    <a:pt x="65" y="227"/>
                  </a:cubicBezTo>
                  <a:cubicBezTo>
                    <a:pt x="65" y="16"/>
                    <a:pt x="65" y="16"/>
                    <a:pt x="65" y="16"/>
                  </a:cubicBezTo>
                  <a:cubicBezTo>
                    <a:pt x="73" y="16"/>
                    <a:pt x="83" y="16"/>
                    <a:pt x="92" y="16"/>
                  </a:cubicBezTo>
                  <a:cubicBezTo>
                    <a:pt x="113" y="16"/>
                    <a:pt x="131" y="19"/>
                    <a:pt x="146" y="26"/>
                  </a:cubicBezTo>
                  <a:cubicBezTo>
                    <a:pt x="161" y="34"/>
                    <a:pt x="173" y="45"/>
                    <a:pt x="181" y="60"/>
                  </a:cubicBezTo>
                  <a:cubicBezTo>
                    <a:pt x="189" y="76"/>
                    <a:pt x="193" y="96"/>
                    <a:pt x="193" y="120"/>
                  </a:cubicBezTo>
                  <a:cubicBezTo>
                    <a:pt x="193" y="132"/>
                    <a:pt x="192" y="143"/>
                    <a:pt x="191" y="153"/>
                  </a:cubicBezTo>
                  <a:cubicBezTo>
                    <a:pt x="189" y="163"/>
                    <a:pt x="186" y="173"/>
                    <a:pt x="182" y="181"/>
                  </a:cubicBezTo>
                  <a:cubicBezTo>
                    <a:pt x="179" y="189"/>
                    <a:pt x="174" y="196"/>
                    <a:pt x="168" y="203"/>
                  </a:cubicBezTo>
                  <a:cubicBezTo>
                    <a:pt x="162" y="209"/>
                    <a:pt x="155" y="214"/>
                    <a:pt x="147" y="218"/>
                  </a:cubicBezTo>
                  <a:cubicBezTo>
                    <a:pt x="139" y="221"/>
                    <a:pt x="131" y="224"/>
                    <a:pt x="122" y="226"/>
                  </a:cubicBezTo>
                  <a:cubicBezTo>
                    <a:pt x="112" y="227"/>
                    <a:pt x="102" y="228"/>
                    <a:pt x="90" y="228"/>
                  </a:cubicBezTo>
                  <a:moveTo>
                    <a:pt x="93"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0"/>
                    <a:pt x="25" y="36"/>
                    <a:pt x="25" y="45"/>
                  </a:cubicBezTo>
                  <a:cubicBezTo>
                    <a:pt x="25" y="199"/>
                    <a:pt x="25" y="199"/>
                    <a:pt x="25" y="199"/>
                  </a:cubicBezTo>
                  <a:cubicBezTo>
                    <a:pt x="25" y="208"/>
                    <a:pt x="25" y="214"/>
                    <a:pt x="24" y="217"/>
                  </a:cubicBezTo>
                  <a:cubicBezTo>
                    <a:pt x="23" y="221"/>
                    <a:pt x="22" y="224"/>
                    <a:pt x="21" y="226"/>
                  </a:cubicBezTo>
                  <a:cubicBezTo>
                    <a:pt x="19" y="228"/>
                    <a:pt x="17" y="230"/>
                    <a:pt x="14" y="231"/>
                  </a:cubicBezTo>
                  <a:cubicBezTo>
                    <a:pt x="11" y="233"/>
                    <a:pt x="7" y="234"/>
                    <a:pt x="0" y="235"/>
                  </a:cubicBezTo>
                  <a:cubicBezTo>
                    <a:pt x="0" y="244"/>
                    <a:pt x="0" y="244"/>
                    <a:pt x="0" y="244"/>
                  </a:cubicBezTo>
                  <a:cubicBezTo>
                    <a:pt x="77" y="244"/>
                    <a:pt x="77" y="244"/>
                    <a:pt x="77" y="244"/>
                  </a:cubicBezTo>
                  <a:cubicBezTo>
                    <a:pt x="100" y="244"/>
                    <a:pt x="119" y="243"/>
                    <a:pt x="134" y="241"/>
                  </a:cubicBezTo>
                  <a:cubicBezTo>
                    <a:pt x="148" y="239"/>
                    <a:pt x="160" y="236"/>
                    <a:pt x="171" y="231"/>
                  </a:cubicBezTo>
                  <a:cubicBezTo>
                    <a:pt x="185" y="225"/>
                    <a:pt x="195" y="218"/>
                    <a:pt x="205" y="208"/>
                  </a:cubicBezTo>
                  <a:cubicBezTo>
                    <a:pt x="215" y="198"/>
                    <a:pt x="223" y="185"/>
                    <a:pt x="228" y="170"/>
                  </a:cubicBezTo>
                  <a:cubicBezTo>
                    <a:pt x="234" y="155"/>
                    <a:pt x="237" y="137"/>
                    <a:pt x="237" y="117"/>
                  </a:cubicBezTo>
                  <a:cubicBezTo>
                    <a:pt x="237" y="97"/>
                    <a:pt x="234" y="80"/>
                    <a:pt x="228" y="65"/>
                  </a:cubicBezTo>
                  <a:cubicBezTo>
                    <a:pt x="222" y="51"/>
                    <a:pt x="213" y="39"/>
                    <a:pt x="202" y="29"/>
                  </a:cubicBezTo>
                  <a:cubicBezTo>
                    <a:pt x="190" y="20"/>
                    <a:pt x="175" y="13"/>
                    <a:pt x="158" y="8"/>
                  </a:cubicBezTo>
                  <a:cubicBezTo>
                    <a:pt x="141" y="3"/>
                    <a:pt x="120" y="0"/>
                    <a:pt x="93"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9" name="Freeform 291">
              <a:extLst>
                <a:ext uri="{FF2B5EF4-FFF2-40B4-BE49-F238E27FC236}">
                  <a16:creationId xmlns:a16="http://schemas.microsoft.com/office/drawing/2014/main" id="{A3F74B0F-ABDF-4D6B-8B90-05E3EE88D80E}"/>
                </a:ext>
              </a:extLst>
            </p:cNvPr>
            <p:cNvSpPr>
              <a:spLocks/>
            </p:cNvSpPr>
            <p:nvPr/>
          </p:nvSpPr>
          <p:spPr bwMode="auto">
            <a:xfrm>
              <a:off x="6328143" y="2027840"/>
              <a:ext cx="32533" cy="89060"/>
            </a:xfrm>
            <a:custGeom>
              <a:avLst/>
              <a:gdLst>
                <a:gd name="T0" fmla="*/ 89 w 89"/>
                <a:gd name="T1" fmla="*/ 0 h 244"/>
                <a:gd name="T2" fmla="*/ 0 w 89"/>
                <a:gd name="T3" fmla="*/ 0 h 244"/>
                <a:gd name="T4" fmla="*/ 0 w 89"/>
                <a:gd name="T5" fmla="*/ 9 h 244"/>
                <a:gd name="T6" fmla="*/ 13 w 89"/>
                <a:gd name="T7" fmla="*/ 13 h 244"/>
                <a:gd name="T8" fmla="*/ 20 w 89"/>
                <a:gd name="T9" fmla="*/ 18 h 244"/>
                <a:gd name="T10" fmla="*/ 23 w 89"/>
                <a:gd name="T11" fmla="*/ 27 h 244"/>
                <a:gd name="T12" fmla="*/ 24 w 89"/>
                <a:gd name="T13" fmla="*/ 45 h 244"/>
                <a:gd name="T14" fmla="*/ 24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5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3" y="13"/>
                  </a:cubicBezTo>
                  <a:cubicBezTo>
                    <a:pt x="16" y="14"/>
                    <a:pt x="18" y="16"/>
                    <a:pt x="20" y="18"/>
                  </a:cubicBezTo>
                  <a:cubicBezTo>
                    <a:pt x="21" y="20"/>
                    <a:pt x="22"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2" y="234"/>
                    <a:pt x="78" y="232"/>
                    <a:pt x="75" y="231"/>
                  </a:cubicBezTo>
                  <a:cubicBezTo>
                    <a:pt x="72" y="230"/>
                    <a:pt x="70" y="228"/>
                    <a:pt x="68" y="226"/>
                  </a:cubicBezTo>
                  <a:cubicBezTo>
                    <a:pt x="67" y="223"/>
                    <a:pt x="66" y="221"/>
                    <a:pt x="65" y="217"/>
                  </a:cubicBezTo>
                  <a:cubicBezTo>
                    <a:pt x="64" y="213"/>
                    <a:pt x="64" y="207"/>
                    <a:pt x="64" y="199"/>
                  </a:cubicBezTo>
                  <a:cubicBezTo>
                    <a:pt x="64" y="45"/>
                    <a:pt x="64" y="45"/>
                    <a:pt x="64" y="45"/>
                  </a:cubicBezTo>
                  <a:cubicBezTo>
                    <a:pt x="64" y="37"/>
                    <a:pt x="64" y="31"/>
                    <a:pt x="65" y="27"/>
                  </a:cubicBezTo>
                  <a:cubicBezTo>
                    <a:pt x="66" y="23"/>
                    <a:pt x="67" y="20"/>
                    <a:pt x="69" y="18"/>
                  </a:cubicBezTo>
                  <a:cubicBezTo>
                    <a:pt x="71" y="16"/>
                    <a:pt x="73" y="14"/>
                    <a:pt x="75" y="13"/>
                  </a:cubicBezTo>
                  <a:cubicBezTo>
                    <a:pt x="78" y="12"/>
                    <a:pt x="83" y="10"/>
                    <a:pt x="89" y="9"/>
                  </a:cubicBezTo>
                  <a:cubicBezTo>
                    <a:pt x="89" y="0"/>
                    <a:pt x="89" y="0"/>
                    <a:pt x="89"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0" name="Freeform 292">
              <a:extLst>
                <a:ext uri="{FF2B5EF4-FFF2-40B4-BE49-F238E27FC236}">
                  <a16:creationId xmlns:a16="http://schemas.microsoft.com/office/drawing/2014/main" id="{3E13307B-C2B7-490B-B39B-064208C73EE4}"/>
                </a:ext>
              </a:extLst>
            </p:cNvPr>
            <p:cNvSpPr>
              <a:spLocks/>
            </p:cNvSpPr>
            <p:nvPr/>
          </p:nvSpPr>
          <p:spPr bwMode="auto">
            <a:xfrm>
              <a:off x="6378977" y="2026621"/>
              <a:ext cx="71167" cy="91499"/>
            </a:xfrm>
            <a:custGeom>
              <a:avLst/>
              <a:gdLst>
                <a:gd name="T0" fmla="*/ 122 w 195"/>
                <a:gd name="T1" fmla="*/ 0 h 250"/>
                <a:gd name="T2" fmla="*/ 56 w 195"/>
                <a:gd name="T3" fmla="*/ 16 h 250"/>
                <a:gd name="T4" fmla="*/ 14 w 195"/>
                <a:gd name="T5" fmla="*/ 60 h 250"/>
                <a:gd name="T6" fmla="*/ 0 w 195"/>
                <a:gd name="T7" fmla="*/ 128 h 250"/>
                <a:gd name="T8" fmla="*/ 27 w 195"/>
                <a:gd name="T9" fmla="*/ 219 h 250"/>
                <a:gd name="T10" fmla="*/ 109 w 195"/>
                <a:gd name="T11" fmla="*/ 250 h 250"/>
                <a:gd name="T12" fmla="*/ 155 w 195"/>
                <a:gd name="T13" fmla="*/ 248 h 250"/>
                <a:gd name="T14" fmla="*/ 195 w 195"/>
                <a:gd name="T15" fmla="*/ 241 h 250"/>
                <a:gd name="T16" fmla="*/ 195 w 195"/>
                <a:gd name="T17" fmla="*/ 190 h 250"/>
                <a:gd name="T18" fmla="*/ 174 w 195"/>
                <a:gd name="T19" fmla="*/ 190 h 250"/>
                <a:gd name="T20" fmla="*/ 160 w 195"/>
                <a:gd name="T21" fmla="*/ 217 h 250"/>
                <a:gd name="T22" fmla="*/ 141 w 195"/>
                <a:gd name="T23" fmla="*/ 230 h 250"/>
                <a:gd name="T24" fmla="*/ 113 w 195"/>
                <a:gd name="T25" fmla="*/ 234 h 250"/>
                <a:gd name="T26" fmla="*/ 74 w 195"/>
                <a:gd name="T27" fmla="*/ 222 h 250"/>
                <a:gd name="T28" fmla="*/ 51 w 195"/>
                <a:gd name="T29" fmla="*/ 184 h 250"/>
                <a:gd name="T30" fmla="*/ 42 w 195"/>
                <a:gd name="T31" fmla="*/ 124 h 250"/>
                <a:gd name="T32" fmla="*/ 52 w 195"/>
                <a:gd name="T33" fmla="*/ 65 h 250"/>
                <a:gd name="T34" fmla="*/ 79 w 195"/>
                <a:gd name="T35" fmla="*/ 28 h 250"/>
                <a:gd name="T36" fmla="*/ 118 w 195"/>
                <a:gd name="T37" fmla="*/ 16 h 250"/>
                <a:gd name="T38" fmla="*/ 143 w 195"/>
                <a:gd name="T39" fmla="*/ 20 h 250"/>
                <a:gd name="T40" fmla="*/ 161 w 195"/>
                <a:gd name="T41" fmla="*/ 33 h 250"/>
                <a:gd name="T42" fmla="*/ 174 w 195"/>
                <a:gd name="T43" fmla="*/ 58 h 250"/>
                <a:gd name="T44" fmla="*/ 195 w 195"/>
                <a:gd name="T45" fmla="*/ 58 h 250"/>
                <a:gd name="T46" fmla="*/ 195 w 195"/>
                <a:gd name="T47" fmla="*/ 8 h 250"/>
                <a:gd name="T48" fmla="*/ 158 w 195"/>
                <a:gd name="T49" fmla="*/ 2 h 250"/>
                <a:gd name="T50" fmla="*/ 122 w 195"/>
                <a:gd name="T51"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5" h="250">
                  <a:moveTo>
                    <a:pt x="122" y="0"/>
                  </a:moveTo>
                  <a:cubicBezTo>
                    <a:pt x="97" y="0"/>
                    <a:pt x="75" y="6"/>
                    <a:pt x="56" y="16"/>
                  </a:cubicBezTo>
                  <a:cubicBezTo>
                    <a:pt x="37" y="27"/>
                    <a:pt x="23" y="41"/>
                    <a:pt x="14" y="60"/>
                  </a:cubicBezTo>
                  <a:cubicBezTo>
                    <a:pt x="4" y="80"/>
                    <a:pt x="0" y="102"/>
                    <a:pt x="0" y="128"/>
                  </a:cubicBezTo>
                  <a:cubicBezTo>
                    <a:pt x="0" y="168"/>
                    <a:pt x="9" y="199"/>
                    <a:pt x="27" y="219"/>
                  </a:cubicBezTo>
                  <a:cubicBezTo>
                    <a:pt x="45" y="240"/>
                    <a:pt x="73" y="250"/>
                    <a:pt x="109" y="250"/>
                  </a:cubicBezTo>
                  <a:cubicBezTo>
                    <a:pt x="125" y="250"/>
                    <a:pt x="140" y="249"/>
                    <a:pt x="155" y="248"/>
                  </a:cubicBezTo>
                  <a:cubicBezTo>
                    <a:pt x="168" y="246"/>
                    <a:pt x="182" y="244"/>
                    <a:pt x="195" y="241"/>
                  </a:cubicBezTo>
                  <a:cubicBezTo>
                    <a:pt x="195" y="190"/>
                    <a:pt x="195" y="190"/>
                    <a:pt x="195" y="190"/>
                  </a:cubicBezTo>
                  <a:cubicBezTo>
                    <a:pt x="174" y="190"/>
                    <a:pt x="174" y="190"/>
                    <a:pt x="174" y="190"/>
                  </a:cubicBezTo>
                  <a:cubicBezTo>
                    <a:pt x="170" y="202"/>
                    <a:pt x="165" y="211"/>
                    <a:pt x="160" y="217"/>
                  </a:cubicBezTo>
                  <a:cubicBezTo>
                    <a:pt x="155" y="223"/>
                    <a:pt x="149" y="227"/>
                    <a:pt x="141" y="230"/>
                  </a:cubicBezTo>
                  <a:cubicBezTo>
                    <a:pt x="134" y="233"/>
                    <a:pt x="124" y="234"/>
                    <a:pt x="113" y="234"/>
                  </a:cubicBezTo>
                  <a:cubicBezTo>
                    <a:pt x="98" y="234"/>
                    <a:pt x="85" y="230"/>
                    <a:pt x="74" y="222"/>
                  </a:cubicBezTo>
                  <a:cubicBezTo>
                    <a:pt x="64" y="213"/>
                    <a:pt x="56" y="201"/>
                    <a:pt x="51" y="184"/>
                  </a:cubicBezTo>
                  <a:cubicBezTo>
                    <a:pt x="45" y="168"/>
                    <a:pt x="42" y="148"/>
                    <a:pt x="42" y="124"/>
                  </a:cubicBezTo>
                  <a:cubicBezTo>
                    <a:pt x="42" y="101"/>
                    <a:pt x="46" y="81"/>
                    <a:pt x="52" y="65"/>
                  </a:cubicBezTo>
                  <a:cubicBezTo>
                    <a:pt x="59" y="49"/>
                    <a:pt x="68" y="36"/>
                    <a:pt x="79" y="28"/>
                  </a:cubicBezTo>
                  <a:cubicBezTo>
                    <a:pt x="90" y="20"/>
                    <a:pt x="104" y="16"/>
                    <a:pt x="118" y="16"/>
                  </a:cubicBezTo>
                  <a:cubicBezTo>
                    <a:pt x="128" y="16"/>
                    <a:pt x="136" y="17"/>
                    <a:pt x="143" y="20"/>
                  </a:cubicBezTo>
                  <a:cubicBezTo>
                    <a:pt x="150" y="23"/>
                    <a:pt x="156" y="27"/>
                    <a:pt x="161" y="33"/>
                  </a:cubicBezTo>
                  <a:cubicBezTo>
                    <a:pt x="166" y="39"/>
                    <a:pt x="171" y="47"/>
                    <a:pt x="174" y="58"/>
                  </a:cubicBezTo>
                  <a:cubicBezTo>
                    <a:pt x="195" y="58"/>
                    <a:pt x="195" y="58"/>
                    <a:pt x="195" y="58"/>
                  </a:cubicBezTo>
                  <a:cubicBezTo>
                    <a:pt x="195" y="8"/>
                    <a:pt x="195" y="8"/>
                    <a:pt x="195" y="8"/>
                  </a:cubicBezTo>
                  <a:cubicBezTo>
                    <a:pt x="181" y="5"/>
                    <a:pt x="169" y="3"/>
                    <a:pt x="158" y="2"/>
                  </a:cubicBezTo>
                  <a:cubicBezTo>
                    <a:pt x="147" y="1"/>
                    <a:pt x="135" y="0"/>
                    <a:pt x="122"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293">
              <a:extLst>
                <a:ext uri="{FF2B5EF4-FFF2-40B4-BE49-F238E27FC236}">
                  <a16:creationId xmlns:a16="http://schemas.microsoft.com/office/drawing/2014/main" id="{91DDCDAD-EFCC-4EE5-A904-071DCE9F6E26}"/>
                </a:ext>
              </a:extLst>
            </p:cNvPr>
            <p:cNvSpPr>
              <a:spLocks noEditPoints="1"/>
            </p:cNvSpPr>
            <p:nvPr/>
          </p:nvSpPr>
          <p:spPr bwMode="auto">
            <a:xfrm>
              <a:off x="6459090" y="2026621"/>
              <a:ext cx="96786" cy="90280"/>
            </a:xfrm>
            <a:custGeom>
              <a:avLst/>
              <a:gdLst>
                <a:gd name="T0" fmla="*/ 86 w 265"/>
                <a:gd name="T1" fmla="*/ 151 h 247"/>
                <a:gd name="T2" fmla="*/ 134 w 265"/>
                <a:gd name="T3" fmla="*/ 35 h 247"/>
                <a:gd name="T4" fmla="*/ 174 w 265"/>
                <a:gd name="T5" fmla="*/ 151 h 247"/>
                <a:gd name="T6" fmla="*/ 86 w 265"/>
                <a:gd name="T7" fmla="*/ 151 h 247"/>
                <a:gd name="T8" fmla="*/ 159 w 265"/>
                <a:gd name="T9" fmla="*/ 0 h 247"/>
                <a:gd name="T10" fmla="*/ 126 w 265"/>
                <a:gd name="T11" fmla="*/ 0 h 247"/>
                <a:gd name="T12" fmla="*/ 37 w 265"/>
                <a:gd name="T13" fmla="*/ 198 h 247"/>
                <a:gd name="T14" fmla="*/ 20 w 265"/>
                <a:gd name="T15" fmla="*/ 227 h 247"/>
                <a:gd name="T16" fmla="*/ 0 w 265"/>
                <a:gd name="T17" fmla="*/ 238 h 247"/>
                <a:gd name="T18" fmla="*/ 0 w 265"/>
                <a:gd name="T19" fmla="*/ 247 h 247"/>
                <a:gd name="T20" fmla="*/ 90 w 265"/>
                <a:gd name="T21" fmla="*/ 247 h 247"/>
                <a:gd name="T22" fmla="*/ 90 w 265"/>
                <a:gd name="T23" fmla="*/ 238 h 247"/>
                <a:gd name="T24" fmla="*/ 70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1 w 265"/>
                <a:gd name="T39" fmla="*/ 205 h 247"/>
                <a:gd name="T40" fmla="*/ 193 w 265"/>
                <a:gd name="T41" fmla="*/ 218 h 247"/>
                <a:gd name="T42" fmla="*/ 190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0 w 265"/>
                <a:gd name="T57" fmla="*/ 221 h 247"/>
                <a:gd name="T58" fmla="*/ 231 w 265"/>
                <a:gd name="T59" fmla="*/ 200 h 247"/>
                <a:gd name="T60" fmla="*/ 159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4" y="35"/>
                    <a:pt x="134" y="35"/>
                    <a:pt x="134" y="35"/>
                  </a:cubicBezTo>
                  <a:cubicBezTo>
                    <a:pt x="174" y="151"/>
                    <a:pt x="174" y="151"/>
                    <a:pt x="174" y="151"/>
                  </a:cubicBezTo>
                  <a:cubicBezTo>
                    <a:pt x="86" y="151"/>
                    <a:pt x="86" y="151"/>
                    <a:pt x="86" y="151"/>
                  </a:cubicBezTo>
                  <a:moveTo>
                    <a:pt x="159" y="0"/>
                  </a:moveTo>
                  <a:cubicBezTo>
                    <a:pt x="126" y="0"/>
                    <a:pt x="126" y="0"/>
                    <a:pt x="126" y="0"/>
                  </a:cubicBezTo>
                  <a:cubicBezTo>
                    <a:pt x="37" y="198"/>
                    <a:pt x="37" y="198"/>
                    <a:pt x="37" y="198"/>
                  </a:cubicBezTo>
                  <a:cubicBezTo>
                    <a:pt x="32" y="211"/>
                    <a:pt x="26" y="220"/>
                    <a:pt x="20" y="227"/>
                  </a:cubicBezTo>
                  <a:cubicBezTo>
                    <a:pt x="15" y="233"/>
                    <a:pt x="8" y="237"/>
                    <a:pt x="0" y="238"/>
                  </a:cubicBezTo>
                  <a:cubicBezTo>
                    <a:pt x="0" y="247"/>
                    <a:pt x="0" y="247"/>
                    <a:pt x="0" y="247"/>
                  </a:cubicBezTo>
                  <a:cubicBezTo>
                    <a:pt x="90" y="247"/>
                    <a:pt x="90" y="247"/>
                    <a:pt x="90" y="247"/>
                  </a:cubicBezTo>
                  <a:cubicBezTo>
                    <a:pt x="90" y="238"/>
                    <a:pt x="90" y="238"/>
                    <a:pt x="90" y="238"/>
                  </a:cubicBezTo>
                  <a:cubicBezTo>
                    <a:pt x="81" y="237"/>
                    <a:pt x="75" y="235"/>
                    <a:pt x="70" y="232"/>
                  </a:cubicBezTo>
                  <a:cubicBezTo>
                    <a:pt x="66" y="228"/>
                    <a:pt x="64" y="223"/>
                    <a:pt x="64" y="216"/>
                  </a:cubicBezTo>
                  <a:cubicBezTo>
                    <a:pt x="64" y="212"/>
                    <a:pt x="64"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0" y="200"/>
                    <a:pt x="191" y="205"/>
                  </a:cubicBezTo>
                  <a:cubicBezTo>
                    <a:pt x="193" y="210"/>
                    <a:pt x="193" y="214"/>
                    <a:pt x="193" y="218"/>
                  </a:cubicBezTo>
                  <a:cubicBezTo>
                    <a:pt x="193" y="222"/>
                    <a:pt x="192" y="226"/>
                    <a:pt x="190" y="228"/>
                  </a:cubicBezTo>
                  <a:cubicBezTo>
                    <a:pt x="189" y="231"/>
                    <a:pt x="186" y="233"/>
                    <a:pt x="183" y="234"/>
                  </a:cubicBezTo>
                  <a:cubicBezTo>
                    <a:pt x="179" y="236"/>
                    <a:pt x="174" y="237"/>
                    <a:pt x="167" y="238"/>
                  </a:cubicBezTo>
                  <a:cubicBezTo>
                    <a:pt x="167" y="247"/>
                    <a:pt x="167" y="247"/>
                    <a:pt x="167" y="247"/>
                  </a:cubicBezTo>
                  <a:cubicBezTo>
                    <a:pt x="265" y="247"/>
                    <a:pt x="265" y="247"/>
                    <a:pt x="265" y="247"/>
                  </a:cubicBezTo>
                  <a:cubicBezTo>
                    <a:pt x="265" y="238"/>
                    <a:pt x="265" y="238"/>
                    <a:pt x="265" y="238"/>
                  </a:cubicBezTo>
                  <a:cubicBezTo>
                    <a:pt x="258" y="237"/>
                    <a:pt x="253" y="235"/>
                    <a:pt x="250" y="232"/>
                  </a:cubicBezTo>
                  <a:cubicBezTo>
                    <a:pt x="246" y="230"/>
                    <a:pt x="243" y="226"/>
                    <a:pt x="240" y="221"/>
                  </a:cubicBezTo>
                  <a:cubicBezTo>
                    <a:pt x="238" y="216"/>
                    <a:pt x="235" y="209"/>
                    <a:pt x="231" y="200"/>
                  </a:cubicBezTo>
                  <a:cubicBezTo>
                    <a:pt x="159" y="0"/>
                    <a:pt x="159" y="0"/>
                    <a:pt x="159"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294">
              <a:extLst>
                <a:ext uri="{FF2B5EF4-FFF2-40B4-BE49-F238E27FC236}">
                  <a16:creationId xmlns:a16="http://schemas.microsoft.com/office/drawing/2014/main" id="{FA1735C3-F778-416D-B74F-A188FBE981F5}"/>
                </a:ext>
              </a:extLst>
            </p:cNvPr>
            <p:cNvSpPr>
              <a:spLocks/>
            </p:cNvSpPr>
            <p:nvPr/>
          </p:nvSpPr>
          <p:spPr bwMode="auto">
            <a:xfrm>
              <a:off x="6566450" y="2027840"/>
              <a:ext cx="70760" cy="89060"/>
            </a:xfrm>
            <a:custGeom>
              <a:avLst/>
              <a:gdLst>
                <a:gd name="T0" fmla="*/ 90 w 195"/>
                <a:gd name="T1" fmla="*/ 0 h 244"/>
                <a:gd name="T2" fmla="*/ 0 w 195"/>
                <a:gd name="T3" fmla="*/ 0 h 244"/>
                <a:gd name="T4" fmla="*/ 0 w 195"/>
                <a:gd name="T5" fmla="*/ 9 h 244"/>
                <a:gd name="T6" fmla="*/ 14 w 195"/>
                <a:gd name="T7" fmla="*/ 13 h 244"/>
                <a:gd name="T8" fmla="*/ 21 w 195"/>
                <a:gd name="T9" fmla="*/ 18 h 244"/>
                <a:gd name="T10" fmla="*/ 24 w 195"/>
                <a:gd name="T11" fmla="*/ 27 h 244"/>
                <a:gd name="T12" fmla="*/ 25 w 195"/>
                <a:gd name="T13" fmla="*/ 45 h 244"/>
                <a:gd name="T14" fmla="*/ 25 w 195"/>
                <a:gd name="T15" fmla="*/ 199 h 244"/>
                <a:gd name="T16" fmla="*/ 24 w 195"/>
                <a:gd name="T17" fmla="*/ 219 h 244"/>
                <a:gd name="T18" fmla="*/ 18 w 195"/>
                <a:gd name="T19" fmla="*/ 229 h 244"/>
                <a:gd name="T20" fmla="*/ 0 w 195"/>
                <a:gd name="T21" fmla="*/ 235 h 244"/>
                <a:gd name="T22" fmla="*/ 0 w 195"/>
                <a:gd name="T23" fmla="*/ 244 h 244"/>
                <a:gd name="T24" fmla="*/ 191 w 195"/>
                <a:gd name="T25" fmla="*/ 244 h 244"/>
                <a:gd name="T26" fmla="*/ 195 w 195"/>
                <a:gd name="T27" fmla="*/ 172 h 244"/>
                <a:gd name="T28" fmla="*/ 174 w 195"/>
                <a:gd name="T29" fmla="*/ 172 h 244"/>
                <a:gd name="T30" fmla="*/ 167 w 195"/>
                <a:gd name="T31" fmla="*/ 197 h 244"/>
                <a:gd name="T32" fmla="*/ 160 w 195"/>
                <a:gd name="T33" fmla="*/ 210 h 244"/>
                <a:gd name="T34" fmla="*/ 154 w 195"/>
                <a:gd name="T35" fmla="*/ 219 h 244"/>
                <a:gd name="T36" fmla="*/ 146 w 195"/>
                <a:gd name="T37" fmla="*/ 224 h 244"/>
                <a:gd name="T38" fmla="*/ 135 w 195"/>
                <a:gd name="T39" fmla="*/ 227 h 244"/>
                <a:gd name="T40" fmla="*/ 120 w 195"/>
                <a:gd name="T41" fmla="*/ 228 h 244"/>
                <a:gd name="T42" fmla="*/ 65 w 195"/>
                <a:gd name="T43" fmla="*/ 228 h 244"/>
                <a:gd name="T44" fmla="*/ 65 w 195"/>
                <a:gd name="T45" fmla="*/ 45 h 244"/>
                <a:gd name="T46" fmla="*/ 66 w 195"/>
                <a:gd name="T47" fmla="*/ 26 h 244"/>
                <a:gd name="T48" fmla="*/ 70 w 195"/>
                <a:gd name="T49" fmla="*/ 17 h 244"/>
                <a:gd name="T50" fmla="*/ 76 w 195"/>
                <a:gd name="T51" fmla="*/ 13 h 244"/>
                <a:gd name="T52" fmla="*/ 90 w 195"/>
                <a:gd name="T53" fmla="*/ 9 h 244"/>
                <a:gd name="T54" fmla="*/ 90 w 195"/>
                <a:gd name="T5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5" h="244">
                  <a:moveTo>
                    <a:pt x="90"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1" y="244"/>
                    <a:pt x="191" y="244"/>
                    <a:pt x="191" y="244"/>
                  </a:cubicBezTo>
                  <a:cubicBezTo>
                    <a:pt x="195" y="172"/>
                    <a:pt x="195" y="172"/>
                    <a:pt x="195" y="172"/>
                  </a:cubicBezTo>
                  <a:cubicBezTo>
                    <a:pt x="174" y="172"/>
                    <a:pt x="174" y="172"/>
                    <a:pt x="174" y="172"/>
                  </a:cubicBezTo>
                  <a:cubicBezTo>
                    <a:pt x="171" y="183"/>
                    <a:pt x="169" y="191"/>
                    <a:pt x="167" y="197"/>
                  </a:cubicBezTo>
                  <a:cubicBezTo>
                    <a:pt x="165" y="202"/>
                    <a:pt x="163" y="207"/>
                    <a:pt x="160" y="210"/>
                  </a:cubicBezTo>
                  <a:cubicBezTo>
                    <a:pt x="159" y="214"/>
                    <a:pt x="156" y="217"/>
                    <a:pt x="154" y="219"/>
                  </a:cubicBezTo>
                  <a:cubicBezTo>
                    <a:pt x="152" y="221"/>
                    <a:pt x="149" y="223"/>
                    <a:pt x="146" y="224"/>
                  </a:cubicBezTo>
                  <a:cubicBezTo>
                    <a:pt x="143" y="225"/>
                    <a:pt x="140" y="226"/>
                    <a:pt x="135" y="227"/>
                  </a:cubicBezTo>
                  <a:cubicBezTo>
                    <a:pt x="131" y="227"/>
                    <a:pt x="126" y="228"/>
                    <a:pt x="120" y="228"/>
                  </a:cubicBezTo>
                  <a:cubicBezTo>
                    <a:pt x="65" y="228"/>
                    <a:pt x="65" y="228"/>
                    <a:pt x="65" y="228"/>
                  </a:cubicBezTo>
                  <a:cubicBezTo>
                    <a:pt x="65" y="45"/>
                    <a:pt x="65" y="45"/>
                    <a:pt x="65" y="45"/>
                  </a:cubicBezTo>
                  <a:cubicBezTo>
                    <a:pt x="65" y="36"/>
                    <a:pt x="65" y="30"/>
                    <a:pt x="66" y="26"/>
                  </a:cubicBezTo>
                  <a:cubicBezTo>
                    <a:pt x="67" y="22"/>
                    <a:pt x="68" y="19"/>
                    <a:pt x="70" y="17"/>
                  </a:cubicBezTo>
                  <a:cubicBezTo>
                    <a:pt x="72" y="15"/>
                    <a:pt x="74" y="14"/>
                    <a:pt x="76" y="13"/>
                  </a:cubicBezTo>
                  <a:cubicBezTo>
                    <a:pt x="79" y="12"/>
                    <a:pt x="83" y="10"/>
                    <a:pt x="90" y="9"/>
                  </a:cubicBezTo>
                  <a:cubicBezTo>
                    <a:pt x="90" y="0"/>
                    <a:pt x="90" y="0"/>
                    <a:pt x="90"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295">
              <a:extLst>
                <a:ext uri="{FF2B5EF4-FFF2-40B4-BE49-F238E27FC236}">
                  <a16:creationId xmlns:a16="http://schemas.microsoft.com/office/drawing/2014/main" id="{CE113ABA-21AD-44F3-B24B-52E030D2853D}"/>
                </a:ext>
              </a:extLst>
            </p:cNvPr>
            <p:cNvSpPr>
              <a:spLocks/>
            </p:cNvSpPr>
            <p:nvPr/>
          </p:nvSpPr>
          <p:spPr bwMode="auto">
            <a:xfrm>
              <a:off x="6696174" y="2027840"/>
              <a:ext cx="89060" cy="90280"/>
            </a:xfrm>
            <a:custGeom>
              <a:avLst/>
              <a:gdLst>
                <a:gd name="T0" fmla="*/ 244 w 244"/>
                <a:gd name="T1" fmla="*/ 0 h 247"/>
                <a:gd name="T2" fmla="*/ 159 w 244"/>
                <a:gd name="T3" fmla="*/ 0 h 247"/>
                <a:gd name="T4" fmla="*/ 159 w 244"/>
                <a:gd name="T5" fmla="*/ 9 h 247"/>
                <a:gd name="T6" fmla="*/ 176 w 244"/>
                <a:gd name="T7" fmla="*/ 15 h 247"/>
                <a:gd name="T8" fmla="*/ 182 w 244"/>
                <a:gd name="T9" fmla="*/ 24 h 247"/>
                <a:gd name="T10" fmla="*/ 184 w 244"/>
                <a:gd name="T11" fmla="*/ 45 h 247"/>
                <a:gd name="T12" fmla="*/ 184 w 244"/>
                <a:gd name="T13" fmla="*/ 157 h 247"/>
                <a:gd name="T14" fmla="*/ 181 w 244"/>
                <a:gd name="T15" fmla="*/ 191 h 247"/>
                <a:gd name="T16" fmla="*/ 171 w 244"/>
                <a:gd name="T17" fmla="*/ 214 h 247"/>
                <a:gd name="T18" fmla="*/ 152 w 244"/>
                <a:gd name="T19" fmla="*/ 227 h 247"/>
                <a:gd name="T20" fmla="*/ 126 w 244"/>
                <a:gd name="T21" fmla="*/ 231 h 247"/>
                <a:gd name="T22" fmla="*/ 99 w 244"/>
                <a:gd name="T23" fmla="*/ 228 h 247"/>
                <a:gd name="T24" fmla="*/ 81 w 244"/>
                <a:gd name="T25" fmla="*/ 219 h 247"/>
                <a:gd name="T26" fmla="*/ 68 w 244"/>
                <a:gd name="T27" fmla="*/ 200 h 247"/>
                <a:gd name="T28" fmla="*/ 64 w 244"/>
                <a:gd name="T29" fmla="*/ 171 h 247"/>
                <a:gd name="T30" fmla="*/ 64 w 244"/>
                <a:gd name="T31" fmla="*/ 45 h 247"/>
                <a:gd name="T32" fmla="*/ 66 w 244"/>
                <a:gd name="T33" fmla="*/ 24 h 247"/>
                <a:gd name="T34" fmla="*/ 72 w 244"/>
                <a:gd name="T35" fmla="*/ 15 h 247"/>
                <a:gd name="T36" fmla="*/ 89 w 244"/>
                <a:gd name="T37" fmla="*/ 9 h 247"/>
                <a:gd name="T38" fmla="*/ 89 w 244"/>
                <a:gd name="T39" fmla="*/ 0 h 247"/>
                <a:gd name="T40" fmla="*/ 0 w 244"/>
                <a:gd name="T41" fmla="*/ 0 h 247"/>
                <a:gd name="T42" fmla="*/ 0 w 244"/>
                <a:gd name="T43" fmla="*/ 9 h 247"/>
                <a:gd name="T44" fmla="*/ 14 w 244"/>
                <a:gd name="T45" fmla="*/ 13 h 247"/>
                <a:gd name="T46" fmla="*/ 20 w 244"/>
                <a:gd name="T47" fmla="*/ 18 h 247"/>
                <a:gd name="T48" fmla="*/ 23 w 244"/>
                <a:gd name="T49" fmla="*/ 26 h 247"/>
                <a:gd name="T50" fmla="*/ 24 w 244"/>
                <a:gd name="T51" fmla="*/ 45 h 247"/>
                <a:gd name="T52" fmla="*/ 24 w 244"/>
                <a:gd name="T53" fmla="*/ 162 h 247"/>
                <a:gd name="T54" fmla="*/ 29 w 244"/>
                <a:gd name="T55" fmla="*/ 200 h 247"/>
                <a:gd name="T56" fmla="*/ 46 w 244"/>
                <a:gd name="T57" fmla="*/ 226 h 247"/>
                <a:gd name="T58" fmla="*/ 77 w 244"/>
                <a:gd name="T59" fmla="*/ 242 h 247"/>
                <a:gd name="T60" fmla="*/ 121 w 244"/>
                <a:gd name="T61" fmla="*/ 247 h 247"/>
                <a:gd name="T62" fmla="*/ 158 w 244"/>
                <a:gd name="T63" fmla="*/ 243 h 247"/>
                <a:gd name="T64" fmla="*/ 184 w 244"/>
                <a:gd name="T65" fmla="*/ 233 h 247"/>
                <a:gd name="T66" fmla="*/ 203 w 244"/>
                <a:gd name="T67" fmla="*/ 217 h 247"/>
                <a:gd name="T68" fmla="*/ 215 w 244"/>
                <a:gd name="T69" fmla="*/ 193 h 247"/>
                <a:gd name="T70" fmla="*/ 219 w 244"/>
                <a:gd name="T71" fmla="*/ 160 h 247"/>
                <a:gd name="T72" fmla="*/ 219 w 244"/>
                <a:gd name="T73" fmla="*/ 45 h 247"/>
                <a:gd name="T74" fmla="*/ 221 w 244"/>
                <a:gd name="T75" fmla="*/ 24 h 247"/>
                <a:gd name="T76" fmla="*/ 227 w 244"/>
                <a:gd name="T77" fmla="*/ 15 h 247"/>
                <a:gd name="T78" fmla="*/ 244 w 244"/>
                <a:gd name="T79" fmla="*/ 9 h 247"/>
                <a:gd name="T80" fmla="*/ 244 w 244"/>
                <a:gd name="T8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4" h="247">
                  <a:moveTo>
                    <a:pt x="244" y="0"/>
                  </a:moveTo>
                  <a:cubicBezTo>
                    <a:pt x="159" y="0"/>
                    <a:pt x="159" y="0"/>
                    <a:pt x="159" y="0"/>
                  </a:cubicBezTo>
                  <a:cubicBezTo>
                    <a:pt x="159" y="9"/>
                    <a:pt x="159" y="9"/>
                    <a:pt x="159" y="9"/>
                  </a:cubicBezTo>
                  <a:cubicBezTo>
                    <a:pt x="168" y="11"/>
                    <a:pt x="174" y="13"/>
                    <a:pt x="176" y="15"/>
                  </a:cubicBezTo>
                  <a:cubicBezTo>
                    <a:pt x="179" y="17"/>
                    <a:pt x="181" y="20"/>
                    <a:pt x="182" y="24"/>
                  </a:cubicBezTo>
                  <a:cubicBezTo>
                    <a:pt x="183" y="27"/>
                    <a:pt x="184" y="34"/>
                    <a:pt x="184" y="45"/>
                  </a:cubicBezTo>
                  <a:cubicBezTo>
                    <a:pt x="184" y="157"/>
                    <a:pt x="184" y="157"/>
                    <a:pt x="184" y="157"/>
                  </a:cubicBezTo>
                  <a:cubicBezTo>
                    <a:pt x="184" y="171"/>
                    <a:pt x="183" y="183"/>
                    <a:pt x="181" y="191"/>
                  </a:cubicBezTo>
                  <a:cubicBezTo>
                    <a:pt x="180" y="200"/>
                    <a:pt x="176" y="208"/>
                    <a:pt x="171" y="214"/>
                  </a:cubicBezTo>
                  <a:cubicBezTo>
                    <a:pt x="166" y="219"/>
                    <a:pt x="160" y="224"/>
                    <a:pt x="152" y="227"/>
                  </a:cubicBezTo>
                  <a:cubicBezTo>
                    <a:pt x="145" y="230"/>
                    <a:pt x="136" y="231"/>
                    <a:pt x="126" y="231"/>
                  </a:cubicBezTo>
                  <a:cubicBezTo>
                    <a:pt x="116" y="231"/>
                    <a:pt x="107" y="230"/>
                    <a:pt x="99" y="228"/>
                  </a:cubicBezTo>
                  <a:cubicBezTo>
                    <a:pt x="92" y="226"/>
                    <a:pt x="86" y="223"/>
                    <a:pt x="81" y="219"/>
                  </a:cubicBezTo>
                  <a:cubicBezTo>
                    <a:pt x="75" y="214"/>
                    <a:pt x="71" y="208"/>
                    <a:pt x="68" y="200"/>
                  </a:cubicBezTo>
                  <a:cubicBezTo>
                    <a:pt x="66" y="193"/>
                    <a:pt x="64" y="183"/>
                    <a:pt x="64" y="171"/>
                  </a:cubicBezTo>
                  <a:cubicBezTo>
                    <a:pt x="64" y="45"/>
                    <a:pt x="64" y="45"/>
                    <a:pt x="64" y="45"/>
                  </a:cubicBezTo>
                  <a:cubicBezTo>
                    <a:pt x="64" y="35"/>
                    <a:pt x="65" y="28"/>
                    <a:pt x="66" y="24"/>
                  </a:cubicBezTo>
                  <a:cubicBezTo>
                    <a:pt x="67" y="20"/>
                    <a:pt x="69" y="17"/>
                    <a:pt x="72" y="15"/>
                  </a:cubicBezTo>
                  <a:cubicBezTo>
                    <a:pt x="75" y="12"/>
                    <a:pt x="81" y="11"/>
                    <a:pt x="89" y="9"/>
                  </a:cubicBezTo>
                  <a:cubicBezTo>
                    <a:pt x="89" y="0"/>
                    <a:pt x="89" y="0"/>
                    <a:pt x="89" y="0"/>
                  </a:cubicBezTo>
                  <a:cubicBezTo>
                    <a:pt x="0" y="0"/>
                    <a:pt x="0" y="0"/>
                    <a:pt x="0" y="0"/>
                  </a:cubicBezTo>
                  <a:cubicBezTo>
                    <a:pt x="0" y="9"/>
                    <a:pt x="0" y="9"/>
                    <a:pt x="0" y="9"/>
                  </a:cubicBezTo>
                  <a:cubicBezTo>
                    <a:pt x="7" y="10"/>
                    <a:pt x="11" y="12"/>
                    <a:pt x="14" y="13"/>
                  </a:cubicBezTo>
                  <a:cubicBezTo>
                    <a:pt x="17" y="15"/>
                    <a:pt x="18" y="16"/>
                    <a:pt x="20" y="18"/>
                  </a:cubicBezTo>
                  <a:cubicBezTo>
                    <a:pt x="21" y="20"/>
                    <a:pt x="22" y="23"/>
                    <a:pt x="23" y="26"/>
                  </a:cubicBezTo>
                  <a:cubicBezTo>
                    <a:pt x="24" y="29"/>
                    <a:pt x="24" y="36"/>
                    <a:pt x="24" y="45"/>
                  </a:cubicBezTo>
                  <a:cubicBezTo>
                    <a:pt x="24" y="162"/>
                    <a:pt x="24" y="162"/>
                    <a:pt x="24" y="162"/>
                  </a:cubicBezTo>
                  <a:cubicBezTo>
                    <a:pt x="24" y="178"/>
                    <a:pt x="26" y="190"/>
                    <a:pt x="29" y="200"/>
                  </a:cubicBezTo>
                  <a:cubicBezTo>
                    <a:pt x="33" y="210"/>
                    <a:pt x="38" y="219"/>
                    <a:pt x="46" y="226"/>
                  </a:cubicBezTo>
                  <a:cubicBezTo>
                    <a:pt x="54" y="234"/>
                    <a:pt x="64" y="239"/>
                    <a:pt x="77" y="242"/>
                  </a:cubicBezTo>
                  <a:cubicBezTo>
                    <a:pt x="89" y="245"/>
                    <a:pt x="104" y="247"/>
                    <a:pt x="121" y="247"/>
                  </a:cubicBezTo>
                  <a:cubicBezTo>
                    <a:pt x="135" y="247"/>
                    <a:pt x="147" y="246"/>
                    <a:pt x="158" y="243"/>
                  </a:cubicBezTo>
                  <a:cubicBezTo>
                    <a:pt x="168" y="241"/>
                    <a:pt x="177" y="237"/>
                    <a:pt x="184" y="233"/>
                  </a:cubicBezTo>
                  <a:cubicBezTo>
                    <a:pt x="192" y="229"/>
                    <a:pt x="198" y="223"/>
                    <a:pt x="203" y="217"/>
                  </a:cubicBezTo>
                  <a:cubicBezTo>
                    <a:pt x="208" y="210"/>
                    <a:pt x="212" y="202"/>
                    <a:pt x="215" y="193"/>
                  </a:cubicBezTo>
                  <a:cubicBezTo>
                    <a:pt x="218" y="184"/>
                    <a:pt x="219" y="173"/>
                    <a:pt x="219" y="160"/>
                  </a:cubicBezTo>
                  <a:cubicBezTo>
                    <a:pt x="219" y="45"/>
                    <a:pt x="219" y="45"/>
                    <a:pt x="219" y="45"/>
                  </a:cubicBezTo>
                  <a:cubicBezTo>
                    <a:pt x="219" y="35"/>
                    <a:pt x="220" y="28"/>
                    <a:pt x="221" y="24"/>
                  </a:cubicBezTo>
                  <a:cubicBezTo>
                    <a:pt x="222" y="20"/>
                    <a:pt x="224" y="17"/>
                    <a:pt x="227" y="15"/>
                  </a:cubicBezTo>
                  <a:cubicBezTo>
                    <a:pt x="230" y="13"/>
                    <a:pt x="236" y="11"/>
                    <a:pt x="244" y="9"/>
                  </a:cubicBezTo>
                  <a:cubicBezTo>
                    <a:pt x="244" y="0"/>
                    <a:pt x="244" y="0"/>
                    <a:pt x="244"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4" name="Freeform 296">
              <a:extLst>
                <a:ext uri="{FF2B5EF4-FFF2-40B4-BE49-F238E27FC236}">
                  <a16:creationId xmlns:a16="http://schemas.microsoft.com/office/drawing/2014/main" id="{B1AC567D-E3DA-4AAB-B583-B7BE37EF92A7}"/>
                </a:ext>
              </a:extLst>
            </p:cNvPr>
            <p:cNvSpPr>
              <a:spLocks/>
            </p:cNvSpPr>
            <p:nvPr/>
          </p:nvSpPr>
          <p:spPr bwMode="auto">
            <a:xfrm>
              <a:off x="6801094" y="2027840"/>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3 w 247"/>
                <a:gd name="T23" fmla="*/ 166 h 245"/>
                <a:gd name="T24" fmla="*/ 170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1 w 247"/>
                <a:gd name="T65" fmla="*/ 91 h 245"/>
                <a:gd name="T66" fmla="*/ 49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1" y="12"/>
                    <a:pt x="184" y="13"/>
                  </a:cubicBezTo>
                  <a:cubicBezTo>
                    <a:pt x="186" y="14"/>
                    <a:pt x="189" y="16"/>
                    <a:pt x="190" y="18"/>
                  </a:cubicBezTo>
                  <a:cubicBezTo>
                    <a:pt x="192" y="20"/>
                    <a:pt x="193" y="23"/>
                    <a:pt x="193" y="27"/>
                  </a:cubicBezTo>
                  <a:cubicBezTo>
                    <a:pt x="194" y="31"/>
                    <a:pt x="194" y="37"/>
                    <a:pt x="194" y="45"/>
                  </a:cubicBezTo>
                  <a:cubicBezTo>
                    <a:pt x="194" y="82"/>
                    <a:pt x="194" y="82"/>
                    <a:pt x="194" y="82"/>
                  </a:cubicBezTo>
                  <a:cubicBezTo>
                    <a:pt x="194" y="100"/>
                    <a:pt x="194" y="119"/>
                    <a:pt x="195" y="141"/>
                  </a:cubicBezTo>
                  <a:cubicBezTo>
                    <a:pt x="195" y="163"/>
                    <a:pt x="196" y="177"/>
                    <a:pt x="197" y="184"/>
                  </a:cubicBezTo>
                  <a:cubicBezTo>
                    <a:pt x="194" y="184"/>
                    <a:pt x="194" y="184"/>
                    <a:pt x="194" y="184"/>
                  </a:cubicBezTo>
                  <a:cubicBezTo>
                    <a:pt x="190" y="178"/>
                    <a:pt x="187" y="171"/>
                    <a:pt x="183" y="166"/>
                  </a:cubicBezTo>
                  <a:cubicBezTo>
                    <a:pt x="180" y="161"/>
                    <a:pt x="176" y="155"/>
                    <a:pt x="170"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77" y="244"/>
                    <a:pt x="77" y="244"/>
                    <a:pt x="77" y="244"/>
                  </a:cubicBezTo>
                  <a:cubicBezTo>
                    <a:pt x="77" y="235"/>
                    <a:pt x="77" y="235"/>
                    <a:pt x="77" y="235"/>
                  </a:cubicBezTo>
                  <a:cubicBezTo>
                    <a:pt x="70" y="234"/>
                    <a:pt x="66" y="232"/>
                    <a:pt x="63" y="231"/>
                  </a:cubicBezTo>
                  <a:cubicBezTo>
                    <a:pt x="60" y="230"/>
                    <a:pt x="58" y="228"/>
                    <a:pt x="56" y="226"/>
                  </a:cubicBezTo>
                  <a:cubicBezTo>
                    <a:pt x="55" y="223"/>
                    <a:pt x="54" y="221"/>
                    <a:pt x="53" y="217"/>
                  </a:cubicBezTo>
                  <a:cubicBezTo>
                    <a:pt x="52" y="213"/>
                    <a:pt x="52" y="207"/>
                    <a:pt x="52" y="199"/>
                  </a:cubicBezTo>
                  <a:cubicBezTo>
                    <a:pt x="52" y="163"/>
                    <a:pt x="52" y="163"/>
                    <a:pt x="52" y="163"/>
                  </a:cubicBezTo>
                  <a:cubicBezTo>
                    <a:pt x="52" y="139"/>
                    <a:pt x="52" y="115"/>
                    <a:pt x="51" y="91"/>
                  </a:cubicBezTo>
                  <a:cubicBezTo>
                    <a:pt x="51" y="67"/>
                    <a:pt x="50" y="51"/>
                    <a:pt x="49"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8" y="16"/>
                    <a:pt x="231" y="14"/>
                    <a:pt x="233" y="13"/>
                  </a:cubicBezTo>
                  <a:cubicBezTo>
                    <a:pt x="236" y="12"/>
                    <a:pt x="240" y="10"/>
                    <a:pt x="247" y="9"/>
                  </a:cubicBezTo>
                  <a:cubicBezTo>
                    <a:pt x="247" y="0"/>
                    <a:pt x="247" y="0"/>
                    <a:pt x="247"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5" name="Freeform 297">
              <a:extLst>
                <a:ext uri="{FF2B5EF4-FFF2-40B4-BE49-F238E27FC236}">
                  <a16:creationId xmlns:a16="http://schemas.microsoft.com/office/drawing/2014/main" id="{65232F45-822E-4971-BD54-946A92EB6BCC}"/>
                </a:ext>
              </a:extLst>
            </p:cNvPr>
            <p:cNvSpPr>
              <a:spLocks/>
            </p:cNvSpPr>
            <p:nvPr/>
          </p:nvSpPr>
          <p:spPr bwMode="auto">
            <a:xfrm>
              <a:off x="6908860" y="2027840"/>
              <a:ext cx="32127"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3 w 89"/>
                <a:gd name="T11" fmla="*/ 27 h 244"/>
                <a:gd name="T12" fmla="*/ 25 w 89"/>
                <a:gd name="T13" fmla="*/ 45 h 244"/>
                <a:gd name="T14" fmla="*/ 25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8" y="16"/>
                    <a:pt x="20" y="18"/>
                  </a:cubicBezTo>
                  <a:cubicBezTo>
                    <a:pt x="22" y="20"/>
                    <a:pt x="23" y="23"/>
                    <a:pt x="23"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8" y="226"/>
                  </a:cubicBezTo>
                  <a:cubicBezTo>
                    <a:pt x="67" y="223"/>
                    <a:pt x="66" y="221"/>
                    <a:pt x="65" y="217"/>
                  </a:cubicBezTo>
                  <a:cubicBezTo>
                    <a:pt x="65" y="213"/>
                    <a:pt x="64" y="207"/>
                    <a:pt x="64" y="199"/>
                  </a:cubicBezTo>
                  <a:cubicBezTo>
                    <a:pt x="64" y="45"/>
                    <a:pt x="64" y="45"/>
                    <a:pt x="64" y="45"/>
                  </a:cubicBezTo>
                  <a:cubicBezTo>
                    <a:pt x="64" y="37"/>
                    <a:pt x="65" y="31"/>
                    <a:pt x="65" y="27"/>
                  </a:cubicBezTo>
                  <a:cubicBezTo>
                    <a:pt x="66" y="23"/>
                    <a:pt x="67" y="20"/>
                    <a:pt x="69" y="18"/>
                  </a:cubicBezTo>
                  <a:cubicBezTo>
                    <a:pt x="71" y="16"/>
                    <a:pt x="73" y="14"/>
                    <a:pt x="76" y="13"/>
                  </a:cubicBezTo>
                  <a:cubicBezTo>
                    <a:pt x="78" y="12"/>
                    <a:pt x="83" y="10"/>
                    <a:pt x="89" y="9"/>
                  </a:cubicBezTo>
                  <a:cubicBezTo>
                    <a:pt x="89" y="0"/>
                    <a:pt x="89" y="0"/>
                    <a:pt x="89"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6" name="Freeform 298">
              <a:extLst>
                <a:ext uri="{FF2B5EF4-FFF2-40B4-BE49-F238E27FC236}">
                  <a16:creationId xmlns:a16="http://schemas.microsoft.com/office/drawing/2014/main" id="{26C8E8D8-D821-4DC8-BFB7-7CF8A64173E1}"/>
                </a:ext>
              </a:extLst>
            </p:cNvPr>
            <p:cNvSpPr>
              <a:spLocks/>
            </p:cNvSpPr>
            <p:nvPr/>
          </p:nvSpPr>
          <p:spPr bwMode="auto">
            <a:xfrm>
              <a:off x="6951967" y="2027840"/>
              <a:ext cx="93940" cy="90280"/>
            </a:xfrm>
            <a:custGeom>
              <a:avLst/>
              <a:gdLst>
                <a:gd name="T0" fmla="*/ 258 w 258"/>
                <a:gd name="T1" fmla="*/ 0 h 247"/>
                <a:gd name="T2" fmla="*/ 169 w 258"/>
                <a:gd name="T3" fmla="*/ 0 h 247"/>
                <a:gd name="T4" fmla="*/ 169 w 258"/>
                <a:gd name="T5" fmla="*/ 9 h 247"/>
                <a:gd name="T6" fmla="*/ 189 w 258"/>
                <a:gd name="T7" fmla="*/ 16 h 247"/>
                <a:gd name="T8" fmla="*/ 194 w 258"/>
                <a:gd name="T9" fmla="*/ 31 h 247"/>
                <a:gd name="T10" fmla="*/ 194 w 258"/>
                <a:gd name="T11" fmla="*/ 36 h 247"/>
                <a:gd name="T12" fmla="*/ 193 w 258"/>
                <a:gd name="T13" fmla="*/ 42 h 247"/>
                <a:gd name="T14" fmla="*/ 190 w 258"/>
                <a:gd name="T15" fmla="*/ 50 h 247"/>
                <a:gd name="T16" fmla="*/ 188 w 258"/>
                <a:gd name="T17" fmla="*/ 57 h 247"/>
                <a:gd name="T18" fmla="*/ 127 w 258"/>
                <a:gd name="T19" fmla="*/ 204 h 247"/>
                <a:gd name="T20" fmla="*/ 78 w 258"/>
                <a:gd name="T21" fmla="*/ 58 h 247"/>
                <a:gd name="T22" fmla="*/ 73 w 258"/>
                <a:gd name="T23" fmla="*/ 42 h 247"/>
                <a:gd name="T24" fmla="*/ 71 w 258"/>
                <a:gd name="T25" fmla="*/ 29 h 247"/>
                <a:gd name="T26" fmla="*/ 74 w 258"/>
                <a:gd name="T27" fmla="*/ 19 h 247"/>
                <a:gd name="T28" fmla="*/ 81 w 258"/>
                <a:gd name="T29" fmla="*/ 12 h 247"/>
                <a:gd name="T30" fmla="*/ 96 w 258"/>
                <a:gd name="T31" fmla="*/ 9 h 247"/>
                <a:gd name="T32" fmla="*/ 96 w 258"/>
                <a:gd name="T33" fmla="*/ 0 h 247"/>
                <a:gd name="T34" fmla="*/ 0 w 258"/>
                <a:gd name="T35" fmla="*/ 0 h 247"/>
                <a:gd name="T36" fmla="*/ 0 w 258"/>
                <a:gd name="T37" fmla="*/ 9 h 247"/>
                <a:gd name="T38" fmla="*/ 14 w 258"/>
                <a:gd name="T39" fmla="*/ 14 h 247"/>
                <a:gd name="T40" fmla="*/ 24 w 258"/>
                <a:gd name="T41" fmla="*/ 25 h 247"/>
                <a:gd name="T42" fmla="*/ 34 w 258"/>
                <a:gd name="T43" fmla="*/ 48 h 247"/>
                <a:gd name="T44" fmla="*/ 105 w 258"/>
                <a:gd name="T45" fmla="*/ 247 h 247"/>
                <a:gd name="T46" fmla="*/ 133 w 258"/>
                <a:gd name="T47" fmla="*/ 247 h 247"/>
                <a:gd name="T48" fmla="*/ 221 w 258"/>
                <a:gd name="T49" fmla="*/ 49 h 247"/>
                <a:gd name="T50" fmla="*/ 233 w 258"/>
                <a:gd name="T51" fmla="*/ 25 h 247"/>
                <a:gd name="T52" fmla="*/ 244 w 258"/>
                <a:gd name="T53" fmla="*/ 14 h 247"/>
                <a:gd name="T54" fmla="*/ 258 w 258"/>
                <a:gd name="T55" fmla="*/ 9 h 247"/>
                <a:gd name="T56" fmla="*/ 258 w 258"/>
                <a:gd name="T57"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8" h="247">
                  <a:moveTo>
                    <a:pt x="258" y="0"/>
                  </a:moveTo>
                  <a:cubicBezTo>
                    <a:pt x="169" y="0"/>
                    <a:pt x="169" y="0"/>
                    <a:pt x="169" y="0"/>
                  </a:cubicBezTo>
                  <a:cubicBezTo>
                    <a:pt x="169" y="9"/>
                    <a:pt x="169" y="9"/>
                    <a:pt x="169" y="9"/>
                  </a:cubicBezTo>
                  <a:cubicBezTo>
                    <a:pt x="178" y="10"/>
                    <a:pt x="185" y="12"/>
                    <a:pt x="189" y="16"/>
                  </a:cubicBezTo>
                  <a:cubicBezTo>
                    <a:pt x="192" y="19"/>
                    <a:pt x="194" y="24"/>
                    <a:pt x="194" y="31"/>
                  </a:cubicBezTo>
                  <a:cubicBezTo>
                    <a:pt x="194" y="33"/>
                    <a:pt x="194" y="34"/>
                    <a:pt x="194" y="36"/>
                  </a:cubicBezTo>
                  <a:cubicBezTo>
                    <a:pt x="194" y="38"/>
                    <a:pt x="193" y="40"/>
                    <a:pt x="193" y="42"/>
                  </a:cubicBezTo>
                  <a:cubicBezTo>
                    <a:pt x="192" y="45"/>
                    <a:pt x="191" y="47"/>
                    <a:pt x="190" y="50"/>
                  </a:cubicBezTo>
                  <a:cubicBezTo>
                    <a:pt x="190" y="52"/>
                    <a:pt x="189" y="55"/>
                    <a:pt x="188" y="57"/>
                  </a:cubicBezTo>
                  <a:cubicBezTo>
                    <a:pt x="127" y="204"/>
                    <a:pt x="127" y="204"/>
                    <a:pt x="127" y="204"/>
                  </a:cubicBezTo>
                  <a:cubicBezTo>
                    <a:pt x="78" y="58"/>
                    <a:pt x="78" y="58"/>
                    <a:pt x="78" y="58"/>
                  </a:cubicBezTo>
                  <a:cubicBezTo>
                    <a:pt x="75" y="52"/>
                    <a:pt x="74" y="47"/>
                    <a:pt x="73" y="42"/>
                  </a:cubicBezTo>
                  <a:cubicBezTo>
                    <a:pt x="72" y="38"/>
                    <a:pt x="71" y="33"/>
                    <a:pt x="71" y="29"/>
                  </a:cubicBezTo>
                  <a:cubicBezTo>
                    <a:pt x="71" y="25"/>
                    <a:pt x="72" y="21"/>
                    <a:pt x="74" y="19"/>
                  </a:cubicBezTo>
                  <a:cubicBezTo>
                    <a:pt x="75" y="16"/>
                    <a:pt x="78" y="14"/>
                    <a:pt x="81" y="12"/>
                  </a:cubicBezTo>
                  <a:cubicBezTo>
                    <a:pt x="85" y="11"/>
                    <a:pt x="90" y="10"/>
                    <a:pt x="96" y="9"/>
                  </a:cubicBezTo>
                  <a:cubicBezTo>
                    <a:pt x="96" y="0"/>
                    <a:pt x="96" y="0"/>
                    <a:pt x="96" y="0"/>
                  </a:cubicBezTo>
                  <a:cubicBezTo>
                    <a:pt x="0" y="0"/>
                    <a:pt x="0" y="0"/>
                    <a:pt x="0" y="0"/>
                  </a:cubicBezTo>
                  <a:cubicBezTo>
                    <a:pt x="0" y="9"/>
                    <a:pt x="0" y="9"/>
                    <a:pt x="0" y="9"/>
                  </a:cubicBezTo>
                  <a:cubicBezTo>
                    <a:pt x="6" y="10"/>
                    <a:pt x="11" y="12"/>
                    <a:pt x="14" y="14"/>
                  </a:cubicBezTo>
                  <a:cubicBezTo>
                    <a:pt x="18" y="16"/>
                    <a:pt x="21" y="20"/>
                    <a:pt x="24" y="25"/>
                  </a:cubicBezTo>
                  <a:cubicBezTo>
                    <a:pt x="26" y="29"/>
                    <a:pt x="30" y="37"/>
                    <a:pt x="34" y="48"/>
                  </a:cubicBezTo>
                  <a:cubicBezTo>
                    <a:pt x="105" y="247"/>
                    <a:pt x="105" y="247"/>
                    <a:pt x="105" y="247"/>
                  </a:cubicBezTo>
                  <a:cubicBezTo>
                    <a:pt x="133" y="247"/>
                    <a:pt x="133" y="247"/>
                    <a:pt x="133" y="247"/>
                  </a:cubicBezTo>
                  <a:cubicBezTo>
                    <a:pt x="221" y="49"/>
                    <a:pt x="221" y="49"/>
                    <a:pt x="221" y="49"/>
                  </a:cubicBezTo>
                  <a:cubicBezTo>
                    <a:pt x="226" y="38"/>
                    <a:pt x="230" y="30"/>
                    <a:pt x="233" y="25"/>
                  </a:cubicBezTo>
                  <a:cubicBezTo>
                    <a:pt x="237" y="20"/>
                    <a:pt x="240" y="16"/>
                    <a:pt x="244" y="14"/>
                  </a:cubicBezTo>
                  <a:cubicBezTo>
                    <a:pt x="247" y="12"/>
                    <a:pt x="252" y="10"/>
                    <a:pt x="258" y="9"/>
                  </a:cubicBezTo>
                  <a:cubicBezTo>
                    <a:pt x="258" y="0"/>
                    <a:pt x="258" y="0"/>
                    <a:pt x="258"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0" name="Freeform 299">
              <a:extLst>
                <a:ext uri="{FF2B5EF4-FFF2-40B4-BE49-F238E27FC236}">
                  <a16:creationId xmlns:a16="http://schemas.microsoft.com/office/drawing/2014/main" id="{0CA78744-87AD-4EDF-A262-12EBEA46D1D7}"/>
                </a:ext>
              </a:extLst>
            </p:cNvPr>
            <p:cNvSpPr>
              <a:spLocks/>
            </p:cNvSpPr>
            <p:nvPr/>
          </p:nvSpPr>
          <p:spPr bwMode="auto">
            <a:xfrm>
              <a:off x="7055260" y="2027840"/>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4 w 200"/>
                <a:gd name="T17" fmla="*/ 219 h 244"/>
                <a:gd name="T18" fmla="*/ 18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3 w 200"/>
                <a:gd name="T31" fmla="*/ 200 h 244"/>
                <a:gd name="T32" fmla="*/ 167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6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7" y="189"/>
                    <a:pt x="174" y="196"/>
                    <a:pt x="173" y="200"/>
                  </a:cubicBezTo>
                  <a:cubicBezTo>
                    <a:pt x="171" y="204"/>
                    <a:pt x="169" y="208"/>
                    <a:pt x="167" y="212"/>
                  </a:cubicBezTo>
                  <a:cubicBezTo>
                    <a:pt x="164" y="216"/>
                    <a:pt x="162" y="219"/>
                    <a:pt x="158" y="222"/>
                  </a:cubicBezTo>
                  <a:cubicBezTo>
                    <a:pt x="155" y="224"/>
                    <a:pt x="152"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7" y="125"/>
                    <a:pt x="122"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6" y="17"/>
                  </a:cubicBezTo>
                  <a:cubicBezTo>
                    <a:pt x="150" y="18"/>
                    <a:pt x="153" y="19"/>
                    <a:pt x="156" y="21"/>
                  </a:cubicBezTo>
                  <a:cubicBezTo>
                    <a:pt x="159" y="22"/>
                    <a:pt x="162" y="25"/>
                    <a:pt x="164" y="28"/>
                  </a:cubicBezTo>
                  <a:cubicBezTo>
                    <a:pt x="166" y="31"/>
                    <a:pt x="169" y="34"/>
                    <a:pt x="171" y="39"/>
                  </a:cubicBezTo>
                  <a:cubicBezTo>
                    <a:pt x="173" y="43"/>
                    <a:pt x="175" y="48"/>
                    <a:pt x="177" y="54"/>
                  </a:cubicBezTo>
                  <a:cubicBezTo>
                    <a:pt x="198" y="54"/>
                    <a:pt x="198" y="54"/>
                    <a:pt x="198" y="54"/>
                  </a:cubicBezTo>
                  <a:cubicBezTo>
                    <a:pt x="198" y="0"/>
                    <a:pt x="198" y="0"/>
                    <a:pt x="198"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9" name="Freeform 300">
              <a:extLst>
                <a:ext uri="{FF2B5EF4-FFF2-40B4-BE49-F238E27FC236}">
                  <a16:creationId xmlns:a16="http://schemas.microsoft.com/office/drawing/2014/main" id="{7D5A925F-28C3-4D76-86D4-E238B0943102}"/>
                </a:ext>
              </a:extLst>
            </p:cNvPr>
            <p:cNvSpPr>
              <a:spLocks noEditPoints="1"/>
            </p:cNvSpPr>
            <p:nvPr/>
          </p:nvSpPr>
          <p:spPr bwMode="auto">
            <a:xfrm>
              <a:off x="7146353" y="2027840"/>
              <a:ext cx="88246" cy="89060"/>
            </a:xfrm>
            <a:custGeom>
              <a:avLst/>
              <a:gdLst>
                <a:gd name="T0" fmla="*/ 64 w 243"/>
                <a:gd name="T1" fmla="*/ 123 h 244"/>
                <a:gd name="T2" fmla="*/ 64 w 243"/>
                <a:gd name="T3" fmla="*/ 17 h 244"/>
                <a:gd name="T4" fmla="*/ 95 w 243"/>
                <a:gd name="T5" fmla="*/ 16 h 244"/>
                <a:gd name="T6" fmla="*/ 133 w 243"/>
                <a:gd name="T7" fmla="*/ 22 h 244"/>
                <a:gd name="T8" fmla="*/ 154 w 243"/>
                <a:gd name="T9" fmla="*/ 39 h 244"/>
                <a:gd name="T10" fmla="*/ 161 w 243"/>
                <a:gd name="T11" fmla="*/ 67 h 244"/>
                <a:gd name="T12" fmla="*/ 155 w 243"/>
                <a:gd name="T13" fmla="*/ 95 h 244"/>
                <a:gd name="T14" fmla="*/ 139 w 243"/>
                <a:gd name="T15" fmla="*/ 112 h 244"/>
                <a:gd name="T16" fmla="*/ 118 w 243"/>
                <a:gd name="T17" fmla="*/ 120 h 244"/>
                <a:gd name="T18" fmla="*/ 88 w 243"/>
                <a:gd name="T19" fmla="*/ 123 h 244"/>
                <a:gd name="T20" fmla="*/ 64 w 243"/>
                <a:gd name="T21" fmla="*/ 123 h 244"/>
                <a:gd name="T22" fmla="*/ 104 w 243"/>
                <a:gd name="T23" fmla="*/ 0 h 244"/>
                <a:gd name="T24" fmla="*/ 0 w 243"/>
                <a:gd name="T25" fmla="*/ 0 h 244"/>
                <a:gd name="T26" fmla="*/ 0 w 243"/>
                <a:gd name="T27" fmla="*/ 9 h 244"/>
                <a:gd name="T28" fmla="*/ 13 w 243"/>
                <a:gd name="T29" fmla="*/ 13 h 244"/>
                <a:gd name="T30" fmla="*/ 20 w 243"/>
                <a:gd name="T31" fmla="*/ 18 h 244"/>
                <a:gd name="T32" fmla="*/ 23 w 243"/>
                <a:gd name="T33" fmla="*/ 27 h 244"/>
                <a:gd name="T34" fmla="*/ 24 w 243"/>
                <a:gd name="T35" fmla="*/ 45 h 244"/>
                <a:gd name="T36" fmla="*/ 24 w 243"/>
                <a:gd name="T37" fmla="*/ 199 h 244"/>
                <a:gd name="T38" fmla="*/ 23 w 243"/>
                <a:gd name="T39" fmla="*/ 219 h 244"/>
                <a:gd name="T40" fmla="*/ 17 w 243"/>
                <a:gd name="T41" fmla="*/ 229 h 244"/>
                <a:gd name="T42" fmla="*/ 0 w 243"/>
                <a:gd name="T43" fmla="*/ 235 h 244"/>
                <a:gd name="T44" fmla="*/ 0 w 243"/>
                <a:gd name="T45" fmla="*/ 244 h 244"/>
                <a:gd name="T46" fmla="*/ 89 w 243"/>
                <a:gd name="T47" fmla="*/ 244 h 244"/>
                <a:gd name="T48" fmla="*/ 89 w 243"/>
                <a:gd name="T49" fmla="*/ 235 h 244"/>
                <a:gd name="T50" fmla="*/ 75 w 243"/>
                <a:gd name="T51" fmla="*/ 231 h 244"/>
                <a:gd name="T52" fmla="*/ 69 w 243"/>
                <a:gd name="T53" fmla="*/ 226 h 244"/>
                <a:gd name="T54" fmla="*/ 66 w 243"/>
                <a:gd name="T55" fmla="*/ 218 h 244"/>
                <a:gd name="T56" fmla="*/ 64 w 243"/>
                <a:gd name="T57" fmla="*/ 199 h 244"/>
                <a:gd name="T58" fmla="*/ 64 w 243"/>
                <a:gd name="T59" fmla="*/ 138 h 244"/>
                <a:gd name="T60" fmla="*/ 87 w 243"/>
                <a:gd name="T61" fmla="*/ 138 h 244"/>
                <a:gd name="T62" fmla="*/ 103 w 243"/>
                <a:gd name="T63" fmla="*/ 139 h 244"/>
                <a:gd name="T64" fmla="*/ 113 w 243"/>
                <a:gd name="T65" fmla="*/ 143 h 244"/>
                <a:gd name="T66" fmla="*/ 123 w 243"/>
                <a:gd name="T67" fmla="*/ 152 h 244"/>
                <a:gd name="T68" fmla="*/ 137 w 243"/>
                <a:gd name="T69" fmla="*/ 172 h 244"/>
                <a:gd name="T70" fmla="*/ 155 w 243"/>
                <a:gd name="T71" fmla="*/ 201 h 244"/>
                <a:gd name="T72" fmla="*/ 169 w 243"/>
                <a:gd name="T73" fmla="*/ 224 h 244"/>
                <a:gd name="T74" fmla="*/ 185 w 243"/>
                <a:gd name="T75" fmla="*/ 244 h 244"/>
                <a:gd name="T76" fmla="*/ 243 w 243"/>
                <a:gd name="T77" fmla="*/ 244 h 244"/>
                <a:gd name="T78" fmla="*/ 243 w 243"/>
                <a:gd name="T79" fmla="*/ 235 h 244"/>
                <a:gd name="T80" fmla="*/ 227 w 243"/>
                <a:gd name="T81" fmla="*/ 230 h 244"/>
                <a:gd name="T82" fmla="*/ 215 w 243"/>
                <a:gd name="T83" fmla="*/ 220 h 244"/>
                <a:gd name="T84" fmla="*/ 201 w 243"/>
                <a:gd name="T85" fmla="*/ 200 h 244"/>
                <a:gd name="T86" fmla="*/ 182 w 243"/>
                <a:gd name="T87" fmla="*/ 171 h 244"/>
                <a:gd name="T88" fmla="*/ 161 w 243"/>
                <a:gd name="T89" fmla="*/ 145 h 244"/>
                <a:gd name="T90" fmla="*/ 139 w 243"/>
                <a:gd name="T91" fmla="*/ 132 h 244"/>
                <a:gd name="T92" fmla="*/ 139 w 243"/>
                <a:gd name="T93" fmla="*/ 131 h 244"/>
                <a:gd name="T94" fmla="*/ 187 w 243"/>
                <a:gd name="T95" fmla="*/ 104 h 244"/>
                <a:gd name="T96" fmla="*/ 203 w 243"/>
                <a:gd name="T97" fmla="*/ 63 h 244"/>
                <a:gd name="T98" fmla="*/ 178 w 243"/>
                <a:gd name="T99" fmla="*/ 15 h 244"/>
                <a:gd name="T100" fmla="*/ 104 w 243"/>
                <a:gd name="T10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244">
                  <a:moveTo>
                    <a:pt x="64" y="123"/>
                  </a:moveTo>
                  <a:cubicBezTo>
                    <a:pt x="64" y="17"/>
                    <a:pt x="64" y="17"/>
                    <a:pt x="64" y="17"/>
                  </a:cubicBezTo>
                  <a:cubicBezTo>
                    <a:pt x="72" y="16"/>
                    <a:pt x="82" y="16"/>
                    <a:pt x="95" y="16"/>
                  </a:cubicBezTo>
                  <a:cubicBezTo>
                    <a:pt x="111" y="16"/>
                    <a:pt x="123" y="18"/>
                    <a:pt x="133" y="22"/>
                  </a:cubicBezTo>
                  <a:cubicBezTo>
                    <a:pt x="142" y="26"/>
                    <a:pt x="149" y="31"/>
                    <a:pt x="154" y="39"/>
                  </a:cubicBezTo>
                  <a:cubicBezTo>
                    <a:pt x="158" y="46"/>
                    <a:pt x="161" y="56"/>
                    <a:pt x="161" y="67"/>
                  </a:cubicBezTo>
                  <a:cubicBezTo>
                    <a:pt x="161" y="78"/>
                    <a:pt x="159" y="87"/>
                    <a:pt x="155" y="95"/>
                  </a:cubicBezTo>
                  <a:cubicBezTo>
                    <a:pt x="151" y="102"/>
                    <a:pt x="146" y="108"/>
                    <a:pt x="139" y="112"/>
                  </a:cubicBezTo>
                  <a:cubicBezTo>
                    <a:pt x="133" y="116"/>
                    <a:pt x="126" y="119"/>
                    <a:pt x="118" y="120"/>
                  </a:cubicBezTo>
                  <a:cubicBezTo>
                    <a:pt x="111" y="122"/>
                    <a:pt x="100" y="123"/>
                    <a:pt x="88" y="123"/>
                  </a:cubicBezTo>
                  <a:cubicBezTo>
                    <a:pt x="64" y="123"/>
                    <a:pt x="64" y="123"/>
                    <a:pt x="64" y="123"/>
                  </a:cubicBezTo>
                  <a:moveTo>
                    <a:pt x="104" y="0"/>
                  </a:move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3" y="230"/>
                    <a:pt x="70" y="228"/>
                    <a:pt x="69" y="226"/>
                  </a:cubicBezTo>
                  <a:cubicBezTo>
                    <a:pt x="67" y="224"/>
                    <a:pt x="66" y="221"/>
                    <a:pt x="66" y="218"/>
                  </a:cubicBezTo>
                  <a:cubicBezTo>
                    <a:pt x="65" y="214"/>
                    <a:pt x="64" y="207"/>
                    <a:pt x="64" y="199"/>
                  </a:cubicBezTo>
                  <a:cubicBezTo>
                    <a:pt x="64" y="138"/>
                    <a:pt x="64" y="138"/>
                    <a:pt x="64" y="138"/>
                  </a:cubicBezTo>
                  <a:cubicBezTo>
                    <a:pt x="87" y="138"/>
                    <a:pt x="87" y="138"/>
                    <a:pt x="87" y="138"/>
                  </a:cubicBezTo>
                  <a:cubicBezTo>
                    <a:pt x="94" y="138"/>
                    <a:pt x="100" y="138"/>
                    <a:pt x="103" y="139"/>
                  </a:cubicBezTo>
                  <a:cubicBezTo>
                    <a:pt x="107" y="140"/>
                    <a:pt x="110" y="141"/>
                    <a:pt x="113" y="143"/>
                  </a:cubicBezTo>
                  <a:cubicBezTo>
                    <a:pt x="116" y="144"/>
                    <a:pt x="119" y="147"/>
                    <a:pt x="123" y="152"/>
                  </a:cubicBezTo>
                  <a:cubicBezTo>
                    <a:pt x="126" y="156"/>
                    <a:pt x="131" y="163"/>
                    <a:pt x="137" y="172"/>
                  </a:cubicBezTo>
                  <a:cubicBezTo>
                    <a:pt x="155" y="201"/>
                    <a:pt x="155" y="201"/>
                    <a:pt x="155" y="201"/>
                  </a:cubicBezTo>
                  <a:cubicBezTo>
                    <a:pt x="160" y="209"/>
                    <a:pt x="165" y="216"/>
                    <a:pt x="169" y="224"/>
                  </a:cubicBezTo>
                  <a:cubicBezTo>
                    <a:pt x="174" y="231"/>
                    <a:pt x="179" y="238"/>
                    <a:pt x="185" y="244"/>
                  </a:cubicBezTo>
                  <a:cubicBezTo>
                    <a:pt x="243" y="244"/>
                    <a:pt x="243" y="244"/>
                    <a:pt x="243" y="244"/>
                  </a:cubicBezTo>
                  <a:cubicBezTo>
                    <a:pt x="243" y="235"/>
                    <a:pt x="243" y="235"/>
                    <a:pt x="243" y="235"/>
                  </a:cubicBezTo>
                  <a:cubicBezTo>
                    <a:pt x="237" y="234"/>
                    <a:pt x="231" y="233"/>
                    <a:pt x="227" y="230"/>
                  </a:cubicBezTo>
                  <a:cubicBezTo>
                    <a:pt x="223" y="228"/>
                    <a:pt x="219" y="224"/>
                    <a:pt x="215" y="220"/>
                  </a:cubicBezTo>
                  <a:cubicBezTo>
                    <a:pt x="211" y="215"/>
                    <a:pt x="206" y="209"/>
                    <a:pt x="201" y="200"/>
                  </a:cubicBezTo>
                  <a:cubicBezTo>
                    <a:pt x="182" y="171"/>
                    <a:pt x="182" y="171"/>
                    <a:pt x="182" y="171"/>
                  </a:cubicBezTo>
                  <a:cubicBezTo>
                    <a:pt x="174" y="159"/>
                    <a:pt x="167" y="151"/>
                    <a:pt x="161" y="145"/>
                  </a:cubicBezTo>
                  <a:cubicBezTo>
                    <a:pt x="155" y="140"/>
                    <a:pt x="148" y="135"/>
                    <a:pt x="139" y="132"/>
                  </a:cubicBezTo>
                  <a:cubicBezTo>
                    <a:pt x="139" y="131"/>
                    <a:pt x="139" y="131"/>
                    <a:pt x="139" y="131"/>
                  </a:cubicBezTo>
                  <a:cubicBezTo>
                    <a:pt x="161" y="125"/>
                    <a:pt x="176" y="116"/>
                    <a:pt x="187" y="104"/>
                  </a:cubicBezTo>
                  <a:cubicBezTo>
                    <a:pt x="198" y="93"/>
                    <a:pt x="203" y="79"/>
                    <a:pt x="203" y="63"/>
                  </a:cubicBezTo>
                  <a:cubicBezTo>
                    <a:pt x="203" y="41"/>
                    <a:pt x="195" y="25"/>
                    <a:pt x="178" y="15"/>
                  </a:cubicBezTo>
                  <a:cubicBezTo>
                    <a:pt x="162" y="5"/>
                    <a:pt x="138" y="0"/>
                    <a:pt x="104"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0" name="Freeform 301">
              <a:extLst>
                <a:ext uri="{FF2B5EF4-FFF2-40B4-BE49-F238E27FC236}">
                  <a16:creationId xmlns:a16="http://schemas.microsoft.com/office/drawing/2014/main" id="{2A001DD7-F173-4464-A636-AB59C3D972BF}"/>
                </a:ext>
              </a:extLst>
            </p:cNvPr>
            <p:cNvSpPr>
              <a:spLocks/>
            </p:cNvSpPr>
            <p:nvPr/>
          </p:nvSpPr>
          <p:spPr bwMode="auto">
            <a:xfrm>
              <a:off x="7243546" y="2026621"/>
              <a:ext cx="62219" cy="91499"/>
            </a:xfrm>
            <a:custGeom>
              <a:avLst/>
              <a:gdLst>
                <a:gd name="T0" fmla="*/ 96 w 171"/>
                <a:gd name="T1" fmla="*/ 0 h 250"/>
                <a:gd name="T2" fmla="*/ 46 w 171"/>
                <a:gd name="T3" fmla="*/ 8 h 250"/>
                <a:gd name="T4" fmla="*/ 14 w 171"/>
                <a:gd name="T5" fmla="*/ 31 h 250"/>
                <a:gd name="T6" fmla="*/ 3 w 171"/>
                <a:gd name="T7" fmla="*/ 66 h 250"/>
                <a:gd name="T8" fmla="*/ 10 w 171"/>
                <a:gd name="T9" fmla="*/ 91 h 250"/>
                <a:gd name="T10" fmla="*/ 31 w 171"/>
                <a:gd name="T11" fmla="*/ 113 h 250"/>
                <a:gd name="T12" fmla="*/ 71 w 171"/>
                <a:gd name="T13" fmla="*/ 133 h 250"/>
                <a:gd name="T14" fmla="*/ 109 w 171"/>
                <a:gd name="T15" fmla="*/ 152 h 250"/>
                <a:gd name="T16" fmla="*/ 126 w 171"/>
                <a:gd name="T17" fmla="*/ 169 h 250"/>
                <a:gd name="T18" fmla="*/ 132 w 171"/>
                <a:gd name="T19" fmla="*/ 192 h 250"/>
                <a:gd name="T20" fmla="*/ 119 w 171"/>
                <a:gd name="T21" fmla="*/ 223 h 250"/>
                <a:gd name="T22" fmla="*/ 81 w 171"/>
                <a:gd name="T23" fmla="*/ 234 h 250"/>
                <a:gd name="T24" fmla="*/ 51 w 171"/>
                <a:gd name="T25" fmla="*/ 230 h 250"/>
                <a:gd name="T26" fmla="*/ 33 w 171"/>
                <a:gd name="T27" fmla="*/ 216 h 250"/>
                <a:gd name="T28" fmla="*/ 21 w 171"/>
                <a:gd name="T29" fmla="*/ 192 h 250"/>
                <a:gd name="T30" fmla="*/ 0 w 171"/>
                <a:gd name="T31" fmla="*/ 192 h 250"/>
                <a:gd name="T32" fmla="*/ 0 w 171"/>
                <a:gd name="T33" fmla="*/ 241 h 250"/>
                <a:gd name="T34" fmla="*/ 77 w 171"/>
                <a:gd name="T35" fmla="*/ 250 h 250"/>
                <a:gd name="T36" fmla="*/ 115 w 171"/>
                <a:gd name="T37" fmla="*/ 246 h 250"/>
                <a:gd name="T38" fmla="*/ 144 w 171"/>
                <a:gd name="T39" fmla="*/ 234 h 250"/>
                <a:gd name="T40" fmla="*/ 164 w 171"/>
                <a:gd name="T41" fmla="*/ 213 h 250"/>
                <a:gd name="T42" fmla="*/ 171 w 171"/>
                <a:gd name="T43" fmla="*/ 182 h 250"/>
                <a:gd name="T44" fmla="*/ 162 w 171"/>
                <a:gd name="T45" fmla="*/ 152 h 250"/>
                <a:gd name="T46" fmla="*/ 139 w 171"/>
                <a:gd name="T47" fmla="*/ 130 h 250"/>
                <a:gd name="T48" fmla="*/ 97 w 171"/>
                <a:gd name="T49" fmla="*/ 109 h 250"/>
                <a:gd name="T50" fmla="*/ 63 w 171"/>
                <a:gd name="T51" fmla="*/ 92 h 250"/>
                <a:gd name="T52" fmla="*/ 46 w 171"/>
                <a:gd name="T53" fmla="*/ 75 h 250"/>
                <a:gd name="T54" fmla="*/ 41 w 171"/>
                <a:gd name="T55" fmla="*/ 54 h 250"/>
                <a:gd name="T56" fmla="*/ 47 w 171"/>
                <a:gd name="T57" fmla="*/ 33 h 250"/>
                <a:gd name="T58" fmla="*/ 64 w 171"/>
                <a:gd name="T59" fmla="*/ 21 h 250"/>
                <a:gd name="T60" fmla="*/ 89 w 171"/>
                <a:gd name="T61" fmla="*/ 16 h 250"/>
                <a:gd name="T62" fmla="*/ 115 w 171"/>
                <a:gd name="T63" fmla="*/ 20 h 250"/>
                <a:gd name="T64" fmla="*/ 132 w 171"/>
                <a:gd name="T65" fmla="*/ 32 h 250"/>
                <a:gd name="T66" fmla="*/ 144 w 171"/>
                <a:gd name="T67" fmla="*/ 56 h 250"/>
                <a:gd name="T68" fmla="*/ 166 w 171"/>
                <a:gd name="T69" fmla="*/ 56 h 250"/>
                <a:gd name="T70" fmla="*/ 166 w 171"/>
                <a:gd name="T71" fmla="*/ 8 h 250"/>
                <a:gd name="T72" fmla="*/ 127 w 171"/>
                <a:gd name="T73" fmla="*/ 2 h 250"/>
                <a:gd name="T74" fmla="*/ 96 w 171"/>
                <a:gd name="T7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1" h="250">
                  <a:moveTo>
                    <a:pt x="96" y="0"/>
                  </a:moveTo>
                  <a:cubicBezTo>
                    <a:pt x="77" y="0"/>
                    <a:pt x="61" y="3"/>
                    <a:pt x="46" y="8"/>
                  </a:cubicBezTo>
                  <a:cubicBezTo>
                    <a:pt x="32" y="14"/>
                    <a:pt x="21" y="21"/>
                    <a:pt x="14" y="31"/>
                  </a:cubicBezTo>
                  <a:cubicBezTo>
                    <a:pt x="6" y="41"/>
                    <a:pt x="3" y="52"/>
                    <a:pt x="3" y="66"/>
                  </a:cubicBezTo>
                  <a:cubicBezTo>
                    <a:pt x="3" y="75"/>
                    <a:pt x="5" y="84"/>
                    <a:pt x="10" y="91"/>
                  </a:cubicBezTo>
                  <a:cubicBezTo>
                    <a:pt x="15" y="99"/>
                    <a:pt x="22" y="106"/>
                    <a:pt x="31" y="113"/>
                  </a:cubicBezTo>
                  <a:cubicBezTo>
                    <a:pt x="41" y="119"/>
                    <a:pt x="54" y="126"/>
                    <a:pt x="71" y="133"/>
                  </a:cubicBezTo>
                  <a:cubicBezTo>
                    <a:pt x="88" y="140"/>
                    <a:pt x="100" y="147"/>
                    <a:pt x="109" y="152"/>
                  </a:cubicBezTo>
                  <a:cubicBezTo>
                    <a:pt x="117" y="157"/>
                    <a:pt x="123" y="163"/>
                    <a:pt x="126" y="169"/>
                  </a:cubicBezTo>
                  <a:cubicBezTo>
                    <a:pt x="130" y="175"/>
                    <a:pt x="132" y="182"/>
                    <a:pt x="132" y="192"/>
                  </a:cubicBezTo>
                  <a:cubicBezTo>
                    <a:pt x="132" y="205"/>
                    <a:pt x="128" y="216"/>
                    <a:pt x="119" y="223"/>
                  </a:cubicBezTo>
                  <a:cubicBezTo>
                    <a:pt x="110" y="231"/>
                    <a:pt x="97" y="234"/>
                    <a:pt x="81" y="234"/>
                  </a:cubicBezTo>
                  <a:cubicBezTo>
                    <a:pt x="69" y="234"/>
                    <a:pt x="59" y="233"/>
                    <a:pt x="51" y="230"/>
                  </a:cubicBezTo>
                  <a:cubicBezTo>
                    <a:pt x="44" y="227"/>
                    <a:pt x="38" y="222"/>
                    <a:pt x="33" y="216"/>
                  </a:cubicBezTo>
                  <a:cubicBezTo>
                    <a:pt x="28" y="210"/>
                    <a:pt x="24" y="202"/>
                    <a:pt x="21" y="192"/>
                  </a:cubicBezTo>
                  <a:cubicBezTo>
                    <a:pt x="0" y="192"/>
                    <a:pt x="0" y="192"/>
                    <a:pt x="0" y="192"/>
                  </a:cubicBezTo>
                  <a:cubicBezTo>
                    <a:pt x="0" y="241"/>
                    <a:pt x="0" y="241"/>
                    <a:pt x="0" y="241"/>
                  </a:cubicBezTo>
                  <a:cubicBezTo>
                    <a:pt x="29" y="247"/>
                    <a:pt x="55" y="250"/>
                    <a:pt x="77" y="250"/>
                  </a:cubicBezTo>
                  <a:cubicBezTo>
                    <a:pt x="91" y="250"/>
                    <a:pt x="103" y="249"/>
                    <a:pt x="115" y="246"/>
                  </a:cubicBezTo>
                  <a:cubicBezTo>
                    <a:pt x="126" y="244"/>
                    <a:pt x="136" y="240"/>
                    <a:pt x="144" y="234"/>
                  </a:cubicBezTo>
                  <a:cubicBezTo>
                    <a:pt x="153" y="229"/>
                    <a:pt x="159" y="222"/>
                    <a:pt x="164" y="213"/>
                  </a:cubicBezTo>
                  <a:cubicBezTo>
                    <a:pt x="168" y="205"/>
                    <a:pt x="171" y="194"/>
                    <a:pt x="171" y="182"/>
                  </a:cubicBezTo>
                  <a:cubicBezTo>
                    <a:pt x="171" y="170"/>
                    <a:pt x="168" y="161"/>
                    <a:pt x="162" y="152"/>
                  </a:cubicBezTo>
                  <a:cubicBezTo>
                    <a:pt x="157" y="144"/>
                    <a:pt x="149" y="136"/>
                    <a:pt x="139" y="130"/>
                  </a:cubicBezTo>
                  <a:cubicBezTo>
                    <a:pt x="129" y="123"/>
                    <a:pt x="115" y="116"/>
                    <a:pt x="97" y="109"/>
                  </a:cubicBezTo>
                  <a:cubicBezTo>
                    <a:pt x="82" y="102"/>
                    <a:pt x="71" y="97"/>
                    <a:pt x="63" y="92"/>
                  </a:cubicBezTo>
                  <a:cubicBezTo>
                    <a:pt x="55" y="87"/>
                    <a:pt x="50" y="81"/>
                    <a:pt x="46" y="75"/>
                  </a:cubicBezTo>
                  <a:cubicBezTo>
                    <a:pt x="43" y="70"/>
                    <a:pt x="41" y="62"/>
                    <a:pt x="41" y="54"/>
                  </a:cubicBezTo>
                  <a:cubicBezTo>
                    <a:pt x="41" y="46"/>
                    <a:pt x="43" y="39"/>
                    <a:pt x="47" y="33"/>
                  </a:cubicBezTo>
                  <a:cubicBezTo>
                    <a:pt x="51" y="28"/>
                    <a:pt x="57" y="23"/>
                    <a:pt x="64" y="21"/>
                  </a:cubicBezTo>
                  <a:cubicBezTo>
                    <a:pt x="72" y="18"/>
                    <a:pt x="80" y="16"/>
                    <a:pt x="89" y="16"/>
                  </a:cubicBezTo>
                  <a:cubicBezTo>
                    <a:pt x="100" y="16"/>
                    <a:pt x="108" y="17"/>
                    <a:pt x="115" y="20"/>
                  </a:cubicBezTo>
                  <a:cubicBezTo>
                    <a:pt x="122" y="22"/>
                    <a:pt x="127" y="26"/>
                    <a:pt x="132" y="32"/>
                  </a:cubicBezTo>
                  <a:cubicBezTo>
                    <a:pt x="137" y="38"/>
                    <a:pt x="141" y="46"/>
                    <a:pt x="144" y="56"/>
                  </a:cubicBezTo>
                  <a:cubicBezTo>
                    <a:pt x="166" y="56"/>
                    <a:pt x="166" y="56"/>
                    <a:pt x="166" y="56"/>
                  </a:cubicBezTo>
                  <a:cubicBezTo>
                    <a:pt x="166" y="8"/>
                    <a:pt x="166" y="8"/>
                    <a:pt x="166" y="8"/>
                  </a:cubicBezTo>
                  <a:cubicBezTo>
                    <a:pt x="150" y="5"/>
                    <a:pt x="137" y="3"/>
                    <a:pt x="127" y="2"/>
                  </a:cubicBezTo>
                  <a:cubicBezTo>
                    <a:pt x="117" y="1"/>
                    <a:pt x="106" y="0"/>
                    <a:pt x="96"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1" name="Freeform 302">
              <a:extLst>
                <a:ext uri="{FF2B5EF4-FFF2-40B4-BE49-F238E27FC236}">
                  <a16:creationId xmlns:a16="http://schemas.microsoft.com/office/drawing/2014/main" id="{196EC8C2-341F-45E3-9DEE-3DE387B6A500}"/>
                </a:ext>
              </a:extLst>
            </p:cNvPr>
            <p:cNvSpPr>
              <a:spLocks/>
            </p:cNvSpPr>
            <p:nvPr/>
          </p:nvSpPr>
          <p:spPr bwMode="auto">
            <a:xfrm>
              <a:off x="7322438" y="2027840"/>
              <a:ext cx="32939" cy="89060"/>
            </a:xfrm>
            <a:custGeom>
              <a:avLst/>
              <a:gdLst>
                <a:gd name="T0" fmla="*/ 90 w 90"/>
                <a:gd name="T1" fmla="*/ 0 h 244"/>
                <a:gd name="T2" fmla="*/ 0 w 90"/>
                <a:gd name="T3" fmla="*/ 0 h 244"/>
                <a:gd name="T4" fmla="*/ 0 w 90"/>
                <a:gd name="T5" fmla="*/ 9 h 244"/>
                <a:gd name="T6" fmla="*/ 14 w 90"/>
                <a:gd name="T7" fmla="*/ 13 h 244"/>
                <a:gd name="T8" fmla="*/ 20 w 90"/>
                <a:gd name="T9" fmla="*/ 18 h 244"/>
                <a:gd name="T10" fmla="*/ 24 w 90"/>
                <a:gd name="T11" fmla="*/ 27 h 244"/>
                <a:gd name="T12" fmla="*/ 25 w 90"/>
                <a:gd name="T13" fmla="*/ 45 h 244"/>
                <a:gd name="T14" fmla="*/ 25 w 90"/>
                <a:gd name="T15" fmla="*/ 199 h 244"/>
                <a:gd name="T16" fmla="*/ 24 w 90"/>
                <a:gd name="T17" fmla="*/ 219 h 244"/>
                <a:gd name="T18" fmla="*/ 18 w 90"/>
                <a:gd name="T19" fmla="*/ 229 h 244"/>
                <a:gd name="T20" fmla="*/ 0 w 90"/>
                <a:gd name="T21" fmla="*/ 235 h 244"/>
                <a:gd name="T22" fmla="*/ 0 w 90"/>
                <a:gd name="T23" fmla="*/ 244 h 244"/>
                <a:gd name="T24" fmla="*/ 90 w 90"/>
                <a:gd name="T25" fmla="*/ 244 h 244"/>
                <a:gd name="T26" fmla="*/ 90 w 90"/>
                <a:gd name="T27" fmla="*/ 235 h 244"/>
                <a:gd name="T28" fmla="*/ 75 w 90"/>
                <a:gd name="T29" fmla="*/ 231 h 244"/>
                <a:gd name="T30" fmla="*/ 69 w 90"/>
                <a:gd name="T31" fmla="*/ 226 h 244"/>
                <a:gd name="T32" fmla="*/ 66 w 90"/>
                <a:gd name="T33" fmla="*/ 217 h 244"/>
                <a:gd name="T34" fmla="*/ 65 w 90"/>
                <a:gd name="T35" fmla="*/ 199 h 244"/>
                <a:gd name="T36" fmla="*/ 65 w 90"/>
                <a:gd name="T37" fmla="*/ 45 h 244"/>
                <a:gd name="T38" fmla="*/ 66 w 90"/>
                <a:gd name="T39" fmla="*/ 27 h 244"/>
                <a:gd name="T40" fmla="*/ 70 w 90"/>
                <a:gd name="T41" fmla="*/ 18 h 244"/>
                <a:gd name="T42" fmla="*/ 76 w 90"/>
                <a:gd name="T43" fmla="*/ 13 h 244"/>
                <a:gd name="T44" fmla="*/ 90 w 90"/>
                <a:gd name="T45" fmla="*/ 9 h 244"/>
                <a:gd name="T46" fmla="*/ 90 w 90"/>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0" h="244">
                  <a:moveTo>
                    <a:pt x="90"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90" y="244"/>
                    <a:pt x="90" y="244"/>
                    <a:pt x="90" y="244"/>
                  </a:cubicBezTo>
                  <a:cubicBezTo>
                    <a:pt x="90" y="235"/>
                    <a:pt x="90" y="235"/>
                    <a:pt x="90" y="235"/>
                  </a:cubicBezTo>
                  <a:cubicBezTo>
                    <a:pt x="83" y="234"/>
                    <a:pt x="78" y="232"/>
                    <a:pt x="75" y="231"/>
                  </a:cubicBezTo>
                  <a:cubicBezTo>
                    <a:pt x="73" y="230"/>
                    <a:pt x="71"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70" y="18"/>
                  </a:cubicBezTo>
                  <a:cubicBezTo>
                    <a:pt x="71" y="16"/>
                    <a:pt x="73" y="14"/>
                    <a:pt x="76" y="13"/>
                  </a:cubicBezTo>
                  <a:cubicBezTo>
                    <a:pt x="79" y="12"/>
                    <a:pt x="83" y="10"/>
                    <a:pt x="90" y="9"/>
                  </a:cubicBezTo>
                  <a:cubicBezTo>
                    <a:pt x="90" y="0"/>
                    <a:pt x="90" y="0"/>
                    <a:pt x="90"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4" name="Freeform 303">
              <a:extLst>
                <a:ext uri="{FF2B5EF4-FFF2-40B4-BE49-F238E27FC236}">
                  <a16:creationId xmlns:a16="http://schemas.microsoft.com/office/drawing/2014/main" id="{A6A8B491-5795-4B97-A608-F7B6C307B3DD}"/>
                </a:ext>
              </a:extLst>
            </p:cNvPr>
            <p:cNvSpPr>
              <a:spLocks/>
            </p:cNvSpPr>
            <p:nvPr/>
          </p:nvSpPr>
          <p:spPr bwMode="auto">
            <a:xfrm>
              <a:off x="7369611" y="2027840"/>
              <a:ext cx="83367" cy="89060"/>
            </a:xfrm>
            <a:custGeom>
              <a:avLst/>
              <a:gdLst>
                <a:gd name="T0" fmla="*/ 229 w 229"/>
                <a:gd name="T1" fmla="*/ 0 h 244"/>
                <a:gd name="T2" fmla="*/ 0 w 229"/>
                <a:gd name="T3" fmla="*/ 0 h 244"/>
                <a:gd name="T4" fmla="*/ 0 w 229"/>
                <a:gd name="T5" fmla="*/ 62 h 244"/>
                <a:gd name="T6" fmla="*/ 21 w 229"/>
                <a:gd name="T7" fmla="*/ 62 h 244"/>
                <a:gd name="T8" fmla="*/ 30 w 229"/>
                <a:gd name="T9" fmla="*/ 39 h 244"/>
                <a:gd name="T10" fmla="*/ 40 w 229"/>
                <a:gd name="T11" fmla="*/ 24 h 244"/>
                <a:gd name="T12" fmla="*/ 52 w 229"/>
                <a:gd name="T13" fmla="*/ 18 h 244"/>
                <a:gd name="T14" fmla="*/ 68 w 229"/>
                <a:gd name="T15" fmla="*/ 16 h 244"/>
                <a:gd name="T16" fmla="*/ 95 w 229"/>
                <a:gd name="T17" fmla="*/ 16 h 244"/>
                <a:gd name="T18" fmla="*/ 95 w 229"/>
                <a:gd name="T19" fmla="*/ 199 h 244"/>
                <a:gd name="T20" fmla="*/ 94 w 229"/>
                <a:gd name="T21" fmla="*/ 215 h 244"/>
                <a:gd name="T22" fmla="*/ 91 w 229"/>
                <a:gd name="T23" fmla="*/ 224 h 244"/>
                <a:gd name="T24" fmla="*/ 85 w 229"/>
                <a:gd name="T25" fmla="*/ 229 h 244"/>
                <a:gd name="T26" fmla="*/ 78 w 229"/>
                <a:gd name="T27" fmla="*/ 233 h 244"/>
                <a:gd name="T28" fmla="*/ 66 w 229"/>
                <a:gd name="T29" fmla="*/ 235 h 244"/>
                <a:gd name="T30" fmla="*/ 66 w 229"/>
                <a:gd name="T31" fmla="*/ 244 h 244"/>
                <a:gd name="T32" fmla="*/ 163 w 229"/>
                <a:gd name="T33" fmla="*/ 244 h 244"/>
                <a:gd name="T34" fmla="*/ 163 w 229"/>
                <a:gd name="T35" fmla="*/ 235 h 244"/>
                <a:gd name="T36" fmla="*/ 148 w 229"/>
                <a:gd name="T37" fmla="*/ 231 h 244"/>
                <a:gd name="T38" fmla="*/ 140 w 229"/>
                <a:gd name="T39" fmla="*/ 226 h 244"/>
                <a:gd name="T40" fmla="*/ 136 w 229"/>
                <a:gd name="T41" fmla="*/ 216 h 244"/>
                <a:gd name="T42" fmla="*/ 135 w 229"/>
                <a:gd name="T43" fmla="*/ 199 h 244"/>
                <a:gd name="T44" fmla="*/ 135 w 229"/>
                <a:gd name="T45" fmla="*/ 16 h 244"/>
                <a:gd name="T46" fmla="*/ 161 w 229"/>
                <a:gd name="T47" fmla="*/ 16 h 244"/>
                <a:gd name="T48" fmla="*/ 179 w 229"/>
                <a:gd name="T49" fmla="*/ 18 h 244"/>
                <a:gd name="T50" fmla="*/ 190 w 229"/>
                <a:gd name="T51" fmla="*/ 25 h 244"/>
                <a:gd name="T52" fmla="*/ 199 w 229"/>
                <a:gd name="T53" fmla="*/ 38 h 244"/>
                <a:gd name="T54" fmla="*/ 208 w 229"/>
                <a:gd name="T55" fmla="*/ 62 h 244"/>
                <a:gd name="T56" fmla="*/ 229 w 229"/>
                <a:gd name="T57" fmla="*/ 62 h 244"/>
                <a:gd name="T58" fmla="*/ 229 w 229"/>
                <a:gd name="T5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9" h="244">
                  <a:moveTo>
                    <a:pt x="229" y="0"/>
                  </a:moveTo>
                  <a:cubicBezTo>
                    <a:pt x="0" y="0"/>
                    <a:pt x="0" y="0"/>
                    <a:pt x="0" y="0"/>
                  </a:cubicBezTo>
                  <a:cubicBezTo>
                    <a:pt x="0" y="62"/>
                    <a:pt x="0" y="62"/>
                    <a:pt x="0" y="62"/>
                  </a:cubicBezTo>
                  <a:cubicBezTo>
                    <a:pt x="21" y="62"/>
                    <a:pt x="21" y="62"/>
                    <a:pt x="21" y="62"/>
                  </a:cubicBezTo>
                  <a:cubicBezTo>
                    <a:pt x="24" y="53"/>
                    <a:pt x="27" y="45"/>
                    <a:pt x="30" y="39"/>
                  </a:cubicBezTo>
                  <a:cubicBezTo>
                    <a:pt x="33" y="32"/>
                    <a:pt x="36" y="28"/>
                    <a:pt x="40" y="24"/>
                  </a:cubicBezTo>
                  <a:cubicBezTo>
                    <a:pt x="44" y="21"/>
                    <a:pt x="47" y="19"/>
                    <a:pt x="52" y="18"/>
                  </a:cubicBezTo>
                  <a:cubicBezTo>
                    <a:pt x="56" y="16"/>
                    <a:pt x="62" y="16"/>
                    <a:pt x="68" y="16"/>
                  </a:cubicBezTo>
                  <a:cubicBezTo>
                    <a:pt x="95" y="16"/>
                    <a:pt x="95" y="16"/>
                    <a:pt x="95" y="16"/>
                  </a:cubicBezTo>
                  <a:cubicBezTo>
                    <a:pt x="95" y="199"/>
                    <a:pt x="95" y="199"/>
                    <a:pt x="95" y="199"/>
                  </a:cubicBezTo>
                  <a:cubicBezTo>
                    <a:pt x="95" y="206"/>
                    <a:pt x="94" y="211"/>
                    <a:pt x="94" y="215"/>
                  </a:cubicBezTo>
                  <a:cubicBezTo>
                    <a:pt x="93" y="219"/>
                    <a:pt x="92" y="222"/>
                    <a:pt x="91" y="224"/>
                  </a:cubicBezTo>
                  <a:cubicBezTo>
                    <a:pt x="89" y="226"/>
                    <a:pt x="88" y="228"/>
                    <a:pt x="85" y="229"/>
                  </a:cubicBezTo>
                  <a:cubicBezTo>
                    <a:pt x="83" y="231"/>
                    <a:pt x="81" y="232"/>
                    <a:pt x="78" y="233"/>
                  </a:cubicBezTo>
                  <a:cubicBezTo>
                    <a:pt x="74" y="234"/>
                    <a:pt x="71" y="234"/>
                    <a:pt x="66" y="235"/>
                  </a:cubicBezTo>
                  <a:cubicBezTo>
                    <a:pt x="66" y="244"/>
                    <a:pt x="66" y="244"/>
                    <a:pt x="66" y="244"/>
                  </a:cubicBezTo>
                  <a:cubicBezTo>
                    <a:pt x="163" y="244"/>
                    <a:pt x="163" y="244"/>
                    <a:pt x="163" y="244"/>
                  </a:cubicBezTo>
                  <a:cubicBezTo>
                    <a:pt x="163" y="235"/>
                    <a:pt x="163" y="235"/>
                    <a:pt x="163" y="235"/>
                  </a:cubicBezTo>
                  <a:cubicBezTo>
                    <a:pt x="156" y="234"/>
                    <a:pt x="151" y="233"/>
                    <a:pt x="148" y="231"/>
                  </a:cubicBezTo>
                  <a:cubicBezTo>
                    <a:pt x="145" y="230"/>
                    <a:pt x="142" y="228"/>
                    <a:pt x="140" y="226"/>
                  </a:cubicBezTo>
                  <a:cubicBezTo>
                    <a:pt x="138" y="223"/>
                    <a:pt x="137" y="220"/>
                    <a:pt x="136" y="216"/>
                  </a:cubicBezTo>
                  <a:cubicBezTo>
                    <a:pt x="135" y="211"/>
                    <a:pt x="135" y="206"/>
                    <a:pt x="135" y="199"/>
                  </a:cubicBezTo>
                  <a:cubicBezTo>
                    <a:pt x="135" y="16"/>
                    <a:pt x="135" y="16"/>
                    <a:pt x="135" y="16"/>
                  </a:cubicBezTo>
                  <a:cubicBezTo>
                    <a:pt x="161" y="16"/>
                    <a:pt x="161" y="16"/>
                    <a:pt x="161" y="16"/>
                  </a:cubicBezTo>
                  <a:cubicBezTo>
                    <a:pt x="169" y="16"/>
                    <a:pt x="175" y="16"/>
                    <a:pt x="179" y="18"/>
                  </a:cubicBezTo>
                  <a:cubicBezTo>
                    <a:pt x="183" y="19"/>
                    <a:pt x="186" y="21"/>
                    <a:pt x="190" y="25"/>
                  </a:cubicBezTo>
                  <a:cubicBezTo>
                    <a:pt x="193" y="28"/>
                    <a:pt x="196" y="32"/>
                    <a:pt x="199" y="38"/>
                  </a:cubicBezTo>
                  <a:cubicBezTo>
                    <a:pt x="202" y="44"/>
                    <a:pt x="205" y="52"/>
                    <a:pt x="208" y="62"/>
                  </a:cubicBezTo>
                  <a:cubicBezTo>
                    <a:pt x="229" y="62"/>
                    <a:pt x="229" y="62"/>
                    <a:pt x="229" y="62"/>
                  </a:cubicBezTo>
                  <a:cubicBezTo>
                    <a:pt x="229" y="0"/>
                    <a:pt x="229" y="0"/>
                    <a:pt x="229"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5" name="Freeform 304">
              <a:extLst>
                <a:ext uri="{FF2B5EF4-FFF2-40B4-BE49-F238E27FC236}">
                  <a16:creationId xmlns:a16="http://schemas.microsoft.com/office/drawing/2014/main" id="{E9B3EB32-529C-4025-BCCF-59271AAFFFB9}"/>
                </a:ext>
              </a:extLst>
            </p:cNvPr>
            <p:cNvSpPr>
              <a:spLocks/>
            </p:cNvSpPr>
            <p:nvPr/>
          </p:nvSpPr>
          <p:spPr bwMode="auto">
            <a:xfrm>
              <a:off x="7459485" y="2027840"/>
              <a:ext cx="89467" cy="89060"/>
            </a:xfrm>
            <a:custGeom>
              <a:avLst/>
              <a:gdLst>
                <a:gd name="T0" fmla="*/ 245 w 245"/>
                <a:gd name="T1" fmla="*/ 0 h 244"/>
                <a:gd name="T2" fmla="*/ 165 w 245"/>
                <a:gd name="T3" fmla="*/ 0 h 244"/>
                <a:gd name="T4" fmla="*/ 165 w 245"/>
                <a:gd name="T5" fmla="*/ 9 h 244"/>
                <a:gd name="T6" fmla="*/ 179 w 245"/>
                <a:gd name="T7" fmla="*/ 13 h 244"/>
                <a:gd name="T8" fmla="*/ 183 w 245"/>
                <a:gd name="T9" fmla="*/ 23 h 244"/>
                <a:gd name="T10" fmla="*/ 180 w 245"/>
                <a:gd name="T11" fmla="*/ 38 h 244"/>
                <a:gd name="T12" fmla="*/ 168 w 245"/>
                <a:gd name="T13" fmla="*/ 59 h 244"/>
                <a:gd name="T14" fmla="*/ 126 w 245"/>
                <a:gd name="T15" fmla="*/ 121 h 244"/>
                <a:gd name="T16" fmla="*/ 83 w 245"/>
                <a:gd name="T17" fmla="*/ 53 h 244"/>
                <a:gd name="T18" fmla="*/ 73 w 245"/>
                <a:gd name="T19" fmla="*/ 35 h 244"/>
                <a:gd name="T20" fmla="*/ 70 w 245"/>
                <a:gd name="T21" fmla="*/ 23 h 244"/>
                <a:gd name="T22" fmla="*/ 90 w 245"/>
                <a:gd name="T23" fmla="*/ 9 h 244"/>
                <a:gd name="T24" fmla="*/ 90 w 245"/>
                <a:gd name="T25" fmla="*/ 0 h 244"/>
                <a:gd name="T26" fmla="*/ 0 w 245"/>
                <a:gd name="T27" fmla="*/ 0 h 244"/>
                <a:gd name="T28" fmla="*/ 0 w 245"/>
                <a:gd name="T29" fmla="*/ 9 h 244"/>
                <a:gd name="T30" fmla="*/ 13 w 245"/>
                <a:gd name="T31" fmla="*/ 15 h 244"/>
                <a:gd name="T32" fmla="*/ 24 w 245"/>
                <a:gd name="T33" fmla="*/ 26 h 244"/>
                <a:gd name="T34" fmla="*/ 40 w 245"/>
                <a:gd name="T35" fmla="*/ 50 h 244"/>
                <a:gd name="T36" fmla="*/ 98 w 245"/>
                <a:gd name="T37" fmla="*/ 142 h 244"/>
                <a:gd name="T38" fmla="*/ 98 w 245"/>
                <a:gd name="T39" fmla="*/ 199 h 244"/>
                <a:gd name="T40" fmla="*/ 97 w 245"/>
                <a:gd name="T41" fmla="*/ 216 h 244"/>
                <a:gd name="T42" fmla="*/ 93 w 245"/>
                <a:gd name="T43" fmla="*/ 226 h 244"/>
                <a:gd name="T44" fmla="*/ 85 w 245"/>
                <a:gd name="T45" fmla="*/ 231 h 244"/>
                <a:gd name="T46" fmla="*/ 70 w 245"/>
                <a:gd name="T47" fmla="*/ 235 h 244"/>
                <a:gd name="T48" fmla="*/ 70 w 245"/>
                <a:gd name="T49" fmla="*/ 244 h 244"/>
                <a:gd name="T50" fmla="*/ 167 w 245"/>
                <a:gd name="T51" fmla="*/ 244 h 244"/>
                <a:gd name="T52" fmla="*/ 167 w 245"/>
                <a:gd name="T53" fmla="*/ 235 h 244"/>
                <a:gd name="T54" fmla="*/ 151 w 245"/>
                <a:gd name="T55" fmla="*/ 231 h 244"/>
                <a:gd name="T56" fmla="*/ 144 w 245"/>
                <a:gd name="T57" fmla="*/ 225 h 244"/>
                <a:gd name="T58" fmla="*/ 139 w 245"/>
                <a:gd name="T59" fmla="*/ 215 h 244"/>
                <a:gd name="T60" fmla="*/ 138 w 245"/>
                <a:gd name="T61" fmla="*/ 199 h 244"/>
                <a:gd name="T62" fmla="*/ 138 w 245"/>
                <a:gd name="T63" fmla="*/ 141 h 244"/>
                <a:gd name="T64" fmla="*/ 197 w 245"/>
                <a:gd name="T65" fmla="*/ 56 h 244"/>
                <a:gd name="T66" fmla="*/ 217 w 245"/>
                <a:gd name="T67" fmla="*/ 29 h 244"/>
                <a:gd name="T68" fmla="*/ 230 w 245"/>
                <a:gd name="T69" fmla="*/ 16 h 244"/>
                <a:gd name="T70" fmla="*/ 245 w 245"/>
                <a:gd name="T71" fmla="*/ 9 h 244"/>
                <a:gd name="T72" fmla="*/ 245 w 245"/>
                <a:gd name="T7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244">
                  <a:moveTo>
                    <a:pt x="245" y="0"/>
                  </a:moveTo>
                  <a:cubicBezTo>
                    <a:pt x="165" y="0"/>
                    <a:pt x="165" y="0"/>
                    <a:pt x="165" y="0"/>
                  </a:cubicBezTo>
                  <a:cubicBezTo>
                    <a:pt x="165" y="9"/>
                    <a:pt x="165" y="9"/>
                    <a:pt x="165" y="9"/>
                  </a:cubicBezTo>
                  <a:cubicBezTo>
                    <a:pt x="171" y="9"/>
                    <a:pt x="176" y="11"/>
                    <a:pt x="179" y="13"/>
                  </a:cubicBezTo>
                  <a:cubicBezTo>
                    <a:pt x="182" y="16"/>
                    <a:pt x="183" y="19"/>
                    <a:pt x="183" y="23"/>
                  </a:cubicBezTo>
                  <a:cubicBezTo>
                    <a:pt x="183" y="28"/>
                    <a:pt x="182" y="33"/>
                    <a:pt x="180" y="38"/>
                  </a:cubicBezTo>
                  <a:cubicBezTo>
                    <a:pt x="177" y="44"/>
                    <a:pt x="173" y="51"/>
                    <a:pt x="168" y="59"/>
                  </a:cubicBezTo>
                  <a:cubicBezTo>
                    <a:pt x="126" y="121"/>
                    <a:pt x="126" y="121"/>
                    <a:pt x="126" y="121"/>
                  </a:cubicBezTo>
                  <a:cubicBezTo>
                    <a:pt x="83" y="53"/>
                    <a:pt x="83" y="53"/>
                    <a:pt x="83" y="53"/>
                  </a:cubicBezTo>
                  <a:cubicBezTo>
                    <a:pt x="78" y="45"/>
                    <a:pt x="75" y="39"/>
                    <a:pt x="73" y="35"/>
                  </a:cubicBezTo>
                  <a:cubicBezTo>
                    <a:pt x="71" y="31"/>
                    <a:pt x="70" y="27"/>
                    <a:pt x="70" y="23"/>
                  </a:cubicBezTo>
                  <a:cubicBezTo>
                    <a:pt x="70" y="15"/>
                    <a:pt x="77" y="10"/>
                    <a:pt x="90" y="9"/>
                  </a:cubicBezTo>
                  <a:cubicBezTo>
                    <a:pt x="90" y="0"/>
                    <a:pt x="90" y="0"/>
                    <a:pt x="90" y="0"/>
                  </a:cubicBezTo>
                  <a:cubicBezTo>
                    <a:pt x="0" y="0"/>
                    <a:pt x="0" y="0"/>
                    <a:pt x="0" y="0"/>
                  </a:cubicBezTo>
                  <a:cubicBezTo>
                    <a:pt x="0" y="9"/>
                    <a:pt x="0" y="9"/>
                    <a:pt x="0" y="9"/>
                  </a:cubicBezTo>
                  <a:cubicBezTo>
                    <a:pt x="5" y="10"/>
                    <a:pt x="9" y="12"/>
                    <a:pt x="13" y="15"/>
                  </a:cubicBezTo>
                  <a:cubicBezTo>
                    <a:pt x="16" y="18"/>
                    <a:pt x="20" y="21"/>
                    <a:pt x="24" y="26"/>
                  </a:cubicBezTo>
                  <a:cubicBezTo>
                    <a:pt x="28" y="31"/>
                    <a:pt x="33" y="39"/>
                    <a:pt x="40" y="50"/>
                  </a:cubicBezTo>
                  <a:cubicBezTo>
                    <a:pt x="98" y="142"/>
                    <a:pt x="98" y="142"/>
                    <a:pt x="98" y="142"/>
                  </a:cubicBezTo>
                  <a:cubicBezTo>
                    <a:pt x="98" y="199"/>
                    <a:pt x="98" y="199"/>
                    <a:pt x="98" y="199"/>
                  </a:cubicBezTo>
                  <a:cubicBezTo>
                    <a:pt x="98" y="206"/>
                    <a:pt x="98" y="211"/>
                    <a:pt x="97" y="216"/>
                  </a:cubicBezTo>
                  <a:cubicBezTo>
                    <a:pt x="96" y="220"/>
                    <a:pt x="95" y="223"/>
                    <a:pt x="93" y="226"/>
                  </a:cubicBezTo>
                  <a:cubicBezTo>
                    <a:pt x="91" y="228"/>
                    <a:pt x="88" y="230"/>
                    <a:pt x="85" y="231"/>
                  </a:cubicBezTo>
                  <a:cubicBezTo>
                    <a:pt x="82" y="233"/>
                    <a:pt x="77" y="234"/>
                    <a:pt x="70" y="235"/>
                  </a:cubicBezTo>
                  <a:cubicBezTo>
                    <a:pt x="70" y="244"/>
                    <a:pt x="70" y="244"/>
                    <a:pt x="70" y="244"/>
                  </a:cubicBezTo>
                  <a:cubicBezTo>
                    <a:pt x="167" y="244"/>
                    <a:pt x="167" y="244"/>
                    <a:pt x="167" y="244"/>
                  </a:cubicBezTo>
                  <a:cubicBezTo>
                    <a:pt x="167" y="235"/>
                    <a:pt x="167" y="235"/>
                    <a:pt x="167" y="235"/>
                  </a:cubicBezTo>
                  <a:cubicBezTo>
                    <a:pt x="160" y="234"/>
                    <a:pt x="155" y="233"/>
                    <a:pt x="151" y="231"/>
                  </a:cubicBezTo>
                  <a:cubicBezTo>
                    <a:pt x="148" y="230"/>
                    <a:pt x="145" y="228"/>
                    <a:pt x="144" y="225"/>
                  </a:cubicBezTo>
                  <a:cubicBezTo>
                    <a:pt x="142" y="223"/>
                    <a:pt x="140" y="219"/>
                    <a:pt x="139" y="215"/>
                  </a:cubicBezTo>
                  <a:cubicBezTo>
                    <a:pt x="139" y="211"/>
                    <a:pt x="138" y="206"/>
                    <a:pt x="138" y="199"/>
                  </a:cubicBezTo>
                  <a:cubicBezTo>
                    <a:pt x="138" y="141"/>
                    <a:pt x="138" y="141"/>
                    <a:pt x="138" y="141"/>
                  </a:cubicBezTo>
                  <a:cubicBezTo>
                    <a:pt x="197" y="56"/>
                    <a:pt x="197" y="56"/>
                    <a:pt x="197" y="56"/>
                  </a:cubicBezTo>
                  <a:cubicBezTo>
                    <a:pt x="206" y="43"/>
                    <a:pt x="212" y="34"/>
                    <a:pt x="217" y="29"/>
                  </a:cubicBezTo>
                  <a:cubicBezTo>
                    <a:pt x="221" y="24"/>
                    <a:pt x="226" y="20"/>
                    <a:pt x="230" y="16"/>
                  </a:cubicBezTo>
                  <a:cubicBezTo>
                    <a:pt x="235" y="13"/>
                    <a:pt x="240" y="11"/>
                    <a:pt x="245" y="9"/>
                  </a:cubicBezTo>
                  <a:cubicBezTo>
                    <a:pt x="245" y="0"/>
                    <a:pt x="245" y="0"/>
                    <a:pt x="245"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pic>
          <p:nvPicPr>
            <p:cNvPr id="136" name="图片 135">
              <a:extLst>
                <a:ext uri="{FF2B5EF4-FFF2-40B4-BE49-F238E27FC236}">
                  <a16:creationId xmlns:a16="http://schemas.microsoft.com/office/drawing/2014/main" id="{24E98A7E-0E16-4B23-84C2-B6AA084FC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4897" y="1351534"/>
              <a:ext cx="630731" cy="835719"/>
            </a:xfrm>
            <a:prstGeom prst="rect">
              <a:avLst/>
            </a:prstGeom>
          </p:spPr>
        </p:pic>
      </p:grpSp>
      <p:sp>
        <p:nvSpPr>
          <p:cNvPr id="138" name="标题 1">
            <a:extLst>
              <a:ext uri="{FF2B5EF4-FFF2-40B4-BE49-F238E27FC236}">
                <a16:creationId xmlns:a16="http://schemas.microsoft.com/office/drawing/2014/main" id="{2E9CF270-6682-4938-B3BE-17A2AF0AF81E}"/>
              </a:ext>
            </a:extLst>
          </p:cNvPr>
          <p:cNvSpPr>
            <a:spLocks noGrp="1"/>
          </p:cNvSpPr>
          <p:nvPr>
            <p:ph type="title" hasCustomPrompt="1"/>
          </p:nvPr>
        </p:nvSpPr>
        <p:spPr>
          <a:xfrm>
            <a:off x="1567548" y="2336785"/>
            <a:ext cx="9056905" cy="707886"/>
          </a:xfrm>
        </p:spPr>
        <p:txBody>
          <a:bodyPr wrap="square">
            <a:spAutoFit/>
          </a:bodyPr>
          <a:lstStyle>
            <a:lvl1pPr algn="ctr">
              <a:lnSpc>
                <a:spcPct val="100000"/>
              </a:lnSpc>
              <a:defRPr sz="4000" b="1" spc="600">
                <a:solidFill>
                  <a:schemeClr val="bg1"/>
                </a:solidFill>
              </a:defRPr>
            </a:lvl1pPr>
          </a:lstStyle>
          <a:p>
            <a:r>
              <a:rPr lang="zh-CN" altLang="en-US" dirty="0"/>
              <a:t>南京医科大学</a:t>
            </a:r>
          </a:p>
        </p:txBody>
      </p:sp>
      <p:sp>
        <p:nvSpPr>
          <p:cNvPr id="141" name="文本占位符 14">
            <a:extLst>
              <a:ext uri="{FF2B5EF4-FFF2-40B4-BE49-F238E27FC236}">
                <a16:creationId xmlns:a16="http://schemas.microsoft.com/office/drawing/2014/main" id="{8F6339E7-DE35-4CD6-A778-2CA5D8E08267}"/>
              </a:ext>
            </a:extLst>
          </p:cNvPr>
          <p:cNvSpPr>
            <a:spLocks noGrp="1"/>
          </p:cNvSpPr>
          <p:nvPr>
            <p:ph type="body" sz="quarter" idx="13" hasCustomPrompt="1"/>
          </p:nvPr>
        </p:nvSpPr>
        <p:spPr>
          <a:xfrm>
            <a:off x="2977286" y="5423909"/>
            <a:ext cx="6237428" cy="424732"/>
          </a:xfrm>
        </p:spPr>
        <p:txBody>
          <a:bodyPr wrap="square" anchor="ctr">
            <a:spAutoFit/>
          </a:bodyPr>
          <a:lstStyle>
            <a:lvl1pPr marL="0" indent="0" algn="ctr">
              <a:buFontTx/>
              <a:buNone/>
              <a:defRPr sz="2400">
                <a:solidFill>
                  <a:schemeClr val="accent1"/>
                </a:solidFill>
              </a:defRPr>
            </a:lvl1pPr>
          </a:lstStyle>
          <a:p>
            <a:pPr lvl="0"/>
            <a:r>
              <a:rPr lang="zh-CN" altLang="en-US" dirty="0"/>
              <a:t>汇报人：南小医  丨  导师：南大医</a:t>
            </a:r>
          </a:p>
        </p:txBody>
      </p:sp>
    </p:spTree>
    <p:extLst>
      <p:ext uri="{BB962C8B-B14F-4D97-AF65-F5344CB8AC3E}">
        <p14:creationId xmlns:p14="http://schemas.microsoft.com/office/powerpoint/2010/main" val="3508632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F6A3EB8-05C4-4D56-9B73-A1DDD3BACC21}"/>
              </a:ext>
            </a:extLst>
          </p:cNvPr>
          <p:cNvSpPr/>
          <p:nvPr userDrawn="1"/>
        </p:nvSpPr>
        <p:spPr>
          <a:xfrm>
            <a:off x="-4345" y="6629400"/>
            <a:ext cx="12196345" cy="228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1">
            <a:extLst>
              <a:ext uri="{FF2B5EF4-FFF2-40B4-BE49-F238E27FC236}">
                <a16:creationId xmlns:a16="http://schemas.microsoft.com/office/drawing/2014/main" id="{CEB8FD0D-5E61-4EF4-B9D1-34F65B906062}"/>
              </a:ext>
            </a:extLst>
          </p:cNvPr>
          <p:cNvSpPr>
            <a:spLocks noGrp="1"/>
          </p:cNvSpPr>
          <p:nvPr>
            <p:ph type="title"/>
          </p:nvPr>
        </p:nvSpPr>
        <p:spPr>
          <a:xfrm>
            <a:off x="658813" y="310998"/>
            <a:ext cx="10874375" cy="814540"/>
          </a:xfrm>
        </p:spPr>
        <p:txBody>
          <a:bodyPr>
            <a:normAutofit/>
          </a:bodyPr>
          <a:lstStyle>
            <a:lvl1pPr>
              <a:defRPr sz="3200" b="1">
                <a:solidFill>
                  <a:schemeClr val="tx1">
                    <a:lumMod val="75000"/>
                    <a:lumOff val="25000"/>
                  </a:schemeClr>
                </a:solidFill>
              </a:defRPr>
            </a:lvl1pPr>
          </a:lstStyle>
          <a:p>
            <a:r>
              <a:rPr lang="zh-CN" altLang="en-US" dirty="0"/>
              <a:t>单击此处编辑母版标题样式</a:t>
            </a:r>
          </a:p>
        </p:txBody>
      </p:sp>
      <p:sp>
        <p:nvSpPr>
          <p:cNvPr id="6" name="日期占位符 2">
            <a:extLst>
              <a:ext uri="{FF2B5EF4-FFF2-40B4-BE49-F238E27FC236}">
                <a16:creationId xmlns:a16="http://schemas.microsoft.com/office/drawing/2014/main" id="{86B7FC32-61BA-46E5-BEB6-0A1D82FD1FAA}"/>
              </a:ext>
            </a:extLst>
          </p:cNvPr>
          <p:cNvSpPr>
            <a:spLocks noGrp="1"/>
          </p:cNvSpPr>
          <p:nvPr>
            <p:ph type="dt" sz="half" idx="10"/>
          </p:nvPr>
        </p:nvSpPr>
        <p:spPr>
          <a:xfrm>
            <a:off x="838200" y="6651523"/>
            <a:ext cx="2743200" cy="200578"/>
          </a:xfrm>
        </p:spPr>
        <p:txBody>
          <a:bodyPr/>
          <a:lstStyle>
            <a:lvl1pPr>
              <a:defRPr>
                <a:solidFill>
                  <a:schemeClr val="bg1"/>
                </a:solidFill>
              </a:defRPr>
            </a:lvl1pPr>
          </a:lstStyle>
          <a:p>
            <a:fld id="{4A181727-A34B-4640-B93E-0686B6355DC9}" type="datetime1">
              <a:rPr lang="zh-CN" altLang="en-US" smtClean="0"/>
              <a:t>2025/11/23</a:t>
            </a:fld>
            <a:endParaRPr lang="zh-CN" altLang="en-US" dirty="0"/>
          </a:p>
        </p:txBody>
      </p:sp>
      <p:sp>
        <p:nvSpPr>
          <p:cNvPr id="7" name="页脚占位符 3">
            <a:extLst>
              <a:ext uri="{FF2B5EF4-FFF2-40B4-BE49-F238E27FC236}">
                <a16:creationId xmlns:a16="http://schemas.microsoft.com/office/drawing/2014/main" id="{261A8D21-79DD-4632-9BE4-8E0D578DE3D2}"/>
              </a:ext>
            </a:extLst>
          </p:cNvPr>
          <p:cNvSpPr>
            <a:spLocks noGrp="1"/>
          </p:cNvSpPr>
          <p:nvPr>
            <p:ph type="ftr" sz="quarter" idx="11"/>
          </p:nvPr>
        </p:nvSpPr>
        <p:spPr>
          <a:xfrm>
            <a:off x="4038600" y="6651523"/>
            <a:ext cx="4114800" cy="200578"/>
          </a:xfrm>
        </p:spPr>
        <p:txBody>
          <a:bodyPr/>
          <a:lstStyle>
            <a:lvl1pPr>
              <a:defRPr>
                <a:solidFill>
                  <a:schemeClr val="bg1"/>
                </a:solidFill>
              </a:defRPr>
            </a:lvl1pPr>
          </a:lstStyle>
          <a:p>
            <a:r>
              <a:rPr lang="en-US" altLang="zh-CN"/>
              <a:t>——   </a:t>
            </a:r>
            <a:r>
              <a:rPr lang="zh-CN" altLang="en-US"/>
              <a:t>博学至精  明德至善   </a:t>
            </a:r>
            <a:r>
              <a:rPr lang="en-US" altLang="zh-CN"/>
              <a:t>——</a:t>
            </a:r>
            <a:endParaRPr lang="zh-CN" altLang="en-US" dirty="0"/>
          </a:p>
        </p:txBody>
      </p:sp>
      <p:sp>
        <p:nvSpPr>
          <p:cNvPr id="8" name="灯片编号占位符 4">
            <a:extLst>
              <a:ext uri="{FF2B5EF4-FFF2-40B4-BE49-F238E27FC236}">
                <a16:creationId xmlns:a16="http://schemas.microsoft.com/office/drawing/2014/main" id="{7AE14F91-7DE6-4F32-96CD-40932ADA2290}"/>
              </a:ext>
            </a:extLst>
          </p:cNvPr>
          <p:cNvSpPr>
            <a:spLocks noGrp="1"/>
          </p:cNvSpPr>
          <p:nvPr>
            <p:ph type="sldNum" sz="quarter" idx="12"/>
          </p:nvPr>
        </p:nvSpPr>
        <p:spPr>
          <a:xfrm>
            <a:off x="8610600" y="6651523"/>
            <a:ext cx="2743200" cy="200578"/>
          </a:xfrm>
        </p:spPr>
        <p:txBody>
          <a:bodyPr/>
          <a:lstStyle>
            <a:lvl1pPr>
              <a:defRPr>
                <a:solidFill>
                  <a:schemeClr val="bg1"/>
                </a:solidFill>
              </a:defRPr>
            </a:lvl1pPr>
          </a:lstStyle>
          <a:p>
            <a:fld id="{054335CC-B077-4EFF-BFF9-2EFEE3F838E2}" type="slidenum">
              <a:rPr lang="zh-CN" altLang="en-US" smtClean="0"/>
              <a:pPr/>
              <a:t>‹#›</a:t>
            </a:fld>
            <a:endParaRPr lang="zh-CN" altLang="en-US"/>
          </a:p>
        </p:txBody>
      </p:sp>
      <p:cxnSp>
        <p:nvCxnSpPr>
          <p:cNvPr id="9" name="直接连接符 8">
            <a:extLst>
              <a:ext uri="{FF2B5EF4-FFF2-40B4-BE49-F238E27FC236}">
                <a16:creationId xmlns:a16="http://schemas.microsoft.com/office/drawing/2014/main" id="{B9AB625C-EE2B-4F90-AF75-0C2BC82D1F36}"/>
              </a:ext>
            </a:extLst>
          </p:cNvPr>
          <p:cNvCxnSpPr/>
          <p:nvPr userDrawn="1"/>
        </p:nvCxnSpPr>
        <p:spPr>
          <a:xfrm>
            <a:off x="658813" y="1016000"/>
            <a:ext cx="108585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9FA181BE-0F13-4C34-876E-20512F2BFB5C}"/>
              </a:ext>
            </a:extLst>
          </p:cNvPr>
          <p:cNvSpPr/>
          <p:nvPr userDrawn="1"/>
        </p:nvSpPr>
        <p:spPr>
          <a:xfrm>
            <a:off x="403225" y="379193"/>
            <a:ext cx="101600" cy="64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a:extLst>
              <a:ext uri="{FF2B5EF4-FFF2-40B4-BE49-F238E27FC236}">
                <a16:creationId xmlns:a16="http://schemas.microsoft.com/office/drawing/2014/main" id="{E98DE255-12A0-4D4E-A70B-0DE18D49ECC7}"/>
              </a:ext>
            </a:extLst>
          </p:cNvPr>
          <p:cNvGrpSpPr/>
          <p:nvPr userDrawn="1"/>
        </p:nvGrpSpPr>
        <p:grpSpPr>
          <a:xfrm>
            <a:off x="9987330" y="467575"/>
            <a:ext cx="1391400" cy="432133"/>
            <a:chOff x="9987330" y="467575"/>
            <a:chExt cx="1391400" cy="432133"/>
          </a:xfrm>
        </p:grpSpPr>
        <p:sp>
          <p:nvSpPr>
            <p:cNvPr id="51" name="Freeform 270">
              <a:extLst>
                <a:ext uri="{FF2B5EF4-FFF2-40B4-BE49-F238E27FC236}">
                  <a16:creationId xmlns:a16="http://schemas.microsoft.com/office/drawing/2014/main" id="{7D3B129A-9B94-4E85-BEDB-C1EC1722BB89}"/>
                </a:ext>
              </a:extLst>
            </p:cNvPr>
            <p:cNvSpPr>
              <a:spLocks/>
            </p:cNvSpPr>
            <p:nvPr/>
          </p:nvSpPr>
          <p:spPr bwMode="auto">
            <a:xfrm>
              <a:off x="9987330" y="469580"/>
              <a:ext cx="262188" cy="277227"/>
            </a:xfrm>
            <a:custGeom>
              <a:avLst/>
              <a:gdLst>
                <a:gd name="T0" fmla="*/ 441 w 1168"/>
                <a:gd name="T1" fmla="*/ 51 h 1232"/>
                <a:gd name="T2" fmla="*/ 449 w 1168"/>
                <a:gd name="T3" fmla="*/ 189 h 1232"/>
                <a:gd name="T4" fmla="*/ 358 w 1168"/>
                <a:gd name="T5" fmla="*/ 244 h 1232"/>
                <a:gd name="T6" fmla="*/ 240 w 1168"/>
                <a:gd name="T7" fmla="*/ 284 h 1232"/>
                <a:gd name="T8" fmla="*/ 206 w 1168"/>
                <a:gd name="T9" fmla="*/ 384 h 1232"/>
                <a:gd name="T10" fmla="*/ 423 w 1168"/>
                <a:gd name="T11" fmla="*/ 459 h 1232"/>
                <a:gd name="T12" fmla="*/ 436 w 1168"/>
                <a:gd name="T13" fmla="*/ 568 h 1232"/>
                <a:gd name="T14" fmla="*/ 355 w 1168"/>
                <a:gd name="T15" fmla="*/ 509 h 1232"/>
                <a:gd name="T16" fmla="*/ 286 w 1168"/>
                <a:gd name="T17" fmla="*/ 589 h 1232"/>
                <a:gd name="T18" fmla="*/ 178 w 1168"/>
                <a:gd name="T19" fmla="*/ 651 h 1232"/>
                <a:gd name="T20" fmla="*/ 118 w 1168"/>
                <a:gd name="T21" fmla="*/ 686 h 1232"/>
                <a:gd name="T22" fmla="*/ 48 w 1168"/>
                <a:gd name="T23" fmla="*/ 643 h 1232"/>
                <a:gd name="T24" fmla="*/ 2 w 1168"/>
                <a:gd name="T25" fmla="*/ 745 h 1232"/>
                <a:gd name="T26" fmla="*/ 4 w 1168"/>
                <a:gd name="T27" fmla="*/ 967 h 1232"/>
                <a:gd name="T28" fmla="*/ 32 w 1168"/>
                <a:gd name="T29" fmla="*/ 1075 h 1232"/>
                <a:gd name="T30" fmla="*/ 130 w 1168"/>
                <a:gd name="T31" fmla="*/ 1163 h 1232"/>
                <a:gd name="T32" fmla="*/ 157 w 1168"/>
                <a:gd name="T33" fmla="*/ 996 h 1232"/>
                <a:gd name="T34" fmla="*/ 122 w 1168"/>
                <a:gd name="T35" fmla="*/ 855 h 1232"/>
                <a:gd name="T36" fmla="*/ 134 w 1168"/>
                <a:gd name="T37" fmla="*/ 766 h 1232"/>
                <a:gd name="T38" fmla="*/ 278 w 1168"/>
                <a:gd name="T39" fmla="*/ 679 h 1232"/>
                <a:gd name="T40" fmla="*/ 326 w 1168"/>
                <a:gd name="T41" fmla="*/ 763 h 1232"/>
                <a:gd name="T42" fmla="*/ 220 w 1168"/>
                <a:gd name="T43" fmla="*/ 850 h 1232"/>
                <a:gd name="T44" fmla="*/ 328 w 1168"/>
                <a:gd name="T45" fmla="*/ 901 h 1232"/>
                <a:gd name="T46" fmla="*/ 423 w 1168"/>
                <a:gd name="T47" fmla="*/ 879 h 1232"/>
                <a:gd name="T48" fmla="*/ 355 w 1168"/>
                <a:gd name="T49" fmla="*/ 948 h 1232"/>
                <a:gd name="T50" fmla="*/ 323 w 1168"/>
                <a:gd name="T51" fmla="*/ 1076 h 1232"/>
                <a:gd name="T52" fmla="*/ 405 w 1168"/>
                <a:gd name="T53" fmla="*/ 1080 h 1232"/>
                <a:gd name="T54" fmla="*/ 479 w 1168"/>
                <a:gd name="T55" fmla="*/ 1139 h 1232"/>
                <a:gd name="T56" fmla="*/ 535 w 1168"/>
                <a:gd name="T57" fmla="*/ 1232 h 1232"/>
                <a:gd name="T58" fmla="*/ 594 w 1168"/>
                <a:gd name="T59" fmla="*/ 1075 h 1232"/>
                <a:gd name="T60" fmla="*/ 699 w 1168"/>
                <a:gd name="T61" fmla="*/ 985 h 1232"/>
                <a:gd name="T62" fmla="*/ 679 w 1168"/>
                <a:gd name="T63" fmla="*/ 883 h 1232"/>
                <a:gd name="T64" fmla="*/ 761 w 1168"/>
                <a:gd name="T65" fmla="*/ 785 h 1232"/>
                <a:gd name="T66" fmla="*/ 698 w 1168"/>
                <a:gd name="T67" fmla="*/ 686 h 1232"/>
                <a:gd name="T68" fmla="*/ 647 w 1168"/>
                <a:gd name="T69" fmla="*/ 674 h 1232"/>
                <a:gd name="T70" fmla="*/ 761 w 1168"/>
                <a:gd name="T71" fmla="*/ 578 h 1232"/>
                <a:gd name="T72" fmla="*/ 827 w 1168"/>
                <a:gd name="T73" fmla="*/ 580 h 1232"/>
                <a:gd name="T74" fmla="*/ 960 w 1168"/>
                <a:gd name="T75" fmla="*/ 616 h 1232"/>
                <a:gd name="T76" fmla="*/ 987 w 1168"/>
                <a:gd name="T77" fmla="*/ 702 h 1232"/>
                <a:gd name="T78" fmla="*/ 963 w 1168"/>
                <a:gd name="T79" fmla="*/ 887 h 1232"/>
                <a:gd name="T80" fmla="*/ 909 w 1168"/>
                <a:gd name="T81" fmla="*/ 1033 h 1232"/>
                <a:gd name="T82" fmla="*/ 806 w 1168"/>
                <a:gd name="T83" fmla="*/ 1036 h 1232"/>
                <a:gd name="T84" fmla="*/ 856 w 1168"/>
                <a:gd name="T85" fmla="*/ 1151 h 1232"/>
                <a:gd name="T86" fmla="*/ 922 w 1168"/>
                <a:gd name="T87" fmla="*/ 1220 h 1232"/>
                <a:gd name="T88" fmla="*/ 1037 w 1168"/>
                <a:gd name="T89" fmla="*/ 1168 h 1232"/>
                <a:gd name="T90" fmla="*/ 1131 w 1168"/>
                <a:gd name="T91" fmla="*/ 1015 h 1232"/>
                <a:gd name="T92" fmla="*/ 1141 w 1168"/>
                <a:gd name="T93" fmla="*/ 841 h 1232"/>
                <a:gd name="T94" fmla="*/ 1160 w 1168"/>
                <a:gd name="T95" fmla="*/ 687 h 1232"/>
                <a:gd name="T96" fmla="*/ 1149 w 1168"/>
                <a:gd name="T97" fmla="*/ 595 h 1232"/>
                <a:gd name="T98" fmla="*/ 1051 w 1168"/>
                <a:gd name="T99" fmla="*/ 519 h 1232"/>
                <a:gd name="T100" fmla="*/ 966 w 1168"/>
                <a:gd name="T101" fmla="*/ 497 h 1232"/>
                <a:gd name="T102" fmla="*/ 830 w 1168"/>
                <a:gd name="T103" fmla="*/ 496 h 1232"/>
                <a:gd name="T104" fmla="*/ 701 w 1168"/>
                <a:gd name="T105" fmla="*/ 455 h 1232"/>
                <a:gd name="T106" fmla="*/ 614 w 1168"/>
                <a:gd name="T107" fmla="*/ 498 h 1232"/>
                <a:gd name="T108" fmla="*/ 559 w 1168"/>
                <a:gd name="T109" fmla="*/ 526 h 1232"/>
                <a:gd name="T110" fmla="*/ 619 w 1168"/>
                <a:gd name="T111" fmla="*/ 417 h 1232"/>
                <a:gd name="T112" fmla="*/ 820 w 1168"/>
                <a:gd name="T113" fmla="*/ 321 h 1232"/>
                <a:gd name="T114" fmla="*/ 762 w 1168"/>
                <a:gd name="T115" fmla="*/ 187 h 1232"/>
                <a:gd name="T116" fmla="*/ 681 w 1168"/>
                <a:gd name="T117" fmla="*/ 181 h 1232"/>
                <a:gd name="T118" fmla="*/ 581 w 1168"/>
                <a:gd name="T119" fmla="*/ 7 h 1232"/>
                <a:gd name="T120" fmla="*/ 533 w 1168"/>
                <a:gd name="T121" fmla="*/ 3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68" h="1232">
                  <a:moveTo>
                    <a:pt x="507" y="0"/>
                  </a:moveTo>
                  <a:cubicBezTo>
                    <a:pt x="505" y="0"/>
                    <a:pt x="503" y="0"/>
                    <a:pt x="502" y="1"/>
                  </a:cubicBezTo>
                  <a:cubicBezTo>
                    <a:pt x="489" y="3"/>
                    <a:pt x="476" y="7"/>
                    <a:pt x="467" y="14"/>
                  </a:cubicBezTo>
                  <a:cubicBezTo>
                    <a:pt x="456" y="24"/>
                    <a:pt x="449" y="38"/>
                    <a:pt x="441" y="51"/>
                  </a:cubicBezTo>
                  <a:cubicBezTo>
                    <a:pt x="438" y="56"/>
                    <a:pt x="434" y="63"/>
                    <a:pt x="435" y="69"/>
                  </a:cubicBezTo>
                  <a:cubicBezTo>
                    <a:pt x="436" y="83"/>
                    <a:pt x="440" y="97"/>
                    <a:pt x="442" y="111"/>
                  </a:cubicBezTo>
                  <a:cubicBezTo>
                    <a:pt x="444" y="124"/>
                    <a:pt x="446" y="137"/>
                    <a:pt x="447" y="150"/>
                  </a:cubicBezTo>
                  <a:cubicBezTo>
                    <a:pt x="448" y="163"/>
                    <a:pt x="446" y="177"/>
                    <a:pt x="449" y="189"/>
                  </a:cubicBezTo>
                  <a:cubicBezTo>
                    <a:pt x="454" y="211"/>
                    <a:pt x="450" y="226"/>
                    <a:pt x="430" y="235"/>
                  </a:cubicBezTo>
                  <a:cubicBezTo>
                    <a:pt x="428" y="236"/>
                    <a:pt x="425" y="236"/>
                    <a:pt x="422" y="236"/>
                  </a:cubicBezTo>
                  <a:cubicBezTo>
                    <a:pt x="410" y="238"/>
                    <a:pt x="398" y="239"/>
                    <a:pt x="386" y="241"/>
                  </a:cubicBezTo>
                  <a:cubicBezTo>
                    <a:pt x="377" y="242"/>
                    <a:pt x="368" y="243"/>
                    <a:pt x="358" y="244"/>
                  </a:cubicBezTo>
                  <a:cubicBezTo>
                    <a:pt x="355" y="245"/>
                    <a:pt x="350" y="246"/>
                    <a:pt x="345" y="248"/>
                  </a:cubicBezTo>
                  <a:cubicBezTo>
                    <a:pt x="334" y="252"/>
                    <a:pt x="323" y="256"/>
                    <a:pt x="312" y="260"/>
                  </a:cubicBezTo>
                  <a:cubicBezTo>
                    <a:pt x="295" y="265"/>
                    <a:pt x="278" y="271"/>
                    <a:pt x="262" y="276"/>
                  </a:cubicBezTo>
                  <a:cubicBezTo>
                    <a:pt x="254" y="279"/>
                    <a:pt x="247" y="282"/>
                    <a:pt x="240" y="284"/>
                  </a:cubicBezTo>
                  <a:cubicBezTo>
                    <a:pt x="230" y="287"/>
                    <a:pt x="218" y="289"/>
                    <a:pt x="209" y="294"/>
                  </a:cubicBezTo>
                  <a:cubicBezTo>
                    <a:pt x="197" y="300"/>
                    <a:pt x="176" y="298"/>
                    <a:pt x="178" y="320"/>
                  </a:cubicBezTo>
                  <a:cubicBezTo>
                    <a:pt x="179" y="325"/>
                    <a:pt x="179" y="330"/>
                    <a:pt x="179" y="334"/>
                  </a:cubicBezTo>
                  <a:cubicBezTo>
                    <a:pt x="179" y="356"/>
                    <a:pt x="191" y="371"/>
                    <a:pt x="206" y="384"/>
                  </a:cubicBezTo>
                  <a:cubicBezTo>
                    <a:pt x="219" y="394"/>
                    <a:pt x="234" y="402"/>
                    <a:pt x="248" y="410"/>
                  </a:cubicBezTo>
                  <a:cubicBezTo>
                    <a:pt x="269" y="420"/>
                    <a:pt x="290" y="430"/>
                    <a:pt x="311" y="437"/>
                  </a:cubicBezTo>
                  <a:cubicBezTo>
                    <a:pt x="342" y="445"/>
                    <a:pt x="373" y="452"/>
                    <a:pt x="405" y="453"/>
                  </a:cubicBezTo>
                  <a:cubicBezTo>
                    <a:pt x="411" y="453"/>
                    <a:pt x="418" y="456"/>
                    <a:pt x="423" y="459"/>
                  </a:cubicBezTo>
                  <a:cubicBezTo>
                    <a:pt x="426" y="461"/>
                    <a:pt x="425" y="468"/>
                    <a:pt x="425" y="472"/>
                  </a:cubicBezTo>
                  <a:cubicBezTo>
                    <a:pt x="430" y="494"/>
                    <a:pt x="434" y="517"/>
                    <a:pt x="438" y="540"/>
                  </a:cubicBezTo>
                  <a:cubicBezTo>
                    <a:pt x="440" y="547"/>
                    <a:pt x="441" y="554"/>
                    <a:pt x="441" y="560"/>
                  </a:cubicBezTo>
                  <a:cubicBezTo>
                    <a:pt x="441" y="563"/>
                    <a:pt x="437" y="568"/>
                    <a:pt x="436" y="568"/>
                  </a:cubicBezTo>
                  <a:cubicBezTo>
                    <a:pt x="436" y="568"/>
                    <a:pt x="436" y="568"/>
                    <a:pt x="436" y="567"/>
                  </a:cubicBezTo>
                  <a:cubicBezTo>
                    <a:pt x="422" y="565"/>
                    <a:pt x="406" y="565"/>
                    <a:pt x="395" y="557"/>
                  </a:cubicBezTo>
                  <a:cubicBezTo>
                    <a:pt x="384" y="549"/>
                    <a:pt x="378" y="534"/>
                    <a:pt x="370" y="522"/>
                  </a:cubicBezTo>
                  <a:cubicBezTo>
                    <a:pt x="366" y="517"/>
                    <a:pt x="361" y="510"/>
                    <a:pt x="355" y="509"/>
                  </a:cubicBezTo>
                  <a:cubicBezTo>
                    <a:pt x="352" y="508"/>
                    <a:pt x="349" y="508"/>
                    <a:pt x="346" y="508"/>
                  </a:cubicBezTo>
                  <a:cubicBezTo>
                    <a:pt x="329" y="508"/>
                    <a:pt x="307" y="515"/>
                    <a:pt x="301" y="533"/>
                  </a:cubicBezTo>
                  <a:cubicBezTo>
                    <a:pt x="297" y="544"/>
                    <a:pt x="295" y="555"/>
                    <a:pt x="292" y="566"/>
                  </a:cubicBezTo>
                  <a:cubicBezTo>
                    <a:pt x="290" y="574"/>
                    <a:pt x="287" y="581"/>
                    <a:pt x="286" y="589"/>
                  </a:cubicBezTo>
                  <a:cubicBezTo>
                    <a:pt x="284" y="609"/>
                    <a:pt x="282" y="613"/>
                    <a:pt x="262" y="617"/>
                  </a:cubicBezTo>
                  <a:cubicBezTo>
                    <a:pt x="259" y="618"/>
                    <a:pt x="256" y="620"/>
                    <a:pt x="253" y="622"/>
                  </a:cubicBezTo>
                  <a:cubicBezTo>
                    <a:pt x="249" y="624"/>
                    <a:pt x="246" y="627"/>
                    <a:pt x="243" y="628"/>
                  </a:cubicBezTo>
                  <a:cubicBezTo>
                    <a:pt x="219" y="630"/>
                    <a:pt x="199" y="643"/>
                    <a:pt x="178" y="651"/>
                  </a:cubicBezTo>
                  <a:cubicBezTo>
                    <a:pt x="163" y="657"/>
                    <a:pt x="151" y="667"/>
                    <a:pt x="137" y="675"/>
                  </a:cubicBezTo>
                  <a:cubicBezTo>
                    <a:pt x="134" y="677"/>
                    <a:pt x="130" y="677"/>
                    <a:pt x="126" y="678"/>
                  </a:cubicBezTo>
                  <a:cubicBezTo>
                    <a:pt x="123" y="681"/>
                    <a:pt x="120" y="686"/>
                    <a:pt x="118" y="686"/>
                  </a:cubicBezTo>
                  <a:cubicBezTo>
                    <a:pt x="118" y="686"/>
                    <a:pt x="118" y="686"/>
                    <a:pt x="118" y="686"/>
                  </a:cubicBezTo>
                  <a:cubicBezTo>
                    <a:pt x="114" y="686"/>
                    <a:pt x="109" y="683"/>
                    <a:pt x="107" y="680"/>
                  </a:cubicBezTo>
                  <a:cubicBezTo>
                    <a:pt x="97" y="666"/>
                    <a:pt x="87" y="654"/>
                    <a:pt x="70" y="649"/>
                  </a:cubicBezTo>
                  <a:cubicBezTo>
                    <a:pt x="65" y="647"/>
                    <a:pt x="60" y="646"/>
                    <a:pt x="54" y="644"/>
                  </a:cubicBezTo>
                  <a:cubicBezTo>
                    <a:pt x="52" y="644"/>
                    <a:pt x="50" y="643"/>
                    <a:pt x="48" y="643"/>
                  </a:cubicBezTo>
                  <a:cubicBezTo>
                    <a:pt x="38" y="643"/>
                    <a:pt x="26" y="649"/>
                    <a:pt x="22" y="655"/>
                  </a:cubicBezTo>
                  <a:cubicBezTo>
                    <a:pt x="20" y="660"/>
                    <a:pt x="17" y="665"/>
                    <a:pt x="15" y="670"/>
                  </a:cubicBezTo>
                  <a:cubicBezTo>
                    <a:pt x="11" y="680"/>
                    <a:pt x="1" y="686"/>
                    <a:pt x="2" y="699"/>
                  </a:cubicBezTo>
                  <a:cubicBezTo>
                    <a:pt x="4" y="714"/>
                    <a:pt x="2" y="730"/>
                    <a:pt x="2" y="745"/>
                  </a:cubicBezTo>
                  <a:cubicBezTo>
                    <a:pt x="2" y="754"/>
                    <a:pt x="3" y="762"/>
                    <a:pt x="2" y="770"/>
                  </a:cubicBezTo>
                  <a:cubicBezTo>
                    <a:pt x="2" y="797"/>
                    <a:pt x="0" y="824"/>
                    <a:pt x="0" y="850"/>
                  </a:cubicBezTo>
                  <a:cubicBezTo>
                    <a:pt x="0" y="880"/>
                    <a:pt x="1" y="910"/>
                    <a:pt x="2" y="940"/>
                  </a:cubicBezTo>
                  <a:cubicBezTo>
                    <a:pt x="2" y="949"/>
                    <a:pt x="3" y="958"/>
                    <a:pt x="4" y="967"/>
                  </a:cubicBezTo>
                  <a:cubicBezTo>
                    <a:pt x="5" y="983"/>
                    <a:pt x="7" y="998"/>
                    <a:pt x="8" y="1013"/>
                  </a:cubicBezTo>
                  <a:cubicBezTo>
                    <a:pt x="9" y="1018"/>
                    <a:pt x="7" y="1022"/>
                    <a:pt x="8" y="1026"/>
                  </a:cubicBezTo>
                  <a:cubicBezTo>
                    <a:pt x="11" y="1039"/>
                    <a:pt x="14" y="1052"/>
                    <a:pt x="24" y="1062"/>
                  </a:cubicBezTo>
                  <a:cubicBezTo>
                    <a:pt x="28" y="1065"/>
                    <a:pt x="30" y="1070"/>
                    <a:pt x="32" y="1075"/>
                  </a:cubicBezTo>
                  <a:cubicBezTo>
                    <a:pt x="37" y="1084"/>
                    <a:pt x="40" y="1095"/>
                    <a:pt x="46" y="1103"/>
                  </a:cubicBezTo>
                  <a:cubicBezTo>
                    <a:pt x="59" y="1118"/>
                    <a:pt x="73" y="1132"/>
                    <a:pt x="87" y="1147"/>
                  </a:cubicBezTo>
                  <a:cubicBezTo>
                    <a:pt x="95" y="1156"/>
                    <a:pt x="103" y="1167"/>
                    <a:pt x="116" y="1167"/>
                  </a:cubicBezTo>
                  <a:cubicBezTo>
                    <a:pt x="120" y="1167"/>
                    <a:pt x="125" y="1166"/>
                    <a:pt x="130" y="1163"/>
                  </a:cubicBezTo>
                  <a:cubicBezTo>
                    <a:pt x="141" y="1158"/>
                    <a:pt x="149" y="1150"/>
                    <a:pt x="151" y="1137"/>
                  </a:cubicBezTo>
                  <a:cubicBezTo>
                    <a:pt x="152" y="1118"/>
                    <a:pt x="152" y="1097"/>
                    <a:pt x="158" y="1078"/>
                  </a:cubicBezTo>
                  <a:cubicBezTo>
                    <a:pt x="166" y="1055"/>
                    <a:pt x="153" y="1034"/>
                    <a:pt x="156" y="1012"/>
                  </a:cubicBezTo>
                  <a:cubicBezTo>
                    <a:pt x="157" y="1007"/>
                    <a:pt x="158" y="1001"/>
                    <a:pt x="157" y="996"/>
                  </a:cubicBezTo>
                  <a:cubicBezTo>
                    <a:pt x="153" y="974"/>
                    <a:pt x="149" y="952"/>
                    <a:pt x="143" y="931"/>
                  </a:cubicBezTo>
                  <a:cubicBezTo>
                    <a:pt x="138" y="910"/>
                    <a:pt x="123" y="891"/>
                    <a:pt x="128" y="868"/>
                  </a:cubicBezTo>
                  <a:cubicBezTo>
                    <a:pt x="128" y="866"/>
                    <a:pt x="125" y="864"/>
                    <a:pt x="124" y="862"/>
                  </a:cubicBezTo>
                  <a:cubicBezTo>
                    <a:pt x="123" y="860"/>
                    <a:pt x="122" y="858"/>
                    <a:pt x="122" y="855"/>
                  </a:cubicBezTo>
                  <a:cubicBezTo>
                    <a:pt x="122" y="850"/>
                    <a:pt x="122" y="844"/>
                    <a:pt x="122" y="839"/>
                  </a:cubicBezTo>
                  <a:cubicBezTo>
                    <a:pt x="123" y="830"/>
                    <a:pt x="124" y="821"/>
                    <a:pt x="125" y="812"/>
                  </a:cubicBezTo>
                  <a:cubicBezTo>
                    <a:pt x="125" y="806"/>
                    <a:pt x="125" y="799"/>
                    <a:pt x="126" y="792"/>
                  </a:cubicBezTo>
                  <a:cubicBezTo>
                    <a:pt x="128" y="783"/>
                    <a:pt x="129" y="774"/>
                    <a:pt x="134" y="766"/>
                  </a:cubicBezTo>
                  <a:cubicBezTo>
                    <a:pt x="137" y="759"/>
                    <a:pt x="144" y="753"/>
                    <a:pt x="150" y="747"/>
                  </a:cubicBezTo>
                  <a:cubicBezTo>
                    <a:pt x="161" y="736"/>
                    <a:pt x="172" y="724"/>
                    <a:pt x="184" y="715"/>
                  </a:cubicBezTo>
                  <a:cubicBezTo>
                    <a:pt x="200" y="705"/>
                    <a:pt x="219" y="699"/>
                    <a:pt x="235" y="690"/>
                  </a:cubicBezTo>
                  <a:cubicBezTo>
                    <a:pt x="249" y="682"/>
                    <a:pt x="263" y="680"/>
                    <a:pt x="278" y="679"/>
                  </a:cubicBezTo>
                  <a:cubicBezTo>
                    <a:pt x="283" y="679"/>
                    <a:pt x="290" y="683"/>
                    <a:pt x="293" y="686"/>
                  </a:cubicBezTo>
                  <a:cubicBezTo>
                    <a:pt x="308" y="701"/>
                    <a:pt x="323" y="716"/>
                    <a:pt x="337" y="732"/>
                  </a:cubicBezTo>
                  <a:cubicBezTo>
                    <a:pt x="340" y="736"/>
                    <a:pt x="342" y="744"/>
                    <a:pt x="340" y="748"/>
                  </a:cubicBezTo>
                  <a:cubicBezTo>
                    <a:pt x="338" y="754"/>
                    <a:pt x="332" y="760"/>
                    <a:pt x="326" y="763"/>
                  </a:cubicBezTo>
                  <a:cubicBezTo>
                    <a:pt x="314" y="768"/>
                    <a:pt x="302" y="772"/>
                    <a:pt x="290" y="777"/>
                  </a:cubicBezTo>
                  <a:cubicBezTo>
                    <a:pt x="283" y="780"/>
                    <a:pt x="274" y="783"/>
                    <a:pt x="269" y="789"/>
                  </a:cubicBezTo>
                  <a:cubicBezTo>
                    <a:pt x="256" y="802"/>
                    <a:pt x="244" y="816"/>
                    <a:pt x="232" y="831"/>
                  </a:cubicBezTo>
                  <a:cubicBezTo>
                    <a:pt x="228" y="837"/>
                    <a:pt x="222" y="842"/>
                    <a:pt x="220" y="850"/>
                  </a:cubicBezTo>
                  <a:cubicBezTo>
                    <a:pt x="214" y="870"/>
                    <a:pt x="229" y="893"/>
                    <a:pt x="250" y="899"/>
                  </a:cubicBezTo>
                  <a:cubicBezTo>
                    <a:pt x="264" y="902"/>
                    <a:pt x="277" y="907"/>
                    <a:pt x="288" y="910"/>
                  </a:cubicBezTo>
                  <a:cubicBezTo>
                    <a:pt x="295" y="908"/>
                    <a:pt x="301" y="904"/>
                    <a:pt x="307" y="903"/>
                  </a:cubicBezTo>
                  <a:cubicBezTo>
                    <a:pt x="314" y="902"/>
                    <a:pt x="321" y="902"/>
                    <a:pt x="328" y="901"/>
                  </a:cubicBezTo>
                  <a:cubicBezTo>
                    <a:pt x="336" y="900"/>
                    <a:pt x="345" y="898"/>
                    <a:pt x="353" y="896"/>
                  </a:cubicBezTo>
                  <a:cubicBezTo>
                    <a:pt x="357" y="896"/>
                    <a:pt x="360" y="895"/>
                    <a:pt x="364" y="894"/>
                  </a:cubicBezTo>
                  <a:cubicBezTo>
                    <a:pt x="374" y="891"/>
                    <a:pt x="385" y="888"/>
                    <a:pt x="396" y="885"/>
                  </a:cubicBezTo>
                  <a:cubicBezTo>
                    <a:pt x="405" y="883"/>
                    <a:pt x="414" y="882"/>
                    <a:pt x="423" y="879"/>
                  </a:cubicBezTo>
                  <a:cubicBezTo>
                    <a:pt x="435" y="877"/>
                    <a:pt x="447" y="873"/>
                    <a:pt x="461" y="870"/>
                  </a:cubicBezTo>
                  <a:cubicBezTo>
                    <a:pt x="461" y="890"/>
                    <a:pt x="446" y="895"/>
                    <a:pt x="436" y="902"/>
                  </a:cubicBezTo>
                  <a:cubicBezTo>
                    <a:pt x="416" y="914"/>
                    <a:pt x="395" y="921"/>
                    <a:pt x="374" y="932"/>
                  </a:cubicBezTo>
                  <a:cubicBezTo>
                    <a:pt x="367" y="936"/>
                    <a:pt x="360" y="942"/>
                    <a:pt x="355" y="948"/>
                  </a:cubicBezTo>
                  <a:cubicBezTo>
                    <a:pt x="349" y="954"/>
                    <a:pt x="347" y="963"/>
                    <a:pt x="341" y="967"/>
                  </a:cubicBezTo>
                  <a:cubicBezTo>
                    <a:pt x="317" y="981"/>
                    <a:pt x="308" y="1004"/>
                    <a:pt x="300" y="1028"/>
                  </a:cubicBezTo>
                  <a:cubicBezTo>
                    <a:pt x="297" y="1036"/>
                    <a:pt x="296" y="1046"/>
                    <a:pt x="297" y="1054"/>
                  </a:cubicBezTo>
                  <a:cubicBezTo>
                    <a:pt x="299" y="1068"/>
                    <a:pt x="311" y="1072"/>
                    <a:pt x="323" y="1076"/>
                  </a:cubicBezTo>
                  <a:cubicBezTo>
                    <a:pt x="333" y="1078"/>
                    <a:pt x="344" y="1079"/>
                    <a:pt x="355" y="1080"/>
                  </a:cubicBezTo>
                  <a:cubicBezTo>
                    <a:pt x="365" y="1082"/>
                    <a:pt x="374" y="1084"/>
                    <a:pt x="384" y="1084"/>
                  </a:cubicBezTo>
                  <a:cubicBezTo>
                    <a:pt x="384" y="1084"/>
                    <a:pt x="384" y="1084"/>
                    <a:pt x="385" y="1084"/>
                  </a:cubicBezTo>
                  <a:cubicBezTo>
                    <a:pt x="391" y="1084"/>
                    <a:pt x="398" y="1081"/>
                    <a:pt x="405" y="1080"/>
                  </a:cubicBezTo>
                  <a:cubicBezTo>
                    <a:pt x="423" y="1078"/>
                    <a:pt x="441" y="1077"/>
                    <a:pt x="459" y="1074"/>
                  </a:cubicBezTo>
                  <a:cubicBezTo>
                    <a:pt x="461" y="1074"/>
                    <a:pt x="463" y="1074"/>
                    <a:pt x="464" y="1074"/>
                  </a:cubicBezTo>
                  <a:cubicBezTo>
                    <a:pt x="472" y="1074"/>
                    <a:pt x="476" y="1078"/>
                    <a:pt x="476" y="1088"/>
                  </a:cubicBezTo>
                  <a:cubicBezTo>
                    <a:pt x="477" y="1105"/>
                    <a:pt x="478" y="1122"/>
                    <a:pt x="479" y="1139"/>
                  </a:cubicBezTo>
                  <a:cubicBezTo>
                    <a:pt x="479" y="1142"/>
                    <a:pt x="480" y="1145"/>
                    <a:pt x="481" y="1147"/>
                  </a:cubicBezTo>
                  <a:cubicBezTo>
                    <a:pt x="487" y="1163"/>
                    <a:pt x="492" y="1179"/>
                    <a:pt x="499" y="1194"/>
                  </a:cubicBezTo>
                  <a:cubicBezTo>
                    <a:pt x="504" y="1205"/>
                    <a:pt x="511" y="1215"/>
                    <a:pt x="520" y="1224"/>
                  </a:cubicBezTo>
                  <a:cubicBezTo>
                    <a:pt x="524" y="1228"/>
                    <a:pt x="529" y="1232"/>
                    <a:pt x="535" y="1232"/>
                  </a:cubicBezTo>
                  <a:cubicBezTo>
                    <a:pt x="538" y="1232"/>
                    <a:pt x="541" y="1231"/>
                    <a:pt x="544" y="1229"/>
                  </a:cubicBezTo>
                  <a:cubicBezTo>
                    <a:pt x="554" y="1223"/>
                    <a:pt x="567" y="1216"/>
                    <a:pt x="571" y="1203"/>
                  </a:cubicBezTo>
                  <a:cubicBezTo>
                    <a:pt x="579" y="1180"/>
                    <a:pt x="587" y="1157"/>
                    <a:pt x="591" y="1133"/>
                  </a:cubicBezTo>
                  <a:cubicBezTo>
                    <a:pt x="595" y="1114"/>
                    <a:pt x="593" y="1094"/>
                    <a:pt x="594" y="1075"/>
                  </a:cubicBezTo>
                  <a:cubicBezTo>
                    <a:pt x="594" y="1065"/>
                    <a:pt x="595" y="1055"/>
                    <a:pt x="597" y="1046"/>
                  </a:cubicBezTo>
                  <a:cubicBezTo>
                    <a:pt x="599" y="1038"/>
                    <a:pt x="604" y="1029"/>
                    <a:pt x="610" y="1025"/>
                  </a:cubicBezTo>
                  <a:cubicBezTo>
                    <a:pt x="622" y="1018"/>
                    <a:pt x="635" y="1013"/>
                    <a:pt x="648" y="1007"/>
                  </a:cubicBezTo>
                  <a:cubicBezTo>
                    <a:pt x="665" y="1000"/>
                    <a:pt x="682" y="993"/>
                    <a:pt x="699" y="985"/>
                  </a:cubicBezTo>
                  <a:cubicBezTo>
                    <a:pt x="704" y="983"/>
                    <a:pt x="709" y="979"/>
                    <a:pt x="714" y="975"/>
                  </a:cubicBezTo>
                  <a:cubicBezTo>
                    <a:pt x="729" y="963"/>
                    <a:pt x="735" y="947"/>
                    <a:pt x="738" y="929"/>
                  </a:cubicBezTo>
                  <a:cubicBezTo>
                    <a:pt x="739" y="920"/>
                    <a:pt x="741" y="909"/>
                    <a:pt x="732" y="902"/>
                  </a:cubicBezTo>
                  <a:cubicBezTo>
                    <a:pt x="717" y="889"/>
                    <a:pt x="697" y="888"/>
                    <a:pt x="679" y="883"/>
                  </a:cubicBezTo>
                  <a:cubicBezTo>
                    <a:pt x="671" y="880"/>
                    <a:pt x="662" y="878"/>
                    <a:pt x="654" y="875"/>
                  </a:cubicBezTo>
                  <a:cubicBezTo>
                    <a:pt x="659" y="867"/>
                    <a:pt x="662" y="858"/>
                    <a:pt x="669" y="852"/>
                  </a:cubicBezTo>
                  <a:cubicBezTo>
                    <a:pt x="685" y="839"/>
                    <a:pt x="703" y="827"/>
                    <a:pt x="720" y="814"/>
                  </a:cubicBezTo>
                  <a:cubicBezTo>
                    <a:pt x="734" y="805"/>
                    <a:pt x="748" y="796"/>
                    <a:pt x="761" y="785"/>
                  </a:cubicBezTo>
                  <a:cubicBezTo>
                    <a:pt x="788" y="764"/>
                    <a:pt x="786" y="719"/>
                    <a:pt x="757" y="700"/>
                  </a:cubicBezTo>
                  <a:cubicBezTo>
                    <a:pt x="749" y="694"/>
                    <a:pt x="738" y="691"/>
                    <a:pt x="727" y="688"/>
                  </a:cubicBezTo>
                  <a:cubicBezTo>
                    <a:pt x="718" y="686"/>
                    <a:pt x="708" y="686"/>
                    <a:pt x="698" y="686"/>
                  </a:cubicBezTo>
                  <a:cubicBezTo>
                    <a:pt x="698" y="686"/>
                    <a:pt x="698" y="686"/>
                    <a:pt x="698" y="686"/>
                  </a:cubicBezTo>
                  <a:cubicBezTo>
                    <a:pt x="692" y="686"/>
                    <a:pt x="687" y="687"/>
                    <a:pt x="682" y="688"/>
                  </a:cubicBezTo>
                  <a:cubicBezTo>
                    <a:pt x="674" y="689"/>
                    <a:pt x="666" y="691"/>
                    <a:pt x="659" y="691"/>
                  </a:cubicBezTo>
                  <a:cubicBezTo>
                    <a:pt x="652" y="691"/>
                    <a:pt x="646" y="690"/>
                    <a:pt x="640" y="686"/>
                  </a:cubicBezTo>
                  <a:cubicBezTo>
                    <a:pt x="642" y="682"/>
                    <a:pt x="645" y="678"/>
                    <a:pt x="647" y="674"/>
                  </a:cubicBezTo>
                  <a:cubicBezTo>
                    <a:pt x="655" y="660"/>
                    <a:pt x="665" y="651"/>
                    <a:pt x="677" y="641"/>
                  </a:cubicBezTo>
                  <a:cubicBezTo>
                    <a:pt x="699" y="622"/>
                    <a:pt x="719" y="602"/>
                    <a:pt x="740" y="583"/>
                  </a:cubicBezTo>
                  <a:cubicBezTo>
                    <a:pt x="744" y="579"/>
                    <a:pt x="749" y="577"/>
                    <a:pt x="754" y="577"/>
                  </a:cubicBezTo>
                  <a:cubicBezTo>
                    <a:pt x="756" y="577"/>
                    <a:pt x="758" y="577"/>
                    <a:pt x="761" y="578"/>
                  </a:cubicBezTo>
                  <a:cubicBezTo>
                    <a:pt x="770" y="581"/>
                    <a:pt x="780" y="583"/>
                    <a:pt x="790" y="583"/>
                  </a:cubicBezTo>
                  <a:cubicBezTo>
                    <a:pt x="791" y="583"/>
                    <a:pt x="791" y="583"/>
                    <a:pt x="791" y="583"/>
                  </a:cubicBezTo>
                  <a:cubicBezTo>
                    <a:pt x="797" y="583"/>
                    <a:pt x="803" y="582"/>
                    <a:pt x="809" y="581"/>
                  </a:cubicBezTo>
                  <a:cubicBezTo>
                    <a:pt x="815" y="580"/>
                    <a:pt x="821" y="580"/>
                    <a:pt x="827" y="580"/>
                  </a:cubicBezTo>
                  <a:cubicBezTo>
                    <a:pt x="827" y="580"/>
                    <a:pt x="827" y="580"/>
                    <a:pt x="827" y="580"/>
                  </a:cubicBezTo>
                  <a:cubicBezTo>
                    <a:pt x="837" y="580"/>
                    <a:pt x="846" y="582"/>
                    <a:pt x="855" y="584"/>
                  </a:cubicBezTo>
                  <a:cubicBezTo>
                    <a:pt x="870" y="587"/>
                    <a:pt x="886" y="590"/>
                    <a:pt x="901" y="594"/>
                  </a:cubicBezTo>
                  <a:cubicBezTo>
                    <a:pt x="921" y="601"/>
                    <a:pt x="940" y="608"/>
                    <a:pt x="960" y="616"/>
                  </a:cubicBezTo>
                  <a:cubicBezTo>
                    <a:pt x="970" y="620"/>
                    <a:pt x="979" y="625"/>
                    <a:pt x="988" y="631"/>
                  </a:cubicBezTo>
                  <a:cubicBezTo>
                    <a:pt x="990" y="632"/>
                    <a:pt x="991" y="636"/>
                    <a:pt x="991" y="639"/>
                  </a:cubicBezTo>
                  <a:cubicBezTo>
                    <a:pt x="990" y="658"/>
                    <a:pt x="995" y="679"/>
                    <a:pt x="987" y="698"/>
                  </a:cubicBezTo>
                  <a:cubicBezTo>
                    <a:pt x="987" y="699"/>
                    <a:pt x="987" y="701"/>
                    <a:pt x="987" y="702"/>
                  </a:cubicBezTo>
                  <a:cubicBezTo>
                    <a:pt x="987" y="713"/>
                    <a:pt x="989" y="725"/>
                    <a:pt x="988" y="736"/>
                  </a:cubicBezTo>
                  <a:cubicBezTo>
                    <a:pt x="987" y="749"/>
                    <a:pt x="982" y="761"/>
                    <a:pt x="980" y="774"/>
                  </a:cubicBezTo>
                  <a:cubicBezTo>
                    <a:pt x="978" y="786"/>
                    <a:pt x="978" y="799"/>
                    <a:pt x="977" y="811"/>
                  </a:cubicBezTo>
                  <a:cubicBezTo>
                    <a:pt x="974" y="837"/>
                    <a:pt x="971" y="862"/>
                    <a:pt x="963" y="887"/>
                  </a:cubicBezTo>
                  <a:cubicBezTo>
                    <a:pt x="957" y="906"/>
                    <a:pt x="949" y="924"/>
                    <a:pt x="942" y="943"/>
                  </a:cubicBezTo>
                  <a:cubicBezTo>
                    <a:pt x="937" y="957"/>
                    <a:pt x="931" y="970"/>
                    <a:pt x="928" y="984"/>
                  </a:cubicBezTo>
                  <a:cubicBezTo>
                    <a:pt x="925" y="993"/>
                    <a:pt x="920" y="1002"/>
                    <a:pt x="921" y="1014"/>
                  </a:cubicBezTo>
                  <a:cubicBezTo>
                    <a:pt x="922" y="1021"/>
                    <a:pt x="919" y="1033"/>
                    <a:pt x="909" y="1033"/>
                  </a:cubicBezTo>
                  <a:cubicBezTo>
                    <a:pt x="899" y="1034"/>
                    <a:pt x="888" y="1035"/>
                    <a:pt x="878" y="1035"/>
                  </a:cubicBezTo>
                  <a:cubicBezTo>
                    <a:pt x="871" y="1035"/>
                    <a:pt x="863" y="1035"/>
                    <a:pt x="856" y="1033"/>
                  </a:cubicBezTo>
                  <a:cubicBezTo>
                    <a:pt x="850" y="1031"/>
                    <a:pt x="844" y="1030"/>
                    <a:pt x="838" y="1030"/>
                  </a:cubicBezTo>
                  <a:cubicBezTo>
                    <a:pt x="827" y="1030"/>
                    <a:pt x="816" y="1033"/>
                    <a:pt x="806" y="1036"/>
                  </a:cubicBezTo>
                  <a:cubicBezTo>
                    <a:pt x="803" y="1037"/>
                    <a:pt x="799" y="1040"/>
                    <a:pt x="798" y="1042"/>
                  </a:cubicBezTo>
                  <a:cubicBezTo>
                    <a:pt x="797" y="1054"/>
                    <a:pt x="796" y="1065"/>
                    <a:pt x="797" y="1076"/>
                  </a:cubicBezTo>
                  <a:cubicBezTo>
                    <a:pt x="798" y="1083"/>
                    <a:pt x="801" y="1092"/>
                    <a:pt x="806" y="1097"/>
                  </a:cubicBezTo>
                  <a:cubicBezTo>
                    <a:pt x="822" y="1116"/>
                    <a:pt x="840" y="1133"/>
                    <a:pt x="856" y="1151"/>
                  </a:cubicBezTo>
                  <a:cubicBezTo>
                    <a:pt x="862" y="1157"/>
                    <a:pt x="866" y="1164"/>
                    <a:pt x="871" y="1170"/>
                  </a:cubicBezTo>
                  <a:cubicBezTo>
                    <a:pt x="880" y="1182"/>
                    <a:pt x="889" y="1194"/>
                    <a:pt x="900" y="1205"/>
                  </a:cubicBezTo>
                  <a:cubicBezTo>
                    <a:pt x="906" y="1212"/>
                    <a:pt x="914" y="1220"/>
                    <a:pt x="922" y="1220"/>
                  </a:cubicBezTo>
                  <a:cubicBezTo>
                    <a:pt x="922" y="1220"/>
                    <a:pt x="922" y="1220"/>
                    <a:pt x="922" y="1220"/>
                  </a:cubicBezTo>
                  <a:cubicBezTo>
                    <a:pt x="936" y="1220"/>
                    <a:pt x="950" y="1215"/>
                    <a:pt x="964" y="1211"/>
                  </a:cubicBezTo>
                  <a:cubicBezTo>
                    <a:pt x="983" y="1206"/>
                    <a:pt x="997" y="1190"/>
                    <a:pt x="1017" y="1186"/>
                  </a:cubicBezTo>
                  <a:cubicBezTo>
                    <a:pt x="1018" y="1186"/>
                    <a:pt x="1019" y="1185"/>
                    <a:pt x="1020" y="1184"/>
                  </a:cubicBezTo>
                  <a:cubicBezTo>
                    <a:pt x="1023" y="1175"/>
                    <a:pt x="1030" y="1171"/>
                    <a:pt x="1037" y="1168"/>
                  </a:cubicBezTo>
                  <a:cubicBezTo>
                    <a:pt x="1044" y="1165"/>
                    <a:pt x="1050" y="1161"/>
                    <a:pt x="1056" y="1156"/>
                  </a:cubicBezTo>
                  <a:cubicBezTo>
                    <a:pt x="1069" y="1144"/>
                    <a:pt x="1080" y="1130"/>
                    <a:pt x="1094" y="1119"/>
                  </a:cubicBezTo>
                  <a:cubicBezTo>
                    <a:pt x="1107" y="1107"/>
                    <a:pt x="1111" y="1092"/>
                    <a:pt x="1115" y="1076"/>
                  </a:cubicBezTo>
                  <a:cubicBezTo>
                    <a:pt x="1120" y="1056"/>
                    <a:pt x="1125" y="1035"/>
                    <a:pt x="1131" y="1015"/>
                  </a:cubicBezTo>
                  <a:cubicBezTo>
                    <a:pt x="1135" y="1004"/>
                    <a:pt x="1136" y="992"/>
                    <a:pt x="1134" y="980"/>
                  </a:cubicBezTo>
                  <a:cubicBezTo>
                    <a:pt x="1134" y="979"/>
                    <a:pt x="1134" y="977"/>
                    <a:pt x="1134" y="976"/>
                  </a:cubicBezTo>
                  <a:cubicBezTo>
                    <a:pt x="1136" y="954"/>
                    <a:pt x="1138" y="931"/>
                    <a:pt x="1139" y="908"/>
                  </a:cubicBezTo>
                  <a:cubicBezTo>
                    <a:pt x="1140" y="886"/>
                    <a:pt x="1140" y="864"/>
                    <a:pt x="1141" y="841"/>
                  </a:cubicBezTo>
                  <a:cubicBezTo>
                    <a:pt x="1141" y="821"/>
                    <a:pt x="1143" y="800"/>
                    <a:pt x="1144" y="779"/>
                  </a:cubicBezTo>
                  <a:cubicBezTo>
                    <a:pt x="1145" y="772"/>
                    <a:pt x="1147" y="765"/>
                    <a:pt x="1148" y="758"/>
                  </a:cubicBezTo>
                  <a:cubicBezTo>
                    <a:pt x="1149" y="744"/>
                    <a:pt x="1150" y="730"/>
                    <a:pt x="1152" y="717"/>
                  </a:cubicBezTo>
                  <a:cubicBezTo>
                    <a:pt x="1153" y="706"/>
                    <a:pt x="1155" y="695"/>
                    <a:pt x="1160" y="687"/>
                  </a:cubicBezTo>
                  <a:cubicBezTo>
                    <a:pt x="1168" y="675"/>
                    <a:pt x="1167" y="662"/>
                    <a:pt x="1165" y="650"/>
                  </a:cubicBezTo>
                  <a:cubicBezTo>
                    <a:pt x="1163" y="637"/>
                    <a:pt x="1164" y="622"/>
                    <a:pt x="1153" y="611"/>
                  </a:cubicBezTo>
                  <a:cubicBezTo>
                    <a:pt x="1152" y="610"/>
                    <a:pt x="1153" y="607"/>
                    <a:pt x="1153" y="605"/>
                  </a:cubicBezTo>
                  <a:cubicBezTo>
                    <a:pt x="1152" y="601"/>
                    <a:pt x="1151" y="597"/>
                    <a:pt x="1149" y="595"/>
                  </a:cubicBezTo>
                  <a:cubicBezTo>
                    <a:pt x="1137" y="579"/>
                    <a:pt x="1127" y="562"/>
                    <a:pt x="1108" y="555"/>
                  </a:cubicBezTo>
                  <a:cubicBezTo>
                    <a:pt x="1107" y="554"/>
                    <a:pt x="1106" y="553"/>
                    <a:pt x="1105" y="552"/>
                  </a:cubicBezTo>
                  <a:cubicBezTo>
                    <a:pt x="1094" y="537"/>
                    <a:pt x="1081" y="526"/>
                    <a:pt x="1061" y="526"/>
                  </a:cubicBezTo>
                  <a:cubicBezTo>
                    <a:pt x="1057" y="525"/>
                    <a:pt x="1054" y="521"/>
                    <a:pt x="1051" y="519"/>
                  </a:cubicBezTo>
                  <a:cubicBezTo>
                    <a:pt x="1050" y="518"/>
                    <a:pt x="1049" y="517"/>
                    <a:pt x="1048" y="517"/>
                  </a:cubicBezTo>
                  <a:cubicBezTo>
                    <a:pt x="1030" y="511"/>
                    <a:pt x="1012" y="506"/>
                    <a:pt x="994" y="501"/>
                  </a:cubicBezTo>
                  <a:cubicBezTo>
                    <a:pt x="985" y="499"/>
                    <a:pt x="976" y="498"/>
                    <a:pt x="967" y="497"/>
                  </a:cubicBezTo>
                  <a:cubicBezTo>
                    <a:pt x="967" y="497"/>
                    <a:pt x="966" y="497"/>
                    <a:pt x="966" y="497"/>
                  </a:cubicBezTo>
                  <a:cubicBezTo>
                    <a:pt x="959" y="497"/>
                    <a:pt x="952" y="499"/>
                    <a:pt x="945" y="499"/>
                  </a:cubicBezTo>
                  <a:cubicBezTo>
                    <a:pt x="933" y="499"/>
                    <a:pt x="921" y="499"/>
                    <a:pt x="909" y="499"/>
                  </a:cubicBezTo>
                  <a:cubicBezTo>
                    <a:pt x="899" y="499"/>
                    <a:pt x="889" y="499"/>
                    <a:pt x="879" y="499"/>
                  </a:cubicBezTo>
                  <a:cubicBezTo>
                    <a:pt x="863" y="499"/>
                    <a:pt x="846" y="497"/>
                    <a:pt x="830" y="496"/>
                  </a:cubicBezTo>
                  <a:cubicBezTo>
                    <a:pt x="825" y="496"/>
                    <a:pt x="821" y="494"/>
                    <a:pt x="817" y="493"/>
                  </a:cubicBezTo>
                  <a:cubicBezTo>
                    <a:pt x="811" y="491"/>
                    <a:pt x="805" y="488"/>
                    <a:pt x="798" y="486"/>
                  </a:cubicBezTo>
                  <a:cubicBezTo>
                    <a:pt x="784" y="481"/>
                    <a:pt x="768" y="480"/>
                    <a:pt x="757" y="471"/>
                  </a:cubicBezTo>
                  <a:cubicBezTo>
                    <a:pt x="740" y="457"/>
                    <a:pt x="721" y="455"/>
                    <a:pt x="701" y="455"/>
                  </a:cubicBezTo>
                  <a:cubicBezTo>
                    <a:pt x="701" y="455"/>
                    <a:pt x="700" y="455"/>
                    <a:pt x="700" y="455"/>
                  </a:cubicBezTo>
                  <a:cubicBezTo>
                    <a:pt x="682" y="455"/>
                    <a:pt x="666" y="464"/>
                    <a:pt x="648" y="467"/>
                  </a:cubicBezTo>
                  <a:cubicBezTo>
                    <a:pt x="639" y="469"/>
                    <a:pt x="630" y="471"/>
                    <a:pt x="624" y="479"/>
                  </a:cubicBezTo>
                  <a:cubicBezTo>
                    <a:pt x="620" y="485"/>
                    <a:pt x="618" y="492"/>
                    <a:pt x="614" y="498"/>
                  </a:cubicBezTo>
                  <a:cubicBezTo>
                    <a:pt x="611" y="502"/>
                    <a:pt x="608" y="505"/>
                    <a:pt x="604" y="508"/>
                  </a:cubicBezTo>
                  <a:cubicBezTo>
                    <a:pt x="596" y="515"/>
                    <a:pt x="588" y="522"/>
                    <a:pt x="578" y="528"/>
                  </a:cubicBezTo>
                  <a:cubicBezTo>
                    <a:pt x="575" y="529"/>
                    <a:pt x="571" y="531"/>
                    <a:pt x="567" y="531"/>
                  </a:cubicBezTo>
                  <a:cubicBezTo>
                    <a:pt x="564" y="531"/>
                    <a:pt x="561" y="530"/>
                    <a:pt x="559" y="526"/>
                  </a:cubicBezTo>
                  <a:cubicBezTo>
                    <a:pt x="556" y="518"/>
                    <a:pt x="554" y="506"/>
                    <a:pt x="558" y="500"/>
                  </a:cubicBezTo>
                  <a:cubicBezTo>
                    <a:pt x="565" y="488"/>
                    <a:pt x="576" y="478"/>
                    <a:pt x="586" y="469"/>
                  </a:cubicBezTo>
                  <a:cubicBezTo>
                    <a:pt x="594" y="462"/>
                    <a:pt x="599" y="455"/>
                    <a:pt x="601" y="445"/>
                  </a:cubicBezTo>
                  <a:cubicBezTo>
                    <a:pt x="603" y="433"/>
                    <a:pt x="607" y="422"/>
                    <a:pt x="619" y="417"/>
                  </a:cubicBezTo>
                  <a:cubicBezTo>
                    <a:pt x="630" y="413"/>
                    <a:pt x="643" y="411"/>
                    <a:pt x="654" y="406"/>
                  </a:cubicBezTo>
                  <a:cubicBezTo>
                    <a:pt x="672" y="399"/>
                    <a:pt x="689" y="389"/>
                    <a:pt x="707" y="382"/>
                  </a:cubicBezTo>
                  <a:cubicBezTo>
                    <a:pt x="735" y="372"/>
                    <a:pt x="765" y="368"/>
                    <a:pt x="789" y="348"/>
                  </a:cubicBezTo>
                  <a:cubicBezTo>
                    <a:pt x="800" y="340"/>
                    <a:pt x="811" y="331"/>
                    <a:pt x="820" y="321"/>
                  </a:cubicBezTo>
                  <a:cubicBezTo>
                    <a:pt x="836" y="303"/>
                    <a:pt x="836" y="280"/>
                    <a:pt x="833" y="258"/>
                  </a:cubicBezTo>
                  <a:cubicBezTo>
                    <a:pt x="831" y="245"/>
                    <a:pt x="826" y="231"/>
                    <a:pt x="809" y="224"/>
                  </a:cubicBezTo>
                  <a:cubicBezTo>
                    <a:pt x="793" y="218"/>
                    <a:pt x="777" y="211"/>
                    <a:pt x="771" y="192"/>
                  </a:cubicBezTo>
                  <a:cubicBezTo>
                    <a:pt x="770" y="190"/>
                    <a:pt x="766" y="187"/>
                    <a:pt x="762" y="187"/>
                  </a:cubicBezTo>
                  <a:cubicBezTo>
                    <a:pt x="762" y="187"/>
                    <a:pt x="762" y="187"/>
                    <a:pt x="762" y="187"/>
                  </a:cubicBezTo>
                  <a:cubicBezTo>
                    <a:pt x="739" y="188"/>
                    <a:pt x="715" y="188"/>
                    <a:pt x="691" y="191"/>
                  </a:cubicBezTo>
                  <a:cubicBezTo>
                    <a:pt x="690" y="191"/>
                    <a:pt x="689" y="191"/>
                    <a:pt x="688" y="191"/>
                  </a:cubicBezTo>
                  <a:cubicBezTo>
                    <a:pt x="682" y="191"/>
                    <a:pt x="680" y="188"/>
                    <a:pt x="681" y="181"/>
                  </a:cubicBezTo>
                  <a:cubicBezTo>
                    <a:pt x="682" y="169"/>
                    <a:pt x="684" y="156"/>
                    <a:pt x="686" y="144"/>
                  </a:cubicBezTo>
                  <a:cubicBezTo>
                    <a:pt x="690" y="125"/>
                    <a:pt x="695" y="108"/>
                    <a:pt x="690" y="88"/>
                  </a:cubicBezTo>
                  <a:cubicBezTo>
                    <a:pt x="681" y="54"/>
                    <a:pt x="660" y="31"/>
                    <a:pt x="629" y="18"/>
                  </a:cubicBezTo>
                  <a:cubicBezTo>
                    <a:pt x="614" y="11"/>
                    <a:pt x="597" y="10"/>
                    <a:pt x="581" y="7"/>
                  </a:cubicBezTo>
                  <a:cubicBezTo>
                    <a:pt x="570" y="5"/>
                    <a:pt x="560" y="4"/>
                    <a:pt x="549" y="3"/>
                  </a:cubicBezTo>
                  <a:cubicBezTo>
                    <a:pt x="547" y="3"/>
                    <a:pt x="545" y="3"/>
                    <a:pt x="543" y="3"/>
                  </a:cubicBezTo>
                  <a:cubicBezTo>
                    <a:pt x="541" y="3"/>
                    <a:pt x="540" y="3"/>
                    <a:pt x="538" y="3"/>
                  </a:cubicBezTo>
                  <a:cubicBezTo>
                    <a:pt x="536" y="3"/>
                    <a:pt x="535" y="3"/>
                    <a:pt x="533" y="3"/>
                  </a:cubicBezTo>
                  <a:cubicBezTo>
                    <a:pt x="531" y="3"/>
                    <a:pt x="529" y="3"/>
                    <a:pt x="527" y="2"/>
                  </a:cubicBezTo>
                  <a:cubicBezTo>
                    <a:pt x="520" y="2"/>
                    <a:pt x="513" y="0"/>
                    <a:pt x="50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2" name="Freeform 271">
              <a:extLst>
                <a:ext uri="{FF2B5EF4-FFF2-40B4-BE49-F238E27FC236}">
                  <a16:creationId xmlns:a16="http://schemas.microsoft.com/office/drawing/2014/main" id="{B667285F-E0B5-413F-ADAE-BC1C4F3A2609}"/>
                </a:ext>
              </a:extLst>
            </p:cNvPr>
            <p:cNvSpPr>
              <a:spLocks/>
            </p:cNvSpPr>
            <p:nvPr/>
          </p:nvSpPr>
          <p:spPr bwMode="auto">
            <a:xfrm>
              <a:off x="10496917" y="486876"/>
              <a:ext cx="185988" cy="242637"/>
            </a:xfrm>
            <a:custGeom>
              <a:avLst/>
              <a:gdLst>
                <a:gd name="T0" fmla="*/ 553 w 828"/>
                <a:gd name="T1" fmla="*/ 29 h 1078"/>
                <a:gd name="T2" fmla="*/ 334 w 828"/>
                <a:gd name="T3" fmla="*/ 98 h 1078"/>
                <a:gd name="T4" fmla="*/ 188 w 828"/>
                <a:gd name="T5" fmla="*/ 125 h 1078"/>
                <a:gd name="T6" fmla="*/ 131 w 828"/>
                <a:gd name="T7" fmla="*/ 124 h 1078"/>
                <a:gd name="T8" fmla="*/ 118 w 828"/>
                <a:gd name="T9" fmla="*/ 173 h 1078"/>
                <a:gd name="T10" fmla="*/ 186 w 828"/>
                <a:gd name="T11" fmla="*/ 238 h 1078"/>
                <a:gd name="T12" fmla="*/ 230 w 828"/>
                <a:gd name="T13" fmla="*/ 358 h 1078"/>
                <a:gd name="T14" fmla="*/ 225 w 828"/>
                <a:gd name="T15" fmla="*/ 456 h 1078"/>
                <a:gd name="T16" fmla="*/ 314 w 828"/>
                <a:gd name="T17" fmla="*/ 478 h 1078"/>
                <a:gd name="T18" fmla="*/ 308 w 828"/>
                <a:gd name="T19" fmla="*/ 498 h 1078"/>
                <a:gd name="T20" fmla="*/ 193 w 828"/>
                <a:gd name="T21" fmla="*/ 654 h 1078"/>
                <a:gd name="T22" fmla="*/ 184 w 828"/>
                <a:gd name="T23" fmla="*/ 799 h 1078"/>
                <a:gd name="T24" fmla="*/ 195 w 828"/>
                <a:gd name="T25" fmla="*/ 911 h 1078"/>
                <a:gd name="T26" fmla="*/ 386 w 828"/>
                <a:gd name="T27" fmla="*/ 810 h 1078"/>
                <a:gd name="T28" fmla="*/ 459 w 828"/>
                <a:gd name="T29" fmla="*/ 749 h 1078"/>
                <a:gd name="T30" fmla="*/ 599 w 828"/>
                <a:gd name="T31" fmla="*/ 906 h 1078"/>
                <a:gd name="T32" fmla="*/ 563 w 828"/>
                <a:gd name="T33" fmla="*/ 933 h 1078"/>
                <a:gd name="T34" fmla="*/ 407 w 828"/>
                <a:gd name="T35" fmla="*/ 954 h 1078"/>
                <a:gd name="T36" fmla="*/ 389 w 828"/>
                <a:gd name="T37" fmla="*/ 954 h 1078"/>
                <a:gd name="T38" fmla="*/ 269 w 828"/>
                <a:gd name="T39" fmla="*/ 966 h 1078"/>
                <a:gd name="T40" fmla="*/ 183 w 828"/>
                <a:gd name="T41" fmla="*/ 974 h 1078"/>
                <a:gd name="T42" fmla="*/ 104 w 828"/>
                <a:gd name="T43" fmla="*/ 970 h 1078"/>
                <a:gd name="T44" fmla="*/ 108 w 828"/>
                <a:gd name="T45" fmla="*/ 886 h 1078"/>
                <a:gd name="T46" fmla="*/ 106 w 828"/>
                <a:gd name="T47" fmla="*/ 779 h 1078"/>
                <a:gd name="T48" fmla="*/ 103 w 828"/>
                <a:gd name="T49" fmla="*/ 634 h 1078"/>
                <a:gd name="T50" fmla="*/ 106 w 828"/>
                <a:gd name="T51" fmla="*/ 408 h 1078"/>
                <a:gd name="T52" fmla="*/ 137 w 828"/>
                <a:gd name="T53" fmla="*/ 335 h 1078"/>
                <a:gd name="T54" fmla="*/ 163 w 828"/>
                <a:gd name="T55" fmla="*/ 279 h 1078"/>
                <a:gd name="T56" fmla="*/ 70 w 828"/>
                <a:gd name="T57" fmla="*/ 262 h 1078"/>
                <a:gd name="T58" fmla="*/ 34 w 828"/>
                <a:gd name="T59" fmla="*/ 434 h 1078"/>
                <a:gd name="T60" fmla="*/ 18 w 828"/>
                <a:gd name="T61" fmla="*/ 608 h 1078"/>
                <a:gd name="T62" fmla="*/ 11 w 828"/>
                <a:gd name="T63" fmla="*/ 832 h 1078"/>
                <a:gd name="T64" fmla="*/ 7 w 828"/>
                <a:gd name="T65" fmla="*/ 995 h 1078"/>
                <a:gd name="T66" fmla="*/ 167 w 828"/>
                <a:gd name="T67" fmla="*/ 1071 h 1078"/>
                <a:gd name="T68" fmla="*/ 296 w 828"/>
                <a:gd name="T69" fmla="*/ 1060 h 1078"/>
                <a:gd name="T70" fmla="*/ 436 w 828"/>
                <a:gd name="T71" fmla="*/ 1047 h 1078"/>
                <a:gd name="T72" fmla="*/ 549 w 828"/>
                <a:gd name="T73" fmla="*/ 1045 h 1078"/>
                <a:gd name="T74" fmla="*/ 729 w 828"/>
                <a:gd name="T75" fmla="*/ 1056 h 1078"/>
                <a:gd name="T76" fmla="*/ 814 w 828"/>
                <a:gd name="T77" fmla="*/ 1034 h 1078"/>
                <a:gd name="T78" fmla="*/ 705 w 828"/>
                <a:gd name="T79" fmla="*/ 915 h 1078"/>
                <a:gd name="T80" fmla="*/ 655 w 828"/>
                <a:gd name="T81" fmla="*/ 762 h 1078"/>
                <a:gd name="T82" fmla="*/ 480 w 828"/>
                <a:gd name="T83" fmla="*/ 706 h 1078"/>
                <a:gd name="T84" fmla="*/ 584 w 828"/>
                <a:gd name="T85" fmla="*/ 545 h 1078"/>
                <a:gd name="T86" fmla="*/ 585 w 828"/>
                <a:gd name="T87" fmla="*/ 446 h 1078"/>
                <a:gd name="T88" fmla="*/ 634 w 828"/>
                <a:gd name="T89" fmla="*/ 344 h 1078"/>
                <a:gd name="T90" fmla="*/ 548 w 828"/>
                <a:gd name="T91" fmla="*/ 274 h 1078"/>
                <a:gd name="T92" fmla="*/ 473 w 828"/>
                <a:gd name="T93" fmla="*/ 265 h 1078"/>
                <a:gd name="T94" fmla="*/ 565 w 828"/>
                <a:gd name="T95" fmla="*/ 209 h 1078"/>
                <a:gd name="T96" fmla="*/ 753 w 828"/>
                <a:gd name="T97" fmla="*/ 44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28" h="1078">
                  <a:moveTo>
                    <a:pt x="659" y="0"/>
                  </a:moveTo>
                  <a:cubicBezTo>
                    <a:pt x="657" y="0"/>
                    <a:pt x="655" y="0"/>
                    <a:pt x="653" y="0"/>
                  </a:cubicBezTo>
                  <a:cubicBezTo>
                    <a:pt x="643" y="3"/>
                    <a:pt x="634" y="6"/>
                    <a:pt x="624" y="9"/>
                  </a:cubicBezTo>
                  <a:cubicBezTo>
                    <a:pt x="600" y="16"/>
                    <a:pt x="576" y="22"/>
                    <a:pt x="553" y="29"/>
                  </a:cubicBezTo>
                  <a:cubicBezTo>
                    <a:pt x="528" y="36"/>
                    <a:pt x="503" y="43"/>
                    <a:pt x="479" y="51"/>
                  </a:cubicBezTo>
                  <a:cubicBezTo>
                    <a:pt x="472" y="53"/>
                    <a:pt x="466" y="60"/>
                    <a:pt x="458" y="62"/>
                  </a:cubicBezTo>
                  <a:cubicBezTo>
                    <a:pt x="443" y="67"/>
                    <a:pt x="427" y="70"/>
                    <a:pt x="411" y="75"/>
                  </a:cubicBezTo>
                  <a:cubicBezTo>
                    <a:pt x="385" y="82"/>
                    <a:pt x="360" y="91"/>
                    <a:pt x="334" y="98"/>
                  </a:cubicBezTo>
                  <a:cubicBezTo>
                    <a:pt x="316" y="103"/>
                    <a:pt x="297" y="107"/>
                    <a:pt x="278" y="111"/>
                  </a:cubicBezTo>
                  <a:cubicBezTo>
                    <a:pt x="271" y="112"/>
                    <a:pt x="262" y="110"/>
                    <a:pt x="256" y="114"/>
                  </a:cubicBezTo>
                  <a:cubicBezTo>
                    <a:pt x="238" y="126"/>
                    <a:pt x="218" y="124"/>
                    <a:pt x="198" y="125"/>
                  </a:cubicBezTo>
                  <a:cubicBezTo>
                    <a:pt x="195" y="125"/>
                    <a:pt x="192" y="125"/>
                    <a:pt x="188" y="125"/>
                  </a:cubicBezTo>
                  <a:cubicBezTo>
                    <a:pt x="179" y="125"/>
                    <a:pt x="170" y="125"/>
                    <a:pt x="161" y="124"/>
                  </a:cubicBezTo>
                  <a:cubicBezTo>
                    <a:pt x="151" y="124"/>
                    <a:pt x="142" y="124"/>
                    <a:pt x="133" y="124"/>
                  </a:cubicBezTo>
                  <a:cubicBezTo>
                    <a:pt x="132" y="124"/>
                    <a:pt x="132" y="124"/>
                    <a:pt x="131" y="124"/>
                  </a:cubicBezTo>
                  <a:cubicBezTo>
                    <a:pt x="131" y="124"/>
                    <a:pt x="131" y="124"/>
                    <a:pt x="131" y="124"/>
                  </a:cubicBezTo>
                  <a:cubicBezTo>
                    <a:pt x="130" y="124"/>
                    <a:pt x="129" y="124"/>
                    <a:pt x="128" y="124"/>
                  </a:cubicBezTo>
                  <a:cubicBezTo>
                    <a:pt x="128" y="124"/>
                    <a:pt x="127" y="124"/>
                    <a:pt x="126" y="124"/>
                  </a:cubicBezTo>
                  <a:cubicBezTo>
                    <a:pt x="119" y="124"/>
                    <a:pt x="111" y="125"/>
                    <a:pt x="108" y="134"/>
                  </a:cubicBezTo>
                  <a:cubicBezTo>
                    <a:pt x="103" y="149"/>
                    <a:pt x="106" y="162"/>
                    <a:pt x="118" y="173"/>
                  </a:cubicBezTo>
                  <a:cubicBezTo>
                    <a:pt x="129" y="182"/>
                    <a:pt x="139" y="192"/>
                    <a:pt x="148" y="202"/>
                  </a:cubicBezTo>
                  <a:cubicBezTo>
                    <a:pt x="152" y="205"/>
                    <a:pt x="154" y="210"/>
                    <a:pt x="156" y="214"/>
                  </a:cubicBezTo>
                  <a:cubicBezTo>
                    <a:pt x="157" y="216"/>
                    <a:pt x="158" y="219"/>
                    <a:pt x="160" y="221"/>
                  </a:cubicBezTo>
                  <a:cubicBezTo>
                    <a:pt x="168" y="227"/>
                    <a:pt x="176" y="234"/>
                    <a:pt x="186" y="238"/>
                  </a:cubicBezTo>
                  <a:cubicBezTo>
                    <a:pt x="212" y="248"/>
                    <a:pt x="237" y="258"/>
                    <a:pt x="264" y="266"/>
                  </a:cubicBezTo>
                  <a:cubicBezTo>
                    <a:pt x="273" y="269"/>
                    <a:pt x="276" y="274"/>
                    <a:pt x="272" y="281"/>
                  </a:cubicBezTo>
                  <a:cubicBezTo>
                    <a:pt x="262" y="301"/>
                    <a:pt x="250" y="321"/>
                    <a:pt x="239" y="341"/>
                  </a:cubicBezTo>
                  <a:cubicBezTo>
                    <a:pt x="236" y="347"/>
                    <a:pt x="233" y="352"/>
                    <a:pt x="230" y="358"/>
                  </a:cubicBezTo>
                  <a:cubicBezTo>
                    <a:pt x="226" y="363"/>
                    <a:pt x="224" y="369"/>
                    <a:pt x="221" y="375"/>
                  </a:cubicBezTo>
                  <a:cubicBezTo>
                    <a:pt x="214" y="386"/>
                    <a:pt x="206" y="397"/>
                    <a:pt x="213" y="412"/>
                  </a:cubicBezTo>
                  <a:cubicBezTo>
                    <a:pt x="214" y="413"/>
                    <a:pt x="214" y="414"/>
                    <a:pt x="214" y="415"/>
                  </a:cubicBezTo>
                  <a:cubicBezTo>
                    <a:pt x="213" y="430"/>
                    <a:pt x="216" y="444"/>
                    <a:pt x="225" y="456"/>
                  </a:cubicBezTo>
                  <a:cubicBezTo>
                    <a:pt x="233" y="468"/>
                    <a:pt x="259" y="481"/>
                    <a:pt x="275" y="481"/>
                  </a:cubicBezTo>
                  <a:cubicBezTo>
                    <a:pt x="277" y="481"/>
                    <a:pt x="279" y="480"/>
                    <a:pt x="281" y="480"/>
                  </a:cubicBezTo>
                  <a:cubicBezTo>
                    <a:pt x="287" y="478"/>
                    <a:pt x="295" y="478"/>
                    <a:pt x="302" y="478"/>
                  </a:cubicBezTo>
                  <a:cubicBezTo>
                    <a:pt x="306" y="478"/>
                    <a:pt x="310" y="478"/>
                    <a:pt x="314" y="478"/>
                  </a:cubicBezTo>
                  <a:cubicBezTo>
                    <a:pt x="315" y="478"/>
                    <a:pt x="317" y="478"/>
                    <a:pt x="318" y="478"/>
                  </a:cubicBezTo>
                  <a:cubicBezTo>
                    <a:pt x="323" y="478"/>
                    <a:pt x="327" y="479"/>
                    <a:pt x="332" y="480"/>
                  </a:cubicBezTo>
                  <a:cubicBezTo>
                    <a:pt x="331" y="481"/>
                    <a:pt x="331" y="483"/>
                    <a:pt x="331" y="484"/>
                  </a:cubicBezTo>
                  <a:cubicBezTo>
                    <a:pt x="323" y="488"/>
                    <a:pt x="315" y="492"/>
                    <a:pt x="308" y="498"/>
                  </a:cubicBezTo>
                  <a:cubicBezTo>
                    <a:pt x="296" y="508"/>
                    <a:pt x="285" y="520"/>
                    <a:pt x="273" y="528"/>
                  </a:cubicBezTo>
                  <a:cubicBezTo>
                    <a:pt x="259" y="538"/>
                    <a:pt x="243" y="544"/>
                    <a:pt x="228" y="553"/>
                  </a:cubicBezTo>
                  <a:cubicBezTo>
                    <a:pt x="209" y="566"/>
                    <a:pt x="197" y="585"/>
                    <a:pt x="192" y="607"/>
                  </a:cubicBezTo>
                  <a:cubicBezTo>
                    <a:pt x="189" y="622"/>
                    <a:pt x="188" y="639"/>
                    <a:pt x="193" y="654"/>
                  </a:cubicBezTo>
                  <a:cubicBezTo>
                    <a:pt x="201" y="677"/>
                    <a:pt x="219" y="694"/>
                    <a:pt x="241" y="706"/>
                  </a:cubicBezTo>
                  <a:cubicBezTo>
                    <a:pt x="250" y="711"/>
                    <a:pt x="252" y="718"/>
                    <a:pt x="246" y="726"/>
                  </a:cubicBezTo>
                  <a:cubicBezTo>
                    <a:pt x="229" y="748"/>
                    <a:pt x="211" y="769"/>
                    <a:pt x="193" y="790"/>
                  </a:cubicBezTo>
                  <a:cubicBezTo>
                    <a:pt x="190" y="793"/>
                    <a:pt x="185" y="795"/>
                    <a:pt x="184" y="799"/>
                  </a:cubicBezTo>
                  <a:cubicBezTo>
                    <a:pt x="179" y="811"/>
                    <a:pt x="170" y="819"/>
                    <a:pt x="159" y="825"/>
                  </a:cubicBezTo>
                  <a:cubicBezTo>
                    <a:pt x="157" y="826"/>
                    <a:pt x="155" y="829"/>
                    <a:pt x="154" y="831"/>
                  </a:cubicBezTo>
                  <a:cubicBezTo>
                    <a:pt x="138" y="858"/>
                    <a:pt x="146" y="884"/>
                    <a:pt x="156" y="909"/>
                  </a:cubicBezTo>
                  <a:cubicBezTo>
                    <a:pt x="169" y="909"/>
                    <a:pt x="183" y="911"/>
                    <a:pt x="195" y="911"/>
                  </a:cubicBezTo>
                  <a:cubicBezTo>
                    <a:pt x="203" y="911"/>
                    <a:pt x="210" y="910"/>
                    <a:pt x="218" y="908"/>
                  </a:cubicBezTo>
                  <a:cubicBezTo>
                    <a:pt x="245" y="903"/>
                    <a:pt x="269" y="890"/>
                    <a:pt x="289" y="870"/>
                  </a:cubicBezTo>
                  <a:cubicBezTo>
                    <a:pt x="295" y="864"/>
                    <a:pt x="303" y="859"/>
                    <a:pt x="311" y="856"/>
                  </a:cubicBezTo>
                  <a:cubicBezTo>
                    <a:pt x="338" y="844"/>
                    <a:pt x="364" y="830"/>
                    <a:pt x="386" y="810"/>
                  </a:cubicBezTo>
                  <a:cubicBezTo>
                    <a:pt x="409" y="790"/>
                    <a:pt x="430" y="768"/>
                    <a:pt x="442" y="740"/>
                  </a:cubicBezTo>
                  <a:cubicBezTo>
                    <a:pt x="444" y="737"/>
                    <a:pt x="449" y="735"/>
                    <a:pt x="452" y="733"/>
                  </a:cubicBezTo>
                  <a:cubicBezTo>
                    <a:pt x="454" y="737"/>
                    <a:pt x="456" y="741"/>
                    <a:pt x="458" y="744"/>
                  </a:cubicBezTo>
                  <a:cubicBezTo>
                    <a:pt x="459" y="746"/>
                    <a:pt x="458" y="748"/>
                    <a:pt x="459" y="749"/>
                  </a:cubicBezTo>
                  <a:cubicBezTo>
                    <a:pt x="467" y="760"/>
                    <a:pt x="475" y="771"/>
                    <a:pt x="482" y="782"/>
                  </a:cubicBezTo>
                  <a:cubicBezTo>
                    <a:pt x="498" y="805"/>
                    <a:pt x="512" y="829"/>
                    <a:pt x="529" y="851"/>
                  </a:cubicBezTo>
                  <a:cubicBezTo>
                    <a:pt x="536" y="862"/>
                    <a:pt x="546" y="872"/>
                    <a:pt x="556" y="879"/>
                  </a:cubicBezTo>
                  <a:cubicBezTo>
                    <a:pt x="569" y="889"/>
                    <a:pt x="585" y="896"/>
                    <a:pt x="599" y="906"/>
                  </a:cubicBezTo>
                  <a:cubicBezTo>
                    <a:pt x="603" y="908"/>
                    <a:pt x="606" y="914"/>
                    <a:pt x="609" y="919"/>
                  </a:cubicBezTo>
                  <a:cubicBezTo>
                    <a:pt x="609" y="920"/>
                    <a:pt x="605" y="924"/>
                    <a:pt x="603" y="925"/>
                  </a:cubicBezTo>
                  <a:cubicBezTo>
                    <a:pt x="595" y="927"/>
                    <a:pt x="588" y="930"/>
                    <a:pt x="581" y="931"/>
                  </a:cubicBezTo>
                  <a:cubicBezTo>
                    <a:pt x="575" y="933"/>
                    <a:pt x="568" y="932"/>
                    <a:pt x="563" y="933"/>
                  </a:cubicBezTo>
                  <a:cubicBezTo>
                    <a:pt x="538" y="938"/>
                    <a:pt x="514" y="944"/>
                    <a:pt x="489" y="949"/>
                  </a:cubicBezTo>
                  <a:cubicBezTo>
                    <a:pt x="475" y="951"/>
                    <a:pt x="461" y="953"/>
                    <a:pt x="447" y="954"/>
                  </a:cubicBezTo>
                  <a:cubicBezTo>
                    <a:pt x="441" y="954"/>
                    <a:pt x="436" y="954"/>
                    <a:pt x="430" y="954"/>
                  </a:cubicBezTo>
                  <a:cubicBezTo>
                    <a:pt x="422" y="954"/>
                    <a:pt x="415" y="954"/>
                    <a:pt x="407" y="954"/>
                  </a:cubicBezTo>
                  <a:cubicBezTo>
                    <a:pt x="405" y="954"/>
                    <a:pt x="404" y="954"/>
                    <a:pt x="403" y="954"/>
                  </a:cubicBezTo>
                  <a:cubicBezTo>
                    <a:pt x="402" y="954"/>
                    <a:pt x="401" y="954"/>
                    <a:pt x="400" y="954"/>
                  </a:cubicBezTo>
                  <a:cubicBezTo>
                    <a:pt x="399" y="954"/>
                    <a:pt x="398" y="954"/>
                    <a:pt x="396" y="954"/>
                  </a:cubicBezTo>
                  <a:cubicBezTo>
                    <a:pt x="394" y="954"/>
                    <a:pt x="391" y="954"/>
                    <a:pt x="389" y="954"/>
                  </a:cubicBezTo>
                  <a:cubicBezTo>
                    <a:pt x="375" y="955"/>
                    <a:pt x="362" y="957"/>
                    <a:pt x="349" y="959"/>
                  </a:cubicBezTo>
                  <a:cubicBezTo>
                    <a:pt x="335" y="960"/>
                    <a:pt x="321" y="962"/>
                    <a:pt x="307" y="963"/>
                  </a:cubicBezTo>
                  <a:cubicBezTo>
                    <a:pt x="295" y="964"/>
                    <a:pt x="284" y="966"/>
                    <a:pt x="272" y="966"/>
                  </a:cubicBezTo>
                  <a:cubicBezTo>
                    <a:pt x="271" y="966"/>
                    <a:pt x="270" y="966"/>
                    <a:pt x="269" y="966"/>
                  </a:cubicBezTo>
                  <a:cubicBezTo>
                    <a:pt x="264" y="965"/>
                    <a:pt x="260" y="965"/>
                    <a:pt x="256" y="965"/>
                  </a:cubicBezTo>
                  <a:cubicBezTo>
                    <a:pt x="249" y="965"/>
                    <a:pt x="241" y="966"/>
                    <a:pt x="234" y="968"/>
                  </a:cubicBezTo>
                  <a:cubicBezTo>
                    <a:pt x="224" y="971"/>
                    <a:pt x="213" y="970"/>
                    <a:pt x="202" y="971"/>
                  </a:cubicBezTo>
                  <a:cubicBezTo>
                    <a:pt x="196" y="972"/>
                    <a:pt x="190" y="973"/>
                    <a:pt x="183" y="974"/>
                  </a:cubicBezTo>
                  <a:cubicBezTo>
                    <a:pt x="178" y="975"/>
                    <a:pt x="173" y="977"/>
                    <a:pt x="168" y="978"/>
                  </a:cubicBezTo>
                  <a:cubicBezTo>
                    <a:pt x="159" y="980"/>
                    <a:pt x="150" y="982"/>
                    <a:pt x="141" y="985"/>
                  </a:cubicBezTo>
                  <a:cubicBezTo>
                    <a:pt x="130" y="989"/>
                    <a:pt x="119" y="994"/>
                    <a:pt x="106" y="999"/>
                  </a:cubicBezTo>
                  <a:cubicBezTo>
                    <a:pt x="105" y="988"/>
                    <a:pt x="104" y="979"/>
                    <a:pt x="104" y="970"/>
                  </a:cubicBezTo>
                  <a:cubicBezTo>
                    <a:pt x="103" y="963"/>
                    <a:pt x="103" y="956"/>
                    <a:pt x="103" y="949"/>
                  </a:cubicBezTo>
                  <a:cubicBezTo>
                    <a:pt x="103" y="944"/>
                    <a:pt x="103" y="939"/>
                    <a:pt x="104" y="935"/>
                  </a:cubicBezTo>
                  <a:cubicBezTo>
                    <a:pt x="106" y="926"/>
                    <a:pt x="109" y="918"/>
                    <a:pt x="109" y="909"/>
                  </a:cubicBezTo>
                  <a:cubicBezTo>
                    <a:pt x="110" y="902"/>
                    <a:pt x="108" y="894"/>
                    <a:pt x="108" y="886"/>
                  </a:cubicBezTo>
                  <a:cubicBezTo>
                    <a:pt x="107" y="879"/>
                    <a:pt x="106" y="873"/>
                    <a:pt x="106" y="866"/>
                  </a:cubicBezTo>
                  <a:cubicBezTo>
                    <a:pt x="105" y="859"/>
                    <a:pt x="104" y="851"/>
                    <a:pt x="106" y="844"/>
                  </a:cubicBezTo>
                  <a:cubicBezTo>
                    <a:pt x="111" y="829"/>
                    <a:pt x="115" y="815"/>
                    <a:pt x="108" y="799"/>
                  </a:cubicBezTo>
                  <a:cubicBezTo>
                    <a:pt x="106" y="793"/>
                    <a:pt x="106" y="786"/>
                    <a:pt x="106" y="779"/>
                  </a:cubicBezTo>
                  <a:cubicBezTo>
                    <a:pt x="106" y="765"/>
                    <a:pt x="106" y="750"/>
                    <a:pt x="106" y="736"/>
                  </a:cubicBezTo>
                  <a:cubicBezTo>
                    <a:pt x="105" y="715"/>
                    <a:pt x="102" y="695"/>
                    <a:pt x="101" y="674"/>
                  </a:cubicBezTo>
                  <a:cubicBezTo>
                    <a:pt x="100" y="668"/>
                    <a:pt x="100" y="661"/>
                    <a:pt x="100" y="655"/>
                  </a:cubicBezTo>
                  <a:cubicBezTo>
                    <a:pt x="101" y="648"/>
                    <a:pt x="102" y="641"/>
                    <a:pt x="103" y="634"/>
                  </a:cubicBezTo>
                  <a:cubicBezTo>
                    <a:pt x="105" y="624"/>
                    <a:pt x="112" y="615"/>
                    <a:pt x="109" y="602"/>
                  </a:cubicBezTo>
                  <a:cubicBezTo>
                    <a:pt x="106" y="584"/>
                    <a:pt x="106" y="566"/>
                    <a:pt x="106" y="548"/>
                  </a:cubicBezTo>
                  <a:cubicBezTo>
                    <a:pt x="105" y="525"/>
                    <a:pt x="108" y="502"/>
                    <a:pt x="108" y="479"/>
                  </a:cubicBezTo>
                  <a:cubicBezTo>
                    <a:pt x="108" y="455"/>
                    <a:pt x="106" y="432"/>
                    <a:pt x="106" y="408"/>
                  </a:cubicBezTo>
                  <a:cubicBezTo>
                    <a:pt x="106" y="402"/>
                    <a:pt x="111" y="395"/>
                    <a:pt x="110" y="390"/>
                  </a:cubicBezTo>
                  <a:cubicBezTo>
                    <a:pt x="105" y="375"/>
                    <a:pt x="109" y="361"/>
                    <a:pt x="113" y="347"/>
                  </a:cubicBezTo>
                  <a:cubicBezTo>
                    <a:pt x="116" y="338"/>
                    <a:pt x="120" y="334"/>
                    <a:pt x="128" y="334"/>
                  </a:cubicBezTo>
                  <a:cubicBezTo>
                    <a:pt x="131" y="334"/>
                    <a:pt x="134" y="334"/>
                    <a:pt x="137" y="335"/>
                  </a:cubicBezTo>
                  <a:cubicBezTo>
                    <a:pt x="142" y="336"/>
                    <a:pt x="148" y="337"/>
                    <a:pt x="153" y="337"/>
                  </a:cubicBezTo>
                  <a:cubicBezTo>
                    <a:pt x="157" y="337"/>
                    <a:pt x="162" y="336"/>
                    <a:pt x="166" y="336"/>
                  </a:cubicBezTo>
                  <a:cubicBezTo>
                    <a:pt x="168" y="336"/>
                    <a:pt x="172" y="332"/>
                    <a:pt x="173" y="330"/>
                  </a:cubicBezTo>
                  <a:cubicBezTo>
                    <a:pt x="174" y="312"/>
                    <a:pt x="174" y="293"/>
                    <a:pt x="163" y="279"/>
                  </a:cubicBezTo>
                  <a:cubicBezTo>
                    <a:pt x="155" y="269"/>
                    <a:pt x="144" y="259"/>
                    <a:pt x="132" y="256"/>
                  </a:cubicBezTo>
                  <a:cubicBezTo>
                    <a:pt x="124" y="253"/>
                    <a:pt x="115" y="252"/>
                    <a:pt x="106" y="252"/>
                  </a:cubicBezTo>
                  <a:cubicBezTo>
                    <a:pt x="100" y="252"/>
                    <a:pt x="94" y="253"/>
                    <a:pt x="88" y="253"/>
                  </a:cubicBezTo>
                  <a:cubicBezTo>
                    <a:pt x="81" y="253"/>
                    <a:pt x="72" y="257"/>
                    <a:pt x="70" y="262"/>
                  </a:cubicBezTo>
                  <a:cubicBezTo>
                    <a:pt x="62" y="276"/>
                    <a:pt x="55" y="292"/>
                    <a:pt x="51" y="308"/>
                  </a:cubicBezTo>
                  <a:cubicBezTo>
                    <a:pt x="46" y="324"/>
                    <a:pt x="45" y="341"/>
                    <a:pt x="42" y="358"/>
                  </a:cubicBezTo>
                  <a:cubicBezTo>
                    <a:pt x="40" y="375"/>
                    <a:pt x="38" y="392"/>
                    <a:pt x="36" y="409"/>
                  </a:cubicBezTo>
                  <a:cubicBezTo>
                    <a:pt x="35" y="417"/>
                    <a:pt x="35" y="426"/>
                    <a:pt x="34" y="434"/>
                  </a:cubicBezTo>
                  <a:cubicBezTo>
                    <a:pt x="31" y="447"/>
                    <a:pt x="26" y="460"/>
                    <a:pt x="24" y="473"/>
                  </a:cubicBezTo>
                  <a:cubicBezTo>
                    <a:pt x="23" y="494"/>
                    <a:pt x="24" y="514"/>
                    <a:pt x="23" y="535"/>
                  </a:cubicBezTo>
                  <a:cubicBezTo>
                    <a:pt x="22" y="556"/>
                    <a:pt x="20" y="577"/>
                    <a:pt x="19" y="598"/>
                  </a:cubicBezTo>
                  <a:cubicBezTo>
                    <a:pt x="19" y="601"/>
                    <a:pt x="18" y="604"/>
                    <a:pt x="18" y="608"/>
                  </a:cubicBezTo>
                  <a:cubicBezTo>
                    <a:pt x="18" y="624"/>
                    <a:pt x="18" y="641"/>
                    <a:pt x="13" y="658"/>
                  </a:cubicBezTo>
                  <a:cubicBezTo>
                    <a:pt x="8" y="672"/>
                    <a:pt x="12" y="690"/>
                    <a:pt x="12" y="706"/>
                  </a:cubicBezTo>
                  <a:cubicBezTo>
                    <a:pt x="12" y="736"/>
                    <a:pt x="12" y="765"/>
                    <a:pt x="12" y="795"/>
                  </a:cubicBezTo>
                  <a:cubicBezTo>
                    <a:pt x="12" y="807"/>
                    <a:pt x="12" y="820"/>
                    <a:pt x="11" y="832"/>
                  </a:cubicBezTo>
                  <a:cubicBezTo>
                    <a:pt x="11" y="844"/>
                    <a:pt x="6" y="856"/>
                    <a:pt x="8" y="868"/>
                  </a:cubicBezTo>
                  <a:cubicBezTo>
                    <a:pt x="10" y="892"/>
                    <a:pt x="0" y="917"/>
                    <a:pt x="9" y="941"/>
                  </a:cubicBezTo>
                  <a:cubicBezTo>
                    <a:pt x="10" y="943"/>
                    <a:pt x="9" y="945"/>
                    <a:pt x="9" y="947"/>
                  </a:cubicBezTo>
                  <a:cubicBezTo>
                    <a:pt x="9" y="963"/>
                    <a:pt x="6" y="979"/>
                    <a:pt x="7" y="995"/>
                  </a:cubicBezTo>
                  <a:cubicBezTo>
                    <a:pt x="8" y="1009"/>
                    <a:pt x="9" y="1025"/>
                    <a:pt x="17" y="1035"/>
                  </a:cubicBezTo>
                  <a:cubicBezTo>
                    <a:pt x="35" y="1062"/>
                    <a:pt x="62" y="1078"/>
                    <a:pt x="95" y="1078"/>
                  </a:cubicBezTo>
                  <a:cubicBezTo>
                    <a:pt x="95" y="1078"/>
                    <a:pt x="96" y="1078"/>
                    <a:pt x="97" y="1078"/>
                  </a:cubicBezTo>
                  <a:cubicBezTo>
                    <a:pt x="121" y="1078"/>
                    <a:pt x="144" y="1073"/>
                    <a:pt x="167" y="1071"/>
                  </a:cubicBezTo>
                  <a:cubicBezTo>
                    <a:pt x="188" y="1068"/>
                    <a:pt x="209" y="1066"/>
                    <a:pt x="230" y="1064"/>
                  </a:cubicBezTo>
                  <a:cubicBezTo>
                    <a:pt x="234" y="1064"/>
                    <a:pt x="238" y="1063"/>
                    <a:pt x="243" y="1063"/>
                  </a:cubicBezTo>
                  <a:cubicBezTo>
                    <a:pt x="257" y="1062"/>
                    <a:pt x="271" y="1062"/>
                    <a:pt x="286" y="1061"/>
                  </a:cubicBezTo>
                  <a:cubicBezTo>
                    <a:pt x="289" y="1061"/>
                    <a:pt x="293" y="1061"/>
                    <a:pt x="296" y="1060"/>
                  </a:cubicBezTo>
                  <a:cubicBezTo>
                    <a:pt x="305" y="1059"/>
                    <a:pt x="315" y="1056"/>
                    <a:pt x="324" y="1055"/>
                  </a:cubicBezTo>
                  <a:cubicBezTo>
                    <a:pt x="341" y="1054"/>
                    <a:pt x="358" y="1054"/>
                    <a:pt x="375" y="1053"/>
                  </a:cubicBezTo>
                  <a:cubicBezTo>
                    <a:pt x="391" y="1052"/>
                    <a:pt x="406" y="1049"/>
                    <a:pt x="422" y="1048"/>
                  </a:cubicBezTo>
                  <a:cubicBezTo>
                    <a:pt x="426" y="1047"/>
                    <a:pt x="431" y="1047"/>
                    <a:pt x="436" y="1047"/>
                  </a:cubicBezTo>
                  <a:cubicBezTo>
                    <a:pt x="440" y="1047"/>
                    <a:pt x="443" y="1047"/>
                    <a:pt x="447" y="1047"/>
                  </a:cubicBezTo>
                  <a:cubicBezTo>
                    <a:pt x="450" y="1047"/>
                    <a:pt x="454" y="1048"/>
                    <a:pt x="457" y="1048"/>
                  </a:cubicBezTo>
                  <a:cubicBezTo>
                    <a:pt x="459" y="1048"/>
                    <a:pt x="461" y="1048"/>
                    <a:pt x="463" y="1047"/>
                  </a:cubicBezTo>
                  <a:cubicBezTo>
                    <a:pt x="492" y="1047"/>
                    <a:pt x="520" y="1046"/>
                    <a:pt x="549" y="1045"/>
                  </a:cubicBezTo>
                  <a:cubicBezTo>
                    <a:pt x="565" y="1045"/>
                    <a:pt x="582" y="1045"/>
                    <a:pt x="599" y="1043"/>
                  </a:cubicBezTo>
                  <a:cubicBezTo>
                    <a:pt x="600" y="1043"/>
                    <a:pt x="602" y="1043"/>
                    <a:pt x="604" y="1043"/>
                  </a:cubicBezTo>
                  <a:cubicBezTo>
                    <a:pt x="616" y="1043"/>
                    <a:pt x="626" y="1048"/>
                    <a:pt x="638" y="1050"/>
                  </a:cubicBezTo>
                  <a:cubicBezTo>
                    <a:pt x="668" y="1053"/>
                    <a:pt x="698" y="1055"/>
                    <a:pt x="729" y="1056"/>
                  </a:cubicBezTo>
                  <a:cubicBezTo>
                    <a:pt x="733" y="1056"/>
                    <a:pt x="738" y="1057"/>
                    <a:pt x="742" y="1057"/>
                  </a:cubicBezTo>
                  <a:cubicBezTo>
                    <a:pt x="750" y="1057"/>
                    <a:pt x="757" y="1056"/>
                    <a:pt x="764" y="1054"/>
                  </a:cubicBezTo>
                  <a:cubicBezTo>
                    <a:pt x="780" y="1050"/>
                    <a:pt x="794" y="1043"/>
                    <a:pt x="809" y="1038"/>
                  </a:cubicBezTo>
                  <a:cubicBezTo>
                    <a:pt x="811" y="1037"/>
                    <a:pt x="813" y="1036"/>
                    <a:pt x="814" y="1034"/>
                  </a:cubicBezTo>
                  <a:cubicBezTo>
                    <a:pt x="825" y="1017"/>
                    <a:pt x="828" y="998"/>
                    <a:pt x="821" y="980"/>
                  </a:cubicBezTo>
                  <a:cubicBezTo>
                    <a:pt x="817" y="970"/>
                    <a:pt x="807" y="961"/>
                    <a:pt x="798" y="954"/>
                  </a:cubicBezTo>
                  <a:cubicBezTo>
                    <a:pt x="776" y="937"/>
                    <a:pt x="751" y="929"/>
                    <a:pt x="724" y="923"/>
                  </a:cubicBezTo>
                  <a:cubicBezTo>
                    <a:pt x="717" y="921"/>
                    <a:pt x="707" y="919"/>
                    <a:pt x="705" y="915"/>
                  </a:cubicBezTo>
                  <a:cubicBezTo>
                    <a:pt x="699" y="905"/>
                    <a:pt x="696" y="894"/>
                    <a:pt x="694" y="883"/>
                  </a:cubicBezTo>
                  <a:cubicBezTo>
                    <a:pt x="690" y="860"/>
                    <a:pt x="693" y="836"/>
                    <a:pt x="684" y="814"/>
                  </a:cubicBezTo>
                  <a:cubicBezTo>
                    <a:pt x="683" y="811"/>
                    <a:pt x="682" y="808"/>
                    <a:pt x="682" y="805"/>
                  </a:cubicBezTo>
                  <a:cubicBezTo>
                    <a:pt x="686" y="782"/>
                    <a:pt x="671" y="771"/>
                    <a:pt x="655" y="762"/>
                  </a:cubicBezTo>
                  <a:cubicBezTo>
                    <a:pt x="638" y="751"/>
                    <a:pt x="620" y="741"/>
                    <a:pt x="601" y="733"/>
                  </a:cubicBezTo>
                  <a:cubicBezTo>
                    <a:pt x="583" y="725"/>
                    <a:pt x="565" y="720"/>
                    <a:pt x="546" y="714"/>
                  </a:cubicBezTo>
                  <a:cubicBezTo>
                    <a:pt x="539" y="711"/>
                    <a:pt x="532" y="708"/>
                    <a:pt x="525" y="707"/>
                  </a:cubicBezTo>
                  <a:cubicBezTo>
                    <a:pt x="510" y="706"/>
                    <a:pt x="495" y="707"/>
                    <a:pt x="480" y="706"/>
                  </a:cubicBezTo>
                  <a:cubicBezTo>
                    <a:pt x="468" y="706"/>
                    <a:pt x="465" y="702"/>
                    <a:pt x="471" y="691"/>
                  </a:cubicBezTo>
                  <a:cubicBezTo>
                    <a:pt x="480" y="674"/>
                    <a:pt x="492" y="658"/>
                    <a:pt x="499" y="640"/>
                  </a:cubicBezTo>
                  <a:cubicBezTo>
                    <a:pt x="509" y="616"/>
                    <a:pt x="531" y="602"/>
                    <a:pt x="547" y="583"/>
                  </a:cubicBezTo>
                  <a:cubicBezTo>
                    <a:pt x="558" y="569"/>
                    <a:pt x="579" y="565"/>
                    <a:pt x="584" y="545"/>
                  </a:cubicBezTo>
                  <a:cubicBezTo>
                    <a:pt x="585" y="541"/>
                    <a:pt x="593" y="537"/>
                    <a:pt x="598" y="534"/>
                  </a:cubicBezTo>
                  <a:cubicBezTo>
                    <a:pt x="615" y="521"/>
                    <a:pt x="635" y="510"/>
                    <a:pt x="640" y="486"/>
                  </a:cubicBezTo>
                  <a:cubicBezTo>
                    <a:pt x="643" y="472"/>
                    <a:pt x="637" y="454"/>
                    <a:pt x="625" y="451"/>
                  </a:cubicBezTo>
                  <a:cubicBezTo>
                    <a:pt x="612" y="448"/>
                    <a:pt x="599" y="448"/>
                    <a:pt x="585" y="446"/>
                  </a:cubicBezTo>
                  <a:cubicBezTo>
                    <a:pt x="581" y="445"/>
                    <a:pt x="575" y="443"/>
                    <a:pt x="572" y="440"/>
                  </a:cubicBezTo>
                  <a:cubicBezTo>
                    <a:pt x="571" y="438"/>
                    <a:pt x="573" y="431"/>
                    <a:pt x="575" y="428"/>
                  </a:cubicBezTo>
                  <a:cubicBezTo>
                    <a:pt x="585" y="412"/>
                    <a:pt x="595" y="396"/>
                    <a:pt x="605" y="381"/>
                  </a:cubicBezTo>
                  <a:cubicBezTo>
                    <a:pt x="614" y="368"/>
                    <a:pt x="624" y="356"/>
                    <a:pt x="634" y="344"/>
                  </a:cubicBezTo>
                  <a:cubicBezTo>
                    <a:pt x="646" y="330"/>
                    <a:pt x="652" y="314"/>
                    <a:pt x="651" y="296"/>
                  </a:cubicBezTo>
                  <a:cubicBezTo>
                    <a:pt x="649" y="279"/>
                    <a:pt x="646" y="270"/>
                    <a:pt x="626" y="270"/>
                  </a:cubicBezTo>
                  <a:cubicBezTo>
                    <a:pt x="625" y="270"/>
                    <a:pt x="624" y="270"/>
                    <a:pt x="623" y="270"/>
                  </a:cubicBezTo>
                  <a:cubicBezTo>
                    <a:pt x="598" y="270"/>
                    <a:pt x="573" y="271"/>
                    <a:pt x="548" y="274"/>
                  </a:cubicBezTo>
                  <a:cubicBezTo>
                    <a:pt x="527" y="277"/>
                    <a:pt x="506" y="282"/>
                    <a:pt x="484" y="285"/>
                  </a:cubicBezTo>
                  <a:cubicBezTo>
                    <a:pt x="483" y="285"/>
                    <a:pt x="481" y="285"/>
                    <a:pt x="479" y="285"/>
                  </a:cubicBezTo>
                  <a:cubicBezTo>
                    <a:pt x="474" y="285"/>
                    <a:pt x="469" y="285"/>
                    <a:pt x="467" y="282"/>
                  </a:cubicBezTo>
                  <a:cubicBezTo>
                    <a:pt x="462" y="276"/>
                    <a:pt x="469" y="271"/>
                    <a:pt x="473" y="265"/>
                  </a:cubicBezTo>
                  <a:cubicBezTo>
                    <a:pt x="481" y="255"/>
                    <a:pt x="500" y="253"/>
                    <a:pt x="499" y="235"/>
                  </a:cubicBezTo>
                  <a:cubicBezTo>
                    <a:pt x="499" y="235"/>
                    <a:pt x="500" y="234"/>
                    <a:pt x="500" y="234"/>
                  </a:cubicBezTo>
                  <a:cubicBezTo>
                    <a:pt x="512" y="229"/>
                    <a:pt x="523" y="223"/>
                    <a:pt x="534" y="219"/>
                  </a:cubicBezTo>
                  <a:cubicBezTo>
                    <a:pt x="545" y="215"/>
                    <a:pt x="555" y="213"/>
                    <a:pt x="565" y="209"/>
                  </a:cubicBezTo>
                  <a:cubicBezTo>
                    <a:pt x="587" y="199"/>
                    <a:pt x="608" y="189"/>
                    <a:pt x="628" y="178"/>
                  </a:cubicBezTo>
                  <a:cubicBezTo>
                    <a:pt x="648" y="168"/>
                    <a:pt x="670" y="160"/>
                    <a:pt x="688" y="146"/>
                  </a:cubicBezTo>
                  <a:cubicBezTo>
                    <a:pt x="707" y="131"/>
                    <a:pt x="723" y="112"/>
                    <a:pt x="740" y="95"/>
                  </a:cubicBezTo>
                  <a:cubicBezTo>
                    <a:pt x="755" y="80"/>
                    <a:pt x="756" y="62"/>
                    <a:pt x="753" y="44"/>
                  </a:cubicBezTo>
                  <a:cubicBezTo>
                    <a:pt x="752" y="38"/>
                    <a:pt x="743" y="30"/>
                    <a:pt x="736" y="27"/>
                  </a:cubicBezTo>
                  <a:cubicBezTo>
                    <a:pt x="723" y="21"/>
                    <a:pt x="709" y="19"/>
                    <a:pt x="695" y="14"/>
                  </a:cubicBezTo>
                  <a:cubicBezTo>
                    <a:pt x="683" y="10"/>
                    <a:pt x="672" y="0"/>
                    <a:pt x="6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3" name="Freeform 272">
              <a:extLst>
                <a:ext uri="{FF2B5EF4-FFF2-40B4-BE49-F238E27FC236}">
                  <a16:creationId xmlns:a16="http://schemas.microsoft.com/office/drawing/2014/main" id="{59E377A1-8324-4CF8-A160-D9F8C2796EEF}"/>
                </a:ext>
              </a:extLst>
            </p:cNvPr>
            <p:cNvSpPr>
              <a:spLocks/>
            </p:cNvSpPr>
            <p:nvPr/>
          </p:nvSpPr>
          <p:spPr bwMode="auto">
            <a:xfrm>
              <a:off x="10958878" y="514448"/>
              <a:ext cx="180724" cy="205539"/>
            </a:xfrm>
            <a:custGeom>
              <a:avLst/>
              <a:gdLst>
                <a:gd name="T0" fmla="*/ 290 w 805"/>
                <a:gd name="T1" fmla="*/ 60 h 913"/>
                <a:gd name="T2" fmla="*/ 304 w 805"/>
                <a:gd name="T3" fmla="*/ 216 h 913"/>
                <a:gd name="T4" fmla="*/ 292 w 805"/>
                <a:gd name="T5" fmla="*/ 336 h 913"/>
                <a:gd name="T6" fmla="*/ 278 w 805"/>
                <a:gd name="T7" fmla="*/ 420 h 913"/>
                <a:gd name="T8" fmla="*/ 142 w 805"/>
                <a:gd name="T9" fmla="*/ 460 h 913"/>
                <a:gd name="T10" fmla="*/ 130 w 805"/>
                <a:gd name="T11" fmla="*/ 461 h 913"/>
                <a:gd name="T12" fmla="*/ 107 w 805"/>
                <a:gd name="T13" fmla="*/ 466 h 913"/>
                <a:gd name="T14" fmla="*/ 7 w 805"/>
                <a:gd name="T15" fmla="*/ 478 h 913"/>
                <a:gd name="T16" fmla="*/ 42 w 805"/>
                <a:gd name="T17" fmla="*/ 562 h 913"/>
                <a:gd name="T18" fmla="*/ 182 w 805"/>
                <a:gd name="T19" fmla="*/ 563 h 913"/>
                <a:gd name="T20" fmla="*/ 240 w 805"/>
                <a:gd name="T21" fmla="*/ 560 h 913"/>
                <a:gd name="T22" fmla="*/ 195 w 805"/>
                <a:gd name="T23" fmla="*/ 660 h 913"/>
                <a:gd name="T24" fmla="*/ 135 w 805"/>
                <a:gd name="T25" fmla="*/ 729 h 913"/>
                <a:gd name="T26" fmla="*/ 63 w 805"/>
                <a:gd name="T27" fmla="*/ 795 h 913"/>
                <a:gd name="T28" fmla="*/ 16 w 805"/>
                <a:gd name="T29" fmla="*/ 829 h 913"/>
                <a:gd name="T30" fmla="*/ 36 w 805"/>
                <a:gd name="T31" fmla="*/ 883 h 913"/>
                <a:gd name="T32" fmla="*/ 156 w 805"/>
                <a:gd name="T33" fmla="*/ 879 h 913"/>
                <a:gd name="T34" fmla="*/ 295 w 805"/>
                <a:gd name="T35" fmla="*/ 805 h 913"/>
                <a:gd name="T36" fmla="*/ 426 w 805"/>
                <a:gd name="T37" fmla="*/ 646 h 913"/>
                <a:gd name="T38" fmla="*/ 458 w 805"/>
                <a:gd name="T39" fmla="*/ 643 h 913"/>
                <a:gd name="T40" fmla="*/ 553 w 805"/>
                <a:gd name="T41" fmla="*/ 730 h 913"/>
                <a:gd name="T42" fmla="*/ 639 w 805"/>
                <a:gd name="T43" fmla="*/ 829 h 913"/>
                <a:gd name="T44" fmla="*/ 733 w 805"/>
                <a:gd name="T45" fmla="*/ 913 h 913"/>
                <a:gd name="T46" fmla="*/ 781 w 805"/>
                <a:gd name="T47" fmla="*/ 832 h 913"/>
                <a:gd name="T48" fmla="*/ 799 w 805"/>
                <a:gd name="T49" fmla="*/ 733 h 913"/>
                <a:gd name="T50" fmla="*/ 759 w 805"/>
                <a:gd name="T51" fmla="*/ 650 h 913"/>
                <a:gd name="T52" fmla="*/ 668 w 805"/>
                <a:gd name="T53" fmla="*/ 578 h 913"/>
                <a:gd name="T54" fmla="*/ 581 w 805"/>
                <a:gd name="T55" fmla="*/ 547 h 913"/>
                <a:gd name="T56" fmla="*/ 530 w 805"/>
                <a:gd name="T57" fmla="*/ 547 h 913"/>
                <a:gd name="T58" fmla="*/ 486 w 805"/>
                <a:gd name="T59" fmla="*/ 545 h 913"/>
                <a:gd name="T60" fmla="*/ 465 w 805"/>
                <a:gd name="T61" fmla="*/ 507 h 913"/>
                <a:gd name="T62" fmla="*/ 528 w 805"/>
                <a:gd name="T63" fmla="*/ 453 h 913"/>
                <a:gd name="T64" fmla="*/ 681 w 805"/>
                <a:gd name="T65" fmla="*/ 385 h 913"/>
                <a:gd name="T66" fmla="*/ 742 w 805"/>
                <a:gd name="T67" fmla="*/ 367 h 913"/>
                <a:gd name="T68" fmla="*/ 794 w 805"/>
                <a:gd name="T69" fmla="*/ 326 h 913"/>
                <a:gd name="T70" fmla="*/ 779 w 805"/>
                <a:gd name="T71" fmla="*/ 281 h 913"/>
                <a:gd name="T72" fmla="*/ 763 w 805"/>
                <a:gd name="T73" fmla="*/ 217 h 913"/>
                <a:gd name="T74" fmla="*/ 654 w 805"/>
                <a:gd name="T75" fmla="*/ 238 h 913"/>
                <a:gd name="T76" fmla="*/ 612 w 805"/>
                <a:gd name="T77" fmla="*/ 252 h 913"/>
                <a:gd name="T78" fmla="*/ 599 w 805"/>
                <a:gd name="T79" fmla="*/ 256 h 913"/>
                <a:gd name="T80" fmla="*/ 513 w 805"/>
                <a:gd name="T81" fmla="*/ 294 h 913"/>
                <a:gd name="T82" fmla="*/ 497 w 805"/>
                <a:gd name="T83" fmla="*/ 298 h 913"/>
                <a:gd name="T84" fmla="*/ 488 w 805"/>
                <a:gd name="T85" fmla="*/ 239 h 913"/>
                <a:gd name="T86" fmla="*/ 492 w 805"/>
                <a:gd name="T87" fmla="*/ 171 h 913"/>
                <a:gd name="T88" fmla="*/ 461 w 805"/>
                <a:gd name="T89" fmla="*/ 39 h 913"/>
                <a:gd name="T90" fmla="*/ 386 w 805"/>
                <a:gd name="T91"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5" h="913">
                  <a:moveTo>
                    <a:pt x="386" y="0"/>
                  </a:moveTo>
                  <a:cubicBezTo>
                    <a:pt x="370" y="0"/>
                    <a:pt x="355" y="6"/>
                    <a:pt x="341" y="15"/>
                  </a:cubicBezTo>
                  <a:cubicBezTo>
                    <a:pt x="323" y="28"/>
                    <a:pt x="307" y="45"/>
                    <a:pt x="290" y="60"/>
                  </a:cubicBezTo>
                  <a:cubicBezTo>
                    <a:pt x="279" y="70"/>
                    <a:pt x="280" y="79"/>
                    <a:pt x="291" y="88"/>
                  </a:cubicBezTo>
                  <a:cubicBezTo>
                    <a:pt x="295" y="91"/>
                    <a:pt x="300" y="95"/>
                    <a:pt x="300" y="100"/>
                  </a:cubicBezTo>
                  <a:cubicBezTo>
                    <a:pt x="304" y="138"/>
                    <a:pt x="308" y="177"/>
                    <a:pt x="304" y="216"/>
                  </a:cubicBezTo>
                  <a:cubicBezTo>
                    <a:pt x="302" y="226"/>
                    <a:pt x="301" y="235"/>
                    <a:pt x="301" y="245"/>
                  </a:cubicBezTo>
                  <a:cubicBezTo>
                    <a:pt x="301" y="262"/>
                    <a:pt x="299" y="279"/>
                    <a:pt x="296" y="295"/>
                  </a:cubicBezTo>
                  <a:cubicBezTo>
                    <a:pt x="293" y="309"/>
                    <a:pt x="293" y="322"/>
                    <a:pt x="292" y="336"/>
                  </a:cubicBezTo>
                  <a:cubicBezTo>
                    <a:pt x="291" y="348"/>
                    <a:pt x="291" y="360"/>
                    <a:pt x="287" y="371"/>
                  </a:cubicBezTo>
                  <a:cubicBezTo>
                    <a:pt x="285" y="379"/>
                    <a:pt x="283" y="385"/>
                    <a:pt x="284" y="394"/>
                  </a:cubicBezTo>
                  <a:cubicBezTo>
                    <a:pt x="285" y="403"/>
                    <a:pt x="287" y="415"/>
                    <a:pt x="278" y="420"/>
                  </a:cubicBezTo>
                  <a:cubicBezTo>
                    <a:pt x="264" y="427"/>
                    <a:pt x="248" y="432"/>
                    <a:pt x="233" y="437"/>
                  </a:cubicBezTo>
                  <a:cubicBezTo>
                    <a:pt x="218" y="442"/>
                    <a:pt x="203" y="447"/>
                    <a:pt x="189" y="450"/>
                  </a:cubicBezTo>
                  <a:cubicBezTo>
                    <a:pt x="173" y="454"/>
                    <a:pt x="157" y="458"/>
                    <a:pt x="142" y="460"/>
                  </a:cubicBezTo>
                  <a:cubicBezTo>
                    <a:pt x="139" y="461"/>
                    <a:pt x="136" y="461"/>
                    <a:pt x="133" y="461"/>
                  </a:cubicBezTo>
                  <a:cubicBezTo>
                    <a:pt x="132" y="461"/>
                    <a:pt x="132" y="461"/>
                    <a:pt x="132" y="461"/>
                  </a:cubicBezTo>
                  <a:cubicBezTo>
                    <a:pt x="131" y="461"/>
                    <a:pt x="131" y="461"/>
                    <a:pt x="130" y="461"/>
                  </a:cubicBezTo>
                  <a:cubicBezTo>
                    <a:pt x="124" y="461"/>
                    <a:pt x="117" y="461"/>
                    <a:pt x="111" y="466"/>
                  </a:cubicBezTo>
                  <a:cubicBezTo>
                    <a:pt x="110" y="467"/>
                    <a:pt x="110" y="467"/>
                    <a:pt x="109" y="467"/>
                  </a:cubicBezTo>
                  <a:cubicBezTo>
                    <a:pt x="109" y="467"/>
                    <a:pt x="108" y="466"/>
                    <a:pt x="107" y="466"/>
                  </a:cubicBezTo>
                  <a:cubicBezTo>
                    <a:pt x="85" y="457"/>
                    <a:pt x="62" y="455"/>
                    <a:pt x="40" y="455"/>
                  </a:cubicBezTo>
                  <a:cubicBezTo>
                    <a:pt x="36" y="455"/>
                    <a:pt x="33" y="455"/>
                    <a:pt x="29" y="456"/>
                  </a:cubicBezTo>
                  <a:cubicBezTo>
                    <a:pt x="10" y="456"/>
                    <a:pt x="8" y="458"/>
                    <a:pt x="7" y="478"/>
                  </a:cubicBezTo>
                  <a:cubicBezTo>
                    <a:pt x="7" y="480"/>
                    <a:pt x="6" y="482"/>
                    <a:pt x="6" y="484"/>
                  </a:cubicBezTo>
                  <a:cubicBezTo>
                    <a:pt x="5" y="498"/>
                    <a:pt x="0" y="511"/>
                    <a:pt x="5" y="528"/>
                  </a:cubicBezTo>
                  <a:cubicBezTo>
                    <a:pt x="12" y="548"/>
                    <a:pt x="27" y="557"/>
                    <a:pt x="42" y="562"/>
                  </a:cubicBezTo>
                  <a:cubicBezTo>
                    <a:pt x="61" y="568"/>
                    <a:pt x="82" y="570"/>
                    <a:pt x="102" y="570"/>
                  </a:cubicBezTo>
                  <a:cubicBezTo>
                    <a:pt x="104" y="570"/>
                    <a:pt x="105" y="570"/>
                    <a:pt x="107" y="570"/>
                  </a:cubicBezTo>
                  <a:cubicBezTo>
                    <a:pt x="132" y="570"/>
                    <a:pt x="157" y="566"/>
                    <a:pt x="182" y="563"/>
                  </a:cubicBezTo>
                  <a:cubicBezTo>
                    <a:pt x="193" y="562"/>
                    <a:pt x="204" y="560"/>
                    <a:pt x="215" y="559"/>
                  </a:cubicBezTo>
                  <a:cubicBezTo>
                    <a:pt x="218" y="559"/>
                    <a:pt x="221" y="559"/>
                    <a:pt x="225" y="559"/>
                  </a:cubicBezTo>
                  <a:cubicBezTo>
                    <a:pt x="230" y="559"/>
                    <a:pt x="235" y="559"/>
                    <a:pt x="240" y="560"/>
                  </a:cubicBezTo>
                  <a:cubicBezTo>
                    <a:pt x="241" y="560"/>
                    <a:pt x="243" y="565"/>
                    <a:pt x="243" y="568"/>
                  </a:cubicBezTo>
                  <a:cubicBezTo>
                    <a:pt x="240" y="578"/>
                    <a:pt x="238" y="591"/>
                    <a:pt x="231" y="598"/>
                  </a:cubicBezTo>
                  <a:cubicBezTo>
                    <a:pt x="215" y="616"/>
                    <a:pt x="215" y="645"/>
                    <a:pt x="195" y="660"/>
                  </a:cubicBezTo>
                  <a:cubicBezTo>
                    <a:pt x="194" y="661"/>
                    <a:pt x="194" y="663"/>
                    <a:pt x="194" y="664"/>
                  </a:cubicBezTo>
                  <a:cubicBezTo>
                    <a:pt x="188" y="680"/>
                    <a:pt x="176" y="691"/>
                    <a:pt x="164" y="702"/>
                  </a:cubicBezTo>
                  <a:cubicBezTo>
                    <a:pt x="155" y="711"/>
                    <a:pt x="144" y="720"/>
                    <a:pt x="135" y="729"/>
                  </a:cubicBezTo>
                  <a:cubicBezTo>
                    <a:pt x="127" y="737"/>
                    <a:pt x="122" y="748"/>
                    <a:pt x="113" y="754"/>
                  </a:cubicBezTo>
                  <a:cubicBezTo>
                    <a:pt x="100" y="763"/>
                    <a:pt x="92" y="781"/>
                    <a:pt x="76" y="786"/>
                  </a:cubicBezTo>
                  <a:cubicBezTo>
                    <a:pt x="71" y="787"/>
                    <a:pt x="67" y="791"/>
                    <a:pt x="63" y="795"/>
                  </a:cubicBezTo>
                  <a:cubicBezTo>
                    <a:pt x="54" y="802"/>
                    <a:pt x="46" y="810"/>
                    <a:pt x="37" y="817"/>
                  </a:cubicBezTo>
                  <a:cubicBezTo>
                    <a:pt x="35" y="819"/>
                    <a:pt x="31" y="818"/>
                    <a:pt x="28" y="820"/>
                  </a:cubicBezTo>
                  <a:cubicBezTo>
                    <a:pt x="23" y="822"/>
                    <a:pt x="17" y="825"/>
                    <a:pt x="16" y="829"/>
                  </a:cubicBezTo>
                  <a:cubicBezTo>
                    <a:pt x="15" y="835"/>
                    <a:pt x="17" y="846"/>
                    <a:pt x="20" y="848"/>
                  </a:cubicBezTo>
                  <a:cubicBezTo>
                    <a:pt x="30" y="853"/>
                    <a:pt x="29" y="860"/>
                    <a:pt x="27" y="868"/>
                  </a:cubicBezTo>
                  <a:cubicBezTo>
                    <a:pt x="25" y="876"/>
                    <a:pt x="29" y="881"/>
                    <a:pt x="36" y="883"/>
                  </a:cubicBezTo>
                  <a:cubicBezTo>
                    <a:pt x="50" y="888"/>
                    <a:pt x="64" y="894"/>
                    <a:pt x="78" y="896"/>
                  </a:cubicBezTo>
                  <a:cubicBezTo>
                    <a:pt x="84" y="896"/>
                    <a:pt x="89" y="897"/>
                    <a:pt x="95" y="897"/>
                  </a:cubicBezTo>
                  <a:cubicBezTo>
                    <a:pt x="116" y="897"/>
                    <a:pt x="137" y="891"/>
                    <a:pt x="156" y="879"/>
                  </a:cubicBezTo>
                  <a:cubicBezTo>
                    <a:pt x="177" y="867"/>
                    <a:pt x="198" y="855"/>
                    <a:pt x="220" y="844"/>
                  </a:cubicBezTo>
                  <a:cubicBezTo>
                    <a:pt x="227" y="839"/>
                    <a:pt x="236" y="836"/>
                    <a:pt x="244" y="832"/>
                  </a:cubicBezTo>
                  <a:cubicBezTo>
                    <a:pt x="261" y="823"/>
                    <a:pt x="278" y="814"/>
                    <a:pt x="295" y="805"/>
                  </a:cubicBezTo>
                  <a:cubicBezTo>
                    <a:pt x="307" y="799"/>
                    <a:pt x="319" y="794"/>
                    <a:pt x="328" y="785"/>
                  </a:cubicBezTo>
                  <a:cubicBezTo>
                    <a:pt x="350" y="760"/>
                    <a:pt x="375" y="737"/>
                    <a:pt x="391" y="706"/>
                  </a:cubicBezTo>
                  <a:cubicBezTo>
                    <a:pt x="402" y="685"/>
                    <a:pt x="415" y="666"/>
                    <a:pt x="426" y="646"/>
                  </a:cubicBezTo>
                  <a:cubicBezTo>
                    <a:pt x="430" y="639"/>
                    <a:pt x="433" y="636"/>
                    <a:pt x="439" y="636"/>
                  </a:cubicBezTo>
                  <a:cubicBezTo>
                    <a:pt x="440" y="636"/>
                    <a:pt x="441" y="636"/>
                    <a:pt x="442" y="636"/>
                  </a:cubicBezTo>
                  <a:cubicBezTo>
                    <a:pt x="448" y="637"/>
                    <a:pt x="453" y="639"/>
                    <a:pt x="458" y="643"/>
                  </a:cubicBezTo>
                  <a:cubicBezTo>
                    <a:pt x="469" y="651"/>
                    <a:pt x="480" y="660"/>
                    <a:pt x="491" y="669"/>
                  </a:cubicBezTo>
                  <a:cubicBezTo>
                    <a:pt x="503" y="679"/>
                    <a:pt x="516" y="686"/>
                    <a:pt x="525" y="698"/>
                  </a:cubicBezTo>
                  <a:cubicBezTo>
                    <a:pt x="534" y="709"/>
                    <a:pt x="542" y="720"/>
                    <a:pt x="553" y="730"/>
                  </a:cubicBezTo>
                  <a:cubicBezTo>
                    <a:pt x="567" y="742"/>
                    <a:pt x="578" y="760"/>
                    <a:pt x="591" y="774"/>
                  </a:cubicBezTo>
                  <a:cubicBezTo>
                    <a:pt x="598" y="782"/>
                    <a:pt x="607" y="787"/>
                    <a:pt x="614" y="794"/>
                  </a:cubicBezTo>
                  <a:cubicBezTo>
                    <a:pt x="623" y="805"/>
                    <a:pt x="631" y="817"/>
                    <a:pt x="639" y="829"/>
                  </a:cubicBezTo>
                  <a:cubicBezTo>
                    <a:pt x="649" y="841"/>
                    <a:pt x="658" y="855"/>
                    <a:pt x="669" y="865"/>
                  </a:cubicBezTo>
                  <a:cubicBezTo>
                    <a:pt x="684" y="881"/>
                    <a:pt x="700" y="895"/>
                    <a:pt x="718" y="907"/>
                  </a:cubicBezTo>
                  <a:cubicBezTo>
                    <a:pt x="724" y="911"/>
                    <a:pt x="729" y="913"/>
                    <a:pt x="733" y="913"/>
                  </a:cubicBezTo>
                  <a:cubicBezTo>
                    <a:pt x="738" y="913"/>
                    <a:pt x="743" y="910"/>
                    <a:pt x="748" y="903"/>
                  </a:cubicBezTo>
                  <a:cubicBezTo>
                    <a:pt x="755" y="892"/>
                    <a:pt x="761" y="879"/>
                    <a:pt x="766" y="866"/>
                  </a:cubicBezTo>
                  <a:cubicBezTo>
                    <a:pt x="771" y="855"/>
                    <a:pt x="774" y="841"/>
                    <a:pt x="781" y="832"/>
                  </a:cubicBezTo>
                  <a:cubicBezTo>
                    <a:pt x="786" y="824"/>
                    <a:pt x="788" y="817"/>
                    <a:pt x="788" y="808"/>
                  </a:cubicBezTo>
                  <a:cubicBezTo>
                    <a:pt x="788" y="805"/>
                    <a:pt x="790" y="801"/>
                    <a:pt x="791" y="798"/>
                  </a:cubicBezTo>
                  <a:cubicBezTo>
                    <a:pt x="799" y="777"/>
                    <a:pt x="805" y="756"/>
                    <a:pt x="799" y="733"/>
                  </a:cubicBezTo>
                  <a:cubicBezTo>
                    <a:pt x="798" y="728"/>
                    <a:pt x="798" y="723"/>
                    <a:pt x="797" y="718"/>
                  </a:cubicBezTo>
                  <a:cubicBezTo>
                    <a:pt x="793" y="707"/>
                    <a:pt x="790" y="695"/>
                    <a:pt x="784" y="685"/>
                  </a:cubicBezTo>
                  <a:cubicBezTo>
                    <a:pt x="777" y="672"/>
                    <a:pt x="769" y="661"/>
                    <a:pt x="759" y="650"/>
                  </a:cubicBezTo>
                  <a:cubicBezTo>
                    <a:pt x="749" y="637"/>
                    <a:pt x="739" y="625"/>
                    <a:pt x="727" y="615"/>
                  </a:cubicBezTo>
                  <a:cubicBezTo>
                    <a:pt x="713" y="604"/>
                    <a:pt x="697" y="595"/>
                    <a:pt x="682" y="585"/>
                  </a:cubicBezTo>
                  <a:cubicBezTo>
                    <a:pt x="677" y="582"/>
                    <a:pt x="672" y="581"/>
                    <a:pt x="668" y="578"/>
                  </a:cubicBezTo>
                  <a:cubicBezTo>
                    <a:pt x="650" y="565"/>
                    <a:pt x="632" y="553"/>
                    <a:pt x="610" y="550"/>
                  </a:cubicBezTo>
                  <a:cubicBezTo>
                    <a:pt x="601" y="548"/>
                    <a:pt x="591" y="547"/>
                    <a:pt x="581" y="547"/>
                  </a:cubicBezTo>
                  <a:cubicBezTo>
                    <a:pt x="581" y="547"/>
                    <a:pt x="581" y="547"/>
                    <a:pt x="581" y="547"/>
                  </a:cubicBezTo>
                  <a:cubicBezTo>
                    <a:pt x="575" y="547"/>
                    <a:pt x="569" y="548"/>
                    <a:pt x="564" y="549"/>
                  </a:cubicBezTo>
                  <a:cubicBezTo>
                    <a:pt x="558" y="549"/>
                    <a:pt x="552" y="550"/>
                    <a:pt x="546" y="550"/>
                  </a:cubicBezTo>
                  <a:cubicBezTo>
                    <a:pt x="541" y="550"/>
                    <a:pt x="535" y="549"/>
                    <a:pt x="530" y="547"/>
                  </a:cubicBezTo>
                  <a:cubicBezTo>
                    <a:pt x="523" y="544"/>
                    <a:pt x="516" y="544"/>
                    <a:pt x="509" y="544"/>
                  </a:cubicBezTo>
                  <a:cubicBezTo>
                    <a:pt x="505" y="544"/>
                    <a:pt x="501" y="544"/>
                    <a:pt x="497" y="544"/>
                  </a:cubicBezTo>
                  <a:cubicBezTo>
                    <a:pt x="493" y="544"/>
                    <a:pt x="490" y="545"/>
                    <a:pt x="486" y="545"/>
                  </a:cubicBezTo>
                  <a:cubicBezTo>
                    <a:pt x="482" y="545"/>
                    <a:pt x="479" y="544"/>
                    <a:pt x="475" y="544"/>
                  </a:cubicBezTo>
                  <a:cubicBezTo>
                    <a:pt x="465" y="542"/>
                    <a:pt x="463" y="539"/>
                    <a:pt x="463" y="531"/>
                  </a:cubicBezTo>
                  <a:cubicBezTo>
                    <a:pt x="463" y="523"/>
                    <a:pt x="464" y="515"/>
                    <a:pt x="465" y="507"/>
                  </a:cubicBezTo>
                  <a:cubicBezTo>
                    <a:pt x="465" y="504"/>
                    <a:pt x="467" y="502"/>
                    <a:pt x="468" y="500"/>
                  </a:cubicBezTo>
                  <a:cubicBezTo>
                    <a:pt x="477" y="479"/>
                    <a:pt x="496" y="471"/>
                    <a:pt x="513" y="460"/>
                  </a:cubicBezTo>
                  <a:cubicBezTo>
                    <a:pt x="518" y="457"/>
                    <a:pt x="523" y="455"/>
                    <a:pt x="528" y="453"/>
                  </a:cubicBezTo>
                  <a:cubicBezTo>
                    <a:pt x="544" y="448"/>
                    <a:pt x="561" y="446"/>
                    <a:pt x="576" y="439"/>
                  </a:cubicBezTo>
                  <a:cubicBezTo>
                    <a:pt x="595" y="430"/>
                    <a:pt x="612" y="417"/>
                    <a:pt x="630" y="406"/>
                  </a:cubicBezTo>
                  <a:cubicBezTo>
                    <a:pt x="646" y="397"/>
                    <a:pt x="662" y="387"/>
                    <a:pt x="681" y="385"/>
                  </a:cubicBezTo>
                  <a:cubicBezTo>
                    <a:pt x="690" y="384"/>
                    <a:pt x="702" y="382"/>
                    <a:pt x="710" y="376"/>
                  </a:cubicBezTo>
                  <a:cubicBezTo>
                    <a:pt x="719" y="369"/>
                    <a:pt x="728" y="366"/>
                    <a:pt x="738" y="366"/>
                  </a:cubicBezTo>
                  <a:cubicBezTo>
                    <a:pt x="739" y="366"/>
                    <a:pt x="740" y="366"/>
                    <a:pt x="742" y="367"/>
                  </a:cubicBezTo>
                  <a:cubicBezTo>
                    <a:pt x="743" y="367"/>
                    <a:pt x="744" y="367"/>
                    <a:pt x="744" y="367"/>
                  </a:cubicBezTo>
                  <a:cubicBezTo>
                    <a:pt x="754" y="367"/>
                    <a:pt x="760" y="361"/>
                    <a:pt x="766" y="352"/>
                  </a:cubicBezTo>
                  <a:cubicBezTo>
                    <a:pt x="773" y="341"/>
                    <a:pt x="778" y="326"/>
                    <a:pt x="794" y="326"/>
                  </a:cubicBezTo>
                  <a:cubicBezTo>
                    <a:pt x="795" y="326"/>
                    <a:pt x="795" y="326"/>
                    <a:pt x="796" y="326"/>
                  </a:cubicBezTo>
                  <a:cubicBezTo>
                    <a:pt x="797" y="315"/>
                    <a:pt x="796" y="313"/>
                    <a:pt x="785" y="301"/>
                  </a:cubicBezTo>
                  <a:cubicBezTo>
                    <a:pt x="779" y="295"/>
                    <a:pt x="777" y="291"/>
                    <a:pt x="779" y="281"/>
                  </a:cubicBezTo>
                  <a:cubicBezTo>
                    <a:pt x="781" y="276"/>
                    <a:pt x="779" y="266"/>
                    <a:pt x="776" y="262"/>
                  </a:cubicBezTo>
                  <a:cubicBezTo>
                    <a:pt x="766" y="249"/>
                    <a:pt x="764" y="237"/>
                    <a:pt x="774" y="222"/>
                  </a:cubicBezTo>
                  <a:cubicBezTo>
                    <a:pt x="770" y="220"/>
                    <a:pt x="767" y="217"/>
                    <a:pt x="763" y="217"/>
                  </a:cubicBezTo>
                  <a:cubicBezTo>
                    <a:pt x="746" y="217"/>
                    <a:pt x="729" y="217"/>
                    <a:pt x="711" y="218"/>
                  </a:cubicBezTo>
                  <a:cubicBezTo>
                    <a:pt x="707" y="218"/>
                    <a:pt x="703" y="219"/>
                    <a:pt x="699" y="220"/>
                  </a:cubicBezTo>
                  <a:cubicBezTo>
                    <a:pt x="684" y="226"/>
                    <a:pt x="669" y="232"/>
                    <a:pt x="654" y="238"/>
                  </a:cubicBezTo>
                  <a:cubicBezTo>
                    <a:pt x="641" y="243"/>
                    <a:pt x="624" y="234"/>
                    <a:pt x="615" y="251"/>
                  </a:cubicBezTo>
                  <a:cubicBezTo>
                    <a:pt x="614" y="252"/>
                    <a:pt x="614" y="252"/>
                    <a:pt x="613" y="252"/>
                  </a:cubicBezTo>
                  <a:cubicBezTo>
                    <a:pt x="613" y="252"/>
                    <a:pt x="612" y="252"/>
                    <a:pt x="612" y="252"/>
                  </a:cubicBezTo>
                  <a:cubicBezTo>
                    <a:pt x="611" y="252"/>
                    <a:pt x="611" y="252"/>
                    <a:pt x="610" y="252"/>
                  </a:cubicBezTo>
                  <a:cubicBezTo>
                    <a:pt x="610" y="252"/>
                    <a:pt x="610" y="252"/>
                    <a:pt x="609" y="252"/>
                  </a:cubicBezTo>
                  <a:cubicBezTo>
                    <a:pt x="606" y="253"/>
                    <a:pt x="601" y="253"/>
                    <a:pt x="599" y="256"/>
                  </a:cubicBezTo>
                  <a:cubicBezTo>
                    <a:pt x="576" y="276"/>
                    <a:pt x="548" y="283"/>
                    <a:pt x="522" y="293"/>
                  </a:cubicBezTo>
                  <a:cubicBezTo>
                    <a:pt x="520" y="294"/>
                    <a:pt x="518" y="294"/>
                    <a:pt x="516" y="294"/>
                  </a:cubicBezTo>
                  <a:cubicBezTo>
                    <a:pt x="515" y="294"/>
                    <a:pt x="514" y="294"/>
                    <a:pt x="513" y="294"/>
                  </a:cubicBezTo>
                  <a:cubicBezTo>
                    <a:pt x="512" y="294"/>
                    <a:pt x="511" y="294"/>
                    <a:pt x="510" y="294"/>
                  </a:cubicBezTo>
                  <a:cubicBezTo>
                    <a:pt x="508" y="294"/>
                    <a:pt x="506" y="294"/>
                    <a:pt x="504" y="295"/>
                  </a:cubicBezTo>
                  <a:cubicBezTo>
                    <a:pt x="501" y="297"/>
                    <a:pt x="499" y="298"/>
                    <a:pt x="497" y="298"/>
                  </a:cubicBezTo>
                  <a:cubicBezTo>
                    <a:pt x="493" y="298"/>
                    <a:pt x="491" y="296"/>
                    <a:pt x="489" y="294"/>
                  </a:cubicBezTo>
                  <a:cubicBezTo>
                    <a:pt x="486" y="292"/>
                    <a:pt x="487" y="285"/>
                    <a:pt x="487" y="280"/>
                  </a:cubicBezTo>
                  <a:cubicBezTo>
                    <a:pt x="487" y="266"/>
                    <a:pt x="487" y="253"/>
                    <a:pt x="488" y="239"/>
                  </a:cubicBezTo>
                  <a:cubicBezTo>
                    <a:pt x="489" y="229"/>
                    <a:pt x="491" y="218"/>
                    <a:pt x="493" y="207"/>
                  </a:cubicBezTo>
                  <a:cubicBezTo>
                    <a:pt x="492" y="205"/>
                    <a:pt x="490" y="201"/>
                    <a:pt x="490" y="198"/>
                  </a:cubicBezTo>
                  <a:cubicBezTo>
                    <a:pt x="490" y="189"/>
                    <a:pt x="492" y="180"/>
                    <a:pt x="492" y="171"/>
                  </a:cubicBezTo>
                  <a:cubicBezTo>
                    <a:pt x="491" y="149"/>
                    <a:pt x="490" y="126"/>
                    <a:pt x="487" y="103"/>
                  </a:cubicBezTo>
                  <a:cubicBezTo>
                    <a:pt x="486" y="89"/>
                    <a:pt x="481" y="76"/>
                    <a:pt x="476" y="63"/>
                  </a:cubicBezTo>
                  <a:cubicBezTo>
                    <a:pt x="473" y="54"/>
                    <a:pt x="466" y="47"/>
                    <a:pt x="461" y="39"/>
                  </a:cubicBezTo>
                  <a:cubicBezTo>
                    <a:pt x="454" y="30"/>
                    <a:pt x="451" y="17"/>
                    <a:pt x="438" y="15"/>
                  </a:cubicBezTo>
                  <a:cubicBezTo>
                    <a:pt x="432" y="13"/>
                    <a:pt x="425" y="11"/>
                    <a:pt x="418" y="8"/>
                  </a:cubicBezTo>
                  <a:cubicBezTo>
                    <a:pt x="407" y="3"/>
                    <a:pt x="397" y="0"/>
                    <a:pt x="38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4" name="Freeform 273">
              <a:extLst>
                <a:ext uri="{FF2B5EF4-FFF2-40B4-BE49-F238E27FC236}">
                  <a16:creationId xmlns:a16="http://schemas.microsoft.com/office/drawing/2014/main" id="{EBFBE6F8-5BE6-4EDD-85FA-7B6D8E9B54FC}"/>
                </a:ext>
              </a:extLst>
            </p:cNvPr>
            <p:cNvSpPr>
              <a:spLocks noEditPoints="1"/>
            </p:cNvSpPr>
            <p:nvPr/>
          </p:nvSpPr>
          <p:spPr bwMode="auto">
            <a:xfrm>
              <a:off x="11163415" y="467575"/>
              <a:ext cx="215315" cy="162928"/>
            </a:xfrm>
            <a:custGeom>
              <a:avLst/>
              <a:gdLst>
                <a:gd name="T0" fmla="*/ 311 w 958"/>
                <a:gd name="T1" fmla="*/ 228 h 723"/>
                <a:gd name="T2" fmla="*/ 344 w 958"/>
                <a:gd name="T3" fmla="*/ 189 h 723"/>
                <a:gd name="T4" fmla="*/ 379 w 958"/>
                <a:gd name="T5" fmla="*/ 257 h 723"/>
                <a:gd name="T6" fmla="*/ 690 w 958"/>
                <a:gd name="T7" fmla="*/ 0 h 723"/>
                <a:gd name="T8" fmla="*/ 569 w 958"/>
                <a:gd name="T9" fmla="*/ 25 h 723"/>
                <a:gd name="T10" fmla="*/ 508 w 958"/>
                <a:gd name="T11" fmla="*/ 55 h 723"/>
                <a:gd name="T12" fmla="*/ 487 w 958"/>
                <a:gd name="T13" fmla="*/ 62 h 723"/>
                <a:gd name="T14" fmla="*/ 476 w 958"/>
                <a:gd name="T15" fmla="*/ 65 h 723"/>
                <a:gd name="T16" fmla="*/ 438 w 958"/>
                <a:gd name="T17" fmla="*/ 72 h 723"/>
                <a:gd name="T18" fmla="*/ 325 w 958"/>
                <a:gd name="T19" fmla="*/ 99 h 723"/>
                <a:gd name="T20" fmla="*/ 253 w 958"/>
                <a:gd name="T21" fmla="*/ 172 h 723"/>
                <a:gd name="T22" fmla="*/ 225 w 958"/>
                <a:gd name="T23" fmla="*/ 144 h 723"/>
                <a:gd name="T24" fmla="*/ 143 w 958"/>
                <a:gd name="T25" fmla="*/ 126 h 723"/>
                <a:gd name="T26" fmla="*/ 131 w 958"/>
                <a:gd name="T27" fmla="*/ 221 h 723"/>
                <a:gd name="T28" fmla="*/ 130 w 958"/>
                <a:gd name="T29" fmla="*/ 358 h 723"/>
                <a:gd name="T30" fmla="*/ 36 w 958"/>
                <a:gd name="T31" fmla="*/ 479 h 723"/>
                <a:gd name="T32" fmla="*/ 11 w 958"/>
                <a:gd name="T33" fmla="*/ 555 h 723"/>
                <a:gd name="T34" fmla="*/ 24 w 958"/>
                <a:gd name="T35" fmla="*/ 705 h 723"/>
                <a:gd name="T36" fmla="*/ 95 w 958"/>
                <a:gd name="T37" fmla="*/ 680 h 723"/>
                <a:gd name="T38" fmla="*/ 140 w 958"/>
                <a:gd name="T39" fmla="*/ 583 h 723"/>
                <a:gd name="T40" fmla="*/ 292 w 958"/>
                <a:gd name="T41" fmla="*/ 479 h 723"/>
                <a:gd name="T42" fmla="*/ 384 w 958"/>
                <a:gd name="T43" fmla="*/ 429 h 723"/>
                <a:gd name="T44" fmla="*/ 482 w 958"/>
                <a:gd name="T45" fmla="*/ 393 h 723"/>
                <a:gd name="T46" fmla="*/ 572 w 958"/>
                <a:gd name="T47" fmla="*/ 357 h 723"/>
                <a:gd name="T48" fmla="*/ 715 w 958"/>
                <a:gd name="T49" fmla="*/ 322 h 723"/>
                <a:gd name="T50" fmla="*/ 734 w 958"/>
                <a:gd name="T51" fmla="*/ 333 h 723"/>
                <a:gd name="T52" fmla="*/ 684 w 958"/>
                <a:gd name="T53" fmla="*/ 368 h 723"/>
                <a:gd name="T54" fmla="*/ 625 w 958"/>
                <a:gd name="T55" fmla="*/ 396 h 723"/>
                <a:gd name="T56" fmla="*/ 646 w 958"/>
                <a:gd name="T57" fmla="*/ 404 h 723"/>
                <a:gd name="T58" fmla="*/ 693 w 958"/>
                <a:gd name="T59" fmla="*/ 414 h 723"/>
                <a:gd name="T60" fmla="*/ 841 w 958"/>
                <a:gd name="T61" fmla="*/ 442 h 723"/>
                <a:gd name="T62" fmla="*/ 944 w 958"/>
                <a:gd name="T63" fmla="*/ 395 h 723"/>
                <a:gd name="T64" fmla="*/ 849 w 958"/>
                <a:gd name="T65" fmla="*/ 234 h 723"/>
                <a:gd name="T66" fmla="*/ 786 w 958"/>
                <a:gd name="T67" fmla="*/ 214 h 723"/>
                <a:gd name="T68" fmla="*/ 709 w 958"/>
                <a:gd name="T69" fmla="*/ 230 h 723"/>
                <a:gd name="T70" fmla="*/ 557 w 958"/>
                <a:gd name="T71" fmla="*/ 276 h 723"/>
                <a:gd name="T72" fmla="*/ 531 w 958"/>
                <a:gd name="T73" fmla="*/ 291 h 723"/>
                <a:gd name="T74" fmla="*/ 422 w 958"/>
                <a:gd name="T75" fmla="*/ 329 h 723"/>
                <a:gd name="T76" fmla="*/ 296 w 958"/>
                <a:gd name="T77" fmla="*/ 385 h 723"/>
                <a:gd name="T78" fmla="*/ 164 w 958"/>
                <a:gd name="T79" fmla="*/ 461 h 723"/>
                <a:gd name="T80" fmla="*/ 85 w 958"/>
                <a:gd name="T81" fmla="*/ 512 h 723"/>
                <a:gd name="T82" fmla="*/ 100 w 958"/>
                <a:gd name="T83" fmla="*/ 439 h 723"/>
                <a:gd name="T84" fmla="*/ 208 w 958"/>
                <a:gd name="T85" fmla="*/ 356 h 723"/>
                <a:gd name="T86" fmla="*/ 231 w 958"/>
                <a:gd name="T87" fmla="*/ 355 h 723"/>
                <a:gd name="T88" fmla="*/ 306 w 958"/>
                <a:gd name="T89" fmla="*/ 341 h 723"/>
                <a:gd name="T90" fmla="*/ 441 w 958"/>
                <a:gd name="T91" fmla="*/ 298 h 723"/>
                <a:gd name="T92" fmla="*/ 559 w 958"/>
                <a:gd name="T93" fmla="*/ 240 h 723"/>
                <a:gd name="T94" fmla="*/ 649 w 958"/>
                <a:gd name="T95" fmla="*/ 186 h 723"/>
                <a:gd name="T96" fmla="*/ 718 w 958"/>
                <a:gd name="T97" fmla="*/ 121 h 723"/>
                <a:gd name="T98" fmla="*/ 716 w 958"/>
                <a:gd name="T99" fmla="*/ 4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58" h="723">
                  <a:moveTo>
                    <a:pt x="303" y="290"/>
                  </a:moveTo>
                  <a:cubicBezTo>
                    <a:pt x="293" y="284"/>
                    <a:pt x="290" y="273"/>
                    <a:pt x="297" y="260"/>
                  </a:cubicBezTo>
                  <a:cubicBezTo>
                    <a:pt x="302" y="249"/>
                    <a:pt x="306" y="238"/>
                    <a:pt x="311" y="228"/>
                  </a:cubicBezTo>
                  <a:cubicBezTo>
                    <a:pt x="318" y="215"/>
                    <a:pt x="326" y="204"/>
                    <a:pt x="334" y="192"/>
                  </a:cubicBezTo>
                  <a:cubicBezTo>
                    <a:pt x="336" y="190"/>
                    <a:pt x="340" y="188"/>
                    <a:pt x="343" y="188"/>
                  </a:cubicBezTo>
                  <a:cubicBezTo>
                    <a:pt x="343" y="188"/>
                    <a:pt x="344" y="189"/>
                    <a:pt x="344" y="189"/>
                  </a:cubicBezTo>
                  <a:cubicBezTo>
                    <a:pt x="359" y="195"/>
                    <a:pt x="371" y="203"/>
                    <a:pt x="379" y="217"/>
                  </a:cubicBezTo>
                  <a:cubicBezTo>
                    <a:pt x="382" y="222"/>
                    <a:pt x="385" y="226"/>
                    <a:pt x="388" y="231"/>
                  </a:cubicBezTo>
                  <a:cubicBezTo>
                    <a:pt x="391" y="237"/>
                    <a:pt x="386" y="253"/>
                    <a:pt x="379" y="257"/>
                  </a:cubicBezTo>
                  <a:cubicBezTo>
                    <a:pt x="374" y="259"/>
                    <a:pt x="368" y="261"/>
                    <a:pt x="363" y="263"/>
                  </a:cubicBezTo>
                  <a:cubicBezTo>
                    <a:pt x="344" y="272"/>
                    <a:pt x="325" y="280"/>
                    <a:pt x="303" y="290"/>
                  </a:cubicBezTo>
                  <a:moveTo>
                    <a:pt x="690" y="0"/>
                  </a:moveTo>
                  <a:cubicBezTo>
                    <a:pt x="683" y="0"/>
                    <a:pt x="676" y="1"/>
                    <a:pt x="669" y="1"/>
                  </a:cubicBezTo>
                  <a:cubicBezTo>
                    <a:pt x="650" y="3"/>
                    <a:pt x="632" y="10"/>
                    <a:pt x="613" y="12"/>
                  </a:cubicBezTo>
                  <a:cubicBezTo>
                    <a:pt x="597" y="13"/>
                    <a:pt x="582" y="17"/>
                    <a:pt x="569" y="25"/>
                  </a:cubicBezTo>
                  <a:cubicBezTo>
                    <a:pt x="563" y="28"/>
                    <a:pt x="557" y="29"/>
                    <a:pt x="551" y="31"/>
                  </a:cubicBezTo>
                  <a:cubicBezTo>
                    <a:pt x="542" y="35"/>
                    <a:pt x="531" y="37"/>
                    <a:pt x="525" y="44"/>
                  </a:cubicBezTo>
                  <a:cubicBezTo>
                    <a:pt x="520" y="50"/>
                    <a:pt x="515" y="55"/>
                    <a:pt x="508" y="55"/>
                  </a:cubicBezTo>
                  <a:cubicBezTo>
                    <a:pt x="508" y="55"/>
                    <a:pt x="507" y="54"/>
                    <a:pt x="507" y="54"/>
                  </a:cubicBezTo>
                  <a:cubicBezTo>
                    <a:pt x="506" y="54"/>
                    <a:pt x="505" y="54"/>
                    <a:pt x="504" y="54"/>
                  </a:cubicBezTo>
                  <a:cubicBezTo>
                    <a:pt x="497" y="54"/>
                    <a:pt x="491" y="56"/>
                    <a:pt x="487" y="62"/>
                  </a:cubicBezTo>
                  <a:cubicBezTo>
                    <a:pt x="486" y="64"/>
                    <a:pt x="484" y="66"/>
                    <a:pt x="482" y="66"/>
                  </a:cubicBezTo>
                  <a:cubicBezTo>
                    <a:pt x="482" y="66"/>
                    <a:pt x="482" y="66"/>
                    <a:pt x="482" y="66"/>
                  </a:cubicBezTo>
                  <a:cubicBezTo>
                    <a:pt x="480" y="66"/>
                    <a:pt x="478" y="65"/>
                    <a:pt x="476" y="65"/>
                  </a:cubicBezTo>
                  <a:cubicBezTo>
                    <a:pt x="470" y="65"/>
                    <a:pt x="464" y="67"/>
                    <a:pt x="459" y="69"/>
                  </a:cubicBezTo>
                  <a:cubicBezTo>
                    <a:pt x="453" y="70"/>
                    <a:pt x="447" y="72"/>
                    <a:pt x="441" y="72"/>
                  </a:cubicBezTo>
                  <a:cubicBezTo>
                    <a:pt x="440" y="72"/>
                    <a:pt x="439" y="72"/>
                    <a:pt x="438" y="72"/>
                  </a:cubicBezTo>
                  <a:cubicBezTo>
                    <a:pt x="429" y="71"/>
                    <a:pt x="419" y="71"/>
                    <a:pt x="410" y="71"/>
                  </a:cubicBezTo>
                  <a:cubicBezTo>
                    <a:pt x="390" y="71"/>
                    <a:pt x="369" y="73"/>
                    <a:pt x="349" y="77"/>
                  </a:cubicBezTo>
                  <a:cubicBezTo>
                    <a:pt x="336" y="81"/>
                    <a:pt x="329" y="87"/>
                    <a:pt x="325" y="99"/>
                  </a:cubicBezTo>
                  <a:cubicBezTo>
                    <a:pt x="323" y="105"/>
                    <a:pt x="320" y="111"/>
                    <a:pt x="316" y="116"/>
                  </a:cubicBezTo>
                  <a:cubicBezTo>
                    <a:pt x="308" y="126"/>
                    <a:pt x="300" y="135"/>
                    <a:pt x="291" y="143"/>
                  </a:cubicBezTo>
                  <a:cubicBezTo>
                    <a:pt x="279" y="153"/>
                    <a:pt x="266" y="163"/>
                    <a:pt x="253" y="172"/>
                  </a:cubicBezTo>
                  <a:cubicBezTo>
                    <a:pt x="252" y="173"/>
                    <a:pt x="251" y="173"/>
                    <a:pt x="249" y="173"/>
                  </a:cubicBezTo>
                  <a:cubicBezTo>
                    <a:pt x="247" y="173"/>
                    <a:pt x="245" y="172"/>
                    <a:pt x="245" y="171"/>
                  </a:cubicBezTo>
                  <a:cubicBezTo>
                    <a:pt x="237" y="163"/>
                    <a:pt x="229" y="154"/>
                    <a:pt x="225" y="144"/>
                  </a:cubicBezTo>
                  <a:cubicBezTo>
                    <a:pt x="218" y="129"/>
                    <a:pt x="205" y="122"/>
                    <a:pt x="193" y="116"/>
                  </a:cubicBezTo>
                  <a:cubicBezTo>
                    <a:pt x="186" y="114"/>
                    <a:pt x="180" y="112"/>
                    <a:pt x="174" y="112"/>
                  </a:cubicBezTo>
                  <a:cubicBezTo>
                    <a:pt x="163" y="112"/>
                    <a:pt x="153" y="116"/>
                    <a:pt x="143" y="126"/>
                  </a:cubicBezTo>
                  <a:cubicBezTo>
                    <a:pt x="136" y="134"/>
                    <a:pt x="125" y="136"/>
                    <a:pt x="123" y="150"/>
                  </a:cubicBezTo>
                  <a:cubicBezTo>
                    <a:pt x="121" y="164"/>
                    <a:pt x="116" y="176"/>
                    <a:pt x="123" y="189"/>
                  </a:cubicBezTo>
                  <a:cubicBezTo>
                    <a:pt x="127" y="199"/>
                    <a:pt x="128" y="211"/>
                    <a:pt x="131" y="221"/>
                  </a:cubicBezTo>
                  <a:cubicBezTo>
                    <a:pt x="137" y="241"/>
                    <a:pt x="140" y="262"/>
                    <a:pt x="153" y="279"/>
                  </a:cubicBezTo>
                  <a:cubicBezTo>
                    <a:pt x="163" y="294"/>
                    <a:pt x="174" y="309"/>
                    <a:pt x="186" y="326"/>
                  </a:cubicBezTo>
                  <a:cubicBezTo>
                    <a:pt x="165" y="338"/>
                    <a:pt x="148" y="349"/>
                    <a:pt x="130" y="358"/>
                  </a:cubicBezTo>
                  <a:cubicBezTo>
                    <a:pt x="108" y="369"/>
                    <a:pt x="92" y="386"/>
                    <a:pt x="78" y="406"/>
                  </a:cubicBezTo>
                  <a:cubicBezTo>
                    <a:pt x="68" y="421"/>
                    <a:pt x="60" y="437"/>
                    <a:pt x="51" y="452"/>
                  </a:cubicBezTo>
                  <a:cubicBezTo>
                    <a:pt x="46" y="461"/>
                    <a:pt x="41" y="470"/>
                    <a:pt x="36" y="479"/>
                  </a:cubicBezTo>
                  <a:cubicBezTo>
                    <a:pt x="32" y="485"/>
                    <a:pt x="28" y="492"/>
                    <a:pt x="25" y="499"/>
                  </a:cubicBezTo>
                  <a:cubicBezTo>
                    <a:pt x="22" y="504"/>
                    <a:pt x="20" y="510"/>
                    <a:pt x="19" y="515"/>
                  </a:cubicBezTo>
                  <a:cubicBezTo>
                    <a:pt x="16" y="528"/>
                    <a:pt x="14" y="542"/>
                    <a:pt x="11" y="555"/>
                  </a:cubicBezTo>
                  <a:cubicBezTo>
                    <a:pt x="8" y="568"/>
                    <a:pt x="1" y="580"/>
                    <a:pt x="3" y="592"/>
                  </a:cubicBezTo>
                  <a:cubicBezTo>
                    <a:pt x="5" y="607"/>
                    <a:pt x="0" y="623"/>
                    <a:pt x="6" y="638"/>
                  </a:cubicBezTo>
                  <a:cubicBezTo>
                    <a:pt x="14" y="660"/>
                    <a:pt x="17" y="683"/>
                    <a:pt x="24" y="705"/>
                  </a:cubicBezTo>
                  <a:cubicBezTo>
                    <a:pt x="27" y="718"/>
                    <a:pt x="37" y="723"/>
                    <a:pt x="46" y="723"/>
                  </a:cubicBezTo>
                  <a:cubicBezTo>
                    <a:pt x="53" y="723"/>
                    <a:pt x="59" y="721"/>
                    <a:pt x="63" y="717"/>
                  </a:cubicBezTo>
                  <a:cubicBezTo>
                    <a:pt x="75" y="706"/>
                    <a:pt x="86" y="694"/>
                    <a:pt x="95" y="680"/>
                  </a:cubicBezTo>
                  <a:cubicBezTo>
                    <a:pt x="103" y="668"/>
                    <a:pt x="107" y="654"/>
                    <a:pt x="113" y="640"/>
                  </a:cubicBezTo>
                  <a:cubicBezTo>
                    <a:pt x="120" y="625"/>
                    <a:pt x="131" y="612"/>
                    <a:pt x="132" y="594"/>
                  </a:cubicBezTo>
                  <a:cubicBezTo>
                    <a:pt x="132" y="590"/>
                    <a:pt x="136" y="586"/>
                    <a:pt x="140" y="583"/>
                  </a:cubicBezTo>
                  <a:cubicBezTo>
                    <a:pt x="155" y="570"/>
                    <a:pt x="172" y="558"/>
                    <a:pt x="186" y="544"/>
                  </a:cubicBezTo>
                  <a:cubicBezTo>
                    <a:pt x="212" y="516"/>
                    <a:pt x="248" y="504"/>
                    <a:pt x="280" y="486"/>
                  </a:cubicBezTo>
                  <a:cubicBezTo>
                    <a:pt x="284" y="484"/>
                    <a:pt x="288" y="482"/>
                    <a:pt x="292" y="479"/>
                  </a:cubicBezTo>
                  <a:cubicBezTo>
                    <a:pt x="307" y="470"/>
                    <a:pt x="321" y="460"/>
                    <a:pt x="336" y="451"/>
                  </a:cubicBezTo>
                  <a:cubicBezTo>
                    <a:pt x="349" y="442"/>
                    <a:pt x="368" y="445"/>
                    <a:pt x="379" y="431"/>
                  </a:cubicBezTo>
                  <a:cubicBezTo>
                    <a:pt x="380" y="430"/>
                    <a:pt x="382" y="430"/>
                    <a:pt x="384" y="429"/>
                  </a:cubicBezTo>
                  <a:cubicBezTo>
                    <a:pt x="397" y="426"/>
                    <a:pt x="409" y="422"/>
                    <a:pt x="422" y="417"/>
                  </a:cubicBezTo>
                  <a:cubicBezTo>
                    <a:pt x="429" y="415"/>
                    <a:pt x="434" y="409"/>
                    <a:pt x="442" y="406"/>
                  </a:cubicBezTo>
                  <a:cubicBezTo>
                    <a:pt x="455" y="401"/>
                    <a:pt x="469" y="398"/>
                    <a:pt x="482" y="393"/>
                  </a:cubicBezTo>
                  <a:cubicBezTo>
                    <a:pt x="494" y="388"/>
                    <a:pt x="506" y="381"/>
                    <a:pt x="518" y="376"/>
                  </a:cubicBezTo>
                  <a:cubicBezTo>
                    <a:pt x="530" y="372"/>
                    <a:pt x="542" y="369"/>
                    <a:pt x="553" y="366"/>
                  </a:cubicBezTo>
                  <a:cubicBezTo>
                    <a:pt x="559" y="364"/>
                    <a:pt x="566" y="360"/>
                    <a:pt x="572" y="357"/>
                  </a:cubicBezTo>
                  <a:cubicBezTo>
                    <a:pt x="577" y="355"/>
                    <a:pt x="582" y="351"/>
                    <a:pt x="588" y="350"/>
                  </a:cubicBezTo>
                  <a:cubicBezTo>
                    <a:pt x="613" y="343"/>
                    <a:pt x="637" y="335"/>
                    <a:pt x="662" y="329"/>
                  </a:cubicBezTo>
                  <a:cubicBezTo>
                    <a:pt x="680" y="325"/>
                    <a:pt x="697" y="324"/>
                    <a:pt x="715" y="322"/>
                  </a:cubicBezTo>
                  <a:cubicBezTo>
                    <a:pt x="716" y="322"/>
                    <a:pt x="716" y="322"/>
                    <a:pt x="716" y="322"/>
                  </a:cubicBezTo>
                  <a:cubicBezTo>
                    <a:pt x="721" y="322"/>
                    <a:pt x="727" y="324"/>
                    <a:pt x="731" y="326"/>
                  </a:cubicBezTo>
                  <a:cubicBezTo>
                    <a:pt x="733" y="327"/>
                    <a:pt x="734" y="332"/>
                    <a:pt x="734" y="333"/>
                  </a:cubicBezTo>
                  <a:cubicBezTo>
                    <a:pt x="728" y="338"/>
                    <a:pt x="721" y="343"/>
                    <a:pt x="715" y="347"/>
                  </a:cubicBezTo>
                  <a:cubicBezTo>
                    <a:pt x="706" y="353"/>
                    <a:pt x="693" y="352"/>
                    <a:pt x="689" y="366"/>
                  </a:cubicBezTo>
                  <a:cubicBezTo>
                    <a:pt x="689" y="367"/>
                    <a:pt x="686" y="368"/>
                    <a:pt x="684" y="368"/>
                  </a:cubicBezTo>
                  <a:cubicBezTo>
                    <a:pt x="677" y="371"/>
                    <a:pt x="669" y="371"/>
                    <a:pt x="663" y="375"/>
                  </a:cubicBezTo>
                  <a:cubicBezTo>
                    <a:pt x="654" y="382"/>
                    <a:pt x="646" y="387"/>
                    <a:pt x="635" y="388"/>
                  </a:cubicBezTo>
                  <a:cubicBezTo>
                    <a:pt x="631" y="388"/>
                    <a:pt x="628" y="393"/>
                    <a:pt x="625" y="396"/>
                  </a:cubicBezTo>
                  <a:cubicBezTo>
                    <a:pt x="629" y="399"/>
                    <a:pt x="632" y="403"/>
                    <a:pt x="636" y="403"/>
                  </a:cubicBezTo>
                  <a:cubicBezTo>
                    <a:pt x="638" y="404"/>
                    <a:pt x="640" y="404"/>
                    <a:pt x="642" y="404"/>
                  </a:cubicBezTo>
                  <a:cubicBezTo>
                    <a:pt x="643" y="404"/>
                    <a:pt x="645" y="404"/>
                    <a:pt x="646" y="404"/>
                  </a:cubicBezTo>
                  <a:cubicBezTo>
                    <a:pt x="648" y="404"/>
                    <a:pt x="649" y="403"/>
                    <a:pt x="651" y="403"/>
                  </a:cubicBezTo>
                  <a:cubicBezTo>
                    <a:pt x="653" y="403"/>
                    <a:pt x="654" y="404"/>
                    <a:pt x="656" y="404"/>
                  </a:cubicBezTo>
                  <a:cubicBezTo>
                    <a:pt x="669" y="406"/>
                    <a:pt x="685" y="406"/>
                    <a:pt x="693" y="414"/>
                  </a:cubicBezTo>
                  <a:cubicBezTo>
                    <a:pt x="707" y="427"/>
                    <a:pt x="724" y="431"/>
                    <a:pt x="741" y="433"/>
                  </a:cubicBezTo>
                  <a:cubicBezTo>
                    <a:pt x="771" y="438"/>
                    <a:pt x="802" y="439"/>
                    <a:pt x="833" y="441"/>
                  </a:cubicBezTo>
                  <a:cubicBezTo>
                    <a:pt x="836" y="441"/>
                    <a:pt x="838" y="442"/>
                    <a:pt x="841" y="442"/>
                  </a:cubicBezTo>
                  <a:cubicBezTo>
                    <a:pt x="859" y="442"/>
                    <a:pt x="877" y="436"/>
                    <a:pt x="893" y="426"/>
                  </a:cubicBezTo>
                  <a:cubicBezTo>
                    <a:pt x="907" y="417"/>
                    <a:pt x="920" y="408"/>
                    <a:pt x="937" y="403"/>
                  </a:cubicBezTo>
                  <a:cubicBezTo>
                    <a:pt x="940" y="403"/>
                    <a:pt x="943" y="399"/>
                    <a:pt x="944" y="395"/>
                  </a:cubicBezTo>
                  <a:cubicBezTo>
                    <a:pt x="948" y="381"/>
                    <a:pt x="953" y="366"/>
                    <a:pt x="955" y="351"/>
                  </a:cubicBezTo>
                  <a:cubicBezTo>
                    <a:pt x="958" y="301"/>
                    <a:pt x="936" y="285"/>
                    <a:pt x="901" y="265"/>
                  </a:cubicBezTo>
                  <a:cubicBezTo>
                    <a:pt x="883" y="255"/>
                    <a:pt x="861" y="255"/>
                    <a:pt x="849" y="234"/>
                  </a:cubicBezTo>
                  <a:cubicBezTo>
                    <a:pt x="847" y="229"/>
                    <a:pt x="837" y="229"/>
                    <a:pt x="831" y="226"/>
                  </a:cubicBezTo>
                  <a:cubicBezTo>
                    <a:pt x="816" y="222"/>
                    <a:pt x="800" y="223"/>
                    <a:pt x="787" y="214"/>
                  </a:cubicBezTo>
                  <a:cubicBezTo>
                    <a:pt x="787" y="214"/>
                    <a:pt x="786" y="214"/>
                    <a:pt x="786" y="214"/>
                  </a:cubicBezTo>
                  <a:cubicBezTo>
                    <a:pt x="785" y="214"/>
                    <a:pt x="783" y="215"/>
                    <a:pt x="781" y="215"/>
                  </a:cubicBezTo>
                  <a:cubicBezTo>
                    <a:pt x="769" y="217"/>
                    <a:pt x="757" y="219"/>
                    <a:pt x="745" y="221"/>
                  </a:cubicBezTo>
                  <a:cubicBezTo>
                    <a:pt x="733" y="224"/>
                    <a:pt x="721" y="226"/>
                    <a:pt x="709" y="230"/>
                  </a:cubicBezTo>
                  <a:cubicBezTo>
                    <a:pt x="686" y="236"/>
                    <a:pt x="664" y="242"/>
                    <a:pt x="642" y="249"/>
                  </a:cubicBezTo>
                  <a:cubicBezTo>
                    <a:pt x="630" y="253"/>
                    <a:pt x="617" y="257"/>
                    <a:pt x="606" y="264"/>
                  </a:cubicBezTo>
                  <a:cubicBezTo>
                    <a:pt x="591" y="274"/>
                    <a:pt x="573" y="276"/>
                    <a:pt x="557" y="276"/>
                  </a:cubicBezTo>
                  <a:cubicBezTo>
                    <a:pt x="556" y="276"/>
                    <a:pt x="556" y="276"/>
                    <a:pt x="556" y="276"/>
                  </a:cubicBezTo>
                  <a:cubicBezTo>
                    <a:pt x="556" y="276"/>
                    <a:pt x="555" y="276"/>
                    <a:pt x="555" y="276"/>
                  </a:cubicBezTo>
                  <a:cubicBezTo>
                    <a:pt x="542" y="276"/>
                    <a:pt x="537" y="283"/>
                    <a:pt x="531" y="291"/>
                  </a:cubicBezTo>
                  <a:cubicBezTo>
                    <a:pt x="530" y="294"/>
                    <a:pt x="528" y="299"/>
                    <a:pt x="526" y="299"/>
                  </a:cubicBezTo>
                  <a:cubicBezTo>
                    <a:pt x="512" y="304"/>
                    <a:pt x="497" y="307"/>
                    <a:pt x="483" y="311"/>
                  </a:cubicBezTo>
                  <a:cubicBezTo>
                    <a:pt x="463" y="316"/>
                    <a:pt x="442" y="322"/>
                    <a:pt x="422" y="329"/>
                  </a:cubicBezTo>
                  <a:cubicBezTo>
                    <a:pt x="406" y="334"/>
                    <a:pt x="391" y="340"/>
                    <a:pt x="376" y="346"/>
                  </a:cubicBezTo>
                  <a:cubicBezTo>
                    <a:pt x="368" y="350"/>
                    <a:pt x="360" y="354"/>
                    <a:pt x="352" y="358"/>
                  </a:cubicBezTo>
                  <a:cubicBezTo>
                    <a:pt x="333" y="367"/>
                    <a:pt x="314" y="376"/>
                    <a:pt x="296" y="385"/>
                  </a:cubicBezTo>
                  <a:cubicBezTo>
                    <a:pt x="286" y="390"/>
                    <a:pt x="276" y="392"/>
                    <a:pt x="267" y="398"/>
                  </a:cubicBezTo>
                  <a:cubicBezTo>
                    <a:pt x="244" y="411"/>
                    <a:pt x="222" y="426"/>
                    <a:pt x="200" y="440"/>
                  </a:cubicBezTo>
                  <a:cubicBezTo>
                    <a:pt x="188" y="448"/>
                    <a:pt x="176" y="454"/>
                    <a:pt x="164" y="461"/>
                  </a:cubicBezTo>
                  <a:cubicBezTo>
                    <a:pt x="158" y="465"/>
                    <a:pt x="150" y="468"/>
                    <a:pt x="146" y="474"/>
                  </a:cubicBezTo>
                  <a:cubicBezTo>
                    <a:pt x="140" y="484"/>
                    <a:pt x="132" y="491"/>
                    <a:pt x="122" y="495"/>
                  </a:cubicBezTo>
                  <a:cubicBezTo>
                    <a:pt x="110" y="501"/>
                    <a:pt x="98" y="506"/>
                    <a:pt x="85" y="512"/>
                  </a:cubicBezTo>
                  <a:cubicBezTo>
                    <a:pt x="84" y="509"/>
                    <a:pt x="81" y="504"/>
                    <a:pt x="82" y="499"/>
                  </a:cubicBezTo>
                  <a:cubicBezTo>
                    <a:pt x="83" y="490"/>
                    <a:pt x="86" y="482"/>
                    <a:pt x="88" y="474"/>
                  </a:cubicBezTo>
                  <a:cubicBezTo>
                    <a:pt x="92" y="462"/>
                    <a:pt x="95" y="450"/>
                    <a:pt x="100" y="439"/>
                  </a:cubicBezTo>
                  <a:cubicBezTo>
                    <a:pt x="105" y="430"/>
                    <a:pt x="114" y="423"/>
                    <a:pt x="118" y="414"/>
                  </a:cubicBezTo>
                  <a:cubicBezTo>
                    <a:pt x="125" y="398"/>
                    <a:pt x="139" y="391"/>
                    <a:pt x="152" y="384"/>
                  </a:cubicBezTo>
                  <a:cubicBezTo>
                    <a:pt x="170" y="373"/>
                    <a:pt x="189" y="365"/>
                    <a:pt x="208" y="356"/>
                  </a:cubicBezTo>
                  <a:cubicBezTo>
                    <a:pt x="210" y="355"/>
                    <a:pt x="211" y="355"/>
                    <a:pt x="213" y="355"/>
                  </a:cubicBezTo>
                  <a:cubicBezTo>
                    <a:pt x="214" y="355"/>
                    <a:pt x="214" y="355"/>
                    <a:pt x="214" y="355"/>
                  </a:cubicBezTo>
                  <a:cubicBezTo>
                    <a:pt x="220" y="355"/>
                    <a:pt x="225" y="355"/>
                    <a:pt x="231" y="355"/>
                  </a:cubicBezTo>
                  <a:cubicBezTo>
                    <a:pt x="237" y="355"/>
                    <a:pt x="242" y="355"/>
                    <a:pt x="248" y="355"/>
                  </a:cubicBezTo>
                  <a:cubicBezTo>
                    <a:pt x="256" y="355"/>
                    <a:pt x="264" y="355"/>
                    <a:pt x="271" y="354"/>
                  </a:cubicBezTo>
                  <a:cubicBezTo>
                    <a:pt x="284" y="353"/>
                    <a:pt x="297" y="348"/>
                    <a:pt x="306" y="341"/>
                  </a:cubicBezTo>
                  <a:cubicBezTo>
                    <a:pt x="321" y="329"/>
                    <a:pt x="339" y="327"/>
                    <a:pt x="355" y="322"/>
                  </a:cubicBezTo>
                  <a:cubicBezTo>
                    <a:pt x="375" y="316"/>
                    <a:pt x="396" y="313"/>
                    <a:pt x="416" y="308"/>
                  </a:cubicBezTo>
                  <a:cubicBezTo>
                    <a:pt x="425" y="305"/>
                    <a:pt x="433" y="301"/>
                    <a:pt x="441" y="298"/>
                  </a:cubicBezTo>
                  <a:cubicBezTo>
                    <a:pt x="446" y="297"/>
                    <a:pt x="451" y="296"/>
                    <a:pt x="455" y="294"/>
                  </a:cubicBezTo>
                  <a:cubicBezTo>
                    <a:pt x="471" y="286"/>
                    <a:pt x="487" y="280"/>
                    <a:pt x="502" y="269"/>
                  </a:cubicBezTo>
                  <a:cubicBezTo>
                    <a:pt x="519" y="257"/>
                    <a:pt x="540" y="249"/>
                    <a:pt x="559" y="240"/>
                  </a:cubicBezTo>
                  <a:cubicBezTo>
                    <a:pt x="565" y="237"/>
                    <a:pt x="571" y="234"/>
                    <a:pt x="577" y="230"/>
                  </a:cubicBezTo>
                  <a:cubicBezTo>
                    <a:pt x="590" y="223"/>
                    <a:pt x="602" y="215"/>
                    <a:pt x="615" y="207"/>
                  </a:cubicBezTo>
                  <a:cubicBezTo>
                    <a:pt x="626" y="200"/>
                    <a:pt x="640" y="195"/>
                    <a:pt x="649" y="186"/>
                  </a:cubicBezTo>
                  <a:cubicBezTo>
                    <a:pt x="667" y="168"/>
                    <a:pt x="691" y="157"/>
                    <a:pt x="704" y="134"/>
                  </a:cubicBezTo>
                  <a:cubicBezTo>
                    <a:pt x="705" y="133"/>
                    <a:pt x="707" y="132"/>
                    <a:pt x="708" y="131"/>
                  </a:cubicBezTo>
                  <a:cubicBezTo>
                    <a:pt x="712" y="128"/>
                    <a:pt x="716" y="125"/>
                    <a:pt x="718" y="121"/>
                  </a:cubicBezTo>
                  <a:cubicBezTo>
                    <a:pt x="728" y="104"/>
                    <a:pt x="738" y="87"/>
                    <a:pt x="744" y="69"/>
                  </a:cubicBezTo>
                  <a:cubicBezTo>
                    <a:pt x="748" y="59"/>
                    <a:pt x="749" y="46"/>
                    <a:pt x="746" y="35"/>
                  </a:cubicBezTo>
                  <a:cubicBezTo>
                    <a:pt x="743" y="20"/>
                    <a:pt x="734" y="10"/>
                    <a:pt x="716" y="4"/>
                  </a:cubicBezTo>
                  <a:cubicBezTo>
                    <a:pt x="707" y="1"/>
                    <a:pt x="698" y="0"/>
                    <a:pt x="6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5" name="Freeform 274">
              <a:extLst>
                <a:ext uri="{FF2B5EF4-FFF2-40B4-BE49-F238E27FC236}">
                  <a16:creationId xmlns:a16="http://schemas.microsoft.com/office/drawing/2014/main" id="{94BAF5E0-DC78-4840-AA9B-D58D64D4224F}"/>
                </a:ext>
              </a:extLst>
            </p:cNvPr>
            <p:cNvSpPr>
              <a:spLocks noEditPoints="1"/>
            </p:cNvSpPr>
            <p:nvPr/>
          </p:nvSpPr>
          <p:spPr bwMode="auto">
            <a:xfrm>
              <a:off x="11175196" y="575859"/>
              <a:ext cx="143627" cy="172703"/>
            </a:xfrm>
            <a:custGeom>
              <a:avLst/>
              <a:gdLst>
                <a:gd name="T0" fmla="*/ 381 w 640"/>
                <a:gd name="T1" fmla="*/ 108 h 768"/>
                <a:gd name="T2" fmla="*/ 381 w 640"/>
                <a:gd name="T3" fmla="*/ 108 h 768"/>
                <a:gd name="T4" fmla="*/ 351 w 640"/>
                <a:gd name="T5" fmla="*/ 14 h 768"/>
                <a:gd name="T6" fmla="*/ 251 w 640"/>
                <a:gd name="T7" fmla="*/ 63 h 768"/>
                <a:gd name="T8" fmla="*/ 185 w 640"/>
                <a:gd name="T9" fmla="*/ 136 h 768"/>
                <a:gd name="T10" fmla="*/ 238 w 640"/>
                <a:gd name="T11" fmla="*/ 153 h 768"/>
                <a:gd name="T12" fmla="*/ 260 w 640"/>
                <a:gd name="T13" fmla="*/ 133 h 768"/>
                <a:gd name="T14" fmla="*/ 326 w 640"/>
                <a:gd name="T15" fmla="*/ 96 h 768"/>
                <a:gd name="T16" fmla="*/ 439 w 640"/>
                <a:gd name="T17" fmla="*/ 58 h 768"/>
                <a:gd name="T18" fmla="*/ 453 w 640"/>
                <a:gd name="T19" fmla="*/ 62 h 768"/>
                <a:gd name="T20" fmla="*/ 408 w 640"/>
                <a:gd name="T21" fmla="*/ 96 h 768"/>
                <a:gd name="T22" fmla="*/ 383 w 640"/>
                <a:gd name="T23" fmla="*/ 109 h 768"/>
                <a:gd name="T24" fmla="*/ 381 w 640"/>
                <a:gd name="T25" fmla="*/ 108 h 768"/>
                <a:gd name="T26" fmla="*/ 326 w 640"/>
                <a:gd name="T27" fmla="*/ 160 h 768"/>
                <a:gd name="T28" fmla="*/ 321 w 640"/>
                <a:gd name="T29" fmla="*/ 218 h 768"/>
                <a:gd name="T30" fmla="*/ 328 w 640"/>
                <a:gd name="T31" fmla="*/ 254 h 768"/>
                <a:gd name="T32" fmla="*/ 199 w 640"/>
                <a:gd name="T33" fmla="*/ 293 h 768"/>
                <a:gd name="T34" fmla="*/ 163 w 640"/>
                <a:gd name="T35" fmla="*/ 306 h 768"/>
                <a:gd name="T36" fmla="*/ 149 w 640"/>
                <a:gd name="T37" fmla="*/ 320 h 768"/>
                <a:gd name="T38" fmla="*/ 199 w 640"/>
                <a:gd name="T39" fmla="*/ 375 h 768"/>
                <a:gd name="T40" fmla="*/ 272 w 640"/>
                <a:gd name="T41" fmla="*/ 397 h 768"/>
                <a:gd name="T42" fmla="*/ 316 w 640"/>
                <a:gd name="T43" fmla="*/ 397 h 768"/>
                <a:gd name="T44" fmla="*/ 337 w 640"/>
                <a:gd name="T45" fmla="*/ 397 h 768"/>
                <a:gd name="T46" fmla="*/ 350 w 640"/>
                <a:gd name="T47" fmla="*/ 458 h 768"/>
                <a:gd name="T48" fmla="*/ 343 w 640"/>
                <a:gd name="T49" fmla="*/ 545 h 768"/>
                <a:gd name="T50" fmla="*/ 337 w 640"/>
                <a:gd name="T51" fmla="*/ 581 h 768"/>
                <a:gd name="T52" fmla="*/ 260 w 640"/>
                <a:gd name="T53" fmla="*/ 630 h 768"/>
                <a:gd name="T54" fmla="*/ 249 w 640"/>
                <a:gd name="T55" fmla="*/ 629 h 768"/>
                <a:gd name="T56" fmla="*/ 214 w 640"/>
                <a:gd name="T57" fmla="*/ 636 h 768"/>
                <a:gd name="T58" fmla="*/ 175 w 640"/>
                <a:gd name="T59" fmla="*/ 636 h 768"/>
                <a:gd name="T60" fmla="*/ 48 w 640"/>
                <a:gd name="T61" fmla="*/ 636 h 768"/>
                <a:gd name="T62" fmla="*/ 0 w 640"/>
                <a:gd name="T63" fmla="*/ 651 h 768"/>
                <a:gd name="T64" fmla="*/ 51 w 640"/>
                <a:gd name="T65" fmla="*/ 683 h 768"/>
                <a:gd name="T66" fmla="*/ 131 w 640"/>
                <a:gd name="T67" fmla="*/ 716 h 768"/>
                <a:gd name="T68" fmla="*/ 150 w 640"/>
                <a:gd name="T69" fmla="*/ 730 h 768"/>
                <a:gd name="T70" fmla="*/ 279 w 640"/>
                <a:gd name="T71" fmla="*/ 768 h 768"/>
                <a:gd name="T72" fmla="*/ 331 w 640"/>
                <a:gd name="T73" fmla="*/ 762 h 768"/>
                <a:gd name="T74" fmla="*/ 420 w 640"/>
                <a:gd name="T75" fmla="*/ 722 h 768"/>
                <a:gd name="T76" fmla="*/ 452 w 640"/>
                <a:gd name="T77" fmla="*/ 691 h 768"/>
                <a:gd name="T78" fmla="*/ 465 w 640"/>
                <a:gd name="T79" fmla="*/ 637 h 768"/>
                <a:gd name="T80" fmla="*/ 451 w 640"/>
                <a:gd name="T81" fmla="*/ 563 h 768"/>
                <a:gd name="T82" fmla="*/ 445 w 640"/>
                <a:gd name="T83" fmla="*/ 483 h 768"/>
                <a:gd name="T84" fmla="*/ 439 w 640"/>
                <a:gd name="T85" fmla="*/ 400 h 768"/>
                <a:gd name="T86" fmla="*/ 481 w 640"/>
                <a:gd name="T87" fmla="*/ 373 h 768"/>
                <a:gd name="T88" fmla="*/ 623 w 640"/>
                <a:gd name="T89" fmla="*/ 310 h 768"/>
                <a:gd name="T90" fmla="*/ 610 w 640"/>
                <a:gd name="T91" fmla="*/ 228 h 768"/>
                <a:gd name="T92" fmla="*/ 546 w 640"/>
                <a:gd name="T93" fmla="*/ 198 h 768"/>
                <a:gd name="T94" fmla="*/ 494 w 640"/>
                <a:gd name="T95" fmla="*/ 198 h 768"/>
                <a:gd name="T96" fmla="*/ 485 w 640"/>
                <a:gd name="T97" fmla="*/ 198 h 768"/>
                <a:gd name="T98" fmla="*/ 410 w 640"/>
                <a:gd name="T99" fmla="*/ 202 h 768"/>
                <a:gd name="T100" fmla="*/ 418 w 640"/>
                <a:gd name="T101" fmla="*/ 166 h 768"/>
                <a:gd name="T102" fmla="*/ 536 w 640"/>
                <a:gd name="T103" fmla="*/ 88 h 768"/>
                <a:gd name="T104" fmla="*/ 555 w 640"/>
                <a:gd name="T105" fmla="*/ 34 h 768"/>
                <a:gd name="T106" fmla="*/ 519 w 640"/>
                <a:gd name="T107" fmla="*/ 6 h 768"/>
                <a:gd name="T108" fmla="*/ 511 w 640"/>
                <a:gd name="T109" fmla="*/ 6 h 768"/>
                <a:gd name="T110" fmla="*/ 503 w 640"/>
                <a:gd name="T111" fmla="*/ 7 h 768"/>
                <a:gd name="T112" fmla="*/ 418 w 640"/>
                <a:gd name="T113"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0" h="768">
                  <a:moveTo>
                    <a:pt x="381" y="108"/>
                  </a:moveTo>
                  <a:cubicBezTo>
                    <a:pt x="381" y="108"/>
                    <a:pt x="381" y="108"/>
                    <a:pt x="381" y="108"/>
                  </a:cubicBezTo>
                  <a:cubicBezTo>
                    <a:pt x="381" y="108"/>
                    <a:pt x="381" y="108"/>
                    <a:pt x="381" y="108"/>
                  </a:cubicBezTo>
                  <a:cubicBezTo>
                    <a:pt x="381" y="108"/>
                    <a:pt x="381" y="108"/>
                    <a:pt x="381" y="108"/>
                  </a:cubicBezTo>
                  <a:moveTo>
                    <a:pt x="418" y="0"/>
                  </a:moveTo>
                  <a:cubicBezTo>
                    <a:pt x="394" y="0"/>
                    <a:pt x="373" y="9"/>
                    <a:pt x="351" y="14"/>
                  </a:cubicBezTo>
                  <a:cubicBezTo>
                    <a:pt x="333" y="18"/>
                    <a:pt x="316" y="27"/>
                    <a:pt x="298" y="34"/>
                  </a:cubicBezTo>
                  <a:cubicBezTo>
                    <a:pt x="281" y="41"/>
                    <a:pt x="266" y="52"/>
                    <a:pt x="251" y="63"/>
                  </a:cubicBezTo>
                  <a:cubicBezTo>
                    <a:pt x="231" y="79"/>
                    <a:pt x="208" y="89"/>
                    <a:pt x="189" y="106"/>
                  </a:cubicBezTo>
                  <a:cubicBezTo>
                    <a:pt x="182" y="113"/>
                    <a:pt x="178" y="131"/>
                    <a:pt x="185" y="136"/>
                  </a:cubicBezTo>
                  <a:cubicBezTo>
                    <a:pt x="198" y="147"/>
                    <a:pt x="213" y="154"/>
                    <a:pt x="230" y="154"/>
                  </a:cubicBezTo>
                  <a:cubicBezTo>
                    <a:pt x="232" y="154"/>
                    <a:pt x="235" y="154"/>
                    <a:pt x="238" y="153"/>
                  </a:cubicBezTo>
                  <a:cubicBezTo>
                    <a:pt x="240" y="153"/>
                    <a:pt x="243" y="151"/>
                    <a:pt x="245" y="149"/>
                  </a:cubicBezTo>
                  <a:cubicBezTo>
                    <a:pt x="250" y="144"/>
                    <a:pt x="254" y="137"/>
                    <a:pt x="260" y="133"/>
                  </a:cubicBezTo>
                  <a:cubicBezTo>
                    <a:pt x="274" y="123"/>
                    <a:pt x="285" y="108"/>
                    <a:pt x="304" y="105"/>
                  </a:cubicBezTo>
                  <a:cubicBezTo>
                    <a:pt x="312" y="103"/>
                    <a:pt x="319" y="99"/>
                    <a:pt x="326" y="96"/>
                  </a:cubicBezTo>
                  <a:cubicBezTo>
                    <a:pt x="342" y="90"/>
                    <a:pt x="357" y="80"/>
                    <a:pt x="374" y="77"/>
                  </a:cubicBezTo>
                  <a:cubicBezTo>
                    <a:pt x="396" y="72"/>
                    <a:pt x="418" y="69"/>
                    <a:pt x="439" y="58"/>
                  </a:cubicBezTo>
                  <a:cubicBezTo>
                    <a:pt x="439" y="58"/>
                    <a:pt x="440" y="58"/>
                    <a:pt x="440" y="58"/>
                  </a:cubicBezTo>
                  <a:cubicBezTo>
                    <a:pt x="444" y="58"/>
                    <a:pt x="449" y="61"/>
                    <a:pt x="453" y="62"/>
                  </a:cubicBezTo>
                  <a:cubicBezTo>
                    <a:pt x="451" y="66"/>
                    <a:pt x="449" y="71"/>
                    <a:pt x="445" y="73"/>
                  </a:cubicBezTo>
                  <a:cubicBezTo>
                    <a:pt x="433" y="82"/>
                    <a:pt x="421" y="89"/>
                    <a:pt x="408" y="96"/>
                  </a:cubicBezTo>
                  <a:cubicBezTo>
                    <a:pt x="400" y="101"/>
                    <a:pt x="392" y="105"/>
                    <a:pt x="384" y="109"/>
                  </a:cubicBezTo>
                  <a:cubicBezTo>
                    <a:pt x="384" y="109"/>
                    <a:pt x="383" y="109"/>
                    <a:pt x="383" y="109"/>
                  </a:cubicBezTo>
                  <a:cubicBezTo>
                    <a:pt x="383" y="109"/>
                    <a:pt x="382" y="109"/>
                    <a:pt x="381" y="108"/>
                  </a:cubicBezTo>
                  <a:cubicBezTo>
                    <a:pt x="381" y="108"/>
                    <a:pt x="381" y="108"/>
                    <a:pt x="381" y="108"/>
                  </a:cubicBezTo>
                  <a:cubicBezTo>
                    <a:pt x="373" y="116"/>
                    <a:pt x="367" y="123"/>
                    <a:pt x="360" y="130"/>
                  </a:cubicBezTo>
                  <a:cubicBezTo>
                    <a:pt x="349" y="140"/>
                    <a:pt x="337" y="150"/>
                    <a:pt x="326" y="160"/>
                  </a:cubicBezTo>
                  <a:cubicBezTo>
                    <a:pt x="320" y="166"/>
                    <a:pt x="316" y="173"/>
                    <a:pt x="311" y="180"/>
                  </a:cubicBezTo>
                  <a:cubicBezTo>
                    <a:pt x="303" y="192"/>
                    <a:pt x="307" y="214"/>
                    <a:pt x="321" y="218"/>
                  </a:cubicBezTo>
                  <a:cubicBezTo>
                    <a:pt x="329" y="220"/>
                    <a:pt x="333" y="225"/>
                    <a:pt x="336" y="231"/>
                  </a:cubicBezTo>
                  <a:cubicBezTo>
                    <a:pt x="343" y="242"/>
                    <a:pt x="340" y="251"/>
                    <a:pt x="328" y="254"/>
                  </a:cubicBezTo>
                  <a:cubicBezTo>
                    <a:pt x="293" y="265"/>
                    <a:pt x="257" y="276"/>
                    <a:pt x="221" y="287"/>
                  </a:cubicBezTo>
                  <a:cubicBezTo>
                    <a:pt x="214" y="289"/>
                    <a:pt x="204" y="289"/>
                    <a:pt x="199" y="293"/>
                  </a:cubicBezTo>
                  <a:cubicBezTo>
                    <a:pt x="188" y="302"/>
                    <a:pt x="178" y="306"/>
                    <a:pt x="165" y="306"/>
                  </a:cubicBezTo>
                  <a:cubicBezTo>
                    <a:pt x="164" y="306"/>
                    <a:pt x="163" y="306"/>
                    <a:pt x="163" y="306"/>
                  </a:cubicBezTo>
                  <a:cubicBezTo>
                    <a:pt x="163" y="306"/>
                    <a:pt x="162" y="306"/>
                    <a:pt x="162" y="306"/>
                  </a:cubicBezTo>
                  <a:cubicBezTo>
                    <a:pt x="154" y="306"/>
                    <a:pt x="148" y="311"/>
                    <a:pt x="149" y="320"/>
                  </a:cubicBezTo>
                  <a:cubicBezTo>
                    <a:pt x="150" y="334"/>
                    <a:pt x="159" y="342"/>
                    <a:pt x="169" y="350"/>
                  </a:cubicBezTo>
                  <a:cubicBezTo>
                    <a:pt x="180" y="358"/>
                    <a:pt x="191" y="365"/>
                    <a:pt x="199" y="375"/>
                  </a:cubicBezTo>
                  <a:cubicBezTo>
                    <a:pt x="207" y="383"/>
                    <a:pt x="216" y="389"/>
                    <a:pt x="225" y="392"/>
                  </a:cubicBezTo>
                  <a:cubicBezTo>
                    <a:pt x="240" y="395"/>
                    <a:pt x="256" y="396"/>
                    <a:pt x="272" y="397"/>
                  </a:cubicBezTo>
                  <a:cubicBezTo>
                    <a:pt x="280" y="397"/>
                    <a:pt x="289" y="397"/>
                    <a:pt x="298" y="397"/>
                  </a:cubicBezTo>
                  <a:cubicBezTo>
                    <a:pt x="304" y="397"/>
                    <a:pt x="310" y="397"/>
                    <a:pt x="316" y="397"/>
                  </a:cubicBezTo>
                  <a:cubicBezTo>
                    <a:pt x="322" y="397"/>
                    <a:pt x="328" y="397"/>
                    <a:pt x="334" y="397"/>
                  </a:cubicBezTo>
                  <a:cubicBezTo>
                    <a:pt x="335" y="397"/>
                    <a:pt x="336" y="397"/>
                    <a:pt x="337" y="397"/>
                  </a:cubicBezTo>
                  <a:cubicBezTo>
                    <a:pt x="345" y="397"/>
                    <a:pt x="358" y="412"/>
                    <a:pt x="354" y="419"/>
                  </a:cubicBezTo>
                  <a:cubicBezTo>
                    <a:pt x="348" y="432"/>
                    <a:pt x="351" y="445"/>
                    <a:pt x="350" y="458"/>
                  </a:cubicBezTo>
                  <a:cubicBezTo>
                    <a:pt x="350" y="464"/>
                    <a:pt x="351" y="471"/>
                    <a:pt x="350" y="478"/>
                  </a:cubicBezTo>
                  <a:cubicBezTo>
                    <a:pt x="346" y="500"/>
                    <a:pt x="342" y="522"/>
                    <a:pt x="343" y="545"/>
                  </a:cubicBezTo>
                  <a:cubicBezTo>
                    <a:pt x="343" y="548"/>
                    <a:pt x="343" y="550"/>
                    <a:pt x="343" y="552"/>
                  </a:cubicBezTo>
                  <a:cubicBezTo>
                    <a:pt x="341" y="562"/>
                    <a:pt x="337" y="571"/>
                    <a:pt x="337" y="581"/>
                  </a:cubicBezTo>
                  <a:cubicBezTo>
                    <a:pt x="336" y="598"/>
                    <a:pt x="330" y="613"/>
                    <a:pt x="313" y="616"/>
                  </a:cubicBezTo>
                  <a:cubicBezTo>
                    <a:pt x="295" y="620"/>
                    <a:pt x="278" y="630"/>
                    <a:pt x="260" y="630"/>
                  </a:cubicBezTo>
                  <a:cubicBezTo>
                    <a:pt x="257" y="630"/>
                    <a:pt x="253" y="630"/>
                    <a:pt x="250" y="629"/>
                  </a:cubicBezTo>
                  <a:cubicBezTo>
                    <a:pt x="249" y="629"/>
                    <a:pt x="249" y="629"/>
                    <a:pt x="249" y="629"/>
                  </a:cubicBezTo>
                  <a:cubicBezTo>
                    <a:pt x="247" y="629"/>
                    <a:pt x="244" y="631"/>
                    <a:pt x="242" y="631"/>
                  </a:cubicBezTo>
                  <a:cubicBezTo>
                    <a:pt x="233" y="633"/>
                    <a:pt x="223" y="635"/>
                    <a:pt x="214" y="636"/>
                  </a:cubicBezTo>
                  <a:cubicBezTo>
                    <a:pt x="209" y="636"/>
                    <a:pt x="203" y="636"/>
                    <a:pt x="198" y="636"/>
                  </a:cubicBezTo>
                  <a:cubicBezTo>
                    <a:pt x="190" y="636"/>
                    <a:pt x="183" y="636"/>
                    <a:pt x="175" y="636"/>
                  </a:cubicBezTo>
                  <a:cubicBezTo>
                    <a:pt x="151" y="636"/>
                    <a:pt x="128" y="636"/>
                    <a:pt x="104" y="636"/>
                  </a:cubicBezTo>
                  <a:cubicBezTo>
                    <a:pt x="86" y="636"/>
                    <a:pt x="67" y="636"/>
                    <a:pt x="48" y="636"/>
                  </a:cubicBezTo>
                  <a:cubicBezTo>
                    <a:pt x="35" y="637"/>
                    <a:pt x="21" y="640"/>
                    <a:pt x="8" y="643"/>
                  </a:cubicBezTo>
                  <a:cubicBezTo>
                    <a:pt x="5" y="644"/>
                    <a:pt x="0" y="649"/>
                    <a:pt x="0" y="651"/>
                  </a:cubicBezTo>
                  <a:cubicBezTo>
                    <a:pt x="0" y="655"/>
                    <a:pt x="3" y="660"/>
                    <a:pt x="7" y="662"/>
                  </a:cubicBezTo>
                  <a:cubicBezTo>
                    <a:pt x="21" y="669"/>
                    <a:pt x="36" y="676"/>
                    <a:pt x="51" y="683"/>
                  </a:cubicBezTo>
                  <a:cubicBezTo>
                    <a:pt x="62" y="688"/>
                    <a:pt x="73" y="694"/>
                    <a:pt x="85" y="699"/>
                  </a:cubicBezTo>
                  <a:cubicBezTo>
                    <a:pt x="100" y="705"/>
                    <a:pt x="116" y="710"/>
                    <a:pt x="131" y="716"/>
                  </a:cubicBezTo>
                  <a:cubicBezTo>
                    <a:pt x="134" y="717"/>
                    <a:pt x="136" y="721"/>
                    <a:pt x="138" y="722"/>
                  </a:cubicBezTo>
                  <a:cubicBezTo>
                    <a:pt x="142" y="725"/>
                    <a:pt x="146" y="728"/>
                    <a:pt x="150" y="730"/>
                  </a:cubicBezTo>
                  <a:cubicBezTo>
                    <a:pt x="166" y="736"/>
                    <a:pt x="182" y="741"/>
                    <a:pt x="197" y="747"/>
                  </a:cubicBezTo>
                  <a:cubicBezTo>
                    <a:pt x="223" y="757"/>
                    <a:pt x="250" y="768"/>
                    <a:pt x="279" y="768"/>
                  </a:cubicBezTo>
                  <a:cubicBezTo>
                    <a:pt x="283" y="768"/>
                    <a:pt x="288" y="768"/>
                    <a:pt x="292" y="767"/>
                  </a:cubicBezTo>
                  <a:cubicBezTo>
                    <a:pt x="305" y="766"/>
                    <a:pt x="319" y="765"/>
                    <a:pt x="331" y="762"/>
                  </a:cubicBezTo>
                  <a:cubicBezTo>
                    <a:pt x="344" y="759"/>
                    <a:pt x="356" y="754"/>
                    <a:pt x="369" y="750"/>
                  </a:cubicBezTo>
                  <a:cubicBezTo>
                    <a:pt x="387" y="743"/>
                    <a:pt x="405" y="736"/>
                    <a:pt x="420" y="722"/>
                  </a:cubicBezTo>
                  <a:cubicBezTo>
                    <a:pt x="423" y="719"/>
                    <a:pt x="428" y="717"/>
                    <a:pt x="431" y="714"/>
                  </a:cubicBezTo>
                  <a:cubicBezTo>
                    <a:pt x="438" y="706"/>
                    <a:pt x="447" y="700"/>
                    <a:pt x="452" y="691"/>
                  </a:cubicBezTo>
                  <a:cubicBezTo>
                    <a:pt x="457" y="683"/>
                    <a:pt x="460" y="673"/>
                    <a:pt x="463" y="664"/>
                  </a:cubicBezTo>
                  <a:cubicBezTo>
                    <a:pt x="464" y="655"/>
                    <a:pt x="466" y="646"/>
                    <a:pt x="465" y="637"/>
                  </a:cubicBezTo>
                  <a:cubicBezTo>
                    <a:pt x="461" y="613"/>
                    <a:pt x="456" y="590"/>
                    <a:pt x="451" y="567"/>
                  </a:cubicBezTo>
                  <a:cubicBezTo>
                    <a:pt x="451" y="565"/>
                    <a:pt x="451" y="564"/>
                    <a:pt x="451" y="563"/>
                  </a:cubicBezTo>
                  <a:cubicBezTo>
                    <a:pt x="456" y="545"/>
                    <a:pt x="445" y="530"/>
                    <a:pt x="444" y="513"/>
                  </a:cubicBezTo>
                  <a:cubicBezTo>
                    <a:pt x="443" y="503"/>
                    <a:pt x="438" y="493"/>
                    <a:pt x="445" y="483"/>
                  </a:cubicBezTo>
                  <a:cubicBezTo>
                    <a:pt x="447" y="480"/>
                    <a:pt x="447" y="473"/>
                    <a:pt x="446" y="469"/>
                  </a:cubicBezTo>
                  <a:cubicBezTo>
                    <a:pt x="444" y="446"/>
                    <a:pt x="442" y="423"/>
                    <a:pt x="439" y="400"/>
                  </a:cubicBezTo>
                  <a:cubicBezTo>
                    <a:pt x="438" y="388"/>
                    <a:pt x="444" y="383"/>
                    <a:pt x="454" y="380"/>
                  </a:cubicBezTo>
                  <a:cubicBezTo>
                    <a:pt x="463" y="378"/>
                    <a:pt x="472" y="376"/>
                    <a:pt x="481" y="373"/>
                  </a:cubicBezTo>
                  <a:cubicBezTo>
                    <a:pt x="495" y="368"/>
                    <a:pt x="508" y="361"/>
                    <a:pt x="522" y="357"/>
                  </a:cubicBezTo>
                  <a:cubicBezTo>
                    <a:pt x="558" y="346"/>
                    <a:pt x="591" y="329"/>
                    <a:pt x="623" y="310"/>
                  </a:cubicBezTo>
                  <a:cubicBezTo>
                    <a:pt x="627" y="308"/>
                    <a:pt x="629" y="305"/>
                    <a:pt x="631" y="301"/>
                  </a:cubicBezTo>
                  <a:cubicBezTo>
                    <a:pt x="640" y="282"/>
                    <a:pt x="628" y="240"/>
                    <a:pt x="610" y="228"/>
                  </a:cubicBezTo>
                  <a:cubicBezTo>
                    <a:pt x="600" y="222"/>
                    <a:pt x="589" y="215"/>
                    <a:pt x="577" y="210"/>
                  </a:cubicBezTo>
                  <a:cubicBezTo>
                    <a:pt x="568" y="205"/>
                    <a:pt x="557" y="199"/>
                    <a:pt x="546" y="198"/>
                  </a:cubicBezTo>
                  <a:cubicBezTo>
                    <a:pt x="539" y="198"/>
                    <a:pt x="532" y="197"/>
                    <a:pt x="525" y="197"/>
                  </a:cubicBezTo>
                  <a:cubicBezTo>
                    <a:pt x="514" y="197"/>
                    <a:pt x="504" y="198"/>
                    <a:pt x="494" y="198"/>
                  </a:cubicBezTo>
                  <a:cubicBezTo>
                    <a:pt x="493" y="198"/>
                    <a:pt x="492" y="198"/>
                    <a:pt x="491" y="198"/>
                  </a:cubicBezTo>
                  <a:cubicBezTo>
                    <a:pt x="489" y="198"/>
                    <a:pt x="487" y="198"/>
                    <a:pt x="485" y="198"/>
                  </a:cubicBezTo>
                  <a:cubicBezTo>
                    <a:pt x="462" y="205"/>
                    <a:pt x="439" y="211"/>
                    <a:pt x="416" y="217"/>
                  </a:cubicBezTo>
                  <a:cubicBezTo>
                    <a:pt x="414" y="211"/>
                    <a:pt x="411" y="207"/>
                    <a:pt x="410" y="202"/>
                  </a:cubicBezTo>
                  <a:cubicBezTo>
                    <a:pt x="409" y="197"/>
                    <a:pt x="408" y="192"/>
                    <a:pt x="407" y="187"/>
                  </a:cubicBezTo>
                  <a:cubicBezTo>
                    <a:pt x="404" y="177"/>
                    <a:pt x="407" y="168"/>
                    <a:pt x="418" y="166"/>
                  </a:cubicBezTo>
                  <a:cubicBezTo>
                    <a:pt x="438" y="162"/>
                    <a:pt x="453" y="146"/>
                    <a:pt x="470" y="135"/>
                  </a:cubicBezTo>
                  <a:cubicBezTo>
                    <a:pt x="492" y="120"/>
                    <a:pt x="513" y="103"/>
                    <a:pt x="536" y="88"/>
                  </a:cubicBezTo>
                  <a:cubicBezTo>
                    <a:pt x="549" y="79"/>
                    <a:pt x="556" y="67"/>
                    <a:pt x="558" y="51"/>
                  </a:cubicBezTo>
                  <a:cubicBezTo>
                    <a:pt x="559" y="46"/>
                    <a:pt x="558" y="39"/>
                    <a:pt x="555" y="34"/>
                  </a:cubicBezTo>
                  <a:cubicBezTo>
                    <a:pt x="549" y="25"/>
                    <a:pt x="543" y="17"/>
                    <a:pt x="535" y="10"/>
                  </a:cubicBezTo>
                  <a:cubicBezTo>
                    <a:pt x="531" y="6"/>
                    <a:pt x="524" y="6"/>
                    <a:pt x="519" y="6"/>
                  </a:cubicBezTo>
                  <a:cubicBezTo>
                    <a:pt x="518" y="6"/>
                    <a:pt x="518" y="6"/>
                    <a:pt x="517" y="6"/>
                  </a:cubicBezTo>
                  <a:cubicBezTo>
                    <a:pt x="515" y="6"/>
                    <a:pt x="513" y="6"/>
                    <a:pt x="511" y="6"/>
                  </a:cubicBezTo>
                  <a:cubicBezTo>
                    <a:pt x="508" y="7"/>
                    <a:pt x="506" y="7"/>
                    <a:pt x="504" y="7"/>
                  </a:cubicBezTo>
                  <a:cubicBezTo>
                    <a:pt x="504" y="7"/>
                    <a:pt x="503" y="7"/>
                    <a:pt x="503" y="7"/>
                  </a:cubicBezTo>
                  <a:cubicBezTo>
                    <a:pt x="479" y="5"/>
                    <a:pt x="454" y="4"/>
                    <a:pt x="430" y="1"/>
                  </a:cubicBezTo>
                  <a:cubicBezTo>
                    <a:pt x="426" y="0"/>
                    <a:pt x="422" y="0"/>
                    <a:pt x="41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6" name="Freeform 275">
              <a:extLst>
                <a:ext uri="{FF2B5EF4-FFF2-40B4-BE49-F238E27FC236}">
                  <a16:creationId xmlns:a16="http://schemas.microsoft.com/office/drawing/2014/main" id="{586501DF-84F3-4DDD-AA71-C6805D35E38D}"/>
                </a:ext>
              </a:extLst>
            </p:cNvPr>
            <p:cNvSpPr>
              <a:spLocks/>
            </p:cNvSpPr>
            <p:nvPr/>
          </p:nvSpPr>
          <p:spPr bwMode="auto">
            <a:xfrm>
              <a:off x="10676889" y="476598"/>
              <a:ext cx="275222" cy="317583"/>
            </a:xfrm>
            <a:custGeom>
              <a:avLst/>
              <a:gdLst>
                <a:gd name="T0" fmla="*/ 848 w 1226"/>
                <a:gd name="T1" fmla="*/ 24 h 1411"/>
                <a:gd name="T2" fmla="*/ 876 w 1226"/>
                <a:gd name="T3" fmla="*/ 176 h 1411"/>
                <a:gd name="T4" fmla="*/ 862 w 1226"/>
                <a:gd name="T5" fmla="*/ 390 h 1411"/>
                <a:gd name="T6" fmla="*/ 779 w 1226"/>
                <a:gd name="T7" fmla="*/ 442 h 1411"/>
                <a:gd name="T8" fmla="*/ 748 w 1226"/>
                <a:gd name="T9" fmla="*/ 425 h 1411"/>
                <a:gd name="T10" fmla="*/ 770 w 1226"/>
                <a:gd name="T11" fmla="*/ 264 h 1411"/>
                <a:gd name="T12" fmla="*/ 574 w 1226"/>
                <a:gd name="T13" fmla="*/ 360 h 1411"/>
                <a:gd name="T14" fmla="*/ 440 w 1226"/>
                <a:gd name="T15" fmla="*/ 518 h 1411"/>
                <a:gd name="T16" fmla="*/ 488 w 1226"/>
                <a:gd name="T17" fmla="*/ 399 h 1411"/>
                <a:gd name="T18" fmla="*/ 397 w 1226"/>
                <a:gd name="T19" fmla="*/ 347 h 1411"/>
                <a:gd name="T20" fmla="*/ 354 w 1226"/>
                <a:gd name="T21" fmla="*/ 427 h 1411"/>
                <a:gd name="T22" fmla="*/ 199 w 1226"/>
                <a:gd name="T23" fmla="*/ 557 h 1411"/>
                <a:gd name="T24" fmla="*/ 70 w 1226"/>
                <a:gd name="T25" fmla="*/ 587 h 1411"/>
                <a:gd name="T26" fmla="*/ 26 w 1226"/>
                <a:gd name="T27" fmla="*/ 582 h 1411"/>
                <a:gd name="T28" fmla="*/ 3 w 1226"/>
                <a:gd name="T29" fmla="*/ 631 h 1411"/>
                <a:gd name="T30" fmla="*/ 113 w 1226"/>
                <a:gd name="T31" fmla="*/ 697 h 1411"/>
                <a:gd name="T32" fmla="*/ 268 w 1226"/>
                <a:gd name="T33" fmla="*/ 623 h 1411"/>
                <a:gd name="T34" fmla="*/ 234 w 1226"/>
                <a:gd name="T35" fmla="*/ 765 h 1411"/>
                <a:gd name="T36" fmla="*/ 179 w 1226"/>
                <a:gd name="T37" fmla="*/ 920 h 1411"/>
                <a:gd name="T38" fmla="*/ 255 w 1226"/>
                <a:gd name="T39" fmla="*/ 959 h 1411"/>
                <a:gd name="T40" fmla="*/ 354 w 1226"/>
                <a:gd name="T41" fmla="*/ 877 h 1411"/>
                <a:gd name="T42" fmla="*/ 358 w 1226"/>
                <a:gd name="T43" fmla="*/ 912 h 1411"/>
                <a:gd name="T44" fmla="*/ 353 w 1226"/>
                <a:gd name="T45" fmla="*/ 1060 h 1411"/>
                <a:gd name="T46" fmla="*/ 400 w 1226"/>
                <a:gd name="T47" fmla="*/ 1160 h 1411"/>
                <a:gd name="T48" fmla="*/ 443 w 1226"/>
                <a:gd name="T49" fmla="*/ 1051 h 1411"/>
                <a:gd name="T50" fmla="*/ 434 w 1226"/>
                <a:gd name="T51" fmla="*/ 962 h 1411"/>
                <a:gd name="T52" fmla="*/ 446 w 1226"/>
                <a:gd name="T53" fmla="*/ 814 h 1411"/>
                <a:gd name="T54" fmla="*/ 485 w 1226"/>
                <a:gd name="T55" fmla="*/ 624 h 1411"/>
                <a:gd name="T56" fmla="*/ 573 w 1226"/>
                <a:gd name="T57" fmla="*/ 486 h 1411"/>
                <a:gd name="T58" fmla="*/ 646 w 1226"/>
                <a:gd name="T59" fmla="*/ 401 h 1411"/>
                <a:gd name="T60" fmla="*/ 670 w 1226"/>
                <a:gd name="T61" fmla="*/ 560 h 1411"/>
                <a:gd name="T62" fmla="*/ 682 w 1226"/>
                <a:gd name="T63" fmla="*/ 613 h 1411"/>
                <a:gd name="T64" fmla="*/ 498 w 1226"/>
                <a:gd name="T65" fmla="*/ 776 h 1411"/>
                <a:gd name="T66" fmla="*/ 526 w 1226"/>
                <a:gd name="T67" fmla="*/ 859 h 1411"/>
                <a:gd name="T68" fmla="*/ 557 w 1226"/>
                <a:gd name="T69" fmla="*/ 855 h 1411"/>
                <a:gd name="T70" fmla="*/ 776 w 1226"/>
                <a:gd name="T71" fmla="*/ 713 h 1411"/>
                <a:gd name="T72" fmla="*/ 855 w 1226"/>
                <a:gd name="T73" fmla="*/ 703 h 1411"/>
                <a:gd name="T74" fmla="*/ 896 w 1226"/>
                <a:gd name="T75" fmla="*/ 1148 h 1411"/>
                <a:gd name="T76" fmla="*/ 931 w 1226"/>
                <a:gd name="T77" fmla="*/ 1406 h 1411"/>
                <a:gd name="T78" fmla="*/ 985 w 1226"/>
                <a:gd name="T79" fmla="*/ 1328 h 1411"/>
                <a:gd name="T80" fmla="*/ 1019 w 1226"/>
                <a:gd name="T81" fmla="*/ 1094 h 1411"/>
                <a:gd name="T82" fmla="*/ 1017 w 1226"/>
                <a:gd name="T83" fmla="*/ 973 h 1411"/>
                <a:gd name="T84" fmla="*/ 1007 w 1226"/>
                <a:gd name="T85" fmla="*/ 804 h 1411"/>
                <a:gd name="T86" fmla="*/ 1005 w 1226"/>
                <a:gd name="T87" fmla="*/ 693 h 1411"/>
                <a:gd name="T88" fmla="*/ 1006 w 1226"/>
                <a:gd name="T89" fmla="*/ 684 h 1411"/>
                <a:gd name="T90" fmla="*/ 1089 w 1226"/>
                <a:gd name="T91" fmla="*/ 592 h 1411"/>
                <a:gd name="T92" fmla="*/ 1179 w 1226"/>
                <a:gd name="T93" fmla="*/ 461 h 1411"/>
                <a:gd name="T94" fmla="*/ 1119 w 1226"/>
                <a:gd name="T95" fmla="*/ 453 h 1411"/>
                <a:gd name="T96" fmla="*/ 1054 w 1226"/>
                <a:gd name="T97" fmla="*/ 462 h 1411"/>
                <a:gd name="T98" fmla="*/ 989 w 1226"/>
                <a:gd name="T99" fmla="*/ 387 h 1411"/>
                <a:gd name="T100" fmla="*/ 995 w 1226"/>
                <a:gd name="T101" fmla="*/ 141 h 1411"/>
                <a:gd name="T102" fmla="*/ 911 w 1226"/>
                <a:gd name="T103" fmla="*/ 0 h 1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6" h="1411">
                  <a:moveTo>
                    <a:pt x="911" y="0"/>
                  </a:moveTo>
                  <a:cubicBezTo>
                    <a:pt x="905" y="0"/>
                    <a:pt x="899" y="0"/>
                    <a:pt x="893" y="1"/>
                  </a:cubicBezTo>
                  <a:cubicBezTo>
                    <a:pt x="880" y="3"/>
                    <a:pt x="867" y="9"/>
                    <a:pt x="854" y="13"/>
                  </a:cubicBezTo>
                  <a:cubicBezTo>
                    <a:pt x="851" y="15"/>
                    <a:pt x="848" y="21"/>
                    <a:pt x="848" y="24"/>
                  </a:cubicBezTo>
                  <a:cubicBezTo>
                    <a:pt x="852" y="40"/>
                    <a:pt x="855" y="56"/>
                    <a:pt x="860" y="72"/>
                  </a:cubicBezTo>
                  <a:cubicBezTo>
                    <a:pt x="863" y="82"/>
                    <a:pt x="869" y="92"/>
                    <a:pt x="871" y="103"/>
                  </a:cubicBezTo>
                  <a:cubicBezTo>
                    <a:pt x="874" y="118"/>
                    <a:pt x="873" y="134"/>
                    <a:pt x="874" y="150"/>
                  </a:cubicBezTo>
                  <a:cubicBezTo>
                    <a:pt x="875" y="159"/>
                    <a:pt x="878" y="168"/>
                    <a:pt x="876" y="176"/>
                  </a:cubicBezTo>
                  <a:cubicBezTo>
                    <a:pt x="869" y="200"/>
                    <a:pt x="872" y="223"/>
                    <a:pt x="873" y="247"/>
                  </a:cubicBezTo>
                  <a:cubicBezTo>
                    <a:pt x="873" y="262"/>
                    <a:pt x="873" y="276"/>
                    <a:pt x="871" y="290"/>
                  </a:cubicBezTo>
                  <a:cubicBezTo>
                    <a:pt x="870" y="304"/>
                    <a:pt x="863" y="316"/>
                    <a:pt x="867" y="331"/>
                  </a:cubicBezTo>
                  <a:cubicBezTo>
                    <a:pt x="872" y="350"/>
                    <a:pt x="856" y="367"/>
                    <a:pt x="862" y="390"/>
                  </a:cubicBezTo>
                  <a:cubicBezTo>
                    <a:pt x="868" y="418"/>
                    <a:pt x="862" y="450"/>
                    <a:pt x="861" y="480"/>
                  </a:cubicBezTo>
                  <a:cubicBezTo>
                    <a:pt x="861" y="491"/>
                    <a:pt x="856" y="498"/>
                    <a:pt x="843" y="500"/>
                  </a:cubicBezTo>
                  <a:cubicBezTo>
                    <a:pt x="839" y="469"/>
                    <a:pt x="823" y="450"/>
                    <a:pt x="794" y="443"/>
                  </a:cubicBezTo>
                  <a:cubicBezTo>
                    <a:pt x="789" y="442"/>
                    <a:pt x="784" y="442"/>
                    <a:pt x="779" y="442"/>
                  </a:cubicBezTo>
                  <a:cubicBezTo>
                    <a:pt x="776" y="442"/>
                    <a:pt x="773" y="442"/>
                    <a:pt x="770" y="442"/>
                  </a:cubicBezTo>
                  <a:cubicBezTo>
                    <a:pt x="767" y="442"/>
                    <a:pt x="764" y="442"/>
                    <a:pt x="762" y="442"/>
                  </a:cubicBezTo>
                  <a:cubicBezTo>
                    <a:pt x="760" y="442"/>
                    <a:pt x="758" y="442"/>
                    <a:pt x="757" y="442"/>
                  </a:cubicBezTo>
                  <a:cubicBezTo>
                    <a:pt x="745" y="441"/>
                    <a:pt x="742" y="435"/>
                    <a:pt x="748" y="425"/>
                  </a:cubicBezTo>
                  <a:cubicBezTo>
                    <a:pt x="764" y="399"/>
                    <a:pt x="787" y="379"/>
                    <a:pt x="810" y="360"/>
                  </a:cubicBezTo>
                  <a:cubicBezTo>
                    <a:pt x="831" y="342"/>
                    <a:pt x="839" y="322"/>
                    <a:pt x="831" y="296"/>
                  </a:cubicBezTo>
                  <a:cubicBezTo>
                    <a:pt x="827" y="281"/>
                    <a:pt x="797" y="263"/>
                    <a:pt x="777" y="263"/>
                  </a:cubicBezTo>
                  <a:cubicBezTo>
                    <a:pt x="774" y="263"/>
                    <a:pt x="772" y="264"/>
                    <a:pt x="770" y="264"/>
                  </a:cubicBezTo>
                  <a:cubicBezTo>
                    <a:pt x="748" y="270"/>
                    <a:pt x="727" y="275"/>
                    <a:pt x="707" y="283"/>
                  </a:cubicBezTo>
                  <a:cubicBezTo>
                    <a:pt x="687" y="290"/>
                    <a:pt x="668" y="301"/>
                    <a:pt x="649" y="310"/>
                  </a:cubicBezTo>
                  <a:cubicBezTo>
                    <a:pt x="640" y="315"/>
                    <a:pt x="631" y="319"/>
                    <a:pt x="623" y="324"/>
                  </a:cubicBezTo>
                  <a:cubicBezTo>
                    <a:pt x="606" y="336"/>
                    <a:pt x="590" y="347"/>
                    <a:pt x="574" y="360"/>
                  </a:cubicBezTo>
                  <a:cubicBezTo>
                    <a:pt x="566" y="365"/>
                    <a:pt x="559" y="371"/>
                    <a:pt x="554" y="378"/>
                  </a:cubicBezTo>
                  <a:cubicBezTo>
                    <a:pt x="545" y="389"/>
                    <a:pt x="539" y="402"/>
                    <a:pt x="531" y="413"/>
                  </a:cubicBezTo>
                  <a:cubicBezTo>
                    <a:pt x="508" y="440"/>
                    <a:pt x="487" y="467"/>
                    <a:pt x="471" y="498"/>
                  </a:cubicBezTo>
                  <a:cubicBezTo>
                    <a:pt x="466" y="509"/>
                    <a:pt x="456" y="517"/>
                    <a:pt x="440" y="518"/>
                  </a:cubicBezTo>
                  <a:cubicBezTo>
                    <a:pt x="441" y="512"/>
                    <a:pt x="440" y="506"/>
                    <a:pt x="442" y="502"/>
                  </a:cubicBezTo>
                  <a:cubicBezTo>
                    <a:pt x="446" y="493"/>
                    <a:pt x="451" y="484"/>
                    <a:pt x="455" y="475"/>
                  </a:cubicBezTo>
                  <a:cubicBezTo>
                    <a:pt x="457" y="469"/>
                    <a:pt x="470" y="449"/>
                    <a:pt x="472" y="445"/>
                  </a:cubicBezTo>
                  <a:cubicBezTo>
                    <a:pt x="480" y="431"/>
                    <a:pt x="500" y="422"/>
                    <a:pt x="488" y="399"/>
                  </a:cubicBezTo>
                  <a:cubicBezTo>
                    <a:pt x="478" y="383"/>
                    <a:pt x="474" y="363"/>
                    <a:pt x="465" y="346"/>
                  </a:cubicBezTo>
                  <a:cubicBezTo>
                    <a:pt x="460" y="338"/>
                    <a:pt x="451" y="331"/>
                    <a:pt x="442" y="327"/>
                  </a:cubicBezTo>
                  <a:cubicBezTo>
                    <a:pt x="437" y="325"/>
                    <a:pt x="433" y="324"/>
                    <a:pt x="429" y="324"/>
                  </a:cubicBezTo>
                  <a:cubicBezTo>
                    <a:pt x="414" y="324"/>
                    <a:pt x="403" y="336"/>
                    <a:pt x="397" y="347"/>
                  </a:cubicBezTo>
                  <a:cubicBezTo>
                    <a:pt x="384" y="367"/>
                    <a:pt x="377" y="391"/>
                    <a:pt x="369" y="414"/>
                  </a:cubicBezTo>
                  <a:cubicBezTo>
                    <a:pt x="366" y="421"/>
                    <a:pt x="364" y="427"/>
                    <a:pt x="355" y="427"/>
                  </a:cubicBezTo>
                  <a:cubicBezTo>
                    <a:pt x="355" y="427"/>
                    <a:pt x="355" y="427"/>
                    <a:pt x="355" y="427"/>
                  </a:cubicBezTo>
                  <a:cubicBezTo>
                    <a:pt x="354" y="427"/>
                    <a:pt x="354" y="427"/>
                    <a:pt x="354" y="427"/>
                  </a:cubicBezTo>
                  <a:cubicBezTo>
                    <a:pt x="350" y="427"/>
                    <a:pt x="342" y="429"/>
                    <a:pt x="341" y="433"/>
                  </a:cubicBezTo>
                  <a:cubicBezTo>
                    <a:pt x="334" y="454"/>
                    <a:pt x="315" y="465"/>
                    <a:pt x="301" y="480"/>
                  </a:cubicBezTo>
                  <a:cubicBezTo>
                    <a:pt x="286" y="493"/>
                    <a:pt x="270" y="504"/>
                    <a:pt x="254" y="516"/>
                  </a:cubicBezTo>
                  <a:cubicBezTo>
                    <a:pt x="236" y="530"/>
                    <a:pt x="218" y="544"/>
                    <a:pt x="199" y="557"/>
                  </a:cubicBezTo>
                  <a:cubicBezTo>
                    <a:pt x="185" y="566"/>
                    <a:pt x="171" y="575"/>
                    <a:pt x="156" y="581"/>
                  </a:cubicBezTo>
                  <a:cubicBezTo>
                    <a:pt x="140" y="588"/>
                    <a:pt x="123" y="592"/>
                    <a:pt x="106" y="595"/>
                  </a:cubicBezTo>
                  <a:cubicBezTo>
                    <a:pt x="101" y="597"/>
                    <a:pt x="95" y="598"/>
                    <a:pt x="89" y="598"/>
                  </a:cubicBezTo>
                  <a:cubicBezTo>
                    <a:pt x="82" y="598"/>
                    <a:pt x="75" y="596"/>
                    <a:pt x="70" y="587"/>
                  </a:cubicBezTo>
                  <a:cubicBezTo>
                    <a:pt x="69" y="586"/>
                    <a:pt x="66" y="585"/>
                    <a:pt x="64" y="584"/>
                  </a:cubicBezTo>
                  <a:cubicBezTo>
                    <a:pt x="58" y="581"/>
                    <a:pt x="52" y="580"/>
                    <a:pt x="47" y="580"/>
                  </a:cubicBezTo>
                  <a:cubicBezTo>
                    <a:pt x="43" y="580"/>
                    <a:pt x="40" y="581"/>
                    <a:pt x="36" y="581"/>
                  </a:cubicBezTo>
                  <a:cubicBezTo>
                    <a:pt x="33" y="581"/>
                    <a:pt x="29" y="582"/>
                    <a:pt x="26" y="582"/>
                  </a:cubicBezTo>
                  <a:cubicBezTo>
                    <a:pt x="25" y="582"/>
                    <a:pt x="24" y="581"/>
                    <a:pt x="23" y="581"/>
                  </a:cubicBezTo>
                  <a:cubicBezTo>
                    <a:pt x="22" y="581"/>
                    <a:pt x="22" y="581"/>
                    <a:pt x="21" y="581"/>
                  </a:cubicBezTo>
                  <a:cubicBezTo>
                    <a:pt x="8" y="581"/>
                    <a:pt x="4" y="590"/>
                    <a:pt x="3" y="601"/>
                  </a:cubicBezTo>
                  <a:cubicBezTo>
                    <a:pt x="3" y="611"/>
                    <a:pt x="4" y="621"/>
                    <a:pt x="3" y="631"/>
                  </a:cubicBezTo>
                  <a:cubicBezTo>
                    <a:pt x="0" y="652"/>
                    <a:pt x="7" y="669"/>
                    <a:pt x="26" y="680"/>
                  </a:cubicBezTo>
                  <a:cubicBezTo>
                    <a:pt x="37" y="685"/>
                    <a:pt x="47" y="693"/>
                    <a:pt x="58" y="695"/>
                  </a:cubicBezTo>
                  <a:cubicBezTo>
                    <a:pt x="70" y="698"/>
                    <a:pt x="81" y="702"/>
                    <a:pt x="93" y="702"/>
                  </a:cubicBezTo>
                  <a:cubicBezTo>
                    <a:pt x="100" y="702"/>
                    <a:pt x="106" y="701"/>
                    <a:pt x="113" y="697"/>
                  </a:cubicBezTo>
                  <a:cubicBezTo>
                    <a:pt x="129" y="689"/>
                    <a:pt x="146" y="689"/>
                    <a:pt x="162" y="677"/>
                  </a:cubicBezTo>
                  <a:cubicBezTo>
                    <a:pt x="183" y="661"/>
                    <a:pt x="209" y="652"/>
                    <a:pt x="233" y="640"/>
                  </a:cubicBezTo>
                  <a:cubicBezTo>
                    <a:pt x="242" y="635"/>
                    <a:pt x="251" y="629"/>
                    <a:pt x="262" y="625"/>
                  </a:cubicBezTo>
                  <a:cubicBezTo>
                    <a:pt x="264" y="624"/>
                    <a:pt x="266" y="623"/>
                    <a:pt x="268" y="623"/>
                  </a:cubicBezTo>
                  <a:cubicBezTo>
                    <a:pt x="275" y="623"/>
                    <a:pt x="281" y="629"/>
                    <a:pt x="279" y="635"/>
                  </a:cubicBezTo>
                  <a:cubicBezTo>
                    <a:pt x="276" y="645"/>
                    <a:pt x="271" y="655"/>
                    <a:pt x="268" y="666"/>
                  </a:cubicBezTo>
                  <a:cubicBezTo>
                    <a:pt x="260" y="692"/>
                    <a:pt x="243" y="716"/>
                    <a:pt x="241" y="744"/>
                  </a:cubicBezTo>
                  <a:cubicBezTo>
                    <a:pt x="241" y="751"/>
                    <a:pt x="237" y="758"/>
                    <a:pt x="234" y="765"/>
                  </a:cubicBezTo>
                  <a:cubicBezTo>
                    <a:pt x="225" y="787"/>
                    <a:pt x="206" y="803"/>
                    <a:pt x="193" y="824"/>
                  </a:cubicBezTo>
                  <a:cubicBezTo>
                    <a:pt x="181" y="844"/>
                    <a:pt x="175" y="862"/>
                    <a:pt x="177" y="884"/>
                  </a:cubicBezTo>
                  <a:cubicBezTo>
                    <a:pt x="177" y="894"/>
                    <a:pt x="177" y="903"/>
                    <a:pt x="177" y="913"/>
                  </a:cubicBezTo>
                  <a:cubicBezTo>
                    <a:pt x="177" y="915"/>
                    <a:pt x="178" y="918"/>
                    <a:pt x="179" y="920"/>
                  </a:cubicBezTo>
                  <a:cubicBezTo>
                    <a:pt x="186" y="934"/>
                    <a:pt x="193" y="948"/>
                    <a:pt x="201" y="961"/>
                  </a:cubicBezTo>
                  <a:cubicBezTo>
                    <a:pt x="204" y="966"/>
                    <a:pt x="207" y="971"/>
                    <a:pt x="213" y="971"/>
                  </a:cubicBezTo>
                  <a:cubicBezTo>
                    <a:pt x="214" y="971"/>
                    <a:pt x="215" y="971"/>
                    <a:pt x="217" y="971"/>
                  </a:cubicBezTo>
                  <a:cubicBezTo>
                    <a:pt x="230" y="967"/>
                    <a:pt x="245" y="966"/>
                    <a:pt x="255" y="959"/>
                  </a:cubicBezTo>
                  <a:cubicBezTo>
                    <a:pt x="266" y="948"/>
                    <a:pt x="280" y="945"/>
                    <a:pt x="292" y="939"/>
                  </a:cubicBezTo>
                  <a:cubicBezTo>
                    <a:pt x="301" y="935"/>
                    <a:pt x="314" y="929"/>
                    <a:pt x="314" y="922"/>
                  </a:cubicBezTo>
                  <a:cubicBezTo>
                    <a:pt x="317" y="898"/>
                    <a:pt x="337" y="891"/>
                    <a:pt x="351" y="877"/>
                  </a:cubicBezTo>
                  <a:cubicBezTo>
                    <a:pt x="351" y="877"/>
                    <a:pt x="353" y="877"/>
                    <a:pt x="354" y="877"/>
                  </a:cubicBezTo>
                  <a:cubicBezTo>
                    <a:pt x="354" y="877"/>
                    <a:pt x="355" y="877"/>
                    <a:pt x="355" y="877"/>
                  </a:cubicBezTo>
                  <a:cubicBezTo>
                    <a:pt x="356" y="877"/>
                    <a:pt x="356" y="877"/>
                    <a:pt x="357" y="877"/>
                  </a:cubicBezTo>
                  <a:cubicBezTo>
                    <a:pt x="357" y="877"/>
                    <a:pt x="358" y="877"/>
                    <a:pt x="358" y="877"/>
                  </a:cubicBezTo>
                  <a:cubicBezTo>
                    <a:pt x="358" y="889"/>
                    <a:pt x="358" y="901"/>
                    <a:pt x="358" y="912"/>
                  </a:cubicBezTo>
                  <a:cubicBezTo>
                    <a:pt x="358" y="925"/>
                    <a:pt x="359" y="938"/>
                    <a:pt x="358" y="951"/>
                  </a:cubicBezTo>
                  <a:cubicBezTo>
                    <a:pt x="358" y="956"/>
                    <a:pt x="354" y="960"/>
                    <a:pt x="353" y="965"/>
                  </a:cubicBezTo>
                  <a:cubicBezTo>
                    <a:pt x="352" y="985"/>
                    <a:pt x="351" y="1006"/>
                    <a:pt x="351" y="1026"/>
                  </a:cubicBezTo>
                  <a:cubicBezTo>
                    <a:pt x="351" y="1037"/>
                    <a:pt x="353" y="1049"/>
                    <a:pt x="353" y="1060"/>
                  </a:cubicBezTo>
                  <a:cubicBezTo>
                    <a:pt x="354" y="1074"/>
                    <a:pt x="353" y="1087"/>
                    <a:pt x="354" y="1100"/>
                  </a:cubicBezTo>
                  <a:cubicBezTo>
                    <a:pt x="354" y="1105"/>
                    <a:pt x="356" y="1111"/>
                    <a:pt x="359" y="1114"/>
                  </a:cubicBezTo>
                  <a:cubicBezTo>
                    <a:pt x="369" y="1128"/>
                    <a:pt x="380" y="1141"/>
                    <a:pt x="391" y="1154"/>
                  </a:cubicBezTo>
                  <a:cubicBezTo>
                    <a:pt x="394" y="1157"/>
                    <a:pt x="396" y="1160"/>
                    <a:pt x="400" y="1160"/>
                  </a:cubicBezTo>
                  <a:cubicBezTo>
                    <a:pt x="402" y="1160"/>
                    <a:pt x="406" y="1158"/>
                    <a:pt x="409" y="1154"/>
                  </a:cubicBezTo>
                  <a:cubicBezTo>
                    <a:pt x="427" y="1134"/>
                    <a:pt x="430" y="1109"/>
                    <a:pt x="441" y="1087"/>
                  </a:cubicBezTo>
                  <a:cubicBezTo>
                    <a:pt x="442" y="1085"/>
                    <a:pt x="441" y="1083"/>
                    <a:pt x="441" y="1081"/>
                  </a:cubicBezTo>
                  <a:cubicBezTo>
                    <a:pt x="441" y="1072"/>
                    <a:pt x="442" y="1063"/>
                    <a:pt x="443" y="1051"/>
                  </a:cubicBezTo>
                  <a:cubicBezTo>
                    <a:pt x="443" y="1051"/>
                    <a:pt x="438" y="1049"/>
                    <a:pt x="438" y="1047"/>
                  </a:cubicBezTo>
                  <a:cubicBezTo>
                    <a:pt x="438" y="1035"/>
                    <a:pt x="440" y="1024"/>
                    <a:pt x="440" y="1012"/>
                  </a:cubicBezTo>
                  <a:cubicBezTo>
                    <a:pt x="439" y="1003"/>
                    <a:pt x="437" y="994"/>
                    <a:pt x="436" y="986"/>
                  </a:cubicBezTo>
                  <a:cubicBezTo>
                    <a:pt x="435" y="978"/>
                    <a:pt x="434" y="970"/>
                    <a:pt x="434" y="962"/>
                  </a:cubicBezTo>
                  <a:cubicBezTo>
                    <a:pt x="434" y="941"/>
                    <a:pt x="443" y="921"/>
                    <a:pt x="433" y="900"/>
                  </a:cubicBezTo>
                  <a:cubicBezTo>
                    <a:pt x="432" y="898"/>
                    <a:pt x="432" y="895"/>
                    <a:pt x="432" y="892"/>
                  </a:cubicBezTo>
                  <a:cubicBezTo>
                    <a:pt x="433" y="877"/>
                    <a:pt x="433" y="863"/>
                    <a:pt x="434" y="848"/>
                  </a:cubicBezTo>
                  <a:cubicBezTo>
                    <a:pt x="436" y="837"/>
                    <a:pt x="422" y="820"/>
                    <a:pt x="446" y="814"/>
                  </a:cubicBezTo>
                  <a:cubicBezTo>
                    <a:pt x="432" y="811"/>
                    <a:pt x="428" y="801"/>
                    <a:pt x="428" y="791"/>
                  </a:cubicBezTo>
                  <a:cubicBezTo>
                    <a:pt x="427" y="770"/>
                    <a:pt x="431" y="748"/>
                    <a:pt x="429" y="727"/>
                  </a:cubicBezTo>
                  <a:cubicBezTo>
                    <a:pt x="427" y="710"/>
                    <a:pt x="434" y="696"/>
                    <a:pt x="442" y="683"/>
                  </a:cubicBezTo>
                  <a:cubicBezTo>
                    <a:pt x="456" y="663"/>
                    <a:pt x="471" y="644"/>
                    <a:pt x="485" y="624"/>
                  </a:cubicBezTo>
                  <a:cubicBezTo>
                    <a:pt x="492" y="613"/>
                    <a:pt x="497" y="600"/>
                    <a:pt x="504" y="590"/>
                  </a:cubicBezTo>
                  <a:cubicBezTo>
                    <a:pt x="512" y="579"/>
                    <a:pt x="521" y="569"/>
                    <a:pt x="529" y="559"/>
                  </a:cubicBezTo>
                  <a:cubicBezTo>
                    <a:pt x="536" y="549"/>
                    <a:pt x="543" y="539"/>
                    <a:pt x="549" y="529"/>
                  </a:cubicBezTo>
                  <a:cubicBezTo>
                    <a:pt x="556" y="514"/>
                    <a:pt x="570" y="504"/>
                    <a:pt x="573" y="486"/>
                  </a:cubicBezTo>
                  <a:cubicBezTo>
                    <a:pt x="575" y="473"/>
                    <a:pt x="582" y="460"/>
                    <a:pt x="590" y="449"/>
                  </a:cubicBezTo>
                  <a:cubicBezTo>
                    <a:pt x="602" y="433"/>
                    <a:pt x="617" y="419"/>
                    <a:pt x="631" y="405"/>
                  </a:cubicBezTo>
                  <a:cubicBezTo>
                    <a:pt x="634" y="403"/>
                    <a:pt x="639" y="401"/>
                    <a:pt x="643" y="401"/>
                  </a:cubicBezTo>
                  <a:cubicBezTo>
                    <a:pt x="644" y="401"/>
                    <a:pt x="645" y="401"/>
                    <a:pt x="646" y="401"/>
                  </a:cubicBezTo>
                  <a:cubicBezTo>
                    <a:pt x="650" y="403"/>
                    <a:pt x="657" y="411"/>
                    <a:pt x="656" y="413"/>
                  </a:cubicBezTo>
                  <a:cubicBezTo>
                    <a:pt x="652" y="424"/>
                    <a:pt x="646" y="434"/>
                    <a:pt x="641" y="445"/>
                  </a:cubicBezTo>
                  <a:cubicBezTo>
                    <a:pt x="628" y="469"/>
                    <a:pt x="620" y="494"/>
                    <a:pt x="625" y="522"/>
                  </a:cubicBezTo>
                  <a:cubicBezTo>
                    <a:pt x="630" y="547"/>
                    <a:pt x="645" y="560"/>
                    <a:pt x="670" y="560"/>
                  </a:cubicBezTo>
                  <a:cubicBezTo>
                    <a:pt x="670" y="560"/>
                    <a:pt x="671" y="560"/>
                    <a:pt x="671" y="560"/>
                  </a:cubicBezTo>
                  <a:cubicBezTo>
                    <a:pt x="682" y="560"/>
                    <a:pt x="692" y="558"/>
                    <a:pt x="702" y="557"/>
                  </a:cubicBezTo>
                  <a:cubicBezTo>
                    <a:pt x="702" y="566"/>
                    <a:pt x="704" y="574"/>
                    <a:pt x="702" y="581"/>
                  </a:cubicBezTo>
                  <a:cubicBezTo>
                    <a:pt x="697" y="592"/>
                    <a:pt x="688" y="602"/>
                    <a:pt x="682" y="613"/>
                  </a:cubicBezTo>
                  <a:cubicBezTo>
                    <a:pt x="671" y="634"/>
                    <a:pt x="650" y="645"/>
                    <a:pt x="632" y="658"/>
                  </a:cubicBezTo>
                  <a:cubicBezTo>
                    <a:pt x="609" y="674"/>
                    <a:pt x="587" y="693"/>
                    <a:pt x="562" y="707"/>
                  </a:cubicBezTo>
                  <a:cubicBezTo>
                    <a:pt x="541" y="720"/>
                    <a:pt x="525" y="742"/>
                    <a:pt x="508" y="760"/>
                  </a:cubicBezTo>
                  <a:cubicBezTo>
                    <a:pt x="503" y="765"/>
                    <a:pt x="501" y="771"/>
                    <a:pt x="498" y="776"/>
                  </a:cubicBezTo>
                  <a:cubicBezTo>
                    <a:pt x="497" y="781"/>
                    <a:pt x="496" y="786"/>
                    <a:pt x="495" y="791"/>
                  </a:cubicBezTo>
                  <a:cubicBezTo>
                    <a:pt x="494" y="797"/>
                    <a:pt x="495" y="804"/>
                    <a:pt x="493" y="809"/>
                  </a:cubicBezTo>
                  <a:cubicBezTo>
                    <a:pt x="489" y="820"/>
                    <a:pt x="490" y="844"/>
                    <a:pt x="498" y="848"/>
                  </a:cubicBezTo>
                  <a:cubicBezTo>
                    <a:pt x="507" y="853"/>
                    <a:pt x="516" y="859"/>
                    <a:pt x="526" y="859"/>
                  </a:cubicBezTo>
                  <a:cubicBezTo>
                    <a:pt x="532" y="859"/>
                    <a:pt x="537" y="858"/>
                    <a:pt x="543" y="854"/>
                  </a:cubicBezTo>
                  <a:cubicBezTo>
                    <a:pt x="544" y="853"/>
                    <a:pt x="545" y="853"/>
                    <a:pt x="547" y="853"/>
                  </a:cubicBezTo>
                  <a:cubicBezTo>
                    <a:pt x="548" y="853"/>
                    <a:pt x="549" y="853"/>
                    <a:pt x="549" y="853"/>
                  </a:cubicBezTo>
                  <a:cubicBezTo>
                    <a:pt x="552" y="855"/>
                    <a:pt x="554" y="855"/>
                    <a:pt x="557" y="855"/>
                  </a:cubicBezTo>
                  <a:cubicBezTo>
                    <a:pt x="562" y="855"/>
                    <a:pt x="567" y="852"/>
                    <a:pt x="572" y="849"/>
                  </a:cubicBezTo>
                  <a:cubicBezTo>
                    <a:pt x="605" y="828"/>
                    <a:pt x="638" y="808"/>
                    <a:pt x="671" y="787"/>
                  </a:cubicBezTo>
                  <a:cubicBezTo>
                    <a:pt x="689" y="775"/>
                    <a:pt x="706" y="764"/>
                    <a:pt x="723" y="752"/>
                  </a:cubicBezTo>
                  <a:cubicBezTo>
                    <a:pt x="741" y="739"/>
                    <a:pt x="758" y="725"/>
                    <a:pt x="776" y="713"/>
                  </a:cubicBezTo>
                  <a:cubicBezTo>
                    <a:pt x="790" y="704"/>
                    <a:pt x="806" y="697"/>
                    <a:pt x="821" y="690"/>
                  </a:cubicBezTo>
                  <a:cubicBezTo>
                    <a:pt x="823" y="688"/>
                    <a:pt x="825" y="688"/>
                    <a:pt x="828" y="687"/>
                  </a:cubicBezTo>
                  <a:cubicBezTo>
                    <a:pt x="833" y="683"/>
                    <a:pt x="838" y="681"/>
                    <a:pt x="842" y="681"/>
                  </a:cubicBezTo>
                  <a:cubicBezTo>
                    <a:pt x="851" y="681"/>
                    <a:pt x="855" y="690"/>
                    <a:pt x="855" y="703"/>
                  </a:cubicBezTo>
                  <a:cubicBezTo>
                    <a:pt x="856" y="724"/>
                    <a:pt x="855" y="746"/>
                    <a:pt x="857" y="768"/>
                  </a:cubicBezTo>
                  <a:cubicBezTo>
                    <a:pt x="860" y="795"/>
                    <a:pt x="876" y="957"/>
                    <a:pt x="884" y="987"/>
                  </a:cubicBezTo>
                  <a:cubicBezTo>
                    <a:pt x="889" y="1005"/>
                    <a:pt x="886" y="1024"/>
                    <a:pt x="889" y="1043"/>
                  </a:cubicBezTo>
                  <a:cubicBezTo>
                    <a:pt x="893" y="1078"/>
                    <a:pt x="892" y="1113"/>
                    <a:pt x="896" y="1148"/>
                  </a:cubicBezTo>
                  <a:cubicBezTo>
                    <a:pt x="899" y="1170"/>
                    <a:pt x="898" y="1194"/>
                    <a:pt x="902" y="1215"/>
                  </a:cubicBezTo>
                  <a:cubicBezTo>
                    <a:pt x="908" y="1241"/>
                    <a:pt x="902" y="1266"/>
                    <a:pt x="910" y="1292"/>
                  </a:cubicBezTo>
                  <a:cubicBezTo>
                    <a:pt x="917" y="1316"/>
                    <a:pt x="915" y="1342"/>
                    <a:pt x="916" y="1367"/>
                  </a:cubicBezTo>
                  <a:cubicBezTo>
                    <a:pt x="917" y="1382"/>
                    <a:pt x="920" y="1396"/>
                    <a:pt x="931" y="1406"/>
                  </a:cubicBezTo>
                  <a:cubicBezTo>
                    <a:pt x="935" y="1409"/>
                    <a:pt x="937" y="1411"/>
                    <a:pt x="940" y="1411"/>
                  </a:cubicBezTo>
                  <a:cubicBezTo>
                    <a:pt x="943" y="1411"/>
                    <a:pt x="946" y="1408"/>
                    <a:pt x="948" y="1402"/>
                  </a:cubicBezTo>
                  <a:cubicBezTo>
                    <a:pt x="951" y="1393"/>
                    <a:pt x="953" y="1381"/>
                    <a:pt x="959" y="1374"/>
                  </a:cubicBezTo>
                  <a:cubicBezTo>
                    <a:pt x="972" y="1361"/>
                    <a:pt x="981" y="1346"/>
                    <a:pt x="985" y="1328"/>
                  </a:cubicBezTo>
                  <a:cubicBezTo>
                    <a:pt x="989" y="1305"/>
                    <a:pt x="1000" y="1285"/>
                    <a:pt x="1009" y="1263"/>
                  </a:cubicBezTo>
                  <a:cubicBezTo>
                    <a:pt x="1014" y="1251"/>
                    <a:pt x="1017" y="1238"/>
                    <a:pt x="1018" y="1225"/>
                  </a:cubicBezTo>
                  <a:cubicBezTo>
                    <a:pt x="1019" y="1203"/>
                    <a:pt x="1013" y="1181"/>
                    <a:pt x="1017" y="1159"/>
                  </a:cubicBezTo>
                  <a:cubicBezTo>
                    <a:pt x="1021" y="1137"/>
                    <a:pt x="1018" y="1116"/>
                    <a:pt x="1019" y="1094"/>
                  </a:cubicBezTo>
                  <a:cubicBezTo>
                    <a:pt x="1019" y="1087"/>
                    <a:pt x="1022" y="1080"/>
                    <a:pt x="1021" y="1074"/>
                  </a:cubicBezTo>
                  <a:cubicBezTo>
                    <a:pt x="1019" y="1059"/>
                    <a:pt x="1017" y="1046"/>
                    <a:pt x="1021" y="1031"/>
                  </a:cubicBezTo>
                  <a:cubicBezTo>
                    <a:pt x="1023" y="1025"/>
                    <a:pt x="1021" y="1018"/>
                    <a:pt x="1020" y="1012"/>
                  </a:cubicBezTo>
                  <a:cubicBezTo>
                    <a:pt x="1019" y="999"/>
                    <a:pt x="1018" y="986"/>
                    <a:pt x="1017" y="973"/>
                  </a:cubicBezTo>
                  <a:cubicBezTo>
                    <a:pt x="1016" y="962"/>
                    <a:pt x="1014" y="950"/>
                    <a:pt x="1013" y="939"/>
                  </a:cubicBezTo>
                  <a:cubicBezTo>
                    <a:pt x="1013" y="933"/>
                    <a:pt x="1011" y="927"/>
                    <a:pt x="1011" y="921"/>
                  </a:cubicBezTo>
                  <a:cubicBezTo>
                    <a:pt x="1011" y="898"/>
                    <a:pt x="1012" y="875"/>
                    <a:pt x="1011" y="852"/>
                  </a:cubicBezTo>
                  <a:cubicBezTo>
                    <a:pt x="1011" y="836"/>
                    <a:pt x="1008" y="820"/>
                    <a:pt x="1007" y="804"/>
                  </a:cubicBezTo>
                  <a:cubicBezTo>
                    <a:pt x="1006" y="796"/>
                    <a:pt x="1007" y="787"/>
                    <a:pt x="1007" y="779"/>
                  </a:cubicBezTo>
                  <a:cubicBezTo>
                    <a:pt x="1007" y="773"/>
                    <a:pt x="1006" y="718"/>
                    <a:pt x="1006" y="695"/>
                  </a:cubicBezTo>
                  <a:cubicBezTo>
                    <a:pt x="1006" y="692"/>
                    <a:pt x="1006" y="690"/>
                    <a:pt x="1005" y="688"/>
                  </a:cubicBezTo>
                  <a:cubicBezTo>
                    <a:pt x="1005" y="692"/>
                    <a:pt x="1005" y="693"/>
                    <a:pt x="1005" y="693"/>
                  </a:cubicBezTo>
                  <a:cubicBezTo>
                    <a:pt x="1005" y="693"/>
                    <a:pt x="1005" y="691"/>
                    <a:pt x="1005" y="690"/>
                  </a:cubicBezTo>
                  <a:cubicBezTo>
                    <a:pt x="1005" y="688"/>
                    <a:pt x="1005" y="687"/>
                    <a:pt x="1005" y="687"/>
                  </a:cubicBezTo>
                  <a:cubicBezTo>
                    <a:pt x="1005" y="687"/>
                    <a:pt x="1005" y="687"/>
                    <a:pt x="1005" y="688"/>
                  </a:cubicBezTo>
                  <a:cubicBezTo>
                    <a:pt x="1006" y="687"/>
                    <a:pt x="1006" y="686"/>
                    <a:pt x="1006" y="684"/>
                  </a:cubicBezTo>
                  <a:cubicBezTo>
                    <a:pt x="1006" y="680"/>
                    <a:pt x="1008" y="675"/>
                    <a:pt x="1008" y="671"/>
                  </a:cubicBezTo>
                  <a:cubicBezTo>
                    <a:pt x="1007" y="654"/>
                    <a:pt x="1007" y="638"/>
                    <a:pt x="1006" y="622"/>
                  </a:cubicBezTo>
                  <a:cubicBezTo>
                    <a:pt x="1005" y="610"/>
                    <a:pt x="1010" y="604"/>
                    <a:pt x="1022" y="603"/>
                  </a:cubicBezTo>
                  <a:cubicBezTo>
                    <a:pt x="1044" y="599"/>
                    <a:pt x="1067" y="596"/>
                    <a:pt x="1089" y="592"/>
                  </a:cubicBezTo>
                  <a:cubicBezTo>
                    <a:pt x="1106" y="589"/>
                    <a:pt x="1123" y="587"/>
                    <a:pt x="1139" y="580"/>
                  </a:cubicBezTo>
                  <a:cubicBezTo>
                    <a:pt x="1159" y="571"/>
                    <a:pt x="1178" y="559"/>
                    <a:pt x="1196" y="547"/>
                  </a:cubicBezTo>
                  <a:cubicBezTo>
                    <a:pt x="1221" y="529"/>
                    <a:pt x="1226" y="518"/>
                    <a:pt x="1212" y="490"/>
                  </a:cubicBezTo>
                  <a:cubicBezTo>
                    <a:pt x="1206" y="476"/>
                    <a:pt x="1195" y="467"/>
                    <a:pt x="1179" y="461"/>
                  </a:cubicBezTo>
                  <a:cubicBezTo>
                    <a:pt x="1166" y="456"/>
                    <a:pt x="1153" y="450"/>
                    <a:pt x="1139" y="450"/>
                  </a:cubicBezTo>
                  <a:cubicBezTo>
                    <a:pt x="1134" y="450"/>
                    <a:pt x="1128" y="451"/>
                    <a:pt x="1123" y="453"/>
                  </a:cubicBezTo>
                  <a:cubicBezTo>
                    <a:pt x="1122" y="453"/>
                    <a:pt x="1121" y="454"/>
                    <a:pt x="1120" y="454"/>
                  </a:cubicBezTo>
                  <a:cubicBezTo>
                    <a:pt x="1119" y="454"/>
                    <a:pt x="1119" y="454"/>
                    <a:pt x="1119" y="453"/>
                  </a:cubicBezTo>
                  <a:cubicBezTo>
                    <a:pt x="1118" y="453"/>
                    <a:pt x="1118" y="453"/>
                    <a:pt x="1117" y="453"/>
                  </a:cubicBezTo>
                  <a:cubicBezTo>
                    <a:pt x="1117" y="453"/>
                    <a:pt x="1116" y="453"/>
                    <a:pt x="1116" y="454"/>
                  </a:cubicBezTo>
                  <a:cubicBezTo>
                    <a:pt x="1095" y="456"/>
                    <a:pt x="1075" y="459"/>
                    <a:pt x="1055" y="461"/>
                  </a:cubicBezTo>
                  <a:cubicBezTo>
                    <a:pt x="1054" y="461"/>
                    <a:pt x="1054" y="462"/>
                    <a:pt x="1054" y="462"/>
                  </a:cubicBezTo>
                  <a:cubicBezTo>
                    <a:pt x="1041" y="466"/>
                    <a:pt x="1028" y="470"/>
                    <a:pt x="1015" y="474"/>
                  </a:cubicBezTo>
                  <a:cubicBezTo>
                    <a:pt x="1008" y="476"/>
                    <a:pt x="1000" y="478"/>
                    <a:pt x="990" y="481"/>
                  </a:cubicBezTo>
                  <a:cubicBezTo>
                    <a:pt x="983" y="473"/>
                    <a:pt x="988" y="460"/>
                    <a:pt x="988" y="449"/>
                  </a:cubicBezTo>
                  <a:cubicBezTo>
                    <a:pt x="988" y="428"/>
                    <a:pt x="991" y="408"/>
                    <a:pt x="989" y="387"/>
                  </a:cubicBezTo>
                  <a:cubicBezTo>
                    <a:pt x="987" y="355"/>
                    <a:pt x="986" y="323"/>
                    <a:pt x="993" y="291"/>
                  </a:cubicBezTo>
                  <a:cubicBezTo>
                    <a:pt x="994" y="286"/>
                    <a:pt x="995" y="281"/>
                    <a:pt x="995" y="276"/>
                  </a:cubicBezTo>
                  <a:cubicBezTo>
                    <a:pt x="995" y="248"/>
                    <a:pt x="994" y="221"/>
                    <a:pt x="994" y="193"/>
                  </a:cubicBezTo>
                  <a:cubicBezTo>
                    <a:pt x="994" y="175"/>
                    <a:pt x="994" y="158"/>
                    <a:pt x="995" y="141"/>
                  </a:cubicBezTo>
                  <a:cubicBezTo>
                    <a:pt x="995" y="125"/>
                    <a:pt x="997" y="109"/>
                    <a:pt x="997" y="94"/>
                  </a:cubicBezTo>
                  <a:cubicBezTo>
                    <a:pt x="997" y="70"/>
                    <a:pt x="1007" y="43"/>
                    <a:pt x="975" y="30"/>
                  </a:cubicBezTo>
                  <a:cubicBezTo>
                    <a:pt x="974" y="30"/>
                    <a:pt x="973" y="29"/>
                    <a:pt x="973" y="29"/>
                  </a:cubicBezTo>
                  <a:cubicBezTo>
                    <a:pt x="956" y="9"/>
                    <a:pt x="934" y="0"/>
                    <a:pt x="911"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7" name="Freeform 276">
              <a:extLst>
                <a:ext uri="{FF2B5EF4-FFF2-40B4-BE49-F238E27FC236}">
                  <a16:creationId xmlns:a16="http://schemas.microsoft.com/office/drawing/2014/main" id="{BFD33C0D-7879-4098-8CB4-6F35B52F696A}"/>
                </a:ext>
              </a:extLst>
            </p:cNvPr>
            <p:cNvSpPr>
              <a:spLocks/>
            </p:cNvSpPr>
            <p:nvPr/>
          </p:nvSpPr>
          <p:spPr bwMode="auto">
            <a:xfrm>
              <a:off x="10723260" y="487878"/>
              <a:ext cx="84973" cy="57401"/>
            </a:xfrm>
            <a:custGeom>
              <a:avLst/>
              <a:gdLst>
                <a:gd name="T0" fmla="*/ 183 w 379"/>
                <a:gd name="T1" fmla="*/ 0 h 255"/>
                <a:gd name="T2" fmla="*/ 172 w 379"/>
                <a:gd name="T3" fmla="*/ 9 h 255"/>
                <a:gd name="T4" fmla="*/ 159 w 379"/>
                <a:gd name="T5" fmla="*/ 25 h 255"/>
                <a:gd name="T6" fmla="*/ 142 w 379"/>
                <a:gd name="T7" fmla="*/ 42 h 255"/>
                <a:gd name="T8" fmla="*/ 92 w 379"/>
                <a:gd name="T9" fmla="*/ 94 h 255"/>
                <a:gd name="T10" fmla="*/ 48 w 379"/>
                <a:gd name="T11" fmla="*/ 142 h 255"/>
                <a:gd name="T12" fmla="*/ 20 w 379"/>
                <a:gd name="T13" fmla="*/ 186 h 255"/>
                <a:gd name="T14" fmla="*/ 12 w 379"/>
                <a:gd name="T15" fmla="*/ 199 h 255"/>
                <a:gd name="T16" fmla="*/ 1 w 379"/>
                <a:gd name="T17" fmla="*/ 236 h 255"/>
                <a:gd name="T18" fmla="*/ 3 w 379"/>
                <a:gd name="T19" fmla="*/ 252 h 255"/>
                <a:gd name="T20" fmla="*/ 14 w 379"/>
                <a:gd name="T21" fmla="*/ 255 h 255"/>
                <a:gd name="T22" fmla="*/ 18 w 379"/>
                <a:gd name="T23" fmla="*/ 255 h 255"/>
                <a:gd name="T24" fmla="*/ 57 w 379"/>
                <a:gd name="T25" fmla="*/ 246 h 255"/>
                <a:gd name="T26" fmla="*/ 60 w 379"/>
                <a:gd name="T27" fmla="*/ 246 h 255"/>
                <a:gd name="T28" fmla="*/ 64 w 379"/>
                <a:gd name="T29" fmla="*/ 246 h 255"/>
                <a:gd name="T30" fmla="*/ 69 w 379"/>
                <a:gd name="T31" fmla="*/ 247 h 255"/>
                <a:gd name="T32" fmla="*/ 72 w 379"/>
                <a:gd name="T33" fmla="*/ 246 h 255"/>
                <a:gd name="T34" fmla="*/ 102 w 379"/>
                <a:gd name="T35" fmla="*/ 244 h 255"/>
                <a:gd name="T36" fmla="*/ 139 w 379"/>
                <a:gd name="T37" fmla="*/ 250 h 255"/>
                <a:gd name="T38" fmla="*/ 152 w 379"/>
                <a:gd name="T39" fmla="*/ 253 h 255"/>
                <a:gd name="T40" fmla="*/ 167 w 379"/>
                <a:gd name="T41" fmla="*/ 250 h 255"/>
                <a:gd name="T42" fmla="*/ 181 w 379"/>
                <a:gd name="T43" fmla="*/ 245 h 255"/>
                <a:gd name="T44" fmla="*/ 277 w 379"/>
                <a:gd name="T45" fmla="*/ 217 h 255"/>
                <a:gd name="T46" fmla="*/ 358 w 379"/>
                <a:gd name="T47" fmla="*/ 162 h 255"/>
                <a:gd name="T48" fmla="*/ 344 w 379"/>
                <a:gd name="T49" fmla="*/ 103 h 255"/>
                <a:gd name="T50" fmla="*/ 322 w 379"/>
                <a:gd name="T51" fmla="*/ 92 h 255"/>
                <a:gd name="T52" fmla="*/ 287 w 379"/>
                <a:gd name="T53" fmla="*/ 69 h 255"/>
                <a:gd name="T54" fmla="*/ 261 w 379"/>
                <a:gd name="T55" fmla="*/ 46 h 255"/>
                <a:gd name="T56" fmla="*/ 217 w 379"/>
                <a:gd name="T57" fmla="*/ 20 h 255"/>
                <a:gd name="T58" fmla="*/ 183 w 379"/>
                <a:gd name="T5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9" h="255">
                  <a:moveTo>
                    <a:pt x="183" y="0"/>
                  </a:moveTo>
                  <a:cubicBezTo>
                    <a:pt x="178" y="4"/>
                    <a:pt x="175" y="6"/>
                    <a:pt x="172" y="9"/>
                  </a:cubicBezTo>
                  <a:cubicBezTo>
                    <a:pt x="167" y="14"/>
                    <a:pt x="164" y="20"/>
                    <a:pt x="159" y="25"/>
                  </a:cubicBezTo>
                  <a:cubicBezTo>
                    <a:pt x="154" y="31"/>
                    <a:pt x="148" y="36"/>
                    <a:pt x="142" y="42"/>
                  </a:cubicBezTo>
                  <a:cubicBezTo>
                    <a:pt x="126" y="59"/>
                    <a:pt x="110" y="78"/>
                    <a:pt x="92" y="94"/>
                  </a:cubicBezTo>
                  <a:cubicBezTo>
                    <a:pt x="76" y="108"/>
                    <a:pt x="60" y="124"/>
                    <a:pt x="48" y="142"/>
                  </a:cubicBezTo>
                  <a:cubicBezTo>
                    <a:pt x="37" y="156"/>
                    <a:pt x="27" y="170"/>
                    <a:pt x="20" y="186"/>
                  </a:cubicBezTo>
                  <a:cubicBezTo>
                    <a:pt x="18" y="190"/>
                    <a:pt x="14" y="194"/>
                    <a:pt x="12" y="199"/>
                  </a:cubicBezTo>
                  <a:cubicBezTo>
                    <a:pt x="8" y="211"/>
                    <a:pt x="4" y="223"/>
                    <a:pt x="1" y="236"/>
                  </a:cubicBezTo>
                  <a:cubicBezTo>
                    <a:pt x="0" y="241"/>
                    <a:pt x="0" y="248"/>
                    <a:pt x="3" y="252"/>
                  </a:cubicBezTo>
                  <a:cubicBezTo>
                    <a:pt x="5" y="254"/>
                    <a:pt x="9" y="255"/>
                    <a:pt x="14" y="255"/>
                  </a:cubicBezTo>
                  <a:cubicBezTo>
                    <a:pt x="15" y="255"/>
                    <a:pt x="17" y="255"/>
                    <a:pt x="18" y="255"/>
                  </a:cubicBezTo>
                  <a:cubicBezTo>
                    <a:pt x="31" y="253"/>
                    <a:pt x="44" y="249"/>
                    <a:pt x="57" y="246"/>
                  </a:cubicBezTo>
                  <a:cubicBezTo>
                    <a:pt x="58" y="246"/>
                    <a:pt x="59" y="246"/>
                    <a:pt x="60" y="246"/>
                  </a:cubicBezTo>
                  <a:cubicBezTo>
                    <a:pt x="62" y="246"/>
                    <a:pt x="63" y="246"/>
                    <a:pt x="64" y="246"/>
                  </a:cubicBezTo>
                  <a:cubicBezTo>
                    <a:pt x="66" y="246"/>
                    <a:pt x="67" y="247"/>
                    <a:pt x="69" y="247"/>
                  </a:cubicBezTo>
                  <a:cubicBezTo>
                    <a:pt x="70" y="247"/>
                    <a:pt x="71" y="247"/>
                    <a:pt x="72" y="246"/>
                  </a:cubicBezTo>
                  <a:cubicBezTo>
                    <a:pt x="82" y="245"/>
                    <a:pt x="92" y="244"/>
                    <a:pt x="102" y="244"/>
                  </a:cubicBezTo>
                  <a:cubicBezTo>
                    <a:pt x="115" y="244"/>
                    <a:pt x="127" y="246"/>
                    <a:pt x="139" y="250"/>
                  </a:cubicBezTo>
                  <a:cubicBezTo>
                    <a:pt x="144" y="252"/>
                    <a:pt x="148" y="253"/>
                    <a:pt x="152" y="253"/>
                  </a:cubicBezTo>
                  <a:cubicBezTo>
                    <a:pt x="157" y="253"/>
                    <a:pt x="162" y="252"/>
                    <a:pt x="167" y="250"/>
                  </a:cubicBezTo>
                  <a:cubicBezTo>
                    <a:pt x="171" y="248"/>
                    <a:pt x="176" y="246"/>
                    <a:pt x="181" y="245"/>
                  </a:cubicBezTo>
                  <a:cubicBezTo>
                    <a:pt x="214" y="240"/>
                    <a:pt x="246" y="230"/>
                    <a:pt x="277" y="217"/>
                  </a:cubicBezTo>
                  <a:cubicBezTo>
                    <a:pt x="308" y="203"/>
                    <a:pt x="337" y="190"/>
                    <a:pt x="358" y="162"/>
                  </a:cubicBezTo>
                  <a:cubicBezTo>
                    <a:pt x="379" y="134"/>
                    <a:pt x="368" y="118"/>
                    <a:pt x="344" y="103"/>
                  </a:cubicBezTo>
                  <a:cubicBezTo>
                    <a:pt x="337" y="99"/>
                    <a:pt x="329" y="96"/>
                    <a:pt x="322" y="92"/>
                  </a:cubicBezTo>
                  <a:cubicBezTo>
                    <a:pt x="310" y="85"/>
                    <a:pt x="299" y="77"/>
                    <a:pt x="287" y="69"/>
                  </a:cubicBezTo>
                  <a:cubicBezTo>
                    <a:pt x="278" y="62"/>
                    <a:pt x="270" y="52"/>
                    <a:pt x="261" y="46"/>
                  </a:cubicBezTo>
                  <a:cubicBezTo>
                    <a:pt x="247" y="36"/>
                    <a:pt x="232" y="28"/>
                    <a:pt x="217" y="20"/>
                  </a:cubicBezTo>
                  <a:cubicBezTo>
                    <a:pt x="206" y="13"/>
                    <a:pt x="195" y="7"/>
                    <a:pt x="18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8" name="Freeform 277">
              <a:extLst>
                <a:ext uri="{FF2B5EF4-FFF2-40B4-BE49-F238E27FC236}">
                  <a16:creationId xmlns:a16="http://schemas.microsoft.com/office/drawing/2014/main" id="{1847D756-7BA1-46B2-AEAE-9AE20551F9CA}"/>
                </a:ext>
              </a:extLst>
            </p:cNvPr>
            <p:cNvSpPr>
              <a:spLocks/>
            </p:cNvSpPr>
            <p:nvPr/>
          </p:nvSpPr>
          <p:spPr bwMode="auto">
            <a:xfrm>
              <a:off x="10304412" y="563828"/>
              <a:ext cx="117558" cy="179220"/>
            </a:xfrm>
            <a:custGeom>
              <a:avLst/>
              <a:gdLst>
                <a:gd name="T0" fmla="*/ 372 w 523"/>
                <a:gd name="T1" fmla="*/ 1 h 796"/>
                <a:gd name="T2" fmla="*/ 241 w 523"/>
                <a:gd name="T3" fmla="*/ 27 h 796"/>
                <a:gd name="T4" fmla="*/ 154 w 523"/>
                <a:gd name="T5" fmla="*/ 83 h 796"/>
                <a:gd name="T6" fmla="*/ 109 w 523"/>
                <a:gd name="T7" fmla="*/ 147 h 796"/>
                <a:gd name="T8" fmla="*/ 94 w 523"/>
                <a:gd name="T9" fmla="*/ 162 h 796"/>
                <a:gd name="T10" fmla="*/ 73 w 523"/>
                <a:gd name="T11" fmla="*/ 137 h 796"/>
                <a:gd name="T12" fmla="*/ 35 w 523"/>
                <a:gd name="T13" fmla="*/ 79 h 796"/>
                <a:gd name="T14" fmla="*/ 16 w 523"/>
                <a:gd name="T15" fmla="*/ 122 h 796"/>
                <a:gd name="T16" fmla="*/ 4 w 523"/>
                <a:gd name="T17" fmla="*/ 185 h 796"/>
                <a:gd name="T18" fmla="*/ 5 w 523"/>
                <a:gd name="T19" fmla="*/ 249 h 796"/>
                <a:gd name="T20" fmla="*/ 11 w 523"/>
                <a:gd name="T21" fmla="*/ 321 h 796"/>
                <a:gd name="T22" fmla="*/ 50 w 523"/>
                <a:gd name="T23" fmla="*/ 396 h 796"/>
                <a:gd name="T24" fmla="*/ 93 w 523"/>
                <a:gd name="T25" fmla="*/ 405 h 796"/>
                <a:gd name="T26" fmla="*/ 130 w 523"/>
                <a:gd name="T27" fmla="*/ 373 h 796"/>
                <a:gd name="T28" fmla="*/ 132 w 523"/>
                <a:gd name="T29" fmla="*/ 293 h 796"/>
                <a:gd name="T30" fmla="*/ 146 w 523"/>
                <a:gd name="T31" fmla="*/ 194 h 796"/>
                <a:gd name="T32" fmla="*/ 153 w 523"/>
                <a:gd name="T33" fmla="*/ 169 h 796"/>
                <a:gd name="T34" fmla="*/ 256 w 523"/>
                <a:gd name="T35" fmla="*/ 106 h 796"/>
                <a:gd name="T36" fmla="*/ 328 w 523"/>
                <a:gd name="T37" fmla="*/ 88 h 796"/>
                <a:gd name="T38" fmla="*/ 339 w 523"/>
                <a:gd name="T39" fmla="*/ 93 h 796"/>
                <a:gd name="T40" fmla="*/ 319 w 523"/>
                <a:gd name="T41" fmla="*/ 110 h 796"/>
                <a:gd name="T42" fmla="*/ 277 w 523"/>
                <a:gd name="T43" fmla="*/ 152 h 796"/>
                <a:gd name="T44" fmla="*/ 265 w 523"/>
                <a:gd name="T45" fmla="*/ 154 h 796"/>
                <a:gd name="T46" fmla="*/ 231 w 523"/>
                <a:gd name="T47" fmla="*/ 182 h 796"/>
                <a:gd name="T48" fmla="*/ 154 w 523"/>
                <a:gd name="T49" fmla="*/ 298 h 796"/>
                <a:gd name="T50" fmla="*/ 219 w 523"/>
                <a:gd name="T51" fmla="*/ 341 h 796"/>
                <a:gd name="T52" fmla="*/ 229 w 523"/>
                <a:gd name="T53" fmla="*/ 382 h 796"/>
                <a:gd name="T54" fmla="*/ 222 w 523"/>
                <a:gd name="T55" fmla="*/ 442 h 796"/>
                <a:gd name="T56" fmla="*/ 213 w 523"/>
                <a:gd name="T57" fmla="*/ 540 h 796"/>
                <a:gd name="T58" fmla="*/ 203 w 523"/>
                <a:gd name="T59" fmla="*/ 610 h 796"/>
                <a:gd name="T60" fmla="*/ 201 w 523"/>
                <a:gd name="T61" fmla="*/ 652 h 796"/>
                <a:gd name="T62" fmla="*/ 190 w 523"/>
                <a:gd name="T63" fmla="*/ 652 h 796"/>
                <a:gd name="T64" fmla="*/ 132 w 523"/>
                <a:gd name="T65" fmla="*/ 615 h 796"/>
                <a:gd name="T66" fmla="*/ 87 w 523"/>
                <a:gd name="T67" fmla="*/ 593 h 796"/>
                <a:gd name="T68" fmla="*/ 68 w 523"/>
                <a:gd name="T69" fmla="*/ 587 h 796"/>
                <a:gd name="T70" fmla="*/ 78 w 523"/>
                <a:gd name="T71" fmla="*/ 634 h 796"/>
                <a:gd name="T72" fmla="*/ 159 w 523"/>
                <a:gd name="T73" fmla="*/ 712 h 796"/>
                <a:gd name="T74" fmla="*/ 225 w 523"/>
                <a:gd name="T75" fmla="*/ 776 h 796"/>
                <a:gd name="T76" fmla="*/ 246 w 523"/>
                <a:gd name="T77" fmla="*/ 793 h 796"/>
                <a:gd name="T78" fmla="*/ 278 w 523"/>
                <a:gd name="T79" fmla="*/ 795 h 796"/>
                <a:gd name="T80" fmla="*/ 298 w 523"/>
                <a:gd name="T81" fmla="*/ 776 h 796"/>
                <a:gd name="T82" fmla="*/ 304 w 523"/>
                <a:gd name="T83" fmla="*/ 777 h 796"/>
                <a:gd name="T84" fmla="*/ 322 w 523"/>
                <a:gd name="T85" fmla="*/ 765 h 796"/>
                <a:gd name="T86" fmla="*/ 346 w 523"/>
                <a:gd name="T87" fmla="*/ 716 h 796"/>
                <a:gd name="T88" fmla="*/ 343 w 523"/>
                <a:gd name="T89" fmla="*/ 660 h 796"/>
                <a:gd name="T90" fmla="*/ 337 w 523"/>
                <a:gd name="T91" fmla="*/ 576 h 796"/>
                <a:gd name="T92" fmla="*/ 313 w 523"/>
                <a:gd name="T93" fmla="*/ 461 h 796"/>
                <a:gd name="T94" fmla="*/ 317 w 523"/>
                <a:gd name="T95" fmla="*/ 376 h 796"/>
                <a:gd name="T96" fmla="*/ 336 w 523"/>
                <a:gd name="T97" fmla="*/ 302 h 796"/>
                <a:gd name="T98" fmla="*/ 376 w 523"/>
                <a:gd name="T99" fmla="*/ 233 h 796"/>
                <a:gd name="T100" fmla="*/ 391 w 523"/>
                <a:gd name="T101" fmla="*/ 207 h 796"/>
                <a:gd name="T102" fmla="*/ 467 w 523"/>
                <a:gd name="T103" fmla="*/ 135 h 796"/>
                <a:gd name="T104" fmla="*/ 507 w 523"/>
                <a:gd name="T105" fmla="*/ 95 h 796"/>
                <a:gd name="T106" fmla="*/ 473 w 523"/>
                <a:gd name="T107" fmla="*/ 9 h 796"/>
                <a:gd name="T108" fmla="*/ 392 w 523"/>
                <a:gd name="T109" fmla="*/ 0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3" h="796">
                  <a:moveTo>
                    <a:pt x="392" y="0"/>
                  </a:moveTo>
                  <a:cubicBezTo>
                    <a:pt x="385" y="0"/>
                    <a:pt x="378" y="0"/>
                    <a:pt x="372" y="1"/>
                  </a:cubicBezTo>
                  <a:cubicBezTo>
                    <a:pt x="351" y="1"/>
                    <a:pt x="330" y="4"/>
                    <a:pt x="310" y="9"/>
                  </a:cubicBezTo>
                  <a:cubicBezTo>
                    <a:pt x="287" y="14"/>
                    <a:pt x="262" y="15"/>
                    <a:pt x="241" y="27"/>
                  </a:cubicBezTo>
                  <a:cubicBezTo>
                    <a:pt x="227" y="34"/>
                    <a:pt x="212" y="40"/>
                    <a:pt x="198" y="48"/>
                  </a:cubicBezTo>
                  <a:cubicBezTo>
                    <a:pt x="183" y="58"/>
                    <a:pt x="166" y="68"/>
                    <a:pt x="154" y="83"/>
                  </a:cubicBezTo>
                  <a:cubicBezTo>
                    <a:pt x="149" y="90"/>
                    <a:pt x="142" y="96"/>
                    <a:pt x="137" y="103"/>
                  </a:cubicBezTo>
                  <a:cubicBezTo>
                    <a:pt x="127" y="117"/>
                    <a:pt x="113" y="129"/>
                    <a:pt x="109" y="147"/>
                  </a:cubicBezTo>
                  <a:cubicBezTo>
                    <a:pt x="108" y="152"/>
                    <a:pt x="105" y="157"/>
                    <a:pt x="101" y="160"/>
                  </a:cubicBezTo>
                  <a:cubicBezTo>
                    <a:pt x="100" y="161"/>
                    <a:pt x="97" y="162"/>
                    <a:pt x="94" y="162"/>
                  </a:cubicBezTo>
                  <a:cubicBezTo>
                    <a:pt x="92" y="162"/>
                    <a:pt x="91" y="162"/>
                    <a:pt x="90" y="161"/>
                  </a:cubicBezTo>
                  <a:cubicBezTo>
                    <a:pt x="84" y="153"/>
                    <a:pt x="78" y="145"/>
                    <a:pt x="73" y="137"/>
                  </a:cubicBezTo>
                  <a:cubicBezTo>
                    <a:pt x="62" y="119"/>
                    <a:pt x="52" y="102"/>
                    <a:pt x="41" y="84"/>
                  </a:cubicBezTo>
                  <a:cubicBezTo>
                    <a:pt x="40" y="81"/>
                    <a:pt x="37" y="79"/>
                    <a:pt x="35" y="79"/>
                  </a:cubicBezTo>
                  <a:cubicBezTo>
                    <a:pt x="34" y="79"/>
                    <a:pt x="32" y="80"/>
                    <a:pt x="31" y="83"/>
                  </a:cubicBezTo>
                  <a:cubicBezTo>
                    <a:pt x="25" y="95"/>
                    <a:pt x="20" y="109"/>
                    <a:pt x="16" y="122"/>
                  </a:cubicBezTo>
                  <a:cubicBezTo>
                    <a:pt x="13" y="134"/>
                    <a:pt x="11" y="146"/>
                    <a:pt x="8" y="158"/>
                  </a:cubicBezTo>
                  <a:cubicBezTo>
                    <a:pt x="6" y="167"/>
                    <a:pt x="4" y="176"/>
                    <a:pt x="4" y="185"/>
                  </a:cubicBezTo>
                  <a:cubicBezTo>
                    <a:pt x="3" y="199"/>
                    <a:pt x="4" y="212"/>
                    <a:pt x="5" y="226"/>
                  </a:cubicBezTo>
                  <a:cubicBezTo>
                    <a:pt x="5" y="233"/>
                    <a:pt x="7" y="242"/>
                    <a:pt x="5" y="249"/>
                  </a:cubicBezTo>
                  <a:cubicBezTo>
                    <a:pt x="0" y="267"/>
                    <a:pt x="8" y="283"/>
                    <a:pt x="8" y="300"/>
                  </a:cubicBezTo>
                  <a:cubicBezTo>
                    <a:pt x="8" y="307"/>
                    <a:pt x="9" y="314"/>
                    <a:pt x="11" y="321"/>
                  </a:cubicBezTo>
                  <a:cubicBezTo>
                    <a:pt x="16" y="343"/>
                    <a:pt x="22" y="365"/>
                    <a:pt x="34" y="385"/>
                  </a:cubicBezTo>
                  <a:cubicBezTo>
                    <a:pt x="38" y="392"/>
                    <a:pt x="43" y="394"/>
                    <a:pt x="50" y="396"/>
                  </a:cubicBezTo>
                  <a:cubicBezTo>
                    <a:pt x="60" y="398"/>
                    <a:pt x="70" y="401"/>
                    <a:pt x="81" y="403"/>
                  </a:cubicBezTo>
                  <a:cubicBezTo>
                    <a:pt x="84" y="404"/>
                    <a:pt x="89" y="405"/>
                    <a:pt x="93" y="405"/>
                  </a:cubicBezTo>
                  <a:cubicBezTo>
                    <a:pt x="95" y="405"/>
                    <a:pt x="96" y="405"/>
                    <a:pt x="98" y="404"/>
                  </a:cubicBezTo>
                  <a:cubicBezTo>
                    <a:pt x="110" y="395"/>
                    <a:pt x="123" y="385"/>
                    <a:pt x="130" y="373"/>
                  </a:cubicBezTo>
                  <a:cubicBezTo>
                    <a:pt x="136" y="362"/>
                    <a:pt x="137" y="346"/>
                    <a:pt x="135" y="333"/>
                  </a:cubicBezTo>
                  <a:cubicBezTo>
                    <a:pt x="133" y="319"/>
                    <a:pt x="131" y="307"/>
                    <a:pt x="132" y="293"/>
                  </a:cubicBezTo>
                  <a:cubicBezTo>
                    <a:pt x="133" y="283"/>
                    <a:pt x="132" y="273"/>
                    <a:pt x="132" y="263"/>
                  </a:cubicBezTo>
                  <a:cubicBezTo>
                    <a:pt x="132" y="239"/>
                    <a:pt x="136" y="216"/>
                    <a:pt x="146" y="194"/>
                  </a:cubicBezTo>
                  <a:cubicBezTo>
                    <a:pt x="147" y="191"/>
                    <a:pt x="147" y="187"/>
                    <a:pt x="148" y="183"/>
                  </a:cubicBezTo>
                  <a:cubicBezTo>
                    <a:pt x="150" y="179"/>
                    <a:pt x="150" y="173"/>
                    <a:pt x="153" y="169"/>
                  </a:cubicBezTo>
                  <a:cubicBezTo>
                    <a:pt x="174" y="148"/>
                    <a:pt x="196" y="127"/>
                    <a:pt x="224" y="115"/>
                  </a:cubicBezTo>
                  <a:cubicBezTo>
                    <a:pt x="234" y="111"/>
                    <a:pt x="245" y="109"/>
                    <a:pt x="256" y="106"/>
                  </a:cubicBezTo>
                  <a:cubicBezTo>
                    <a:pt x="270" y="102"/>
                    <a:pt x="283" y="99"/>
                    <a:pt x="297" y="95"/>
                  </a:cubicBezTo>
                  <a:cubicBezTo>
                    <a:pt x="307" y="92"/>
                    <a:pt x="318" y="89"/>
                    <a:pt x="328" y="88"/>
                  </a:cubicBezTo>
                  <a:cubicBezTo>
                    <a:pt x="329" y="88"/>
                    <a:pt x="329" y="88"/>
                    <a:pt x="329" y="88"/>
                  </a:cubicBezTo>
                  <a:cubicBezTo>
                    <a:pt x="332" y="88"/>
                    <a:pt x="336" y="91"/>
                    <a:pt x="339" y="93"/>
                  </a:cubicBezTo>
                  <a:cubicBezTo>
                    <a:pt x="337" y="96"/>
                    <a:pt x="336" y="100"/>
                    <a:pt x="333" y="102"/>
                  </a:cubicBezTo>
                  <a:cubicBezTo>
                    <a:pt x="329" y="105"/>
                    <a:pt x="324" y="108"/>
                    <a:pt x="319" y="110"/>
                  </a:cubicBezTo>
                  <a:cubicBezTo>
                    <a:pt x="304" y="116"/>
                    <a:pt x="291" y="126"/>
                    <a:pt x="282" y="141"/>
                  </a:cubicBezTo>
                  <a:cubicBezTo>
                    <a:pt x="280" y="145"/>
                    <a:pt x="279" y="149"/>
                    <a:pt x="277" y="152"/>
                  </a:cubicBezTo>
                  <a:cubicBezTo>
                    <a:pt x="275" y="155"/>
                    <a:pt x="273" y="158"/>
                    <a:pt x="270" y="158"/>
                  </a:cubicBezTo>
                  <a:cubicBezTo>
                    <a:pt x="269" y="158"/>
                    <a:pt x="267" y="156"/>
                    <a:pt x="265" y="154"/>
                  </a:cubicBezTo>
                  <a:cubicBezTo>
                    <a:pt x="262" y="157"/>
                    <a:pt x="261" y="160"/>
                    <a:pt x="259" y="162"/>
                  </a:cubicBezTo>
                  <a:cubicBezTo>
                    <a:pt x="250" y="169"/>
                    <a:pt x="240" y="175"/>
                    <a:pt x="231" y="182"/>
                  </a:cubicBezTo>
                  <a:cubicBezTo>
                    <a:pt x="211" y="201"/>
                    <a:pt x="192" y="221"/>
                    <a:pt x="176" y="243"/>
                  </a:cubicBezTo>
                  <a:cubicBezTo>
                    <a:pt x="164" y="260"/>
                    <a:pt x="153" y="277"/>
                    <a:pt x="154" y="298"/>
                  </a:cubicBezTo>
                  <a:cubicBezTo>
                    <a:pt x="154" y="312"/>
                    <a:pt x="162" y="325"/>
                    <a:pt x="176" y="329"/>
                  </a:cubicBezTo>
                  <a:cubicBezTo>
                    <a:pt x="190" y="334"/>
                    <a:pt x="205" y="337"/>
                    <a:pt x="219" y="341"/>
                  </a:cubicBezTo>
                  <a:cubicBezTo>
                    <a:pt x="221" y="342"/>
                    <a:pt x="224" y="343"/>
                    <a:pt x="225" y="345"/>
                  </a:cubicBezTo>
                  <a:cubicBezTo>
                    <a:pt x="231" y="357"/>
                    <a:pt x="231" y="369"/>
                    <a:pt x="229" y="382"/>
                  </a:cubicBezTo>
                  <a:cubicBezTo>
                    <a:pt x="229" y="387"/>
                    <a:pt x="230" y="392"/>
                    <a:pt x="229" y="396"/>
                  </a:cubicBezTo>
                  <a:cubicBezTo>
                    <a:pt x="227" y="412"/>
                    <a:pt x="223" y="427"/>
                    <a:pt x="222" y="442"/>
                  </a:cubicBezTo>
                  <a:cubicBezTo>
                    <a:pt x="220" y="456"/>
                    <a:pt x="223" y="471"/>
                    <a:pt x="218" y="484"/>
                  </a:cubicBezTo>
                  <a:cubicBezTo>
                    <a:pt x="213" y="503"/>
                    <a:pt x="213" y="522"/>
                    <a:pt x="213" y="540"/>
                  </a:cubicBezTo>
                  <a:cubicBezTo>
                    <a:pt x="213" y="550"/>
                    <a:pt x="214" y="560"/>
                    <a:pt x="211" y="568"/>
                  </a:cubicBezTo>
                  <a:cubicBezTo>
                    <a:pt x="206" y="582"/>
                    <a:pt x="201" y="596"/>
                    <a:pt x="203" y="610"/>
                  </a:cubicBezTo>
                  <a:cubicBezTo>
                    <a:pt x="203" y="622"/>
                    <a:pt x="204" y="633"/>
                    <a:pt x="205" y="645"/>
                  </a:cubicBezTo>
                  <a:cubicBezTo>
                    <a:pt x="205" y="647"/>
                    <a:pt x="203" y="652"/>
                    <a:pt x="201" y="652"/>
                  </a:cubicBezTo>
                  <a:cubicBezTo>
                    <a:pt x="200" y="653"/>
                    <a:pt x="198" y="653"/>
                    <a:pt x="197" y="653"/>
                  </a:cubicBezTo>
                  <a:cubicBezTo>
                    <a:pt x="194" y="653"/>
                    <a:pt x="192" y="652"/>
                    <a:pt x="190" y="652"/>
                  </a:cubicBezTo>
                  <a:cubicBezTo>
                    <a:pt x="185" y="649"/>
                    <a:pt x="180" y="646"/>
                    <a:pt x="175" y="642"/>
                  </a:cubicBezTo>
                  <a:cubicBezTo>
                    <a:pt x="161" y="633"/>
                    <a:pt x="143" y="629"/>
                    <a:pt x="132" y="615"/>
                  </a:cubicBezTo>
                  <a:cubicBezTo>
                    <a:pt x="129" y="611"/>
                    <a:pt x="124" y="609"/>
                    <a:pt x="119" y="607"/>
                  </a:cubicBezTo>
                  <a:cubicBezTo>
                    <a:pt x="109" y="602"/>
                    <a:pt x="98" y="597"/>
                    <a:pt x="87" y="593"/>
                  </a:cubicBezTo>
                  <a:cubicBezTo>
                    <a:pt x="81" y="590"/>
                    <a:pt x="75" y="588"/>
                    <a:pt x="68" y="587"/>
                  </a:cubicBezTo>
                  <a:cubicBezTo>
                    <a:pt x="68" y="587"/>
                    <a:pt x="68" y="587"/>
                    <a:pt x="68" y="587"/>
                  </a:cubicBezTo>
                  <a:cubicBezTo>
                    <a:pt x="66" y="587"/>
                    <a:pt x="62" y="593"/>
                    <a:pt x="62" y="595"/>
                  </a:cubicBezTo>
                  <a:cubicBezTo>
                    <a:pt x="67" y="608"/>
                    <a:pt x="69" y="624"/>
                    <a:pt x="78" y="634"/>
                  </a:cubicBezTo>
                  <a:cubicBezTo>
                    <a:pt x="92" y="652"/>
                    <a:pt x="110" y="666"/>
                    <a:pt x="126" y="682"/>
                  </a:cubicBezTo>
                  <a:cubicBezTo>
                    <a:pt x="137" y="692"/>
                    <a:pt x="149" y="701"/>
                    <a:pt x="159" y="712"/>
                  </a:cubicBezTo>
                  <a:cubicBezTo>
                    <a:pt x="167" y="721"/>
                    <a:pt x="174" y="732"/>
                    <a:pt x="182" y="741"/>
                  </a:cubicBezTo>
                  <a:cubicBezTo>
                    <a:pt x="195" y="755"/>
                    <a:pt x="205" y="771"/>
                    <a:pt x="225" y="776"/>
                  </a:cubicBezTo>
                  <a:cubicBezTo>
                    <a:pt x="228" y="777"/>
                    <a:pt x="229" y="781"/>
                    <a:pt x="232" y="783"/>
                  </a:cubicBezTo>
                  <a:cubicBezTo>
                    <a:pt x="236" y="787"/>
                    <a:pt x="241" y="792"/>
                    <a:pt x="246" y="793"/>
                  </a:cubicBezTo>
                  <a:cubicBezTo>
                    <a:pt x="254" y="795"/>
                    <a:pt x="262" y="796"/>
                    <a:pt x="270" y="796"/>
                  </a:cubicBezTo>
                  <a:cubicBezTo>
                    <a:pt x="273" y="796"/>
                    <a:pt x="275" y="795"/>
                    <a:pt x="278" y="795"/>
                  </a:cubicBezTo>
                  <a:cubicBezTo>
                    <a:pt x="282" y="795"/>
                    <a:pt x="286" y="790"/>
                    <a:pt x="287" y="787"/>
                  </a:cubicBezTo>
                  <a:cubicBezTo>
                    <a:pt x="289" y="780"/>
                    <a:pt x="292" y="776"/>
                    <a:pt x="298" y="776"/>
                  </a:cubicBezTo>
                  <a:cubicBezTo>
                    <a:pt x="299" y="776"/>
                    <a:pt x="300" y="776"/>
                    <a:pt x="301" y="777"/>
                  </a:cubicBezTo>
                  <a:cubicBezTo>
                    <a:pt x="302" y="777"/>
                    <a:pt x="303" y="777"/>
                    <a:pt x="304" y="777"/>
                  </a:cubicBezTo>
                  <a:cubicBezTo>
                    <a:pt x="309" y="777"/>
                    <a:pt x="313" y="775"/>
                    <a:pt x="315" y="769"/>
                  </a:cubicBezTo>
                  <a:cubicBezTo>
                    <a:pt x="315" y="767"/>
                    <a:pt x="319" y="765"/>
                    <a:pt x="322" y="765"/>
                  </a:cubicBezTo>
                  <a:cubicBezTo>
                    <a:pt x="332" y="765"/>
                    <a:pt x="338" y="759"/>
                    <a:pt x="341" y="751"/>
                  </a:cubicBezTo>
                  <a:cubicBezTo>
                    <a:pt x="345" y="740"/>
                    <a:pt x="348" y="728"/>
                    <a:pt x="346" y="716"/>
                  </a:cubicBezTo>
                  <a:cubicBezTo>
                    <a:pt x="345" y="709"/>
                    <a:pt x="344" y="703"/>
                    <a:pt x="344" y="697"/>
                  </a:cubicBezTo>
                  <a:cubicBezTo>
                    <a:pt x="343" y="684"/>
                    <a:pt x="344" y="672"/>
                    <a:pt x="343" y="660"/>
                  </a:cubicBezTo>
                  <a:cubicBezTo>
                    <a:pt x="343" y="644"/>
                    <a:pt x="341" y="628"/>
                    <a:pt x="339" y="613"/>
                  </a:cubicBezTo>
                  <a:cubicBezTo>
                    <a:pt x="338" y="600"/>
                    <a:pt x="339" y="588"/>
                    <a:pt x="337" y="576"/>
                  </a:cubicBezTo>
                  <a:cubicBezTo>
                    <a:pt x="334" y="562"/>
                    <a:pt x="332" y="548"/>
                    <a:pt x="326" y="535"/>
                  </a:cubicBezTo>
                  <a:cubicBezTo>
                    <a:pt x="317" y="511"/>
                    <a:pt x="320" y="486"/>
                    <a:pt x="313" y="461"/>
                  </a:cubicBezTo>
                  <a:cubicBezTo>
                    <a:pt x="309" y="445"/>
                    <a:pt x="313" y="427"/>
                    <a:pt x="314" y="410"/>
                  </a:cubicBezTo>
                  <a:cubicBezTo>
                    <a:pt x="314" y="398"/>
                    <a:pt x="315" y="387"/>
                    <a:pt x="317" y="376"/>
                  </a:cubicBezTo>
                  <a:cubicBezTo>
                    <a:pt x="320" y="357"/>
                    <a:pt x="323" y="339"/>
                    <a:pt x="328" y="320"/>
                  </a:cubicBezTo>
                  <a:cubicBezTo>
                    <a:pt x="329" y="314"/>
                    <a:pt x="331" y="307"/>
                    <a:pt x="336" y="302"/>
                  </a:cubicBezTo>
                  <a:cubicBezTo>
                    <a:pt x="351" y="287"/>
                    <a:pt x="359" y="268"/>
                    <a:pt x="369" y="249"/>
                  </a:cubicBezTo>
                  <a:cubicBezTo>
                    <a:pt x="371" y="244"/>
                    <a:pt x="377" y="237"/>
                    <a:pt x="376" y="233"/>
                  </a:cubicBezTo>
                  <a:cubicBezTo>
                    <a:pt x="371" y="221"/>
                    <a:pt x="375" y="215"/>
                    <a:pt x="387" y="211"/>
                  </a:cubicBezTo>
                  <a:cubicBezTo>
                    <a:pt x="389" y="211"/>
                    <a:pt x="390" y="209"/>
                    <a:pt x="391" y="207"/>
                  </a:cubicBezTo>
                  <a:cubicBezTo>
                    <a:pt x="400" y="199"/>
                    <a:pt x="410" y="190"/>
                    <a:pt x="419" y="181"/>
                  </a:cubicBezTo>
                  <a:cubicBezTo>
                    <a:pt x="435" y="166"/>
                    <a:pt x="451" y="151"/>
                    <a:pt x="467" y="135"/>
                  </a:cubicBezTo>
                  <a:cubicBezTo>
                    <a:pt x="475" y="127"/>
                    <a:pt x="483" y="118"/>
                    <a:pt x="492" y="110"/>
                  </a:cubicBezTo>
                  <a:cubicBezTo>
                    <a:pt x="497" y="105"/>
                    <a:pt x="502" y="100"/>
                    <a:pt x="507" y="95"/>
                  </a:cubicBezTo>
                  <a:cubicBezTo>
                    <a:pt x="523" y="78"/>
                    <a:pt x="516" y="58"/>
                    <a:pt x="512" y="40"/>
                  </a:cubicBezTo>
                  <a:cubicBezTo>
                    <a:pt x="508" y="21"/>
                    <a:pt x="490" y="15"/>
                    <a:pt x="473" y="9"/>
                  </a:cubicBezTo>
                  <a:cubicBezTo>
                    <a:pt x="467" y="7"/>
                    <a:pt x="462" y="3"/>
                    <a:pt x="456" y="2"/>
                  </a:cubicBezTo>
                  <a:cubicBezTo>
                    <a:pt x="435" y="2"/>
                    <a:pt x="413" y="0"/>
                    <a:pt x="39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59" name="Freeform 278">
              <a:extLst>
                <a:ext uri="{FF2B5EF4-FFF2-40B4-BE49-F238E27FC236}">
                  <a16:creationId xmlns:a16="http://schemas.microsoft.com/office/drawing/2014/main" id="{8230B048-8491-4394-A338-5181949D0101}"/>
                </a:ext>
              </a:extLst>
            </p:cNvPr>
            <p:cNvSpPr>
              <a:spLocks/>
            </p:cNvSpPr>
            <p:nvPr/>
          </p:nvSpPr>
          <p:spPr bwMode="auto">
            <a:xfrm>
              <a:off x="10267565" y="473590"/>
              <a:ext cx="188746" cy="91490"/>
            </a:xfrm>
            <a:custGeom>
              <a:avLst/>
              <a:gdLst>
                <a:gd name="T0" fmla="*/ 362 w 841"/>
                <a:gd name="T1" fmla="*/ 0 h 407"/>
                <a:gd name="T2" fmla="*/ 299 w 841"/>
                <a:gd name="T3" fmla="*/ 7 h 407"/>
                <a:gd name="T4" fmla="*/ 283 w 841"/>
                <a:gd name="T5" fmla="*/ 30 h 407"/>
                <a:gd name="T6" fmla="*/ 298 w 841"/>
                <a:gd name="T7" fmla="*/ 63 h 407"/>
                <a:gd name="T8" fmla="*/ 326 w 841"/>
                <a:gd name="T9" fmla="*/ 97 h 407"/>
                <a:gd name="T10" fmla="*/ 327 w 841"/>
                <a:gd name="T11" fmla="*/ 113 h 407"/>
                <a:gd name="T12" fmla="*/ 292 w 841"/>
                <a:gd name="T13" fmla="*/ 157 h 407"/>
                <a:gd name="T14" fmla="*/ 265 w 841"/>
                <a:gd name="T15" fmla="*/ 175 h 407"/>
                <a:gd name="T16" fmla="*/ 250 w 841"/>
                <a:gd name="T17" fmla="*/ 180 h 407"/>
                <a:gd name="T18" fmla="*/ 228 w 841"/>
                <a:gd name="T19" fmla="*/ 192 h 407"/>
                <a:gd name="T20" fmla="*/ 170 w 841"/>
                <a:gd name="T21" fmla="*/ 213 h 407"/>
                <a:gd name="T22" fmla="*/ 133 w 841"/>
                <a:gd name="T23" fmla="*/ 227 h 407"/>
                <a:gd name="T24" fmla="*/ 48 w 841"/>
                <a:gd name="T25" fmla="*/ 244 h 407"/>
                <a:gd name="T26" fmla="*/ 22 w 841"/>
                <a:gd name="T27" fmla="*/ 270 h 407"/>
                <a:gd name="T28" fmla="*/ 14 w 841"/>
                <a:gd name="T29" fmla="*/ 281 h 407"/>
                <a:gd name="T30" fmla="*/ 0 w 841"/>
                <a:gd name="T31" fmla="*/ 298 h 407"/>
                <a:gd name="T32" fmla="*/ 7 w 841"/>
                <a:gd name="T33" fmla="*/ 333 h 407"/>
                <a:gd name="T34" fmla="*/ 11 w 841"/>
                <a:gd name="T35" fmla="*/ 349 h 407"/>
                <a:gd name="T36" fmla="*/ 33 w 841"/>
                <a:gd name="T37" fmla="*/ 385 h 407"/>
                <a:gd name="T38" fmla="*/ 78 w 841"/>
                <a:gd name="T39" fmla="*/ 401 h 407"/>
                <a:gd name="T40" fmla="*/ 100 w 841"/>
                <a:gd name="T41" fmla="*/ 403 h 407"/>
                <a:gd name="T42" fmla="*/ 121 w 841"/>
                <a:gd name="T43" fmla="*/ 407 h 407"/>
                <a:gd name="T44" fmla="*/ 132 w 841"/>
                <a:gd name="T45" fmla="*/ 406 h 407"/>
                <a:gd name="T46" fmla="*/ 154 w 841"/>
                <a:gd name="T47" fmla="*/ 403 h 407"/>
                <a:gd name="T48" fmla="*/ 161 w 841"/>
                <a:gd name="T49" fmla="*/ 403 h 407"/>
                <a:gd name="T50" fmla="*/ 168 w 841"/>
                <a:gd name="T51" fmla="*/ 403 h 407"/>
                <a:gd name="T52" fmla="*/ 178 w 841"/>
                <a:gd name="T53" fmla="*/ 403 h 407"/>
                <a:gd name="T54" fmla="*/ 225 w 841"/>
                <a:gd name="T55" fmla="*/ 397 h 407"/>
                <a:gd name="T56" fmla="*/ 305 w 841"/>
                <a:gd name="T57" fmla="*/ 382 h 407"/>
                <a:gd name="T58" fmla="*/ 309 w 841"/>
                <a:gd name="T59" fmla="*/ 380 h 407"/>
                <a:gd name="T60" fmla="*/ 328 w 841"/>
                <a:gd name="T61" fmla="*/ 370 h 407"/>
                <a:gd name="T62" fmla="*/ 368 w 841"/>
                <a:gd name="T63" fmla="*/ 357 h 407"/>
                <a:gd name="T64" fmla="*/ 386 w 841"/>
                <a:gd name="T65" fmla="*/ 353 h 407"/>
                <a:gd name="T66" fmla="*/ 412 w 841"/>
                <a:gd name="T67" fmla="*/ 343 h 407"/>
                <a:gd name="T68" fmla="*/ 454 w 841"/>
                <a:gd name="T69" fmla="*/ 334 h 407"/>
                <a:gd name="T70" fmla="*/ 525 w 841"/>
                <a:gd name="T71" fmla="*/ 304 h 407"/>
                <a:gd name="T72" fmla="*/ 605 w 841"/>
                <a:gd name="T73" fmla="*/ 271 h 407"/>
                <a:gd name="T74" fmla="*/ 677 w 841"/>
                <a:gd name="T75" fmla="*/ 244 h 407"/>
                <a:gd name="T76" fmla="*/ 716 w 841"/>
                <a:gd name="T77" fmla="*/ 232 h 407"/>
                <a:gd name="T78" fmla="*/ 785 w 841"/>
                <a:gd name="T79" fmla="*/ 213 h 407"/>
                <a:gd name="T80" fmla="*/ 807 w 841"/>
                <a:gd name="T81" fmla="*/ 196 h 407"/>
                <a:gd name="T82" fmla="*/ 828 w 841"/>
                <a:gd name="T83" fmla="*/ 164 h 407"/>
                <a:gd name="T84" fmla="*/ 821 w 841"/>
                <a:gd name="T85" fmla="*/ 116 h 407"/>
                <a:gd name="T86" fmla="*/ 784 w 841"/>
                <a:gd name="T87" fmla="*/ 106 h 407"/>
                <a:gd name="T88" fmla="*/ 768 w 841"/>
                <a:gd name="T89" fmla="*/ 109 h 407"/>
                <a:gd name="T90" fmla="*/ 698 w 841"/>
                <a:gd name="T91" fmla="*/ 128 h 407"/>
                <a:gd name="T92" fmla="*/ 674 w 841"/>
                <a:gd name="T93" fmla="*/ 132 h 407"/>
                <a:gd name="T94" fmla="*/ 622 w 841"/>
                <a:gd name="T95" fmla="*/ 133 h 407"/>
                <a:gd name="T96" fmla="*/ 586 w 841"/>
                <a:gd name="T97" fmla="*/ 137 h 407"/>
                <a:gd name="T98" fmla="*/ 573 w 841"/>
                <a:gd name="T99" fmla="*/ 136 h 407"/>
                <a:gd name="T100" fmla="*/ 564 w 841"/>
                <a:gd name="T101" fmla="*/ 128 h 407"/>
                <a:gd name="T102" fmla="*/ 551 w 841"/>
                <a:gd name="T103" fmla="*/ 86 h 407"/>
                <a:gd name="T104" fmla="*/ 530 w 841"/>
                <a:gd name="T105" fmla="*/ 55 h 407"/>
                <a:gd name="T106" fmla="*/ 534 w 841"/>
                <a:gd name="T107" fmla="*/ 52 h 407"/>
                <a:gd name="T108" fmla="*/ 523 w 841"/>
                <a:gd name="T109" fmla="*/ 38 h 407"/>
                <a:gd name="T110" fmla="*/ 514 w 841"/>
                <a:gd name="T111" fmla="*/ 30 h 407"/>
                <a:gd name="T112" fmla="*/ 508 w 841"/>
                <a:gd name="T113" fmla="*/ 28 h 407"/>
                <a:gd name="T114" fmla="*/ 472 w 841"/>
                <a:gd name="T115" fmla="*/ 12 h 407"/>
                <a:gd name="T116" fmla="*/ 408 w 841"/>
                <a:gd name="T117" fmla="*/ 0 h 407"/>
                <a:gd name="T118" fmla="*/ 362 w 841"/>
                <a:gd name="T119"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41" h="407">
                  <a:moveTo>
                    <a:pt x="362" y="0"/>
                  </a:moveTo>
                  <a:cubicBezTo>
                    <a:pt x="341" y="0"/>
                    <a:pt x="320" y="1"/>
                    <a:pt x="299" y="7"/>
                  </a:cubicBezTo>
                  <a:cubicBezTo>
                    <a:pt x="287" y="11"/>
                    <a:pt x="280" y="19"/>
                    <a:pt x="283" y="30"/>
                  </a:cubicBezTo>
                  <a:cubicBezTo>
                    <a:pt x="286" y="41"/>
                    <a:pt x="292" y="52"/>
                    <a:pt x="298" y="63"/>
                  </a:cubicBezTo>
                  <a:cubicBezTo>
                    <a:pt x="305" y="76"/>
                    <a:pt x="321" y="82"/>
                    <a:pt x="326" y="97"/>
                  </a:cubicBezTo>
                  <a:cubicBezTo>
                    <a:pt x="327" y="102"/>
                    <a:pt x="329" y="109"/>
                    <a:pt x="327" y="113"/>
                  </a:cubicBezTo>
                  <a:cubicBezTo>
                    <a:pt x="319" y="130"/>
                    <a:pt x="308" y="146"/>
                    <a:pt x="292" y="157"/>
                  </a:cubicBezTo>
                  <a:cubicBezTo>
                    <a:pt x="283" y="163"/>
                    <a:pt x="274" y="169"/>
                    <a:pt x="265" y="175"/>
                  </a:cubicBezTo>
                  <a:cubicBezTo>
                    <a:pt x="260" y="178"/>
                    <a:pt x="254" y="178"/>
                    <a:pt x="250" y="180"/>
                  </a:cubicBezTo>
                  <a:cubicBezTo>
                    <a:pt x="242" y="184"/>
                    <a:pt x="236" y="189"/>
                    <a:pt x="228" y="192"/>
                  </a:cubicBezTo>
                  <a:cubicBezTo>
                    <a:pt x="209" y="199"/>
                    <a:pt x="190" y="205"/>
                    <a:pt x="170" y="213"/>
                  </a:cubicBezTo>
                  <a:cubicBezTo>
                    <a:pt x="158" y="217"/>
                    <a:pt x="146" y="224"/>
                    <a:pt x="133" y="227"/>
                  </a:cubicBezTo>
                  <a:cubicBezTo>
                    <a:pt x="105" y="233"/>
                    <a:pt x="77" y="238"/>
                    <a:pt x="48" y="244"/>
                  </a:cubicBezTo>
                  <a:cubicBezTo>
                    <a:pt x="35" y="246"/>
                    <a:pt x="23" y="257"/>
                    <a:pt x="22" y="270"/>
                  </a:cubicBezTo>
                  <a:cubicBezTo>
                    <a:pt x="21" y="276"/>
                    <a:pt x="18" y="278"/>
                    <a:pt x="14" y="281"/>
                  </a:cubicBezTo>
                  <a:cubicBezTo>
                    <a:pt x="8" y="286"/>
                    <a:pt x="0" y="292"/>
                    <a:pt x="0" y="298"/>
                  </a:cubicBezTo>
                  <a:cubicBezTo>
                    <a:pt x="0" y="310"/>
                    <a:pt x="4" y="321"/>
                    <a:pt x="7" y="333"/>
                  </a:cubicBezTo>
                  <a:cubicBezTo>
                    <a:pt x="8" y="338"/>
                    <a:pt x="9" y="344"/>
                    <a:pt x="11" y="349"/>
                  </a:cubicBezTo>
                  <a:cubicBezTo>
                    <a:pt x="16" y="363"/>
                    <a:pt x="20" y="378"/>
                    <a:pt x="33" y="385"/>
                  </a:cubicBezTo>
                  <a:cubicBezTo>
                    <a:pt x="46" y="393"/>
                    <a:pt x="62" y="396"/>
                    <a:pt x="78" y="401"/>
                  </a:cubicBezTo>
                  <a:cubicBezTo>
                    <a:pt x="85" y="403"/>
                    <a:pt x="93" y="401"/>
                    <a:pt x="100" y="403"/>
                  </a:cubicBezTo>
                  <a:cubicBezTo>
                    <a:pt x="107" y="406"/>
                    <a:pt x="114" y="407"/>
                    <a:pt x="121" y="407"/>
                  </a:cubicBezTo>
                  <a:cubicBezTo>
                    <a:pt x="125" y="407"/>
                    <a:pt x="128" y="407"/>
                    <a:pt x="132" y="406"/>
                  </a:cubicBezTo>
                  <a:cubicBezTo>
                    <a:pt x="140" y="404"/>
                    <a:pt x="147" y="403"/>
                    <a:pt x="154" y="403"/>
                  </a:cubicBezTo>
                  <a:cubicBezTo>
                    <a:pt x="157" y="403"/>
                    <a:pt x="159" y="403"/>
                    <a:pt x="161" y="403"/>
                  </a:cubicBezTo>
                  <a:cubicBezTo>
                    <a:pt x="164" y="403"/>
                    <a:pt x="166" y="403"/>
                    <a:pt x="168" y="403"/>
                  </a:cubicBezTo>
                  <a:cubicBezTo>
                    <a:pt x="171" y="403"/>
                    <a:pt x="174" y="403"/>
                    <a:pt x="178" y="403"/>
                  </a:cubicBezTo>
                  <a:cubicBezTo>
                    <a:pt x="193" y="402"/>
                    <a:pt x="209" y="400"/>
                    <a:pt x="225" y="397"/>
                  </a:cubicBezTo>
                  <a:cubicBezTo>
                    <a:pt x="252" y="392"/>
                    <a:pt x="278" y="387"/>
                    <a:pt x="305" y="382"/>
                  </a:cubicBezTo>
                  <a:cubicBezTo>
                    <a:pt x="307" y="382"/>
                    <a:pt x="308" y="380"/>
                    <a:pt x="309" y="380"/>
                  </a:cubicBezTo>
                  <a:cubicBezTo>
                    <a:pt x="316" y="376"/>
                    <a:pt x="322" y="373"/>
                    <a:pt x="328" y="370"/>
                  </a:cubicBezTo>
                  <a:cubicBezTo>
                    <a:pt x="341" y="366"/>
                    <a:pt x="355" y="362"/>
                    <a:pt x="368" y="357"/>
                  </a:cubicBezTo>
                  <a:cubicBezTo>
                    <a:pt x="374" y="356"/>
                    <a:pt x="380" y="355"/>
                    <a:pt x="386" y="353"/>
                  </a:cubicBezTo>
                  <a:cubicBezTo>
                    <a:pt x="395" y="350"/>
                    <a:pt x="403" y="346"/>
                    <a:pt x="412" y="343"/>
                  </a:cubicBezTo>
                  <a:cubicBezTo>
                    <a:pt x="426" y="340"/>
                    <a:pt x="441" y="339"/>
                    <a:pt x="454" y="334"/>
                  </a:cubicBezTo>
                  <a:cubicBezTo>
                    <a:pt x="478" y="325"/>
                    <a:pt x="501" y="314"/>
                    <a:pt x="525" y="304"/>
                  </a:cubicBezTo>
                  <a:cubicBezTo>
                    <a:pt x="552" y="292"/>
                    <a:pt x="579" y="281"/>
                    <a:pt x="605" y="271"/>
                  </a:cubicBezTo>
                  <a:cubicBezTo>
                    <a:pt x="629" y="261"/>
                    <a:pt x="653" y="252"/>
                    <a:pt x="677" y="244"/>
                  </a:cubicBezTo>
                  <a:cubicBezTo>
                    <a:pt x="690" y="239"/>
                    <a:pt x="703" y="236"/>
                    <a:pt x="716" y="232"/>
                  </a:cubicBezTo>
                  <a:cubicBezTo>
                    <a:pt x="739" y="225"/>
                    <a:pt x="762" y="218"/>
                    <a:pt x="785" y="213"/>
                  </a:cubicBezTo>
                  <a:cubicBezTo>
                    <a:pt x="796" y="210"/>
                    <a:pt x="801" y="204"/>
                    <a:pt x="807" y="196"/>
                  </a:cubicBezTo>
                  <a:cubicBezTo>
                    <a:pt x="814" y="185"/>
                    <a:pt x="820" y="173"/>
                    <a:pt x="828" y="164"/>
                  </a:cubicBezTo>
                  <a:cubicBezTo>
                    <a:pt x="841" y="149"/>
                    <a:pt x="838" y="124"/>
                    <a:pt x="821" y="116"/>
                  </a:cubicBezTo>
                  <a:cubicBezTo>
                    <a:pt x="809" y="111"/>
                    <a:pt x="797" y="106"/>
                    <a:pt x="784" y="106"/>
                  </a:cubicBezTo>
                  <a:cubicBezTo>
                    <a:pt x="779" y="106"/>
                    <a:pt x="774" y="107"/>
                    <a:pt x="768" y="109"/>
                  </a:cubicBezTo>
                  <a:cubicBezTo>
                    <a:pt x="745" y="116"/>
                    <a:pt x="721" y="122"/>
                    <a:pt x="698" y="128"/>
                  </a:cubicBezTo>
                  <a:cubicBezTo>
                    <a:pt x="690" y="130"/>
                    <a:pt x="682" y="131"/>
                    <a:pt x="674" y="132"/>
                  </a:cubicBezTo>
                  <a:cubicBezTo>
                    <a:pt x="657" y="132"/>
                    <a:pt x="639" y="131"/>
                    <a:pt x="622" y="133"/>
                  </a:cubicBezTo>
                  <a:cubicBezTo>
                    <a:pt x="610" y="135"/>
                    <a:pt x="598" y="137"/>
                    <a:pt x="586" y="137"/>
                  </a:cubicBezTo>
                  <a:cubicBezTo>
                    <a:pt x="582" y="137"/>
                    <a:pt x="578" y="137"/>
                    <a:pt x="573" y="136"/>
                  </a:cubicBezTo>
                  <a:cubicBezTo>
                    <a:pt x="568" y="135"/>
                    <a:pt x="566" y="135"/>
                    <a:pt x="564" y="128"/>
                  </a:cubicBezTo>
                  <a:cubicBezTo>
                    <a:pt x="561" y="114"/>
                    <a:pt x="557" y="100"/>
                    <a:pt x="551" y="86"/>
                  </a:cubicBezTo>
                  <a:cubicBezTo>
                    <a:pt x="545" y="75"/>
                    <a:pt x="537" y="66"/>
                    <a:pt x="530" y="55"/>
                  </a:cubicBezTo>
                  <a:cubicBezTo>
                    <a:pt x="531" y="54"/>
                    <a:pt x="533" y="53"/>
                    <a:pt x="534" y="52"/>
                  </a:cubicBezTo>
                  <a:cubicBezTo>
                    <a:pt x="529" y="49"/>
                    <a:pt x="522" y="48"/>
                    <a:pt x="523" y="38"/>
                  </a:cubicBezTo>
                  <a:cubicBezTo>
                    <a:pt x="524" y="36"/>
                    <a:pt x="518" y="33"/>
                    <a:pt x="514" y="30"/>
                  </a:cubicBezTo>
                  <a:cubicBezTo>
                    <a:pt x="512" y="29"/>
                    <a:pt x="510" y="29"/>
                    <a:pt x="508" y="28"/>
                  </a:cubicBezTo>
                  <a:cubicBezTo>
                    <a:pt x="496" y="23"/>
                    <a:pt x="484" y="15"/>
                    <a:pt x="472" y="12"/>
                  </a:cubicBezTo>
                  <a:cubicBezTo>
                    <a:pt x="451" y="7"/>
                    <a:pt x="430" y="1"/>
                    <a:pt x="408" y="0"/>
                  </a:cubicBezTo>
                  <a:cubicBezTo>
                    <a:pt x="393" y="0"/>
                    <a:pt x="377" y="0"/>
                    <a:pt x="36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0" name="Freeform 279">
              <a:extLst>
                <a:ext uri="{FF2B5EF4-FFF2-40B4-BE49-F238E27FC236}">
                  <a16:creationId xmlns:a16="http://schemas.microsoft.com/office/drawing/2014/main" id="{C7F28500-689F-47A9-B744-89763E92D6B8}"/>
                </a:ext>
              </a:extLst>
            </p:cNvPr>
            <p:cNvSpPr>
              <a:spLocks/>
            </p:cNvSpPr>
            <p:nvPr/>
          </p:nvSpPr>
          <p:spPr bwMode="auto">
            <a:xfrm>
              <a:off x="10389133" y="645041"/>
              <a:ext cx="62414" cy="58152"/>
            </a:xfrm>
            <a:custGeom>
              <a:avLst/>
              <a:gdLst>
                <a:gd name="T0" fmla="*/ 65 w 278"/>
                <a:gd name="T1" fmla="*/ 0 h 258"/>
                <a:gd name="T2" fmla="*/ 32 w 278"/>
                <a:gd name="T3" fmla="*/ 4 h 258"/>
                <a:gd name="T4" fmla="*/ 1 w 278"/>
                <a:gd name="T5" fmla="*/ 32 h 258"/>
                <a:gd name="T6" fmla="*/ 1 w 278"/>
                <a:gd name="T7" fmla="*/ 38 h 258"/>
                <a:gd name="T8" fmla="*/ 6 w 278"/>
                <a:gd name="T9" fmla="*/ 50 h 258"/>
                <a:gd name="T10" fmla="*/ 30 w 278"/>
                <a:gd name="T11" fmla="*/ 89 h 258"/>
                <a:gd name="T12" fmla="*/ 37 w 278"/>
                <a:gd name="T13" fmla="*/ 102 h 258"/>
                <a:gd name="T14" fmla="*/ 51 w 278"/>
                <a:gd name="T15" fmla="*/ 130 h 258"/>
                <a:gd name="T16" fmla="*/ 72 w 278"/>
                <a:gd name="T17" fmla="*/ 158 h 258"/>
                <a:gd name="T18" fmla="*/ 88 w 278"/>
                <a:gd name="T19" fmla="*/ 184 h 258"/>
                <a:gd name="T20" fmla="*/ 105 w 278"/>
                <a:gd name="T21" fmla="*/ 206 h 258"/>
                <a:gd name="T22" fmla="*/ 105 w 278"/>
                <a:gd name="T23" fmla="*/ 207 h 258"/>
                <a:gd name="T24" fmla="*/ 150 w 278"/>
                <a:gd name="T25" fmla="*/ 249 h 258"/>
                <a:gd name="T26" fmla="*/ 175 w 278"/>
                <a:gd name="T27" fmla="*/ 258 h 258"/>
                <a:gd name="T28" fmla="*/ 177 w 278"/>
                <a:gd name="T29" fmla="*/ 258 h 258"/>
                <a:gd name="T30" fmla="*/ 209 w 278"/>
                <a:gd name="T31" fmla="*/ 247 h 258"/>
                <a:gd name="T32" fmla="*/ 261 w 278"/>
                <a:gd name="T33" fmla="*/ 197 h 258"/>
                <a:gd name="T34" fmla="*/ 266 w 278"/>
                <a:gd name="T35" fmla="*/ 182 h 258"/>
                <a:gd name="T36" fmla="*/ 278 w 278"/>
                <a:gd name="T37" fmla="*/ 143 h 258"/>
                <a:gd name="T38" fmla="*/ 260 w 278"/>
                <a:gd name="T39" fmla="*/ 87 h 258"/>
                <a:gd name="T40" fmla="*/ 206 w 278"/>
                <a:gd name="T41" fmla="*/ 27 h 258"/>
                <a:gd name="T42" fmla="*/ 198 w 278"/>
                <a:gd name="T43" fmla="*/ 23 h 258"/>
                <a:gd name="T44" fmla="*/ 157 w 278"/>
                <a:gd name="T45" fmla="*/ 13 h 258"/>
                <a:gd name="T46" fmla="*/ 111 w 278"/>
                <a:gd name="T47" fmla="*/ 2 h 258"/>
                <a:gd name="T48" fmla="*/ 65 w 278"/>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8" h="258">
                  <a:moveTo>
                    <a:pt x="65" y="0"/>
                  </a:moveTo>
                  <a:cubicBezTo>
                    <a:pt x="54" y="0"/>
                    <a:pt x="43" y="1"/>
                    <a:pt x="32" y="4"/>
                  </a:cubicBezTo>
                  <a:cubicBezTo>
                    <a:pt x="16" y="7"/>
                    <a:pt x="8" y="19"/>
                    <a:pt x="1" y="32"/>
                  </a:cubicBezTo>
                  <a:cubicBezTo>
                    <a:pt x="0" y="33"/>
                    <a:pt x="1" y="36"/>
                    <a:pt x="1" y="38"/>
                  </a:cubicBezTo>
                  <a:cubicBezTo>
                    <a:pt x="3" y="42"/>
                    <a:pt x="4" y="46"/>
                    <a:pt x="6" y="50"/>
                  </a:cubicBezTo>
                  <a:cubicBezTo>
                    <a:pt x="11" y="65"/>
                    <a:pt x="17" y="79"/>
                    <a:pt x="30" y="89"/>
                  </a:cubicBezTo>
                  <a:cubicBezTo>
                    <a:pt x="33" y="92"/>
                    <a:pt x="35" y="97"/>
                    <a:pt x="37" y="102"/>
                  </a:cubicBezTo>
                  <a:cubicBezTo>
                    <a:pt x="41" y="111"/>
                    <a:pt x="45" y="121"/>
                    <a:pt x="51" y="130"/>
                  </a:cubicBezTo>
                  <a:cubicBezTo>
                    <a:pt x="57" y="140"/>
                    <a:pt x="65" y="148"/>
                    <a:pt x="72" y="158"/>
                  </a:cubicBezTo>
                  <a:cubicBezTo>
                    <a:pt x="77" y="166"/>
                    <a:pt x="82" y="176"/>
                    <a:pt x="88" y="184"/>
                  </a:cubicBezTo>
                  <a:cubicBezTo>
                    <a:pt x="93" y="192"/>
                    <a:pt x="92" y="205"/>
                    <a:pt x="105" y="206"/>
                  </a:cubicBezTo>
                  <a:cubicBezTo>
                    <a:pt x="105" y="207"/>
                    <a:pt x="105" y="207"/>
                    <a:pt x="105" y="207"/>
                  </a:cubicBezTo>
                  <a:cubicBezTo>
                    <a:pt x="120" y="221"/>
                    <a:pt x="134" y="237"/>
                    <a:pt x="150" y="249"/>
                  </a:cubicBezTo>
                  <a:cubicBezTo>
                    <a:pt x="156" y="254"/>
                    <a:pt x="167" y="258"/>
                    <a:pt x="175" y="258"/>
                  </a:cubicBezTo>
                  <a:cubicBezTo>
                    <a:pt x="176" y="258"/>
                    <a:pt x="177" y="258"/>
                    <a:pt x="177" y="258"/>
                  </a:cubicBezTo>
                  <a:cubicBezTo>
                    <a:pt x="188" y="257"/>
                    <a:pt x="199" y="252"/>
                    <a:pt x="209" y="247"/>
                  </a:cubicBezTo>
                  <a:cubicBezTo>
                    <a:pt x="231" y="236"/>
                    <a:pt x="250" y="220"/>
                    <a:pt x="261" y="197"/>
                  </a:cubicBezTo>
                  <a:cubicBezTo>
                    <a:pt x="264" y="192"/>
                    <a:pt x="265" y="187"/>
                    <a:pt x="266" y="182"/>
                  </a:cubicBezTo>
                  <a:cubicBezTo>
                    <a:pt x="271" y="167"/>
                    <a:pt x="275" y="152"/>
                    <a:pt x="278" y="143"/>
                  </a:cubicBezTo>
                  <a:cubicBezTo>
                    <a:pt x="277" y="118"/>
                    <a:pt x="268" y="103"/>
                    <a:pt x="260" y="87"/>
                  </a:cubicBezTo>
                  <a:cubicBezTo>
                    <a:pt x="247" y="63"/>
                    <a:pt x="227" y="45"/>
                    <a:pt x="206" y="27"/>
                  </a:cubicBezTo>
                  <a:cubicBezTo>
                    <a:pt x="204" y="25"/>
                    <a:pt x="201" y="23"/>
                    <a:pt x="198" y="23"/>
                  </a:cubicBezTo>
                  <a:cubicBezTo>
                    <a:pt x="184" y="19"/>
                    <a:pt x="171" y="17"/>
                    <a:pt x="157" y="13"/>
                  </a:cubicBezTo>
                  <a:cubicBezTo>
                    <a:pt x="142" y="10"/>
                    <a:pt x="127" y="3"/>
                    <a:pt x="111" y="2"/>
                  </a:cubicBezTo>
                  <a:cubicBezTo>
                    <a:pt x="96" y="2"/>
                    <a:pt x="81" y="0"/>
                    <a:pt x="6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1" name="Freeform 280">
              <a:extLst>
                <a:ext uri="{FF2B5EF4-FFF2-40B4-BE49-F238E27FC236}">
                  <a16:creationId xmlns:a16="http://schemas.microsoft.com/office/drawing/2014/main" id="{55768780-7694-4331-B2B8-62D91AC72D80}"/>
                </a:ext>
              </a:extLst>
            </p:cNvPr>
            <p:cNvSpPr>
              <a:spLocks/>
            </p:cNvSpPr>
            <p:nvPr/>
          </p:nvSpPr>
          <p:spPr bwMode="auto">
            <a:xfrm>
              <a:off x="10274082" y="683391"/>
              <a:ext cx="46623" cy="33839"/>
            </a:xfrm>
            <a:custGeom>
              <a:avLst/>
              <a:gdLst>
                <a:gd name="T0" fmla="*/ 40 w 207"/>
                <a:gd name="T1" fmla="*/ 0 h 151"/>
                <a:gd name="T2" fmla="*/ 29 w 207"/>
                <a:gd name="T3" fmla="*/ 10 h 151"/>
                <a:gd name="T4" fmla="*/ 3 w 207"/>
                <a:gd name="T5" fmla="*/ 47 h 151"/>
                <a:gd name="T6" fmla="*/ 0 w 207"/>
                <a:gd name="T7" fmla="*/ 56 h 151"/>
                <a:gd name="T8" fmla="*/ 0 w 207"/>
                <a:gd name="T9" fmla="*/ 97 h 151"/>
                <a:gd name="T10" fmla="*/ 20 w 207"/>
                <a:gd name="T11" fmla="*/ 135 h 151"/>
                <a:gd name="T12" fmla="*/ 42 w 207"/>
                <a:gd name="T13" fmla="*/ 147 h 151"/>
                <a:gd name="T14" fmla="*/ 56 w 207"/>
                <a:gd name="T15" fmla="*/ 151 h 151"/>
                <a:gd name="T16" fmla="*/ 65 w 207"/>
                <a:gd name="T17" fmla="*/ 149 h 151"/>
                <a:gd name="T18" fmla="*/ 113 w 207"/>
                <a:gd name="T19" fmla="*/ 124 h 151"/>
                <a:gd name="T20" fmla="*/ 125 w 207"/>
                <a:gd name="T21" fmla="*/ 113 h 151"/>
                <a:gd name="T22" fmla="*/ 165 w 207"/>
                <a:gd name="T23" fmla="*/ 59 h 151"/>
                <a:gd name="T24" fmla="*/ 184 w 207"/>
                <a:gd name="T25" fmla="*/ 44 h 151"/>
                <a:gd name="T26" fmla="*/ 204 w 207"/>
                <a:gd name="T27" fmla="*/ 20 h 151"/>
                <a:gd name="T28" fmla="*/ 195 w 207"/>
                <a:gd name="T29" fmla="*/ 6 h 151"/>
                <a:gd name="T30" fmla="*/ 192 w 207"/>
                <a:gd name="T31" fmla="*/ 6 h 151"/>
                <a:gd name="T32" fmla="*/ 122 w 207"/>
                <a:gd name="T33" fmla="*/ 17 h 151"/>
                <a:gd name="T34" fmla="*/ 101 w 207"/>
                <a:gd name="T35" fmla="*/ 19 h 151"/>
                <a:gd name="T36" fmla="*/ 82 w 207"/>
                <a:gd name="T37" fmla="*/ 14 h 151"/>
                <a:gd name="T38" fmla="*/ 51 w 207"/>
                <a:gd name="T39" fmla="*/ 2 h 151"/>
                <a:gd name="T40" fmla="*/ 42 w 207"/>
                <a:gd name="T41" fmla="*/ 3 h 151"/>
                <a:gd name="T42" fmla="*/ 40 w 207"/>
                <a:gd name="T43"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 h="151">
                  <a:moveTo>
                    <a:pt x="40" y="0"/>
                  </a:moveTo>
                  <a:cubicBezTo>
                    <a:pt x="36" y="3"/>
                    <a:pt x="32" y="6"/>
                    <a:pt x="29" y="10"/>
                  </a:cubicBezTo>
                  <a:cubicBezTo>
                    <a:pt x="20" y="22"/>
                    <a:pt x="12" y="35"/>
                    <a:pt x="3" y="47"/>
                  </a:cubicBezTo>
                  <a:cubicBezTo>
                    <a:pt x="1" y="50"/>
                    <a:pt x="0" y="53"/>
                    <a:pt x="0" y="56"/>
                  </a:cubicBezTo>
                  <a:cubicBezTo>
                    <a:pt x="0" y="69"/>
                    <a:pt x="0" y="83"/>
                    <a:pt x="0" y="97"/>
                  </a:cubicBezTo>
                  <a:cubicBezTo>
                    <a:pt x="0" y="113"/>
                    <a:pt x="5" y="126"/>
                    <a:pt x="20" y="135"/>
                  </a:cubicBezTo>
                  <a:cubicBezTo>
                    <a:pt x="27" y="139"/>
                    <a:pt x="35" y="142"/>
                    <a:pt x="42" y="147"/>
                  </a:cubicBezTo>
                  <a:cubicBezTo>
                    <a:pt x="47" y="150"/>
                    <a:pt x="51" y="151"/>
                    <a:pt x="56" y="151"/>
                  </a:cubicBezTo>
                  <a:cubicBezTo>
                    <a:pt x="59" y="151"/>
                    <a:pt x="62" y="150"/>
                    <a:pt x="65" y="149"/>
                  </a:cubicBezTo>
                  <a:cubicBezTo>
                    <a:pt x="81" y="141"/>
                    <a:pt x="97" y="132"/>
                    <a:pt x="113" y="124"/>
                  </a:cubicBezTo>
                  <a:cubicBezTo>
                    <a:pt x="117" y="121"/>
                    <a:pt x="123" y="117"/>
                    <a:pt x="125" y="113"/>
                  </a:cubicBezTo>
                  <a:cubicBezTo>
                    <a:pt x="136" y="93"/>
                    <a:pt x="148" y="74"/>
                    <a:pt x="165" y="59"/>
                  </a:cubicBezTo>
                  <a:cubicBezTo>
                    <a:pt x="171" y="54"/>
                    <a:pt x="177" y="46"/>
                    <a:pt x="184" y="44"/>
                  </a:cubicBezTo>
                  <a:cubicBezTo>
                    <a:pt x="196" y="40"/>
                    <a:pt x="201" y="31"/>
                    <a:pt x="204" y="20"/>
                  </a:cubicBezTo>
                  <a:cubicBezTo>
                    <a:pt x="207" y="12"/>
                    <a:pt x="203" y="6"/>
                    <a:pt x="195" y="6"/>
                  </a:cubicBezTo>
                  <a:cubicBezTo>
                    <a:pt x="194" y="6"/>
                    <a:pt x="193" y="6"/>
                    <a:pt x="192" y="6"/>
                  </a:cubicBezTo>
                  <a:cubicBezTo>
                    <a:pt x="169" y="9"/>
                    <a:pt x="145" y="14"/>
                    <a:pt x="122" y="17"/>
                  </a:cubicBezTo>
                  <a:cubicBezTo>
                    <a:pt x="115" y="18"/>
                    <a:pt x="108" y="19"/>
                    <a:pt x="101" y="19"/>
                  </a:cubicBezTo>
                  <a:cubicBezTo>
                    <a:pt x="95" y="19"/>
                    <a:pt x="88" y="18"/>
                    <a:pt x="82" y="14"/>
                  </a:cubicBezTo>
                  <a:cubicBezTo>
                    <a:pt x="72" y="7"/>
                    <a:pt x="63" y="2"/>
                    <a:pt x="51" y="2"/>
                  </a:cubicBezTo>
                  <a:cubicBezTo>
                    <a:pt x="48" y="2"/>
                    <a:pt x="45" y="2"/>
                    <a:pt x="42" y="3"/>
                  </a:cubicBezTo>
                  <a:cubicBezTo>
                    <a:pt x="41" y="2"/>
                    <a:pt x="41" y="1"/>
                    <a:pt x="4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2" name="Freeform 281">
              <a:extLst>
                <a:ext uri="{FF2B5EF4-FFF2-40B4-BE49-F238E27FC236}">
                  <a16:creationId xmlns:a16="http://schemas.microsoft.com/office/drawing/2014/main" id="{F8725C78-EA29-4BFF-8B43-E03504539BAD}"/>
                </a:ext>
              </a:extLst>
            </p:cNvPr>
            <p:cNvSpPr>
              <a:spLocks/>
            </p:cNvSpPr>
            <p:nvPr/>
          </p:nvSpPr>
          <p:spPr bwMode="auto">
            <a:xfrm>
              <a:off x="9999111" y="829023"/>
              <a:ext cx="55646" cy="55145"/>
            </a:xfrm>
            <a:custGeom>
              <a:avLst/>
              <a:gdLst>
                <a:gd name="T0" fmla="*/ 248 w 248"/>
                <a:gd name="T1" fmla="*/ 0 h 245"/>
                <a:gd name="T2" fmla="*/ 171 w 248"/>
                <a:gd name="T3" fmla="*/ 0 h 245"/>
                <a:gd name="T4" fmla="*/ 171 w 248"/>
                <a:gd name="T5" fmla="*/ 9 h 245"/>
                <a:gd name="T6" fmla="*/ 185 w 248"/>
                <a:gd name="T7" fmla="*/ 13 h 245"/>
                <a:gd name="T8" fmla="*/ 191 w 248"/>
                <a:gd name="T9" fmla="*/ 18 h 245"/>
                <a:gd name="T10" fmla="*/ 194 w 248"/>
                <a:gd name="T11" fmla="*/ 27 h 245"/>
                <a:gd name="T12" fmla="*/ 195 w 248"/>
                <a:gd name="T13" fmla="*/ 45 h 245"/>
                <a:gd name="T14" fmla="*/ 195 w 248"/>
                <a:gd name="T15" fmla="*/ 82 h 245"/>
                <a:gd name="T16" fmla="*/ 196 w 248"/>
                <a:gd name="T17" fmla="*/ 141 h 245"/>
                <a:gd name="T18" fmla="*/ 198 w 248"/>
                <a:gd name="T19" fmla="*/ 184 h 245"/>
                <a:gd name="T20" fmla="*/ 195 w 248"/>
                <a:gd name="T21" fmla="*/ 184 h 245"/>
                <a:gd name="T22" fmla="*/ 184 w 248"/>
                <a:gd name="T23" fmla="*/ 166 h 245"/>
                <a:gd name="T24" fmla="*/ 171 w 248"/>
                <a:gd name="T25" fmla="*/ 147 h 245"/>
                <a:gd name="T26" fmla="*/ 67 w 248"/>
                <a:gd name="T27" fmla="*/ 0 h 245"/>
                <a:gd name="T28" fmla="*/ 0 w 248"/>
                <a:gd name="T29" fmla="*/ 0 h 245"/>
                <a:gd name="T30" fmla="*/ 0 w 248"/>
                <a:gd name="T31" fmla="*/ 9 h 245"/>
                <a:gd name="T32" fmla="*/ 14 w 248"/>
                <a:gd name="T33" fmla="*/ 13 h 245"/>
                <a:gd name="T34" fmla="*/ 21 w 248"/>
                <a:gd name="T35" fmla="*/ 18 h 245"/>
                <a:gd name="T36" fmla="*/ 24 w 248"/>
                <a:gd name="T37" fmla="*/ 27 h 245"/>
                <a:gd name="T38" fmla="*/ 25 w 248"/>
                <a:gd name="T39" fmla="*/ 45 h 245"/>
                <a:gd name="T40" fmla="*/ 25 w 248"/>
                <a:gd name="T41" fmla="*/ 199 h 245"/>
                <a:gd name="T42" fmla="*/ 24 w 248"/>
                <a:gd name="T43" fmla="*/ 219 h 245"/>
                <a:gd name="T44" fmla="*/ 18 w 248"/>
                <a:gd name="T45" fmla="*/ 229 h 245"/>
                <a:gd name="T46" fmla="*/ 0 w 248"/>
                <a:gd name="T47" fmla="*/ 235 h 245"/>
                <a:gd name="T48" fmla="*/ 0 w 248"/>
                <a:gd name="T49" fmla="*/ 244 h 245"/>
                <a:gd name="T50" fmla="*/ 78 w 248"/>
                <a:gd name="T51" fmla="*/ 244 h 245"/>
                <a:gd name="T52" fmla="*/ 78 w 248"/>
                <a:gd name="T53" fmla="*/ 235 h 245"/>
                <a:gd name="T54" fmla="*/ 64 w 248"/>
                <a:gd name="T55" fmla="*/ 231 h 245"/>
                <a:gd name="T56" fmla="*/ 57 w 248"/>
                <a:gd name="T57" fmla="*/ 226 h 245"/>
                <a:gd name="T58" fmla="*/ 54 w 248"/>
                <a:gd name="T59" fmla="*/ 217 h 245"/>
                <a:gd name="T60" fmla="*/ 53 w 248"/>
                <a:gd name="T61" fmla="*/ 199 h 245"/>
                <a:gd name="T62" fmla="*/ 53 w 248"/>
                <a:gd name="T63" fmla="*/ 163 h 245"/>
                <a:gd name="T64" fmla="*/ 52 w 248"/>
                <a:gd name="T65" fmla="*/ 91 h 245"/>
                <a:gd name="T66" fmla="*/ 50 w 248"/>
                <a:gd name="T67" fmla="*/ 41 h 245"/>
                <a:gd name="T68" fmla="*/ 54 w 248"/>
                <a:gd name="T69" fmla="*/ 41 h 245"/>
                <a:gd name="T70" fmla="*/ 62 w 248"/>
                <a:gd name="T71" fmla="*/ 56 h 245"/>
                <a:gd name="T72" fmla="*/ 78 w 248"/>
                <a:gd name="T73" fmla="*/ 78 h 245"/>
                <a:gd name="T74" fmla="*/ 196 w 248"/>
                <a:gd name="T75" fmla="*/ 245 h 245"/>
                <a:gd name="T76" fmla="*/ 222 w 248"/>
                <a:gd name="T77" fmla="*/ 245 h 245"/>
                <a:gd name="T78" fmla="*/ 222 w 248"/>
                <a:gd name="T79" fmla="*/ 45 h 245"/>
                <a:gd name="T80" fmla="*/ 224 w 248"/>
                <a:gd name="T81" fmla="*/ 26 h 245"/>
                <a:gd name="T82" fmla="*/ 228 w 248"/>
                <a:gd name="T83" fmla="*/ 18 h 245"/>
                <a:gd name="T84" fmla="*/ 234 w 248"/>
                <a:gd name="T85" fmla="*/ 13 h 245"/>
                <a:gd name="T86" fmla="*/ 248 w 248"/>
                <a:gd name="T87" fmla="*/ 9 h 245"/>
                <a:gd name="T88" fmla="*/ 248 w 248"/>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8" h="245">
                  <a:moveTo>
                    <a:pt x="248" y="0"/>
                  </a:moveTo>
                  <a:cubicBezTo>
                    <a:pt x="171" y="0"/>
                    <a:pt x="171" y="0"/>
                    <a:pt x="171" y="0"/>
                  </a:cubicBezTo>
                  <a:cubicBezTo>
                    <a:pt x="171" y="9"/>
                    <a:pt x="171" y="9"/>
                    <a:pt x="171" y="9"/>
                  </a:cubicBezTo>
                  <a:cubicBezTo>
                    <a:pt x="178" y="10"/>
                    <a:pt x="182" y="12"/>
                    <a:pt x="185" y="13"/>
                  </a:cubicBezTo>
                  <a:cubicBezTo>
                    <a:pt x="187" y="14"/>
                    <a:pt x="189" y="16"/>
                    <a:pt x="191" y="18"/>
                  </a:cubicBezTo>
                  <a:cubicBezTo>
                    <a:pt x="192" y="20"/>
                    <a:pt x="193" y="23"/>
                    <a:pt x="194" y="27"/>
                  </a:cubicBezTo>
                  <a:cubicBezTo>
                    <a:pt x="194" y="31"/>
                    <a:pt x="195" y="37"/>
                    <a:pt x="195" y="45"/>
                  </a:cubicBezTo>
                  <a:cubicBezTo>
                    <a:pt x="195" y="82"/>
                    <a:pt x="195" y="82"/>
                    <a:pt x="195" y="82"/>
                  </a:cubicBezTo>
                  <a:cubicBezTo>
                    <a:pt x="195" y="100"/>
                    <a:pt x="195" y="119"/>
                    <a:pt x="196" y="141"/>
                  </a:cubicBezTo>
                  <a:cubicBezTo>
                    <a:pt x="196" y="163"/>
                    <a:pt x="197" y="177"/>
                    <a:pt x="198" y="184"/>
                  </a:cubicBezTo>
                  <a:cubicBezTo>
                    <a:pt x="195" y="184"/>
                    <a:pt x="195" y="184"/>
                    <a:pt x="195" y="184"/>
                  </a:cubicBezTo>
                  <a:cubicBezTo>
                    <a:pt x="191" y="178"/>
                    <a:pt x="187" y="171"/>
                    <a:pt x="184" y="166"/>
                  </a:cubicBezTo>
                  <a:cubicBezTo>
                    <a:pt x="181" y="161"/>
                    <a:pt x="176" y="155"/>
                    <a:pt x="171" y="147"/>
                  </a:cubicBezTo>
                  <a:cubicBezTo>
                    <a:pt x="67" y="0"/>
                    <a:pt x="67" y="0"/>
                    <a:pt x="67"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8" y="244"/>
                    <a:pt x="78" y="244"/>
                    <a:pt x="78" y="244"/>
                  </a:cubicBezTo>
                  <a:cubicBezTo>
                    <a:pt x="78" y="235"/>
                    <a:pt x="78" y="235"/>
                    <a:pt x="78" y="235"/>
                  </a:cubicBezTo>
                  <a:cubicBezTo>
                    <a:pt x="71" y="234"/>
                    <a:pt x="67" y="232"/>
                    <a:pt x="64" y="231"/>
                  </a:cubicBezTo>
                  <a:cubicBezTo>
                    <a:pt x="61" y="230"/>
                    <a:pt x="58" y="228"/>
                    <a:pt x="57" y="226"/>
                  </a:cubicBezTo>
                  <a:cubicBezTo>
                    <a:pt x="56" y="223"/>
                    <a:pt x="54" y="221"/>
                    <a:pt x="54" y="217"/>
                  </a:cubicBezTo>
                  <a:cubicBezTo>
                    <a:pt x="53" y="213"/>
                    <a:pt x="53" y="207"/>
                    <a:pt x="53" y="199"/>
                  </a:cubicBezTo>
                  <a:cubicBezTo>
                    <a:pt x="53" y="163"/>
                    <a:pt x="53" y="163"/>
                    <a:pt x="53" y="163"/>
                  </a:cubicBezTo>
                  <a:cubicBezTo>
                    <a:pt x="53" y="139"/>
                    <a:pt x="53" y="115"/>
                    <a:pt x="52" y="91"/>
                  </a:cubicBezTo>
                  <a:cubicBezTo>
                    <a:pt x="52" y="67"/>
                    <a:pt x="51" y="51"/>
                    <a:pt x="50" y="41"/>
                  </a:cubicBezTo>
                  <a:cubicBezTo>
                    <a:pt x="54" y="41"/>
                    <a:pt x="54" y="41"/>
                    <a:pt x="54" y="41"/>
                  </a:cubicBezTo>
                  <a:cubicBezTo>
                    <a:pt x="56" y="46"/>
                    <a:pt x="59" y="51"/>
                    <a:pt x="62" y="56"/>
                  </a:cubicBezTo>
                  <a:cubicBezTo>
                    <a:pt x="66" y="60"/>
                    <a:pt x="71" y="68"/>
                    <a:pt x="78" y="78"/>
                  </a:cubicBezTo>
                  <a:cubicBezTo>
                    <a:pt x="196" y="245"/>
                    <a:pt x="196" y="245"/>
                    <a:pt x="196" y="245"/>
                  </a:cubicBezTo>
                  <a:cubicBezTo>
                    <a:pt x="222" y="245"/>
                    <a:pt x="222" y="245"/>
                    <a:pt x="222" y="245"/>
                  </a:cubicBezTo>
                  <a:cubicBezTo>
                    <a:pt x="222" y="45"/>
                    <a:pt x="222" y="45"/>
                    <a:pt x="222" y="45"/>
                  </a:cubicBezTo>
                  <a:cubicBezTo>
                    <a:pt x="222" y="36"/>
                    <a:pt x="223" y="30"/>
                    <a:pt x="224" y="26"/>
                  </a:cubicBezTo>
                  <a:cubicBezTo>
                    <a:pt x="225" y="22"/>
                    <a:pt x="226" y="19"/>
                    <a:pt x="228" y="18"/>
                  </a:cubicBezTo>
                  <a:cubicBezTo>
                    <a:pt x="229" y="16"/>
                    <a:pt x="231" y="14"/>
                    <a:pt x="234" y="13"/>
                  </a:cubicBezTo>
                  <a:cubicBezTo>
                    <a:pt x="237" y="12"/>
                    <a:pt x="241" y="10"/>
                    <a:pt x="248" y="9"/>
                  </a:cubicBezTo>
                  <a:cubicBezTo>
                    <a:pt x="248" y="0"/>
                    <a:pt x="248" y="0"/>
                    <a:pt x="24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3" name="Freeform 282">
              <a:extLst>
                <a:ext uri="{FF2B5EF4-FFF2-40B4-BE49-F238E27FC236}">
                  <a16:creationId xmlns:a16="http://schemas.microsoft.com/office/drawing/2014/main" id="{0D6AA547-9927-492B-BEE7-2C903C091D4C}"/>
                </a:ext>
              </a:extLst>
            </p:cNvPr>
            <p:cNvSpPr>
              <a:spLocks noEditPoints="1"/>
            </p:cNvSpPr>
            <p:nvPr/>
          </p:nvSpPr>
          <p:spPr bwMode="auto">
            <a:xfrm>
              <a:off x="10060272" y="828272"/>
              <a:ext cx="59406" cy="55646"/>
            </a:xfrm>
            <a:custGeom>
              <a:avLst/>
              <a:gdLst>
                <a:gd name="T0" fmla="*/ 86 w 265"/>
                <a:gd name="T1" fmla="*/ 151 h 247"/>
                <a:gd name="T2" fmla="*/ 135 w 265"/>
                <a:gd name="T3" fmla="*/ 35 h 247"/>
                <a:gd name="T4" fmla="*/ 175 w 265"/>
                <a:gd name="T5" fmla="*/ 151 h 247"/>
                <a:gd name="T6" fmla="*/ 86 w 265"/>
                <a:gd name="T7" fmla="*/ 151 h 247"/>
                <a:gd name="T8" fmla="*/ 160 w 265"/>
                <a:gd name="T9" fmla="*/ 0 h 247"/>
                <a:gd name="T10" fmla="*/ 126 w 265"/>
                <a:gd name="T11" fmla="*/ 0 h 247"/>
                <a:gd name="T12" fmla="*/ 38 w 265"/>
                <a:gd name="T13" fmla="*/ 198 h 247"/>
                <a:gd name="T14" fmla="*/ 21 w 265"/>
                <a:gd name="T15" fmla="*/ 227 h 247"/>
                <a:gd name="T16" fmla="*/ 0 w 265"/>
                <a:gd name="T17" fmla="*/ 238 h 247"/>
                <a:gd name="T18" fmla="*/ 0 w 265"/>
                <a:gd name="T19" fmla="*/ 247 h 247"/>
                <a:gd name="T20" fmla="*/ 91 w 265"/>
                <a:gd name="T21" fmla="*/ 247 h 247"/>
                <a:gd name="T22" fmla="*/ 91 w 265"/>
                <a:gd name="T23" fmla="*/ 238 h 247"/>
                <a:gd name="T24" fmla="*/ 71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2 w 265"/>
                <a:gd name="T39" fmla="*/ 205 h 247"/>
                <a:gd name="T40" fmla="*/ 193 w 265"/>
                <a:gd name="T41" fmla="*/ 218 h 247"/>
                <a:gd name="T42" fmla="*/ 191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1 w 265"/>
                <a:gd name="T57" fmla="*/ 221 h 247"/>
                <a:gd name="T58" fmla="*/ 232 w 265"/>
                <a:gd name="T59" fmla="*/ 200 h 247"/>
                <a:gd name="T60" fmla="*/ 160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5" y="35"/>
                    <a:pt x="135" y="35"/>
                    <a:pt x="135" y="35"/>
                  </a:cubicBezTo>
                  <a:cubicBezTo>
                    <a:pt x="175" y="151"/>
                    <a:pt x="175" y="151"/>
                    <a:pt x="175" y="151"/>
                  </a:cubicBezTo>
                  <a:cubicBezTo>
                    <a:pt x="86" y="151"/>
                    <a:pt x="86" y="151"/>
                    <a:pt x="86" y="151"/>
                  </a:cubicBezTo>
                  <a:moveTo>
                    <a:pt x="160" y="0"/>
                  </a:moveTo>
                  <a:cubicBezTo>
                    <a:pt x="126" y="0"/>
                    <a:pt x="126" y="0"/>
                    <a:pt x="126" y="0"/>
                  </a:cubicBezTo>
                  <a:cubicBezTo>
                    <a:pt x="38" y="198"/>
                    <a:pt x="38" y="198"/>
                    <a:pt x="38" y="198"/>
                  </a:cubicBezTo>
                  <a:cubicBezTo>
                    <a:pt x="32" y="211"/>
                    <a:pt x="27" y="220"/>
                    <a:pt x="21" y="227"/>
                  </a:cubicBezTo>
                  <a:cubicBezTo>
                    <a:pt x="15" y="233"/>
                    <a:pt x="8" y="237"/>
                    <a:pt x="0" y="238"/>
                  </a:cubicBezTo>
                  <a:cubicBezTo>
                    <a:pt x="0" y="247"/>
                    <a:pt x="0" y="247"/>
                    <a:pt x="0" y="247"/>
                  </a:cubicBezTo>
                  <a:cubicBezTo>
                    <a:pt x="91" y="247"/>
                    <a:pt x="91" y="247"/>
                    <a:pt x="91" y="247"/>
                  </a:cubicBezTo>
                  <a:cubicBezTo>
                    <a:pt x="91" y="238"/>
                    <a:pt x="91" y="238"/>
                    <a:pt x="91" y="238"/>
                  </a:cubicBezTo>
                  <a:cubicBezTo>
                    <a:pt x="82" y="237"/>
                    <a:pt x="75" y="235"/>
                    <a:pt x="71" y="232"/>
                  </a:cubicBezTo>
                  <a:cubicBezTo>
                    <a:pt x="66" y="228"/>
                    <a:pt x="64" y="223"/>
                    <a:pt x="64" y="216"/>
                  </a:cubicBezTo>
                  <a:cubicBezTo>
                    <a:pt x="64" y="212"/>
                    <a:pt x="65"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1" y="200"/>
                    <a:pt x="192" y="205"/>
                  </a:cubicBezTo>
                  <a:cubicBezTo>
                    <a:pt x="193" y="210"/>
                    <a:pt x="193" y="214"/>
                    <a:pt x="193" y="218"/>
                  </a:cubicBezTo>
                  <a:cubicBezTo>
                    <a:pt x="193" y="222"/>
                    <a:pt x="193" y="226"/>
                    <a:pt x="191" y="228"/>
                  </a:cubicBezTo>
                  <a:cubicBezTo>
                    <a:pt x="189" y="231"/>
                    <a:pt x="187" y="233"/>
                    <a:pt x="183" y="234"/>
                  </a:cubicBezTo>
                  <a:cubicBezTo>
                    <a:pt x="180" y="236"/>
                    <a:pt x="174" y="237"/>
                    <a:pt x="167" y="238"/>
                  </a:cubicBezTo>
                  <a:cubicBezTo>
                    <a:pt x="167" y="247"/>
                    <a:pt x="167" y="247"/>
                    <a:pt x="167" y="247"/>
                  </a:cubicBezTo>
                  <a:cubicBezTo>
                    <a:pt x="265" y="247"/>
                    <a:pt x="265" y="247"/>
                    <a:pt x="265" y="247"/>
                  </a:cubicBezTo>
                  <a:cubicBezTo>
                    <a:pt x="265" y="238"/>
                    <a:pt x="265" y="238"/>
                    <a:pt x="265" y="238"/>
                  </a:cubicBezTo>
                  <a:cubicBezTo>
                    <a:pt x="259" y="237"/>
                    <a:pt x="254" y="235"/>
                    <a:pt x="250" y="232"/>
                  </a:cubicBezTo>
                  <a:cubicBezTo>
                    <a:pt x="246" y="230"/>
                    <a:pt x="243" y="226"/>
                    <a:pt x="241" y="221"/>
                  </a:cubicBezTo>
                  <a:cubicBezTo>
                    <a:pt x="238" y="216"/>
                    <a:pt x="235" y="209"/>
                    <a:pt x="232" y="200"/>
                  </a:cubicBezTo>
                  <a:cubicBezTo>
                    <a:pt x="160" y="0"/>
                    <a:pt x="160" y="0"/>
                    <a:pt x="16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4" name="Freeform 283">
              <a:extLst>
                <a:ext uri="{FF2B5EF4-FFF2-40B4-BE49-F238E27FC236}">
                  <a16:creationId xmlns:a16="http://schemas.microsoft.com/office/drawing/2014/main" id="{48FEBF15-0F76-49BA-B2AF-B51F2686BE13}"/>
                </a:ext>
              </a:extLst>
            </p:cNvPr>
            <p:cNvSpPr>
              <a:spLocks/>
            </p:cNvSpPr>
            <p:nvPr/>
          </p:nvSpPr>
          <p:spPr bwMode="auto">
            <a:xfrm>
              <a:off x="10126193" y="829023"/>
              <a:ext cx="55395" cy="55145"/>
            </a:xfrm>
            <a:custGeom>
              <a:avLst/>
              <a:gdLst>
                <a:gd name="T0" fmla="*/ 247 w 247"/>
                <a:gd name="T1" fmla="*/ 0 h 245"/>
                <a:gd name="T2" fmla="*/ 171 w 247"/>
                <a:gd name="T3" fmla="*/ 0 h 245"/>
                <a:gd name="T4" fmla="*/ 171 w 247"/>
                <a:gd name="T5" fmla="*/ 9 h 245"/>
                <a:gd name="T6" fmla="*/ 184 w 247"/>
                <a:gd name="T7" fmla="*/ 13 h 245"/>
                <a:gd name="T8" fmla="*/ 190 w 247"/>
                <a:gd name="T9" fmla="*/ 18 h 245"/>
                <a:gd name="T10" fmla="*/ 194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4 w 247"/>
                <a:gd name="T33" fmla="*/ 13 h 245"/>
                <a:gd name="T34" fmla="*/ 20 w 247"/>
                <a:gd name="T35" fmla="*/ 18 h 245"/>
                <a:gd name="T36" fmla="*/ 24 w 247"/>
                <a:gd name="T37" fmla="*/ 27 h 245"/>
                <a:gd name="T38" fmla="*/ 25 w 247"/>
                <a:gd name="T39" fmla="*/ 45 h 245"/>
                <a:gd name="T40" fmla="*/ 25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8 w 247"/>
                <a:gd name="T73" fmla="*/ 78 h 245"/>
                <a:gd name="T74" fmla="*/ 196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1" y="0"/>
                    <a:pt x="171" y="0"/>
                    <a:pt x="171" y="0"/>
                  </a:cubicBezTo>
                  <a:cubicBezTo>
                    <a:pt x="171" y="9"/>
                    <a:pt x="171" y="9"/>
                    <a:pt x="171" y="9"/>
                  </a:cubicBezTo>
                  <a:cubicBezTo>
                    <a:pt x="177" y="10"/>
                    <a:pt x="182" y="12"/>
                    <a:pt x="184" y="13"/>
                  </a:cubicBezTo>
                  <a:cubicBezTo>
                    <a:pt x="187" y="14"/>
                    <a:pt x="189" y="16"/>
                    <a:pt x="190" y="18"/>
                  </a:cubicBezTo>
                  <a:cubicBezTo>
                    <a:pt x="192" y="20"/>
                    <a:pt x="193" y="23"/>
                    <a:pt x="194"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0" y="227"/>
                    <a:pt x="17"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6"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1" y="51"/>
                    <a:pt x="50" y="41"/>
                  </a:cubicBezTo>
                  <a:cubicBezTo>
                    <a:pt x="53" y="41"/>
                    <a:pt x="53" y="41"/>
                    <a:pt x="53" y="41"/>
                  </a:cubicBezTo>
                  <a:cubicBezTo>
                    <a:pt x="56" y="46"/>
                    <a:pt x="59" y="51"/>
                    <a:pt x="62" y="56"/>
                  </a:cubicBezTo>
                  <a:cubicBezTo>
                    <a:pt x="65" y="60"/>
                    <a:pt x="70" y="68"/>
                    <a:pt x="78" y="78"/>
                  </a:cubicBezTo>
                  <a:cubicBezTo>
                    <a:pt x="196" y="245"/>
                    <a:pt x="196" y="245"/>
                    <a:pt x="196" y="245"/>
                  </a:cubicBezTo>
                  <a:cubicBezTo>
                    <a:pt x="222" y="245"/>
                    <a:pt x="222" y="245"/>
                    <a:pt x="222" y="245"/>
                  </a:cubicBezTo>
                  <a:cubicBezTo>
                    <a:pt x="222" y="45"/>
                    <a:pt x="222" y="45"/>
                    <a:pt x="222" y="45"/>
                  </a:cubicBezTo>
                  <a:cubicBezTo>
                    <a:pt x="222" y="36"/>
                    <a:pt x="222" y="30"/>
                    <a:pt x="223" y="26"/>
                  </a:cubicBezTo>
                  <a:cubicBezTo>
                    <a:pt x="224" y="22"/>
                    <a:pt x="226" y="19"/>
                    <a:pt x="227" y="18"/>
                  </a:cubicBezTo>
                  <a:cubicBezTo>
                    <a:pt x="229" y="16"/>
                    <a:pt x="231" y="14"/>
                    <a:pt x="233" y="13"/>
                  </a:cubicBezTo>
                  <a:cubicBezTo>
                    <a:pt x="236" y="12"/>
                    <a:pt x="241"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5" name="Freeform 284">
              <a:extLst>
                <a:ext uri="{FF2B5EF4-FFF2-40B4-BE49-F238E27FC236}">
                  <a16:creationId xmlns:a16="http://schemas.microsoft.com/office/drawing/2014/main" id="{CDBDD334-93AE-4474-97B1-69EF83DCE9AF}"/>
                </a:ext>
              </a:extLst>
            </p:cNvPr>
            <p:cNvSpPr>
              <a:spLocks/>
            </p:cNvSpPr>
            <p:nvPr/>
          </p:nvSpPr>
          <p:spPr bwMode="auto">
            <a:xfrm>
              <a:off x="10188106" y="829023"/>
              <a:ext cx="23562" cy="70685"/>
            </a:xfrm>
            <a:custGeom>
              <a:avLst/>
              <a:gdLst>
                <a:gd name="T0" fmla="*/ 105 w 105"/>
                <a:gd name="T1" fmla="*/ 0 h 314"/>
                <a:gd name="T2" fmla="*/ 16 w 105"/>
                <a:gd name="T3" fmla="*/ 0 h 314"/>
                <a:gd name="T4" fmla="*/ 16 w 105"/>
                <a:gd name="T5" fmla="*/ 9 h 314"/>
                <a:gd name="T6" fmla="*/ 33 w 105"/>
                <a:gd name="T7" fmla="*/ 15 h 314"/>
                <a:gd name="T8" fmla="*/ 39 w 105"/>
                <a:gd name="T9" fmla="*/ 24 h 314"/>
                <a:gd name="T10" fmla="*/ 41 w 105"/>
                <a:gd name="T11" fmla="*/ 45 h 314"/>
                <a:gd name="T12" fmla="*/ 41 w 105"/>
                <a:gd name="T13" fmla="*/ 246 h 314"/>
                <a:gd name="T14" fmla="*/ 38 w 105"/>
                <a:gd name="T15" fmla="*/ 271 h 314"/>
                <a:gd name="T16" fmla="*/ 27 w 105"/>
                <a:gd name="T17" fmla="*/ 286 h 314"/>
                <a:gd name="T18" fmla="*/ 0 w 105"/>
                <a:gd name="T19" fmla="*/ 298 h 314"/>
                <a:gd name="T20" fmla="*/ 7 w 105"/>
                <a:gd name="T21" fmla="*/ 314 h 314"/>
                <a:gd name="T22" fmla="*/ 52 w 105"/>
                <a:gd name="T23" fmla="*/ 296 h 314"/>
                <a:gd name="T24" fmla="*/ 74 w 105"/>
                <a:gd name="T25" fmla="*/ 271 h 314"/>
                <a:gd name="T26" fmla="*/ 81 w 105"/>
                <a:gd name="T27" fmla="*/ 232 h 314"/>
                <a:gd name="T28" fmla="*/ 81 w 105"/>
                <a:gd name="T29" fmla="*/ 45 h 314"/>
                <a:gd name="T30" fmla="*/ 82 w 105"/>
                <a:gd name="T31" fmla="*/ 27 h 314"/>
                <a:gd name="T32" fmla="*/ 86 w 105"/>
                <a:gd name="T33" fmla="*/ 18 h 314"/>
                <a:gd name="T34" fmla="*/ 92 w 105"/>
                <a:gd name="T35" fmla="*/ 13 h 314"/>
                <a:gd name="T36" fmla="*/ 105 w 105"/>
                <a:gd name="T37" fmla="*/ 9 h 314"/>
                <a:gd name="T38" fmla="*/ 105 w 105"/>
                <a:gd name="T3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 h="314">
                  <a:moveTo>
                    <a:pt x="105" y="0"/>
                  </a:moveTo>
                  <a:cubicBezTo>
                    <a:pt x="16" y="0"/>
                    <a:pt x="16" y="0"/>
                    <a:pt x="16" y="0"/>
                  </a:cubicBezTo>
                  <a:cubicBezTo>
                    <a:pt x="16" y="9"/>
                    <a:pt x="16" y="9"/>
                    <a:pt x="16" y="9"/>
                  </a:cubicBezTo>
                  <a:cubicBezTo>
                    <a:pt x="25" y="11"/>
                    <a:pt x="31" y="13"/>
                    <a:pt x="33" y="15"/>
                  </a:cubicBezTo>
                  <a:cubicBezTo>
                    <a:pt x="36" y="17"/>
                    <a:pt x="38" y="20"/>
                    <a:pt x="39" y="24"/>
                  </a:cubicBezTo>
                  <a:cubicBezTo>
                    <a:pt x="40" y="27"/>
                    <a:pt x="41" y="34"/>
                    <a:pt x="41" y="45"/>
                  </a:cubicBezTo>
                  <a:cubicBezTo>
                    <a:pt x="41" y="246"/>
                    <a:pt x="41" y="246"/>
                    <a:pt x="41" y="246"/>
                  </a:cubicBezTo>
                  <a:cubicBezTo>
                    <a:pt x="41" y="256"/>
                    <a:pt x="40" y="264"/>
                    <a:pt x="38" y="271"/>
                  </a:cubicBezTo>
                  <a:cubicBezTo>
                    <a:pt x="36" y="277"/>
                    <a:pt x="32" y="282"/>
                    <a:pt x="27" y="286"/>
                  </a:cubicBezTo>
                  <a:cubicBezTo>
                    <a:pt x="22" y="290"/>
                    <a:pt x="13" y="294"/>
                    <a:pt x="0" y="298"/>
                  </a:cubicBezTo>
                  <a:cubicBezTo>
                    <a:pt x="7" y="314"/>
                    <a:pt x="7" y="314"/>
                    <a:pt x="7" y="314"/>
                  </a:cubicBezTo>
                  <a:cubicBezTo>
                    <a:pt x="27" y="309"/>
                    <a:pt x="41" y="303"/>
                    <a:pt x="52" y="296"/>
                  </a:cubicBezTo>
                  <a:cubicBezTo>
                    <a:pt x="62" y="290"/>
                    <a:pt x="70" y="281"/>
                    <a:pt x="74" y="271"/>
                  </a:cubicBezTo>
                  <a:cubicBezTo>
                    <a:pt x="78" y="261"/>
                    <a:pt x="81" y="248"/>
                    <a:pt x="81" y="232"/>
                  </a:cubicBezTo>
                  <a:cubicBezTo>
                    <a:pt x="81" y="45"/>
                    <a:pt x="81" y="45"/>
                    <a:pt x="81" y="45"/>
                  </a:cubicBezTo>
                  <a:cubicBezTo>
                    <a:pt x="81" y="37"/>
                    <a:pt x="81" y="31"/>
                    <a:pt x="82" y="27"/>
                  </a:cubicBezTo>
                  <a:cubicBezTo>
                    <a:pt x="83" y="23"/>
                    <a:pt x="84" y="20"/>
                    <a:pt x="86" y="18"/>
                  </a:cubicBezTo>
                  <a:cubicBezTo>
                    <a:pt x="87" y="16"/>
                    <a:pt x="89" y="14"/>
                    <a:pt x="92" y="13"/>
                  </a:cubicBezTo>
                  <a:cubicBezTo>
                    <a:pt x="95" y="12"/>
                    <a:pt x="99" y="10"/>
                    <a:pt x="105" y="9"/>
                  </a:cubicBezTo>
                  <a:cubicBezTo>
                    <a:pt x="105" y="0"/>
                    <a:pt x="105" y="0"/>
                    <a:pt x="10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6" name="Freeform 285">
              <a:extLst>
                <a:ext uri="{FF2B5EF4-FFF2-40B4-BE49-F238E27FC236}">
                  <a16:creationId xmlns:a16="http://schemas.microsoft.com/office/drawing/2014/main" id="{248E7A94-BB6A-45F0-8E4E-332542DA180C}"/>
                </a:ext>
              </a:extLst>
            </p:cNvPr>
            <p:cNvSpPr>
              <a:spLocks/>
            </p:cNvSpPr>
            <p:nvPr/>
          </p:nvSpPr>
          <p:spPr bwMode="auto">
            <a:xfrm>
              <a:off x="10222447" y="829023"/>
              <a:ext cx="20053" cy="54894"/>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4 w 89"/>
                <a:gd name="T11" fmla="*/ 27 h 244"/>
                <a:gd name="T12" fmla="*/ 25 w 89"/>
                <a:gd name="T13" fmla="*/ 45 h 244"/>
                <a:gd name="T14" fmla="*/ 25 w 89"/>
                <a:gd name="T15" fmla="*/ 199 h 244"/>
                <a:gd name="T16" fmla="*/ 23 w 89"/>
                <a:gd name="T17" fmla="*/ 219 h 244"/>
                <a:gd name="T18" fmla="*/ 18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9 w 89"/>
                <a:gd name="T31" fmla="*/ 226 h 244"/>
                <a:gd name="T32" fmla="*/ 66 w 89"/>
                <a:gd name="T33" fmla="*/ 217 h 244"/>
                <a:gd name="T34" fmla="*/ 65 w 89"/>
                <a:gd name="T35" fmla="*/ 199 h 244"/>
                <a:gd name="T36" fmla="*/ 65 w 89"/>
                <a:gd name="T37" fmla="*/ 45 h 244"/>
                <a:gd name="T38" fmla="*/ 66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1" y="227"/>
                    <a:pt x="18" y="229"/>
                  </a:cubicBezTo>
                  <a:cubicBezTo>
                    <a:pt x="15" y="231"/>
                    <a:pt x="9"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69" y="18"/>
                  </a:cubicBezTo>
                  <a:cubicBezTo>
                    <a:pt x="71" y="16"/>
                    <a:pt x="73" y="14"/>
                    <a:pt x="76" y="13"/>
                  </a:cubicBezTo>
                  <a:cubicBezTo>
                    <a:pt x="79"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7" name="Freeform 286">
              <a:extLst>
                <a:ext uri="{FF2B5EF4-FFF2-40B4-BE49-F238E27FC236}">
                  <a16:creationId xmlns:a16="http://schemas.microsoft.com/office/drawing/2014/main" id="{3E1D123A-F483-4EF5-A20B-AD235784516D}"/>
                </a:ext>
              </a:extLst>
            </p:cNvPr>
            <p:cNvSpPr>
              <a:spLocks/>
            </p:cNvSpPr>
            <p:nvPr/>
          </p:nvSpPr>
          <p:spPr bwMode="auto">
            <a:xfrm>
              <a:off x="10254029" y="829023"/>
              <a:ext cx="55395" cy="55145"/>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7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2" y="12"/>
                    <a:pt x="184" y="13"/>
                  </a:cubicBezTo>
                  <a:cubicBezTo>
                    <a:pt x="187" y="14"/>
                    <a:pt x="189" y="16"/>
                    <a:pt x="190" y="18"/>
                  </a:cubicBezTo>
                  <a:cubicBezTo>
                    <a:pt x="192" y="20"/>
                    <a:pt x="193" y="23"/>
                    <a:pt x="193"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2"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7"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0" y="51"/>
                    <a:pt x="50"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9"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8" name="Freeform 287">
              <a:extLst>
                <a:ext uri="{FF2B5EF4-FFF2-40B4-BE49-F238E27FC236}">
                  <a16:creationId xmlns:a16="http://schemas.microsoft.com/office/drawing/2014/main" id="{144989E4-8926-4CD9-8E38-27AD6C4E2013}"/>
                </a:ext>
              </a:extLst>
            </p:cNvPr>
            <p:cNvSpPr>
              <a:spLocks/>
            </p:cNvSpPr>
            <p:nvPr/>
          </p:nvSpPr>
          <p:spPr bwMode="auto">
            <a:xfrm>
              <a:off x="10320203" y="828272"/>
              <a:ext cx="50382" cy="56398"/>
            </a:xfrm>
            <a:custGeom>
              <a:avLst/>
              <a:gdLst>
                <a:gd name="T0" fmla="*/ 123 w 224"/>
                <a:gd name="T1" fmla="*/ 0 h 250"/>
                <a:gd name="T2" fmla="*/ 58 w 224"/>
                <a:gd name="T3" fmla="*/ 16 h 250"/>
                <a:gd name="T4" fmla="*/ 15 w 224"/>
                <a:gd name="T5" fmla="*/ 60 h 250"/>
                <a:gd name="T6" fmla="*/ 0 w 224"/>
                <a:gd name="T7" fmla="*/ 127 h 250"/>
                <a:gd name="T8" fmla="*/ 28 w 224"/>
                <a:gd name="T9" fmla="*/ 219 h 250"/>
                <a:gd name="T10" fmla="*/ 108 w 224"/>
                <a:gd name="T11" fmla="*/ 250 h 250"/>
                <a:gd name="T12" fmla="*/ 143 w 224"/>
                <a:gd name="T13" fmla="*/ 246 h 250"/>
                <a:gd name="T14" fmla="*/ 172 w 224"/>
                <a:gd name="T15" fmla="*/ 236 h 250"/>
                <a:gd name="T16" fmla="*/ 187 w 224"/>
                <a:gd name="T17" fmla="*/ 250 h 250"/>
                <a:gd name="T18" fmla="*/ 204 w 224"/>
                <a:gd name="T19" fmla="*/ 246 h 250"/>
                <a:gd name="T20" fmla="*/ 204 w 224"/>
                <a:gd name="T21" fmla="*/ 184 h 250"/>
                <a:gd name="T22" fmla="*/ 204 w 224"/>
                <a:gd name="T23" fmla="*/ 167 h 250"/>
                <a:gd name="T24" fmla="*/ 207 w 224"/>
                <a:gd name="T25" fmla="*/ 157 h 250"/>
                <a:gd name="T26" fmla="*/ 213 w 224"/>
                <a:gd name="T27" fmla="*/ 150 h 250"/>
                <a:gd name="T28" fmla="*/ 224 w 224"/>
                <a:gd name="T29" fmla="*/ 145 h 250"/>
                <a:gd name="T30" fmla="*/ 224 w 224"/>
                <a:gd name="T31" fmla="*/ 136 h 250"/>
                <a:gd name="T32" fmla="*/ 139 w 224"/>
                <a:gd name="T33" fmla="*/ 136 h 250"/>
                <a:gd name="T34" fmla="*/ 139 w 224"/>
                <a:gd name="T35" fmla="*/ 145 h 250"/>
                <a:gd name="T36" fmla="*/ 155 w 224"/>
                <a:gd name="T37" fmla="*/ 152 h 250"/>
                <a:gd name="T38" fmla="*/ 163 w 224"/>
                <a:gd name="T39" fmla="*/ 163 h 250"/>
                <a:gd name="T40" fmla="*/ 165 w 224"/>
                <a:gd name="T41" fmla="*/ 186 h 250"/>
                <a:gd name="T42" fmla="*/ 165 w 224"/>
                <a:gd name="T43" fmla="*/ 197 h 250"/>
                <a:gd name="T44" fmla="*/ 153 w 224"/>
                <a:gd name="T45" fmla="*/ 225 h 250"/>
                <a:gd name="T46" fmla="*/ 115 w 224"/>
                <a:gd name="T47" fmla="*/ 234 h 250"/>
                <a:gd name="T48" fmla="*/ 76 w 224"/>
                <a:gd name="T49" fmla="*/ 222 h 250"/>
                <a:gd name="T50" fmla="*/ 52 w 224"/>
                <a:gd name="T51" fmla="*/ 184 h 250"/>
                <a:gd name="T52" fmla="*/ 43 w 224"/>
                <a:gd name="T53" fmla="*/ 124 h 250"/>
                <a:gd name="T54" fmla="*/ 53 w 224"/>
                <a:gd name="T55" fmla="*/ 65 h 250"/>
                <a:gd name="T56" fmla="*/ 80 w 224"/>
                <a:gd name="T57" fmla="*/ 29 h 250"/>
                <a:gd name="T58" fmla="*/ 121 w 224"/>
                <a:gd name="T59" fmla="*/ 16 h 250"/>
                <a:gd name="T60" fmla="*/ 148 w 224"/>
                <a:gd name="T61" fmla="*/ 20 h 250"/>
                <a:gd name="T62" fmla="*/ 167 w 224"/>
                <a:gd name="T63" fmla="*/ 33 h 250"/>
                <a:gd name="T64" fmla="*/ 181 w 224"/>
                <a:gd name="T65" fmla="*/ 58 h 250"/>
                <a:gd name="T66" fmla="*/ 201 w 224"/>
                <a:gd name="T67" fmla="*/ 58 h 250"/>
                <a:gd name="T68" fmla="*/ 201 w 224"/>
                <a:gd name="T69" fmla="*/ 9 h 250"/>
                <a:gd name="T70" fmla="*/ 161 w 224"/>
                <a:gd name="T71" fmla="*/ 2 h 250"/>
                <a:gd name="T72" fmla="*/ 123 w 224"/>
                <a:gd name="T73"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4" h="250">
                  <a:moveTo>
                    <a:pt x="123" y="0"/>
                  </a:moveTo>
                  <a:cubicBezTo>
                    <a:pt x="98" y="0"/>
                    <a:pt x="76" y="5"/>
                    <a:pt x="58" y="16"/>
                  </a:cubicBezTo>
                  <a:cubicBezTo>
                    <a:pt x="39" y="26"/>
                    <a:pt x="25" y="41"/>
                    <a:pt x="15" y="60"/>
                  </a:cubicBezTo>
                  <a:cubicBezTo>
                    <a:pt x="5" y="79"/>
                    <a:pt x="0" y="101"/>
                    <a:pt x="0" y="127"/>
                  </a:cubicBezTo>
                  <a:cubicBezTo>
                    <a:pt x="0" y="168"/>
                    <a:pt x="9" y="198"/>
                    <a:pt x="28" y="219"/>
                  </a:cubicBezTo>
                  <a:cubicBezTo>
                    <a:pt x="46" y="240"/>
                    <a:pt x="72" y="250"/>
                    <a:pt x="108" y="250"/>
                  </a:cubicBezTo>
                  <a:cubicBezTo>
                    <a:pt x="121" y="250"/>
                    <a:pt x="133" y="249"/>
                    <a:pt x="143" y="246"/>
                  </a:cubicBezTo>
                  <a:cubicBezTo>
                    <a:pt x="153" y="244"/>
                    <a:pt x="162" y="241"/>
                    <a:pt x="172" y="236"/>
                  </a:cubicBezTo>
                  <a:cubicBezTo>
                    <a:pt x="187" y="250"/>
                    <a:pt x="187" y="250"/>
                    <a:pt x="187" y="250"/>
                  </a:cubicBezTo>
                  <a:cubicBezTo>
                    <a:pt x="204" y="246"/>
                    <a:pt x="204" y="246"/>
                    <a:pt x="204" y="246"/>
                  </a:cubicBezTo>
                  <a:cubicBezTo>
                    <a:pt x="204" y="184"/>
                    <a:pt x="204" y="184"/>
                    <a:pt x="204" y="184"/>
                  </a:cubicBezTo>
                  <a:cubicBezTo>
                    <a:pt x="204" y="177"/>
                    <a:pt x="204" y="171"/>
                    <a:pt x="204" y="167"/>
                  </a:cubicBezTo>
                  <a:cubicBezTo>
                    <a:pt x="205" y="163"/>
                    <a:pt x="206" y="160"/>
                    <a:pt x="207" y="157"/>
                  </a:cubicBezTo>
                  <a:cubicBezTo>
                    <a:pt x="208" y="154"/>
                    <a:pt x="210" y="152"/>
                    <a:pt x="213" y="150"/>
                  </a:cubicBezTo>
                  <a:cubicBezTo>
                    <a:pt x="216" y="148"/>
                    <a:pt x="219" y="147"/>
                    <a:pt x="224" y="145"/>
                  </a:cubicBezTo>
                  <a:cubicBezTo>
                    <a:pt x="224" y="136"/>
                    <a:pt x="224" y="136"/>
                    <a:pt x="224" y="136"/>
                  </a:cubicBezTo>
                  <a:cubicBezTo>
                    <a:pt x="139" y="136"/>
                    <a:pt x="139" y="136"/>
                    <a:pt x="139" y="136"/>
                  </a:cubicBezTo>
                  <a:cubicBezTo>
                    <a:pt x="139" y="145"/>
                    <a:pt x="139" y="145"/>
                    <a:pt x="139" y="145"/>
                  </a:cubicBezTo>
                  <a:cubicBezTo>
                    <a:pt x="146" y="147"/>
                    <a:pt x="152" y="149"/>
                    <a:pt x="155" y="152"/>
                  </a:cubicBezTo>
                  <a:cubicBezTo>
                    <a:pt x="159" y="154"/>
                    <a:pt x="161" y="158"/>
                    <a:pt x="163" y="163"/>
                  </a:cubicBezTo>
                  <a:cubicBezTo>
                    <a:pt x="164" y="167"/>
                    <a:pt x="165" y="175"/>
                    <a:pt x="165" y="186"/>
                  </a:cubicBezTo>
                  <a:cubicBezTo>
                    <a:pt x="165" y="197"/>
                    <a:pt x="165" y="197"/>
                    <a:pt x="165" y="197"/>
                  </a:cubicBezTo>
                  <a:cubicBezTo>
                    <a:pt x="165" y="209"/>
                    <a:pt x="161" y="219"/>
                    <a:pt x="153" y="225"/>
                  </a:cubicBezTo>
                  <a:cubicBezTo>
                    <a:pt x="144" y="231"/>
                    <a:pt x="132" y="234"/>
                    <a:pt x="115" y="234"/>
                  </a:cubicBezTo>
                  <a:cubicBezTo>
                    <a:pt x="100" y="234"/>
                    <a:pt x="87" y="230"/>
                    <a:pt x="76" y="222"/>
                  </a:cubicBezTo>
                  <a:cubicBezTo>
                    <a:pt x="65" y="213"/>
                    <a:pt x="57" y="201"/>
                    <a:pt x="52" y="184"/>
                  </a:cubicBezTo>
                  <a:cubicBezTo>
                    <a:pt x="46" y="168"/>
                    <a:pt x="43" y="148"/>
                    <a:pt x="43" y="124"/>
                  </a:cubicBezTo>
                  <a:cubicBezTo>
                    <a:pt x="43" y="101"/>
                    <a:pt x="47" y="82"/>
                    <a:pt x="53" y="65"/>
                  </a:cubicBezTo>
                  <a:cubicBezTo>
                    <a:pt x="60" y="49"/>
                    <a:pt x="69" y="37"/>
                    <a:pt x="80" y="29"/>
                  </a:cubicBezTo>
                  <a:cubicBezTo>
                    <a:pt x="92" y="20"/>
                    <a:pt x="105" y="16"/>
                    <a:pt x="121" y="16"/>
                  </a:cubicBezTo>
                  <a:cubicBezTo>
                    <a:pt x="132" y="16"/>
                    <a:pt x="141" y="17"/>
                    <a:pt x="148" y="20"/>
                  </a:cubicBezTo>
                  <a:cubicBezTo>
                    <a:pt x="155" y="22"/>
                    <a:pt x="162" y="27"/>
                    <a:pt x="167" y="33"/>
                  </a:cubicBezTo>
                  <a:cubicBezTo>
                    <a:pt x="172" y="39"/>
                    <a:pt x="177" y="47"/>
                    <a:pt x="181" y="58"/>
                  </a:cubicBezTo>
                  <a:cubicBezTo>
                    <a:pt x="201" y="58"/>
                    <a:pt x="201" y="58"/>
                    <a:pt x="201" y="58"/>
                  </a:cubicBezTo>
                  <a:cubicBezTo>
                    <a:pt x="201" y="9"/>
                    <a:pt x="201" y="9"/>
                    <a:pt x="201" y="9"/>
                  </a:cubicBezTo>
                  <a:cubicBezTo>
                    <a:pt x="187" y="6"/>
                    <a:pt x="173" y="3"/>
                    <a:pt x="161" y="2"/>
                  </a:cubicBezTo>
                  <a:cubicBezTo>
                    <a:pt x="149" y="1"/>
                    <a:pt x="136" y="0"/>
                    <a:pt x="12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9" name="Freeform 288">
              <a:extLst>
                <a:ext uri="{FF2B5EF4-FFF2-40B4-BE49-F238E27FC236}">
                  <a16:creationId xmlns:a16="http://schemas.microsoft.com/office/drawing/2014/main" id="{2A23B524-BD70-49E8-97C1-396FA56E1658}"/>
                </a:ext>
              </a:extLst>
            </p:cNvPr>
            <p:cNvSpPr>
              <a:spLocks/>
            </p:cNvSpPr>
            <p:nvPr/>
          </p:nvSpPr>
          <p:spPr bwMode="auto">
            <a:xfrm>
              <a:off x="10408936" y="829023"/>
              <a:ext cx="68179" cy="54894"/>
            </a:xfrm>
            <a:custGeom>
              <a:avLst/>
              <a:gdLst>
                <a:gd name="T0" fmla="*/ 304 w 304"/>
                <a:gd name="T1" fmla="*/ 0 h 244"/>
                <a:gd name="T2" fmla="*/ 232 w 304"/>
                <a:gd name="T3" fmla="*/ 0 h 244"/>
                <a:gd name="T4" fmla="*/ 150 w 304"/>
                <a:gd name="T5" fmla="*/ 174 h 244"/>
                <a:gd name="T6" fmla="*/ 76 w 304"/>
                <a:gd name="T7" fmla="*/ 0 h 244"/>
                <a:gd name="T8" fmla="*/ 0 w 304"/>
                <a:gd name="T9" fmla="*/ 0 h 244"/>
                <a:gd name="T10" fmla="*/ 0 w 304"/>
                <a:gd name="T11" fmla="*/ 9 h 244"/>
                <a:gd name="T12" fmla="*/ 14 w 304"/>
                <a:gd name="T13" fmla="*/ 13 h 244"/>
                <a:gd name="T14" fmla="*/ 21 w 304"/>
                <a:gd name="T15" fmla="*/ 18 h 244"/>
                <a:gd name="T16" fmla="*/ 24 w 304"/>
                <a:gd name="T17" fmla="*/ 27 h 244"/>
                <a:gd name="T18" fmla="*/ 25 w 304"/>
                <a:gd name="T19" fmla="*/ 45 h 244"/>
                <a:gd name="T20" fmla="*/ 25 w 304"/>
                <a:gd name="T21" fmla="*/ 199 h 244"/>
                <a:gd name="T22" fmla="*/ 24 w 304"/>
                <a:gd name="T23" fmla="*/ 219 h 244"/>
                <a:gd name="T24" fmla="*/ 18 w 304"/>
                <a:gd name="T25" fmla="*/ 229 h 244"/>
                <a:gd name="T26" fmla="*/ 0 w 304"/>
                <a:gd name="T27" fmla="*/ 235 h 244"/>
                <a:gd name="T28" fmla="*/ 0 w 304"/>
                <a:gd name="T29" fmla="*/ 244 h 244"/>
                <a:gd name="T30" fmla="*/ 77 w 304"/>
                <a:gd name="T31" fmla="*/ 244 h 244"/>
                <a:gd name="T32" fmla="*/ 77 w 304"/>
                <a:gd name="T33" fmla="*/ 235 h 244"/>
                <a:gd name="T34" fmla="*/ 64 w 304"/>
                <a:gd name="T35" fmla="*/ 231 h 244"/>
                <a:gd name="T36" fmla="*/ 57 w 304"/>
                <a:gd name="T37" fmla="*/ 226 h 244"/>
                <a:gd name="T38" fmla="*/ 54 w 304"/>
                <a:gd name="T39" fmla="*/ 217 h 244"/>
                <a:gd name="T40" fmla="*/ 53 w 304"/>
                <a:gd name="T41" fmla="*/ 199 h 244"/>
                <a:gd name="T42" fmla="*/ 53 w 304"/>
                <a:gd name="T43" fmla="*/ 134 h 244"/>
                <a:gd name="T44" fmla="*/ 52 w 304"/>
                <a:gd name="T45" fmla="*/ 75 h 244"/>
                <a:gd name="T46" fmla="*/ 50 w 304"/>
                <a:gd name="T47" fmla="*/ 36 h 244"/>
                <a:gd name="T48" fmla="*/ 53 w 304"/>
                <a:gd name="T49" fmla="*/ 36 h 244"/>
                <a:gd name="T50" fmla="*/ 131 w 304"/>
                <a:gd name="T51" fmla="*/ 216 h 244"/>
                <a:gd name="T52" fmla="*/ 156 w 304"/>
                <a:gd name="T53" fmla="*/ 216 h 244"/>
                <a:gd name="T54" fmla="*/ 240 w 304"/>
                <a:gd name="T55" fmla="*/ 39 h 244"/>
                <a:gd name="T56" fmla="*/ 243 w 304"/>
                <a:gd name="T57" fmla="*/ 39 h 244"/>
                <a:gd name="T58" fmla="*/ 241 w 304"/>
                <a:gd name="T59" fmla="*/ 76 h 244"/>
                <a:gd name="T60" fmla="*/ 240 w 304"/>
                <a:gd name="T61" fmla="*/ 131 h 244"/>
                <a:gd name="T62" fmla="*/ 240 w 304"/>
                <a:gd name="T63" fmla="*/ 199 h 244"/>
                <a:gd name="T64" fmla="*/ 239 w 304"/>
                <a:gd name="T65" fmla="*/ 220 h 244"/>
                <a:gd name="T66" fmla="*/ 232 w 304"/>
                <a:gd name="T67" fmla="*/ 230 h 244"/>
                <a:gd name="T68" fmla="*/ 215 w 304"/>
                <a:gd name="T69" fmla="*/ 235 h 244"/>
                <a:gd name="T70" fmla="*/ 215 w 304"/>
                <a:gd name="T71" fmla="*/ 244 h 244"/>
                <a:gd name="T72" fmla="*/ 304 w 304"/>
                <a:gd name="T73" fmla="*/ 244 h 244"/>
                <a:gd name="T74" fmla="*/ 304 w 304"/>
                <a:gd name="T75" fmla="*/ 235 h 244"/>
                <a:gd name="T76" fmla="*/ 289 w 304"/>
                <a:gd name="T77" fmla="*/ 231 h 244"/>
                <a:gd name="T78" fmla="*/ 283 w 304"/>
                <a:gd name="T79" fmla="*/ 226 h 244"/>
                <a:gd name="T80" fmla="*/ 280 w 304"/>
                <a:gd name="T81" fmla="*/ 217 h 244"/>
                <a:gd name="T82" fmla="*/ 279 w 304"/>
                <a:gd name="T83" fmla="*/ 199 h 244"/>
                <a:gd name="T84" fmla="*/ 279 w 304"/>
                <a:gd name="T85" fmla="*/ 45 h 244"/>
                <a:gd name="T86" fmla="*/ 280 w 304"/>
                <a:gd name="T87" fmla="*/ 27 h 244"/>
                <a:gd name="T88" fmla="*/ 284 w 304"/>
                <a:gd name="T89" fmla="*/ 18 h 244"/>
                <a:gd name="T90" fmla="*/ 290 w 304"/>
                <a:gd name="T91" fmla="*/ 13 h 244"/>
                <a:gd name="T92" fmla="*/ 304 w 304"/>
                <a:gd name="T93" fmla="*/ 9 h 244"/>
                <a:gd name="T94" fmla="*/ 304 w 304"/>
                <a:gd name="T9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4" h="244">
                  <a:moveTo>
                    <a:pt x="304" y="0"/>
                  </a:moveTo>
                  <a:cubicBezTo>
                    <a:pt x="232" y="0"/>
                    <a:pt x="232" y="0"/>
                    <a:pt x="232" y="0"/>
                  </a:cubicBezTo>
                  <a:cubicBezTo>
                    <a:pt x="150" y="174"/>
                    <a:pt x="150" y="174"/>
                    <a:pt x="150" y="174"/>
                  </a:cubicBezTo>
                  <a:cubicBezTo>
                    <a:pt x="76" y="0"/>
                    <a:pt x="76" y="0"/>
                    <a:pt x="76"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4" y="231"/>
                  </a:cubicBezTo>
                  <a:cubicBezTo>
                    <a:pt x="61" y="230"/>
                    <a:pt x="58" y="228"/>
                    <a:pt x="57" y="226"/>
                  </a:cubicBezTo>
                  <a:cubicBezTo>
                    <a:pt x="56" y="223"/>
                    <a:pt x="54" y="221"/>
                    <a:pt x="54" y="217"/>
                  </a:cubicBezTo>
                  <a:cubicBezTo>
                    <a:pt x="53" y="213"/>
                    <a:pt x="53" y="207"/>
                    <a:pt x="53" y="199"/>
                  </a:cubicBezTo>
                  <a:cubicBezTo>
                    <a:pt x="53" y="134"/>
                    <a:pt x="53" y="134"/>
                    <a:pt x="53" y="134"/>
                  </a:cubicBezTo>
                  <a:cubicBezTo>
                    <a:pt x="53" y="114"/>
                    <a:pt x="52" y="94"/>
                    <a:pt x="52" y="75"/>
                  </a:cubicBezTo>
                  <a:cubicBezTo>
                    <a:pt x="51" y="56"/>
                    <a:pt x="51" y="43"/>
                    <a:pt x="50" y="36"/>
                  </a:cubicBezTo>
                  <a:cubicBezTo>
                    <a:pt x="53" y="36"/>
                    <a:pt x="53" y="36"/>
                    <a:pt x="53" y="36"/>
                  </a:cubicBezTo>
                  <a:cubicBezTo>
                    <a:pt x="131" y="216"/>
                    <a:pt x="131" y="216"/>
                    <a:pt x="131" y="216"/>
                  </a:cubicBezTo>
                  <a:cubicBezTo>
                    <a:pt x="156" y="216"/>
                    <a:pt x="156" y="216"/>
                    <a:pt x="156" y="216"/>
                  </a:cubicBezTo>
                  <a:cubicBezTo>
                    <a:pt x="240" y="39"/>
                    <a:pt x="240" y="39"/>
                    <a:pt x="240" y="39"/>
                  </a:cubicBezTo>
                  <a:cubicBezTo>
                    <a:pt x="243" y="39"/>
                    <a:pt x="243" y="39"/>
                    <a:pt x="243" y="39"/>
                  </a:cubicBezTo>
                  <a:cubicBezTo>
                    <a:pt x="242" y="45"/>
                    <a:pt x="242" y="58"/>
                    <a:pt x="241" y="76"/>
                  </a:cubicBezTo>
                  <a:cubicBezTo>
                    <a:pt x="240" y="95"/>
                    <a:pt x="240" y="113"/>
                    <a:pt x="240" y="131"/>
                  </a:cubicBezTo>
                  <a:cubicBezTo>
                    <a:pt x="240" y="199"/>
                    <a:pt x="240" y="199"/>
                    <a:pt x="240" y="199"/>
                  </a:cubicBezTo>
                  <a:cubicBezTo>
                    <a:pt x="240" y="209"/>
                    <a:pt x="239" y="216"/>
                    <a:pt x="239" y="220"/>
                  </a:cubicBezTo>
                  <a:cubicBezTo>
                    <a:pt x="237" y="224"/>
                    <a:pt x="235" y="227"/>
                    <a:pt x="232" y="230"/>
                  </a:cubicBezTo>
                  <a:cubicBezTo>
                    <a:pt x="229" y="232"/>
                    <a:pt x="223" y="234"/>
                    <a:pt x="215" y="235"/>
                  </a:cubicBezTo>
                  <a:cubicBezTo>
                    <a:pt x="215" y="244"/>
                    <a:pt x="215" y="244"/>
                    <a:pt x="215" y="244"/>
                  </a:cubicBezTo>
                  <a:cubicBezTo>
                    <a:pt x="304" y="244"/>
                    <a:pt x="304" y="244"/>
                    <a:pt x="304" y="244"/>
                  </a:cubicBezTo>
                  <a:cubicBezTo>
                    <a:pt x="304" y="235"/>
                    <a:pt x="304" y="235"/>
                    <a:pt x="304" y="235"/>
                  </a:cubicBezTo>
                  <a:cubicBezTo>
                    <a:pt x="297" y="234"/>
                    <a:pt x="292" y="232"/>
                    <a:pt x="289" y="231"/>
                  </a:cubicBezTo>
                  <a:cubicBezTo>
                    <a:pt x="287" y="230"/>
                    <a:pt x="284" y="228"/>
                    <a:pt x="283" y="226"/>
                  </a:cubicBezTo>
                  <a:cubicBezTo>
                    <a:pt x="282" y="223"/>
                    <a:pt x="280" y="221"/>
                    <a:pt x="280" y="217"/>
                  </a:cubicBezTo>
                  <a:cubicBezTo>
                    <a:pt x="279" y="213"/>
                    <a:pt x="279" y="207"/>
                    <a:pt x="279" y="199"/>
                  </a:cubicBezTo>
                  <a:cubicBezTo>
                    <a:pt x="279" y="45"/>
                    <a:pt x="279" y="45"/>
                    <a:pt x="279" y="45"/>
                  </a:cubicBezTo>
                  <a:cubicBezTo>
                    <a:pt x="279" y="37"/>
                    <a:pt x="279" y="31"/>
                    <a:pt x="280" y="27"/>
                  </a:cubicBezTo>
                  <a:cubicBezTo>
                    <a:pt x="281" y="23"/>
                    <a:pt x="282" y="20"/>
                    <a:pt x="284" y="18"/>
                  </a:cubicBezTo>
                  <a:cubicBezTo>
                    <a:pt x="285" y="16"/>
                    <a:pt x="287" y="14"/>
                    <a:pt x="290" y="13"/>
                  </a:cubicBezTo>
                  <a:cubicBezTo>
                    <a:pt x="293" y="12"/>
                    <a:pt x="297" y="10"/>
                    <a:pt x="304" y="9"/>
                  </a:cubicBezTo>
                  <a:cubicBezTo>
                    <a:pt x="304" y="0"/>
                    <a:pt x="304" y="0"/>
                    <a:pt x="3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0" name="Freeform 289">
              <a:extLst>
                <a:ext uri="{FF2B5EF4-FFF2-40B4-BE49-F238E27FC236}">
                  <a16:creationId xmlns:a16="http://schemas.microsoft.com/office/drawing/2014/main" id="{A9575708-21BC-4C54-BC12-46F77890C4B4}"/>
                </a:ext>
              </a:extLst>
            </p:cNvPr>
            <p:cNvSpPr>
              <a:spLocks/>
            </p:cNvSpPr>
            <p:nvPr/>
          </p:nvSpPr>
          <p:spPr bwMode="auto">
            <a:xfrm>
              <a:off x="10488645" y="829023"/>
              <a:ext cx="44868" cy="54894"/>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3 w 200"/>
                <a:gd name="T17" fmla="*/ 219 h 244"/>
                <a:gd name="T18" fmla="*/ 17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2 w 200"/>
                <a:gd name="T31" fmla="*/ 200 h 244"/>
                <a:gd name="T32" fmla="*/ 166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5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6" y="189"/>
                    <a:pt x="174" y="196"/>
                    <a:pt x="172" y="200"/>
                  </a:cubicBezTo>
                  <a:cubicBezTo>
                    <a:pt x="171" y="204"/>
                    <a:pt x="169" y="208"/>
                    <a:pt x="166" y="212"/>
                  </a:cubicBezTo>
                  <a:cubicBezTo>
                    <a:pt x="164" y="216"/>
                    <a:pt x="161" y="219"/>
                    <a:pt x="158" y="222"/>
                  </a:cubicBezTo>
                  <a:cubicBezTo>
                    <a:pt x="155" y="224"/>
                    <a:pt x="151"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6" y="125"/>
                    <a:pt x="121"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5" y="17"/>
                  </a:cubicBezTo>
                  <a:cubicBezTo>
                    <a:pt x="149" y="18"/>
                    <a:pt x="153" y="19"/>
                    <a:pt x="156" y="21"/>
                  </a:cubicBezTo>
                  <a:cubicBezTo>
                    <a:pt x="159" y="22"/>
                    <a:pt x="161" y="25"/>
                    <a:pt x="164" y="28"/>
                  </a:cubicBezTo>
                  <a:cubicBezTo>
                    <a:pt x="166" y="31"/>
                    <a:pt x="168"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1" name="Freeform 290">
              <a:extLst>
                <a:ext uri="{FF2B5EF4-FFF2-40B4-BE49-F238E27FC236}">
                  <a16:creationId xmlns:a16="http://schemas.microsoft.com/office/drawing/2014/main" id="{5666E107-BAC0-45BD-A8A1-C263F7A1BCFA}"/>
                </a:ext>
              </a:extLst>
            </p:cNvPr>
            <p:cNvSpPr>
              <a:spLocks noEditPoints="1"/>
            </p:cNvSpPr>
            <p:nvPr/>
          </p:nvSpPr>
          <p:spPr bwMode="auto">
            <a:xfrm>
              <a:off x="10544541" y="829023"/>
              <a:ext cx="53139" cy="54894"/>
            </a:xfrm>
            <a:custGeom>
              <a:avLst/>
              <a:gdLst>
                <a:gd name="T0" fmla="*/ 90 w 237"/>
                <a:gd name="T1" fmla="*/ 228 h 244"/>
                <a:gd name="T2" fmla="*/ 65 w 237"/>
                <a:gd name="T3" fmla="*/ 227 h 244"/>
                <a:gd name="T4" fmla="*/ 65 w 237"/>
                <a:gd name="T5" fmla="*/ 16 h 244"/>
                <a:gd name="T6" fmla="*/ 92 w 237"/>
                <a:gd name="T7" fmla="*/ 16 h 244"/>
                <a:gd name="T8" fmla="*/ 146 w 237"/>
                <a:gd name="T9" fmla="*/ 26 h 244"/>
                <a:gd name="T10" fmla="*/ 181 w 237"/>
                <a:gd name="T11" fmla="*/ 60 h 244"/>
                <a:gd name="T12" fmla="*/ 193 w 237"/>
                <a:gd name="T13" fmla="*/ 120 h 244"/>
                <a:gd name="T14" fmla="*/ 191 w 237"/>
                <a:gd name="T15" fmla="*/ 153 h 244"/>
                <a:gd name="T16" fmla="*/ 182 w 237"/>
                <a:gd name="T17" fmla="*/ 181 h 244"/>
                <a:gd name="T18" fmla="*/ 168 w 237"/>
                <a:gd name="T19" fmla="*/ 203 h 244"/>
                <a:gd name="T20" fmla="*/ 147 w 237"/>
                <a:gd name="T21" fmla="*/ 218 h 244"/>
                <a:gd name="T22" fmla="*/ 122 w 237"/>
                <a:gd name="T23" fmla="*/ 226 h 244"/>
                <a:gd name="T24" fmla="*/ 90 w 237"/>
                <a:gd name="T25" fmla="*/ 228 h 244"/>
                <a:gd name="T26" fmla="*/ 93 w 237"/>
                <a:gd name="T27" fmla="*/ 0 h 244"/>
                <a:gd name="T28" fmla="*/ 0 w 237"/>
                <a:gd name="T29" fmla="*/ 0 h 244"/>
                <a:gd name="T30" fmla="*/ 0 w 237"/>
                <a:gd name="T31" fmla="*/ 9 h 244"/>
                <a:gd name="T32" fmla="*/ 14 w 237"/>
                <a:gd name="T33" fmla="*/ 13 h 244"/>
                <a:gd name="T34" fmla="*/ 21 w 237"/>
                <a:gd name="T35" fmla="*/ 18 h 244"/>
                <a:gd name="T36" fmla="*/ 24 w 237"/>
                <a:gd name="T37" fmla="*/ 27 h 244"/>
                <a:gd name="T38" fmla="*/ 25 w 237"/>
                <a:gd name="T39" fmla="*/ 45 h 244"/>
                <a:gd name="T40" fmla="*/ 25 w 237"/>
                <a:gd name="T41" fmla="*/ 199 h 244"/>
                <a:gd name="T42" fmla="*/ 24 w 237"/>
                <a:gd name="T43" fmla="*/ 217 h 244"/>
                <a:gd name="T44" fmla="*/ 21 w 237"/>
                <a:gd name="T45" fmla="*/ 226 h 244"/>
                <a:gd name="T46" fmla="*/ 14 w 237"/>
                <a:gd name="T47" fmla="*/ 231 h 244"/>
                <a:gd name="T48" fmla="*/ 0 w 237"/>
                <a:gd name="T49" fmla="*/ 235 h 244"/>
                <a:gd name="T50" fmla="*/ 0 w 237"/>
                <a:gd name="T51" fmla="*/ 244 h 244"/>
                <a:gd name="T52" fmla="*/ 77 w 237"/>
                <a:gd name="T53" fmla="*/ 244 h 244"/>
                <a:gd name="T54" fmla="*/ 134 w 237"/>
                <a:gd name="T55" fmla="*/ 241 h 244"/>
                <a:gd name="T56" fmla="*/ 171 w 237"/>
                <a:gd name="T57" fmla="*/ 231 h 244"/>
                <a:gd name="T58" fmla="*/ 205 w 237"/>
                <a:gd name="T59" fmla="*/ 208 h 244"/>
                <a:gd name="T60" fmla="*/ 228 w 237"/>
                <a:gd name="T61" fmla="*/ 170 h 244"/>
                <a:gd name="T62" fmla="*/ 237 w 237"/>
                <a:gd name="T63" fmla="*/ 117 h 244"/>
                <a:gd name="T64" fmla="*/ 228 w 237"/>
                <a:gd name="T65" fmla="*/ 65 h 244"/>
                <a:gd name="T66" fmla="*/ 202 w 237"/>
                <a:gd name="T67" fmla="*/ 29 h 244"/>
                <a:gd name="T68" fmla="*/ 158 w 237"/>
                <a:gd name="T69" fmla="*/ 8 h 244"/>
                <a:gd name="T70" fmla="*/ 93 w 237"/>
                <a:gd name="T7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244">
                  <a:moveTo>
                    <a:pt x="90" y="228"/>
                  </a:moveTo>
                  <a:cubicBezTo>
                    <a:pt x="79" y="228"/>
                    <a:pt x="70" y="228"/>
                    <a:pt x="65" y="227"/>
                  </a:cubicBezTo>
                  <a:cubicBezTo>
                    <a:pt x="65" y="16"/>
                    <a:pt x="65" y="16"/>
                    <a:pt x="65" y="16"/>
                  </a:cubicBezTo>
                  <a:cubicBezTo>
                    <a:pt x="73" y="16"/>
                    <a:pt x="83" y="16"/>
                    <a:pt x="92" y="16"/>
                  </a:cubicBezTo>
                  <a:cubicBezTo>
                    <a:pt x="113" y="16"/>
                    <a:pt x="131" y="19"/>
                    <a:pt x="146" y="26"/>
                  </a:cubicBezTo>
                  <a:cubicBezTo>
                    <a:pt x="161" y="34"/>
                    <a:pt x="173" y="45"/>
                    <a:pt x="181" y="60"/>
                  </a:cubicBezTo>
                  <a:cubicBezTo>
                    <a:pt x="189" y="76"/>
                    <a:pt x="193" y="96"/>
                    <a:pt x="193" y="120"/>
                  </a:cubicBezTo>
                  <a:cubicBezTo>
                    <a:pt x="193" y="132"/>
                    <a:pt x="192" y="143"/>
                    <a:pt x="191" y="153"/>
                  </a:cubicBezTo>
                  <a:cubicBezTo>
                    <a:pt x="189" y="163"/>
                    <a:pt x="186" y="173"/>
                    <a:pt x="182" y="181"/>
                  </a:cubicBezTo>
                  <a:cubicBezTo>
                    <a:pt x="179" y="189"/>
                    <a:pt x="174" y="196"/>
                    <a:pt x="168" y="203"/>
                  </a:cubicBezTo>
                  <a:cubicBezTo>
                    <a:pt x="162" y="209"/>
                    <a:pt x="155" y="214"/>
                    <a:pt x="147" y="218"/>
                  </a:cubicBezTo>
                  <a:cubicBezTo>
                    <a:pt x="139" y="221"/>
                    <a:pt x="131" y="224"/>
                    <a:pt x="122" y="226"/>
                  </a:cubicBezTo>
                  <a:cubicBezTo>
                    <a:pt x="112" y="227"/>
                    <a:pt x="102" y="228"/>
                    <a:pt x="90" y="228"/>
                  </a:cubicBezTo>
                  <a:moveTo>
                    <a:pt x="93"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0"/>
                    <a:pt x="25" y="36"/>
                    <a:pt x="25" y="45"/>
                  </a:cubicBezTo>
                  <a:cubicBezTo>
                    <a:pt x="25" y="199"/>
                    <a:pt x="25" y="199"/>
                    <a:pt x="25" y="199"/>
                  </a:cubicBezTo>
                  <a:cubicBezTo>
                    <a:pt x="25" y="208"/>
                    <a:pt x="25" y="214"/>
                    <a:pt x="24" y="217"/>
                  </a:cubicBezTo>
                  <a:cubicBezTo>
                    <a:pt x="23" y="221"/>
                    <a:pt x="22" y="224"/>
                    <a:pt x="21" y="226"/>
                  </a:cubicBezTo>
                  <a:cubicBezTo>
                    <a:pt x="19" y="228"/>
                    <a:pt x="17" y="230"/>
                    <a:pt x="14" y="231"/>
                  </a:cubicBezTo>
                  <a:cubicBezTo>
                    <a:pt x="11" y="233"/>
                    <a:pt x="7" y="234"/>
                    <a:pt x="0" y="235"/>
                  </a:cubicBezTo>
                  <a:cubicBezTo>
                    <a:pt x="0" y="244"/>
                    <a:pt x="0" y="244"/>
                    <a:pt x="0" y="244"/>
                  </a:cubicBezTo>
                  <a:cubicBezTo>
                    <a:pt x="77" y="244"/>
                    <a:pt x="77" y="244"/>
                    <a:pt x="77" y="244"/>
                  </a:cubicBezTo>
                  <a:cubicBezTo>
                    <a:pt x="100" y="244"/>
                    <a:pt x="119" y="243"/>
                    <a:pt x="134" y="241"/>
                  </a:cubicBezTo>
                  <a:cubicBezTo>
                    <a:pt x="148" y="239"/>
                    <a:pt x="160" y="236"/>
                    <a:pt x="171" y="231"/>
                  </a:cubicBezTo>
                  <a:cubicBezTo>
                    <a:pt x="185" y="225"/>
                    <a:pt x="195" y="218"/>
                    <a:pt x="205" y="208"/>
                  </a:cubicBezTo>
                  <a:cubicBezTo>
                    <a:pt x="215" y="198"/>
                    <a:pt x="223" y="185"/>
                    <a:pt x="228" y="170"/>
                  </a:cubicBezTo>
                  <a:cubicBezTo>
                    <a:pt x="234" y="155"/>
                    <a:pt x="237" y="137"/>
                    <a:pt x="237" y="117"/>
                  </a:cubicBezTo>
                  <a:cubicBezTo>
                    <a:pt x="237" y="97"/>
                    <a:pt x="234" y="80"/>
                    <a:pt x="228" y="65"/>
                  </a:cubicBezTo>
                  <a:cubicBezTo>
                    <a:pt x="222" y="51"/>
                    <a:pt x="213" y="39"/>
                    <a:pt x="202" y="29"/>
                  </a:cubicBezTo>
                  <a:cubicBezTo>
                    <a:pt x="190" y="20"/>
                    <a:pt x="175" y="13"/>
                    <a:pt x="158" y="8"/>
                  </a:cubicBezTo>
                  <a:cubicBezTo>
                    <a:pt x="141" y="3"/>
                    <a:pt x="120" y="0"/>
                    <a:pt x="9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2" name="Freeform 291">
              <a:extLst>
                <a:ext uri="{FF2B5EF4-FFF2-40B4-BE49-F238E27FC236}">
                  <a16:creationId xmlns:a16="http://schemas.microsoft.com/office/drawing/2014/main" id="{98FA8848-67B6-41E3-B327-D092A856937A}"/>
                </a:ext>
              </a:extLst>
            </p:cNvPr>
            <p:cNvSpPr>
              <a:spLocks/>
            </p:cNvSpPr>
            <p:nvPr/>
          </p:nvSpPr>
          <p:spPr bwMode="auto">
            <a:xfrm>
              <a:off x="10609211" y="829023"/>
              <a:ext cx="20053" cy="54894"/>
            </a:xfrm>
            <a:custGeom>
              <a:avLst/>
              <a:gdLst>
                <a:gd name="T0" fmla="*/ 89 w 89"/>
                <a:gd name="T1" fmla="*/ 0 h 244"/>
                <a:gd name="T2" fmla="*/ 0 w 89"/>
                <a:gd name="T3" fmla="*/ 0 h 244"/>
                <a:gd name="T4" fmla="*/ 0 w 89"/>
                <a:gd name="T5" fmla="*/ 9 h 244"/>
                <a:gd name="T6" fmla="*/ 13 w 89"/>
                <a:gd name="T7" fmla="*/ 13 h 244"/>
                <a:gd name="T8" fmla="*/ 20 w 89"/>
                <a:gd name="T9" fmla="*/ 18 h 244"/>
                <a:gd name="T10" fmla="*/ 23 w 89"/>
                <a:gd name="T11" fmla="*/ 27 h 244"/>
                <a:gd name="T12" fmla="*/ 24 w 89"/>
                <a:gd name="T13" fmla="*/ 45 h 244"/>
                <a:gd name="T14" fmla="*/ 24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5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3" y="13"/>
                  </a:cubicBezTo>
                  <a:cubicBezTo>
                    <a:pt x="16" y="14"/>
                    <a:pt x="18" y="16"/>
                    <a:pt x="20" y="18"/>
                  </a:cubicBezTo>
                  <a:cubicBezTo>
                    <a:pt x="21" y="20"/>
                    <a:pt x="22"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2" y="234"/>
                    <a:pt x="78" y="232"/>
                    <a:pt x="75" y="231"/>
                  </a:cubicBezTo>
                  <a:cubicBezTo>
                    <a:pt x="72" y="230"/>
                    <a:pt x="70" y="228"/>
                    <a:pt x="68" y="226"/>
                  </a:cubicBezTo>
                  <a:cubicBezTo>
                    <a:pt x="67" y="223"/>
                    <a:pt x="66" y="221"/>
                    <a:pt x="65" y="217"/>
                  </a:cubicBezTo>
                  <a:cubicBezTo>
                    <a:pt x="64" y="213"/>
                    <a:pt x="64" y="207"/>
                    <a:pt x="64" y="199"/>
                  </a:cubicBezTo>
                  <a:cubicBezTo>
                    <a:pt x="64" y="45"/>
                    <a:pt x="64" y="45"/>
                    <a:pt x="64" y="45"/>
                  </a:cubicBezTo>
                  <a:cubicBezTo>
                    <a:pt x="64" y="37"/>
                    <a:pt x="64" y="31"/>
                    <a:pt x="65" y="27"/>
                  </a:cubicBezTo>
                  <a:cubicBezTo>
                    <a:pt x="66" y="23"/>
                    <a:pt x="67" y="20"/>
                    <a:pt x="69" y="18"/>
                  </a:cubicBezTo>
                  <a:cubicBezTo>
                    <a:pt x="71" y="16"/>
                    <a:pt x="73" y="14"/>
                    <a:pt x="75"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3" name="Freeform 292">
              <a:extLst>
                <a:ext uri="{FF2B5EF4-FFF2-40B4-BE49-F238E27FC236}">
                  <a16:creationId xmlns:a16="http://schemas.microsoft.com/office/drawing/2014/main" id="{CC31BDE9-031F-4A5E-A5C1-E61AD29DBCCE}"/>
                </a:ext>
              </a:extLst>
            </p:cNvPr>
            <p:cNvSpPr>
              <a:spLocks/>
            </p:cNvSpPr>
            <p:nvPr/>
          </p:nvSpPr>
          <p:spPr bwMode="auto">
            <a:xfrm>
              <a:off x="10640544" y="828272"/>
              <a:ext cx="43866" cy="56398"/>
            </a:xfrm>
            <a:custGeom>
              <a:avLst/>
              <a:gdLst>
                <a:gd name="T0" fmla="*/ 122 w 195"/>
                <a:gd name="T1" fmla="*/ 0 h 250"/>
                <a:gd name="T2" fmla="*/ 56 w 195"/>
                <a:gd name="T3" fmla="*/ 16 h 250"/>
                <a:gd name="T4" fmla="*/ 14 w 195"/>
                <a:gd name="T5" fmla="*/ 60 h 250"/>
                <a:gd name="T6" fmla="*/ 0 w 195"/>
                <a:gd name="T7" fmla="*/ 128 h 250"/>
                <a:gd name="T8" fmla="*/ 27 w 195"/>
                <a:gd name="T9" fmla="*/ 219 h 250"/>
                <a:gd name="T10" fmla="*/ 109 w 195"/>
                <a:gd name="T11" fmla="*/ 250 h 250"/>
                <a:gd name="T12" fmla="*/ 155 w 195"/>
                <a:gd name="T13" fmla="*/ 248 h 250"/>
                <a:gd name="T14" fmla="*/ 195 w 195"/>
                <a:gd name="T15" fmla="*/ 241 h 250"/>
                <a:gd name="T16" fmla="*/ 195 w 195"/>
                <a:gd name="T17" fmla="*/ 190 h 250"/>
                <a:gd name="T18" fmla="*/ 174 w 195"/>
                <a:gd name="T19" fmla="*/ 190 h 250"/>
                <a:gd name="T20" fmla="*/ 160 w 195"/>
                <a:gd name="T21" fmla="*/ 217 h 250"/>
                <a:gd name="T22" fmla="*/ 141 w 195"/>
                <a:gd name="T23" fmla="*/ 230 h 250"/>
                <a:gd name="T24" fmla="*/ 113 w 195"/>
                <a:gd name="T25" fmla="*/ 234 h 250"/>
                <a:gd name="T26" fmla="*/ 74 w 195"/>
                <a:gd name="T27" fmla="*/ 222 h 250"/>
                <a:gd name="T28" fmla="*/ 51 w 195"/>
                <a:gd name="T29" fmla="*/ 184 h 250"/>
                <a:gd name="T30" fmla="*/ 42 w 195"/>
                <a:gd name="T31" fmla="*/ 124 h 250"/>
                <a:gd name="T32" fmla="*/ 52 w 195"/>
                <a:gd name="T33" fmla="*/ 65 h 250"/>
                <a:gd name="T34" fmla="*/ 79 w 195"/>
                <a:gd name="T35" fmla="*/ 28 h 250"/>
                <a:gd name="T36" fmla="*/ 118 w 195"/>
                <a:gd name="T37" fmla="*/ 16 h 250"/>
                <a:gd name="T38" fmla="*/ 143 w 195"/>
                <a:gd name="T39" fmla="*/ 20 h 250"/>
                <a:gd name="T40" fmla="*/ 161 w 195"/>
                <a:gd name="T41" fmla="*/ 33 h 250"/>
                <a:gd name="T42" fmla="*/ 174 w 195"/>
                <a:gd name="T43" fmla="*/ 58 h 250"/>
                <a:gd name="T44" fmla="*/ 195 w 195"/>
                <a:gd name="T45" fmla="*/ 58 h 250"/>
                <a:gd name="T46" fmla="*/ 195 w 195"/>
                <a:gd name="T47" fmla="*/ 8 h 250"/>
                <a:gd name="T48" fmla="*/ 158 w 195"/>
                <a:gd name="T49" fmla="*/ 2 h 250"/>
                <a:gd name="T50" fmla="*/ 122 w 195"/>
                <a:gd name="T51"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5" h="250">
                  <a:moveTo>
                    <a:pt x="122" y="0"/>
                  </a:moveTo>
                  <a:cubicBezTo>
                    <a:pt x="97" y="0"/>
                    <a:pt x="75" y="6"/>
                    <a:pt x="56" y="16"/>
                  </a:cubicBezTo>
                  <a:cubicBezTo>
                    <a:pt x="37" y="27"/>
                    <a:pt x="23" y="41"/>
                    <a:pt x="14" y="60"/>
                  </a:cubicBezTo>
                  <a:cubicBezTo>
                    <a:pt x="4" y="80"/>
                    <a:pt x="0" y="102"/>
                    <a:pt x="0" y="128"/>
                  </a:cubicBezTo>
                  <a:cubicBezTo>
                    <a:pt x="0" y="168"/>
                    <a:pt x="9" y="199"/>
                    <a:pt x="27" y="219"/>
                  </a:cubicBezTo>
                  <a:cubicBezTo>
                    <a:pt x="45" y="240"/>
                    <a:pt x="73" y="250"/>
                    <a:pt x="109" y="250"/>
                  </a:cubicBezTo>
                  <a:cubicBezTo>
                    <a:pt x="125" y="250"/>
                    <a:pt x="140" y="249"/>
                    <a:pt x="155" y="248"/>
                  </a:cubicBezTo>
                  <a:cubicBezTo>
                    <a:pt x="168" y="246"/>
                    <a:pt x="182" y="244"/>
                    <a:pt x="195" y="241"/>
                  </a:cubicBezTo>
                  <a:cubicBezTo>
                    <a:pt x="195" y="190"/>
                    <a:pt x="195" y="190"/>
                    <a:pt x="195" y="190"/>
                  </a:cubicBezTo>
                  <a:cubicBezTo>
                    <a:pt x="174" y="190"/>
                    <a:pt x="174" y="190"/>
                    <a:pt x="174" y="190"/>
                  </a:cubicBezTo>
                  <a:cubicBezTo>
                    <a:pt x="170" y="202"/>
                    <a:pt x="165" y="211"/>
                    <a:pt x="160" y="217"/>
                  </a:cubicBezTo>
                  <a:cubicBezTo>
                    <a:pt x="155" y="223"/>
                    <a:pt x="149" y="227"/>
                    <a:pt x="141" y="230"/>
                  </a:cubicBezTo>
                  <a:cubicBezTo>
                    <a:pt x="134" y="233"/>
                    <a:pt x="124" y="234"/>
                    <a:pt x="113" y="234"/>
                  </a:cubicBezTo>
                  <a:cubicBezTo>
                    <a:pt x="98" y="234"/>
                    <a:pt x="85" y="230"/>
                    <a:pt x="74" y="222"/>
                  </a:cubicBezTo>
                  <a:cubicBezTo>
                    <a:pt x="64" y="213"/>
                    <a:pt x="56" y="201"/>
                    <a:pt x="51" y="184"/>
                  </a:cubicBezTo>
                  <a:cubicBezTo>
                    <a:pt x="45" y="168"/>
                    <a:pt x="42" y="148"/>
                    <a:pt x="42" y="124"/>
                  </a:cubicBezTo>
                  <a:cubicBezTo>
                    <a:pt x="42" y="101"/>
                    <a:pt x="46" y="81"/>
                    <a:pt x="52" y="65"/>
                  </a:cubicBezTo>
                  <a:cubicBezTo>
                    <a:pt x="59" y="49"/>
                    <a:pt x="68" y="36"/>
                    <a:pt x="79" y="28"/>
                  </a:cubicBezTo>
                  <a:cubicBezTo>
                    <a:pt x="90" y="20"/>
                    <a:pt x="104" y="16"/>
                    <a:pt x="118" y="16"/>
                  </a:cubicBezTo>
                  <a:cubicBezTo>
                    <a:pt x="128" y="16"/>
                    <a:pt x="136" y="17"/>
                    <a:pt x="143" y="20"/>
                  </a:cubicBezTo>
                  <a:cubicBezTo>
                    <a:pt x="150" y="23"/>
                    <a:pt x="156" y="27"/>
                    <a:pt x="161" y="33"/>
                  </a:cubicBezTo>
                  <a:cubicBezTo>
                    <a:pt x="166" y="39"/>
                    <a:pt x="171" y="47"/>
                    <a:pt x="174" y="58"/>
                  </a:cubicBezTo>
                  <a:cubicBezTo>
                    <a:pt x="195" y="58"/>
                    <a:pt x="195" y="58"/>
                    <a:pt x="195" y="58"/>
                  </a:cubicBezTo>
                  <a:cubicBezTo>
                    <a:pt x="195" y="8"/>
                    <a:pt x="195" y="8"/>
                    <a:pt x="195" y="8"/>
                  </a:cubicBezTo>
                  <a:cubicBezTo>
                    <a:pt x="181" y="5"/>
                    <a:pt x="169" y="3"/>
                    <a:pt x="158" y="2"/>
                  </a:cubicBezTo>
                  <a:cubicBezTo>
                    <a:pt x="147" y="1"/>
                    <a:pt x="135" y="0"/>
                    <a:pt x="12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4" name="Freeform 293">
              <a:extLst>
                <a:ext uri="{FF2B5EF4-FFF2-40B4-BE49-F238E27FC236}">
                  <a16:creationId xmlns:a16="http://schemas.microsoft.com/office/drawing/2014/main" id="{DA263056-D0BD-4D73-9321-8E3CBE133021}"/>
                </a:ext>
              </a:extLst>
            </p:cNvPr>
            <p:cNvSpPr>
              <a:spLocks noEditPoints="1"/>
            </p:cNvSpPr>
            <p:nvPr/>
          </p:nvSpPr>
          <p:spPr bwMode="auto">
            <a:xfrm>
              <a:off x="10689923" y="828272"/>
              <a:ext cx="59656" cy="55646"/>
            </a:xfrm>
            <a:custGeom>
              <a:avLst/>
              <a:gdLst>
                <a:gd name="T0" fmla="*/ 86 w 265"/>
                <a:gd name="T1" fmla="*/ 151 h 247"/>
                <a:gd name="T2" fmla="*/ 134 w 265"/>
                <a:gd name="T3" fmla="*/ 35 h 247"/>
                <a:gd name="T4" fmla="*/ 174 w 265"/>
                <a:gd name="T5" fmla="*/ 151 h 247"/>
                <a:gd name="T6" fmla="*/ 86 w 265"/>
                <a:gd name="T7" fmla="*/ 151 h 247"/>
                <a:gd name="T8" fmla="*/ 159 w 265"/>
                <a:gd name="T9" fmla="*/ 0 h 247"/>
                <a:gd name="T10" fmla="*/ 126 w 265"/>
                <a:gd name="T11" fmla="*/ 0 h 247"/>
                <a:gd name="T12" fmla="*/ 37 w 265"/>
                <a:gd name="T13" fmla="*/ 198 h 247"/>
                <a:gd name="T14" fmla="*/ 20 w 265"/>
                <a:gd name="T15" fmla="*/ 227 h 247"/>
                <a:gd name="T16" fmla="*/ 0 w 265"/>
                <a:gd name="T17" fmla="*/ 238 h 247"/>
                <a:gd name="T18" fmla="*/ 0 w 265"/>
                <a:gd name="T19" fmla="*/ 247 h 247"/>
                <a:gd name="T20" fmla="*/ 90 w 265"/>
                <a:gd name="T21" fmla="*/ 247 h 247"/>
                <a:gd name="T22" fmla="*/ 90 w 265"/>
                <a:gd name="T23" fmla="*/ 238 h 247"/>
                <a:gd name="T24" fmla="*/ 70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1 w 265"/>
                <a:gd name="T39" fmla="*/ 205 h 247"/>
                <a:gd name="T40" fmla="*/ 193 w 265"/>
                <a:gd name="T41" fmla="*/ 218 h 247"/>
                <a:gd name="T42" fmla="*/ 190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0 w 265"/>
                <a:gd name="T57" fmla="*/ 221 h 247"/>
                <a:gd name="T58" fmla="*/ 231 w 265"/>
                <a:gd name="T59" fmla="*/ 200 h 247"/>
                <a:gd name="T60" fmla="*/ 159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4" y="35"/>
                    <a:pt x="134" y="35"/>
                    <a:pt x="134" y="35"/>
                  </a:cubicBezTo>
                  <a:cubicBezTo>
                    <a:pt x="174" y="151"/>
                    <a:pt x="174" y="151"/>
                    <a:pt x="174" y="151"/>
                  </a:cubicBezTo>
                  <a:cubicBezTo>
                    <a:pt x="86" y="151"/>
                    <a:pt x="86" y="151"/>
                    <a:pt x="86" y="151"/>
                  </a:cubicBezTo>
                  <a:moveTo>
                    <a:pt x="159" y="0"/>
                  </a:moveTo>
                  <a:cubicBezTo>
                    <a:pt x="126" y="0"/>
                    <a:pt x="126" y="0"/>
                    <a:pt x="126" y="0"/>
                  </a:cubicBezTo>
                  <a:cubicBezTo>
                    <a:pt x="37" y="198"/>
                    <a:pt x="37" y="198"/>
                    <a:pt x="37" y="198"/>
                  </a:cubicBezTo>
                  <a:cubicBezTo>
                    <a:pt x="32" y="211"/>
                    <a:pt x="26" y="220"/>
                    <a:pt x="20" y="227"/>
                  </a:cubicBezTo>
                  <a:cubicBezTo>
                    <a:pt x="15" y="233"/>
                    <a:pt x="8" y="237"/>
                    <a:pt x="0" y="238"/>
                  </a:cubicBezTo>
                  <a:cubicBezTo>
                    <a:pt x="0" y="247"/>
                    <a:pt x="0" y="247"/>
                    <a:pt x="0" y="247"/>
                  </a:cubicBezTo>
                  <a:cubicBezTo>
                    <a:pt x="90" y="247"/>
                    <a:pt x="90" y="247"/>
                    <a:pt x="90" y="247"/>
                  </a:cubicBezTo>
                  <a:cubicBezTo>
                    <a:pt x="90" y="238"/>
                    <a:pt x="90" y="238"/>
                    <a:pt x="90" y="238"/>
                  </a:cubicBezTo>
                  <a:cubicBezTo>
                    <a:pt x="81" y="237"/>
                    <a:pt x="75" y="235"/>
                    <a:pt x="70" y="232"/>
                  </a:cubicBezTo>
                  <a:cubicBezTo>
                    <a:pt x="66" y="228"/>
                    <a:pt x="64" y="223"/>
                    <a:pt x="64" y="216"/>
                  </a:cubicBezTo>
                  <a:cubicBezTo>
                    <a:pt x="64" y="212"/>
                    <a:pt x="64"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0" y="200"/>
                    <a:pt x="191" y="205"/>
                  </a:cubicBezTo>
                  <a:cubicBezTo>
                    <a:pt x="193" y="210"/>
                    <a:pt x="193" y="214"/>
                    <a:pt x="193" y="218"/>
                  </a:cubicBezTo>
                  <a:cubicBezTo>
                    <a:pt x="193" y="222"/>
                    <a:pt x="192" y="226"/>
                    <a:pt x="190" y="228"/>
                  </a:cubicBezTo>
                  <a:cubicBezTo>
                    <a:pt x="189" y="231"/>
                    <a:pt x="186" y="233"/>
                    <a:pt x="183" y="234"/>
                  </a:cubicBezTo>
                  <a:cubicBezTo>
                    <a:pt x="179" y="236"/>
                    <a:pt x="174" y="237"/>
                    <a:pt x="167" y="238"/>
                  </a:cubicBezTo>
                  <a:cubicBezTo>
                    <a:pt x="167" y="247"/>
                    <a:pt x="167" y="247"/>
                    <a:pt x="167" y="247"/>
                  </a:cubicBezTo>
                  <a:cubicBezTo>
                    <a:pt x="265" y="247"/>
                    <a:pt x="265" y="247"/>
                    <a:pt x="265" y="247"/>
                  </a:cubicBezTo>
                  <a:cubicBezTo>
                    <a:pt x="265" y="238"/>
                    <a:pt x="265" y="238"/>
                    <a:pt x="265" y="238"/>
                  </a:cubicBezTo>
                  <a:cubicBezTo>
                    <a:pt x="258" y="237"/>
                    <a:pt x="253" y="235"/>
                    <a:pt x="250" y="232"/>
                  </a:cubicBezTo>
                  <a:cubicBezTo>
                    <a:pt x="246" y="230"/>
                    <a:pt x="243" y="226"/>
                    <a:pt x="240" y="221"/>
                  </a:cubicBezTo>
                  <a:cubicBezTo>
                    <a:pt x="238" y="216"/>
                    <a:pt x="235" y="209"/>
                    <a:pt x="231" y="200"/>
                  </a:cubicBezTo>
                  <a:cubicBezTo>
                    <a:pt x="159" y="0"/>
                    <a:pt x="159" y="0"/>
                    <a:pt x="1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5" name="Freeform 294">
              <a:extLst>
                <a:ext uri="{FF2B5EF4-FFF2-40B4-BE49-F238E27FC236}">
                  <a16:creationId xmlns:a16="http://schemas.microsoft.com/office/drawing/2014/main" id="{24EF628C-E50D-47D9-8E28-C30F93EB6130}"/>
                </a:ext>
              </a:extLst>
            </p:cNvPr>
            <p:cNvSpPr>
              <a:spLocks/>
            </p:cNvSpPr>
            <p:nvPr/>
          </p:nvSpPr>
          <p:spPr bwMode="auto">
            <a:xfrm>
              <a:off x="10756097" y="829023"/>
              <a:ext cx="43615" cy="54894"/>
            </a:xfrm>
            <a:custGeom>
              <a:avLst/>
              <a:gdLst>
                <a:gd name="T0" fmla="*/ 90 w 195"/>
                <a:gd name="T1" fmla="*/ 0 h 244"/>
                <a:gd name="T2" fmla="*/ 0 w 195"/>
                <a:gd name="T3" fmla="*/ 0 h 244"/>
                <a:gd name="T4" fmla="*/ 0 w 195"/>
                <a:gd name="T5" fmla="*/ 9 h 244"/>
                <a:gd name="T6" fmla="*/ 14 w 195"/>
                <a:gd name="T7" fmla="*/ 13 h 244"/>
                <a:gd name="T8" fmla="*/ 21 w 195"/>
                <a:gd name="T9" fmla="*/ 18 h 244"/>
                <a:gd name="T10" fmla="*/ 24 w 195"/>
                <a:gd name="T11" fmla="*/ 27 h 244"/>
                <a:gd name="T12" fmla="*/ 25 w 195"/>
                <a:gd name="T13" fmla="*/ 45 h 244"/>
                <a:gd name="T14" fmla="*/ 25 w 195"/>
                <a:gd name="T15" fmla="*/ 199 h 244"/>
                <a:gd name="T16" fmla="*/ 24 w 195"/>
                <a:gd name="T17" fmla="*/ 219 h 244"/>
                <a:gd name="T18" fmla="*/ 18 w 195"/>
                <a:gd name="T19" fmla="*/ 229 h 244"/>
                <a:gd name="T20" fmla="*/ 0 w 195"/>
                <a:gd name="T21" fmla="*/ 235 h 244"/>
                <a:gd name="T22" fmla="*/ 0 w 195"/>
                <a:gd name="T23" fmla="*/ 244 h 244"/>
                <a:gd name="T24" fmla="*/ 191 w 195"/>
                <a:gd name="T25" fmla="*/ 244 h 244"/>
                <a:gd name="T26" fmla="*/ 195 w 195"/>
                <a:gd name="T27" fmla="*/ 172 h 244"/>
                <a:gd name="T28" fmla="*/ 174 w 195"/>
                <a:gd name="T29" fmla="*/ 172 h 244"/>
                <a:gd name="T30" fmla="*/ 167 w 195"/>
                <a:gd name="T31" fmla="*/ 197 h 244"/>
                <a:gd name="T32" fmla="*/ 160 w 195"/>
                <a:gd name="T33" fmla="*/ 210 h 244"/>
                <a:gd name="T34" fmla="*/ 154 w 195"/>
                <a:gd name="T35" fmla="*/ 219 h 244"/>
                <a:gd name="T36" fmla="*/ 146 w 195"/>
                <a:gd name="T37" fmla="*/ 224 h 244"/>
                <a:gd name="T38" fmla="*/ 135 w 195"/>
                <a:gd name="T39" fmla="*/ 227 h 244"/>
                <a:gd name="T40" fmla="*/ 120 w 195"/>
                <a:gd name="T41" fmla="*/ 228 h 244"/>
                <a:gd name="T42" fmla="*/ 65 w 195"/>
                <a:gd name="T43" fmla="*/ 228 h 244"/>
                <a:gd name="T44" fmla="*/ 65 w 195"/>
                <a:gd name="T45" fmla="*/ 45 h 244"/>
                <a:gd name="T46" fmla="*/ 66 w 195"/>
                <a:gd name="T47" fmla="*/ 26 h 244"/>
                <a:gd name="T48" fmla="*/ 70 w 195"/>
                <a:gd name="T49" fmla="*/ 17 h 244"/>
                <a:gd name="T50" fmla="*/ 76 w 195"/>
                <a:gd name="T51" fmla="*/ 13 h 244"/>
                <a:gd name="T52" fmla="*/ 90 w 195"/>
                <a:gd name="T53" fmla="*/ 9 h 244"/>
                <a:gd name="T54" fmla="*/ 90 w 195"/>
                <a:gd name="T5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5" h="244">
                  <a:moveTo>
                    <a:pt x="90"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1" y="244"/>
                    <a:pt x="191" y="244"/>
                    <a:pt x="191" y="244"/>
                  </a:cubicBezTo>
                  <a:cubicBezTo>
                    <a:pt x="195" y="172"/>
                    <a:pt x="195" y="172"/>
                    <a:pt x="195" y="172"/>
                  </a:cubicBezTo>
                  <a:cubicBezTo>
                    <a:pt x="174" y="172"/>
                    <a:pt x="174" y="172"/>
                    <a:pt x="174" y="172"/>
                  </a:cubicBezTo>
                  <a:cubicBezTo>
                    <a:pt x="171" y="183"/>
                    <a:pt x="169" y="191"/>
                    <a:pt x="167" y="197"/>
                  </a:cubicBezTo>
                  <a:cubicBezTo>
                    <a:pt x="165" y="202"/>
                    <a:pt x="163" y="207"/>
                    <a:pt x="160" y="210"/>
                  </a:cubicBezTo>
                  <a:cubicBezTo>
                    <a:pt x="159" y="214"/>
                    <a:pt x="156" y="217"/>
                    <a:pt x="154" y="219"/>
                  </a:cubicBezTo>
                  <a:cubicBezTo>
                    <a:pt x="152" y="221"/>
                    <a:pt x="149" y="223"/>
                    <a:pt x="146" y="224"/>
                  </a:cubicBezTo>
                  <a:cubicBezTo>
                    <a:pt x="143" y="225"/>
                    <a:pt x="140" y="226"/>
                    <a:pt x="135" y="227"/>
                  </a:cubicBezTo>
                  <a:cubicBezTo>
                    <a:pt x="131" y="227"/>
                    <a:pt x="126" y="228"/>
                    <a:pt x="120" y="228"/>
                  </a:cubicBezTo>
                  <a:cubicBezTo>
                    <a:pt x="65" y="228"/>
                    <a:pt x="65" y="228"/>
                    <a:pt x="65" y="228"/>
                  </a:cubicBezTo>
                  <a:cubicBezTo>
                    <a:pt x="65" y="45"/>
                    <a:pt x="65" y="45"/>
                    <a:pt x="65" y="45"/>
                  </a:cubicBezTo>
                  <a:cubicBezTo>
                    <a:pt x="65" y="36"/>
                    <a:pt x="65" y="30"/>
                    <a:pt x="66" y="26"/>
                  </a:cubicBezTo>
                  <a:cubicBezTo>
                    <a:pt x="67" y="22"/>
                    <a:pt x="68" y="19"/>
                    <a:pt x="70" y="17"/>
                  </a:cubicBezTo>
                  <a:cubicBezTo>
                    <a:pt x="72" y="15"/>
                    <a:pt x="74"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6" name="Freeform 295">
              <a:extLst>
                <a:ext uri="{FF2B5EF4-FFF2-40B4-BE49-F238E27FC236}">
                  <a16:creationId xmlns:a16="http://schemas.microsoft.com/office/drawing/2014/main" id="{FA97783A-8EB0-4782-B07C-0F2B7A9DAEFB}"/>
                </a:ext>
              </a:extLst>
            </p:cNvPr>
            <p:cNvSpPr>
              <a:spLocks/>
            </p:cNvSpPr>
            <p:nvPr/>
          </p:nvSpPr>
          <p:spPr bwMode="auto">
            <a:xfrm>
              <a:off x="10836056" y="829023"/>
              <a:ext cx="54894" cy="55646"/>
            </a:xfrm>
            <a:custGeom>
              <a:avLst/>
              <a:gdLst>
                <a:gd name="T0" fmla="*/ 244 w 244"/>
                <a:gd name="T1" fmla="*/ 0 h 247"/>
                <a:gd name="T2" fmla="*/ 159 w 244"/>
                <a:gd name="T3" fmla="*/ 0 h 247"/>
                <a:gd name="T4" fmla="*/ 159 w 244"/>
                <a:gd name="T5" fmla="*/ 9 h 247"/>
                <a:gd name="T6" fmla="*/ 176 w 244"/>
                <a:gd name="T7" fmla="*/ 15 h 247"/>
                <a:gd name="T8" fmla="*/ 182 w 244"/>
                <a:gd name="T9" fmla="*/ 24 h 247"/>
                <a:gd name="T10" fmla="*/ 184 w 244"/>
                <a:gd name="T11" fmla="*/ 45 h 247"/>
                <a:gd name="T12" fmla="*/ 184 w 244"/>
                <a:gd name="T13" fmla="*/ 157 h 247"/>
                <a:gd name="T14" fmla="*/ 181 w 244"/>
                <a:gd name="T15" fmla="*/ 191 h 247"/>
                <a:gd name="T16" fmla="*/ 171 w 244"/>
                <a:gd name="T17" fmla="*/ 214 h 247"/>
                <a:gd name="T18" fmla="*/ 152 w 244"/>
                <a:gd name="T19" fmla="*/ 227 h 247"/>
                <a:gd name="T20" fmla="*/ 126 w 244"/>
                <a:gd name="T21" fmla="*/ 231 h 247"/>
                <a:gd name="T22" fmla="*/ 99 w 244"/>
                <a:gd name="T23" fmla="*/ 228 h 247"/>
                <a:gd name="T24" fmla="*/ 81 w 244"/>
                <a:gd name="T25" fmla="*/ 219 h 247"/>
                <a:gd name="T26" fmla="*/ 68 w 244"/>
                <a:gd name="T27" fmla="*/ 200 h 247"/>
                <a:gd name="T28" fmla="*/ 64 w 244"/>
                <a:gd name="T29" fmla="*/ 171 h 247"/>
                <a:gd name="T30" fmla="*/ 64 w 244"/>
                <a:gd name="T31" fmla="*/ 45 h 247"/>
                <a:gd name="T32" fmla="*/ 66 w 244"/>
                <a:gd name="T33" fmla="*/ 24 h 247"/>
                <a:gd name="T34" fmla="*/ 72 w 244"/>
                <a:gd name="T35" fmla="*/ 15 h 247"/>
                <a:gd name="T36" fmla="*/ 89 w 244"/>
                <a:gd name="T37" fmla="*/ 9 h 247"/>
                <a:gd name="T38" fmla="*/ 89 w 244"/>
                <a:gd name="T39" fmla="*/ 0 h 247"/>
                <a:gd name="T40" fmla="*/ 0 w 244"/>
                <a:gd name="T41" fmla="*/ 0 h 247"/>
                <a:gd name="T42" fmla="*/ 0 w 244"/>
                <a:gd name="T43" fmla="*/ 9 h 247"/>
                <a:gd name="T44" fmla="*/ 14 w 244"/>
                <a:gd name="T45" fmla="*/ 13 h 247"/>
                <a:gd name="T46" fmla="*/ 20 w 244"/>
                <a:gd name="T47" fmla="*/ 18 h 247"/>
                <a:gd name="T48" fmla="*/ 23 w 244"/>
                <a:gd name="T49" fmla="*/ 26 h 247"/>
                <a:gd name="T50" fmla="*/ 24 w 244"/>
                <a:gd name="T51" fmla="*/ 45 h 247"/>
                <a:gd name="T52" fmla="*/ 24 w 244"/>
                <a:gd name="T53" fmla="*/ 162 h 247"/>
                <a:gd name="T54" fmla="*/ 29 w 244"/>
                <a:gd name="T55" fmla="*/ 200 h 247"/>
                <a:gd name="T56" fmla="*/ 46 w 244"/>
                <a:gd name="T57" fmla="*/ 226 h 247"/>
                <a:gd name="T58" fmla="*/ 77 w 244"/>
                <a:gd name="T59" fmla="*/ 242 h 247"/>
                <a:gd name="T60" fmla="*/ 121 w 244"/>
                <a:gd name="T61" fmla="*/ 247 h 247"/>
                <a:gd name="T62" fmla="*/ 158 w 244"/>
                <a:gd name="T63" fmla="*/ 243 h 247"/>
                <a:gd name="T64" fmla="*/ 184 w 244"/>
                <a:gd name="T65" fmla="*/ 233 h 247"/>
                <a:gd name="T66" fmla="*/ 203 w 244"/>
                <a:gd name="T67" fmla="*/ 217 h 247"/>
                <a:gd name="T68" fmla="*/ 215 w 244"/>
                <a:gd name="T69" fmla="*/ 193 h 247"/>
                <a:gd name="T70" fmla="*/ 219 w 244"/>
                <a:gd name="T71" fmla="*/ 160 h 247"/>
                <a:gd name="T72" fmla="*/ 219 w 244"/>
                <a:gd name="T73" fmla="*/ 45 h 247"/>
                <a:gd name="T74" fmla="*/ 221 w 244"/>
                <a:gd name="T75" fmla="*/ 24 h 247"/>
                <a:gd name="T76" fmla="*/ 227 w 244"/>
                <a:gd name="T77" fmla="*/ 15 h 247"/>
                <a:gd name="T78" fmla="*/ 244 w 244"/>
                <a:gd name="T79" fmla="*/ 9 h 247"/>
                <a:gd name="T80" fmla="*/ 244 w 244"/>
                <a:gd name="T8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4" h="247">
                  <a:moveTo>
                    <a:pt x="244" y="0"/>
                  </a:moveTo>
                  <a:cubicBezTo>
                    <a:pt x="159" y="0"/>
                    <a:pt x="159" y="0"/>
                    <a:pt x="159" y="0"/>
                  </a:cubicBezTo>
                  <a:cubicBezTo>
                    <a:pt x="159" y="9"/>
                    <a:pt x="159" y="9"/>
                    <a:pt x="159" y="9"/>
                  </a:cubicBezTo>
                  <a:cubicBezTo>
                    <a:pt x="168" y="11"/>
                    <a:pt x="174" y="13"/>
                    <a:pt x="176" y="15"/>
                  </a:cubicBezTo>
                  <a:cubicBezTo>
                    <a:pt x="179" y="17"/>
                    <a:pt x="181" y="20"/>
                    <a:pt x="182" y="24"/>
                  </a:cubicBezTo>
                  <a:cubicBezTo>
                    <a:pt x="183" y="27"/>
                    <a:pt x="184" y="34"/>
                    <a:pt x="184" y="45"/>
                  </a:cubicBezTo>
                  <a:cubicBezTo>
                    <a:pt x="184" y="157"/>
                    <a:pt x="184" y="157"/>
                    <a:pt x="184" y="157"/>
                  </a:cubicBezTo>
                  <a:cubicBezTo>
                    <a:pt x="184" y="171"/>
                    <a:pt x="183" y="183"/>
                    <a:pt x="181" y="191"/>
                  </a:cubicBezTo>
                  <a:cubicBezTo>
                    <a:pt x="180" y="200"/>
                    <a:pt x="176" y="208"/>
                    <a:pt x="171" y="214"/>
                  </a:cubicBezTo>
                  <a:cubicBezTo>
                    <a:pt x="166" y="219"/>
                    <a:pt x="160" y="224"/>
                    <a:pt x="152" y="227"/>
                  </a:cubicBezTo>
                  <a:cubicBezTo>
                    <a:pt x="145" y="230"/>
                    <a:pt x="136" y="231"/>
                    <a:pt x="126" y="231"/>
                  </a:cubicBezTo>
                  <a:cubicBezTo>
                    <a:pt x="116" y="231"/>
                    <a:pt x="107" y="230"/>
                    <a:pt x="99" y="228"/>
                  </a:cubicBezTo>
                  <a:cubicBezTo>
                    <a:pt x="92" y="226"/>
                    <a:pt x="86" y="223"/>
                    <a:pt x="81" y="219"/>
                  </a:cubicBezTo>
                  <a:cubicBezTo>
                    <a:pt x="75" y="214"/>
                    <a:pt x="71" y="208"/>
                    <a:pt x="68" y="200"/>
                  </a:cubicBezTo>
                  <a:cubicBezTo>
                    <a:pt x="66" y="193"/>
                    <a:pt x="64" y="183"/>
                    <a:pt x="64" y="171"/>
                  </a:cubicBezTo>
                  <a:cubicBezTo>
                    <a:pt x="64" y="45"/>
                    <a:pt x="64" y="45"/>
                    <a:pt x="64" y="45"/>
                  </a:cubicBezTo>
                  <a:cubicBezTo>
                    <a:pt x="64" y="35"/>
                    <a:pt x="65" y="28"/>
                    <a:pt x="66" y="24"/>
                  </a:cubicBezTo>
                  <a:cubicBezTo>
                    <a:pt x="67" y="20"/>
                    <a:pt x="69" y="17"/>
                    <a:pt x="72" y="15"/>
                  </a:cubicBezTo>
                  <a:cubicBezTo>
                    <a:pt x="75" y="12"/>
                    <a:pt x="81" y="11"/>
                    <a:pt x="89" y="9"/>
                  </a:cubicBezTo>
                  <a:cubicBezTo>
                    <a:pt x="89" y="0"/>
                    <a:pt x="89" y="0"/>
                    <a:pt x="89" y="0"/>
                  </a:cubicBezTo>
                  <a:cubicBezTo>
                    <a:pt x="0" y="0"/>
                    <a:pt x="0" y="0"/>
                    <a:pt x="0" y="0"/>
                  </a:cubicBezTo>
                  <a:cubicBezTo>
                    <a:pt x="0" y="9"/>
                    <a:pt x="0" y="9"/>
                    <a:pt x="0" y="9"/>
                  </a:cubicBezTo>
                  <a:cubicBezTo>
                    <a:pt x="7" y="10"/>
                    <a:pt x="11" y="12"/>
                    <a:pt x="14" y="13"/>
                  </a:cubicBezTo>
                  <a:cubicBezTo>
                    <a:pt x="17" y="15"/>
                    <a:pt x="18" y="16"/>
                    <a:pt x="20" y="18"/>
                  </a:cubicBezTo>
                  <a:cubicBezTo>
                    <a:pt x="21" y="20"/>
                    <a:pt x="22" y="23"/>
                    <a:pt x="23" y="26"/>
                  </a:cubicBezTo>
                  <a:cubicBezTo>
                    <a:pt x="24" y="29"/>
                    <a:pt x="24" y="36"/>
                    <a:pt x="24" y="45"/>
                  </a:cubicBezTo>
                  <a:cubicBezTo>
                    <a:pt x="24" y="162"/>
                    <a:pt x="24" y="162"/>
                    <a:pt x="24" y="162"/>
                  </a:cubicBezTo>
                  <a:cubicBezTo>
                    <a:pt x="24" y="178"/>
                    <a:pt x="26" y="190"/>
                    <a:pt x="29" y="200"/>
                  </a:cubicBezTo>
                  <a:cubicBezTo>
                    <a:pt x="33" y="210"/>
                    <a:pt x="38" y="219"/>
                    <a:pt x="46" y="226"/>
                  </a:cubicBezTo>
                  <a:cubicBezTo>
                    <a:pt x="54" y="234"/>
                    <a:pt x="64" y="239"/>
                    <a:pt x="77" y="242"/>
                  </a:cubicBezTo>
                  <a:cubicBezTo>
                    <a:pt x="89" y="245"/>
                    <a:pt x="104" y="247"/>
                    <a:pt x="121" y="247"/>
                  </a:cubicBezTo>
                  <a:cubicBezTo>
                    <a:pt x="135" y="247"/>
                    <a:pt x="147" y="246"/>
                    <a:pt x="158" y="243"/>
                  </a:cubicBezTo>
                  <a:cubicBezTo>
                    <a:pt x="168" y="241"/>
                    <a:pt x="177" y="237"/>
                    <a:pt x="184" y="233"/>
                  </a:cubicBezTo>
                  <a:cubicBezTo>
                    <a:pt x="192" y="229"/>
                    <a:pt x="198" y="223"/>
                    <a:pt x="203" y="217"/>
                  </a:cubicBezTo>
                  <a:cubicBezTo>
                    <a:pt x="208" y="210"/>
                    <a:pt x="212" y="202"/>
                    <a:pt x="215" y="193"/>
                  </a:cubicBezTo>
                  <a:cubicBezTo>
                    <a:pt x="218" y="184"/>
                    <a:pt x="219" y="173"/>
                    <a:pt x="219" y="160"/>
                  </a:cubicBezTo>
                  <a:cubicBezTo>
                    <a:pt x="219" y="45"/>
                    <a:pt x="219" y="45"/>
                    <a:pt x="219" y="45"/>
                  </a:cubicBezTo>
                  <a:cubicBezTo>
                    <a:pt x="219" y="35"/>
                    <a:pt x="220" y="28"/>
                    <a:pt x="221" y="24"/>
                  </a:cubicBezTo>
                  <a:cubicBezTo>
                    <a:pt x="222" y="20"/>
                    <a:pt x="224" y="17"/>
                    <a:pt x="227" y="15"/>
                  </a:cubicBezTo>
                  <a:cubicBezTo>
                    <a:pt x="230" y="13"/>
                    <a:pt x="236" y="11"/>
                    <a:pt x="244" y="9"/>
                  </a:cubicBezTo>
                  <a:cubicBezTo>
                    <a:pt x="244" y="0"/>
                    <a:pt x="244" y="0"/>
                    <a:pt x="24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7" name="Freeform 296">
              <a:extLst>
                <a:ext uri="{FF2B5EF4-FFF2-40B4-BE49-F238E27FC236}">
                  <a16:creationId xmlns:a16="http://schemas.microsoft.com/office/drawing/2014/main" id="{7DC8E89F-DFFF-4364-A061-73942081AB67}"/>
                </a:ext>
              </a:extLst>
            </p:cNvPr>
            <p:cNvSpPr>
              <a:spLocks/>
            </p:cNvSpPr>
            <p:nvPr/>
          </p:nvSpPr>
          <p:spPr bwMode="auto">
            <a:xfrm>
              <a:off x="10900726" y="829023"/>
              <a:ext cx="55395" cy="55145"/>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3 w 247"/>
                <a:gd name="T23" fmla="*/ 166 h 245"/>
                <a:gd name="T24" fmla="*/ 170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1 w 247"/>
                <a:gd name="T65" fmla="*/ 91 h 245"/>
                <a:gd name="T66" fmla="*/ 49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1" y="12"/>
                    <a:pt x="184" y="13"/>
                  </a:cubicBezTo>
                  <a:cubicBezTo>
                    <a:pt x="186" y="14"/>
                    <a:pt x="189" y="16"/>
                    <a:pt x="190" y="18"/>
                  </a:cubicBezTo>
                  <a:cubicBezTo>
                    <a:pt x="192" y="20"/>
                    <a:pt x="193" y="23"/>
                    <a:pt x="193" y="27"/>
                  </a:cubicBezTo>
                  <a:cubicBezTo>
                    <a:pt x="194" y="31"/>
                    <a:pt x="194" y="37"/>
                    <a:pt x="194" y="45"/>
                  </a:cubicBezTo>
                  <a:cubicBezTo>
                    <a:pt x="194" y="82"/>
                    <a:pt x="194" y="82"/>
                    <a:pt x="194" y="82"/>
                  </a:cubicBezTo>
                  <a:cubicBezTo>
                    <a:pt x="194" y="100"/>
                    <a:pt x="194" y="119"/>
                    <a:pt x="195" y="141"/>
                  </a:cubicBezTo>
                  <a:cubicBezTo>
                    <a:pt x="195" y="163"/>
                    <a:pt x="196" y="177"/>
                    <a:pt x="197" y="184"/>
                  </a:cubicBezTo>
                  <a:cubicBezTo>
                    <a:pt x="194" y="184"/>
                    <a:pt x="194" y="184"/>
                    <a:pt x="194" y="184"/>
                  </a:cubicBezTo>
                  <a:cubicBezTo>
                    <a:pt x="190" y="178"/>
                    <a:pt x="187" y="171"/>
                    <a:pt x="183" y="166"/>
                  </a:cubicBezTo>
                  <a:cubicBezTo>
                    <a:pt x="180" y="161"/>
                    <a:pt x="176" y="155"/>
                    <a:pt x="170"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77" y="244"/>
                    <a:pt x="77" y="244"/>
                    <a:pt x="77" y="244"/>
                  </a:cubicBezTo>
                  <a:cubicBezTo>
                    <a:pt x="77" y="235"/>
                    <a:pt x="77" y="235"/>
                    <a:pt x="77" y="235"/>
                  </a:cubicBezTo>
                  <a:cubicBezTo>
                    <a:pt x="70" y="234"/>
                    <a:pt x="66" y="232"/>
                    <a:pt x="63" y="231"/>
                  </a:cubicBezTo>
                  <a:cubicBezTo>
                    <a:pt x="60" y="230"/>
                    <a:pt x="58" y="228"/>
                    <a:pt x="56" y="226"/>
                  </a:cubicBezTo>
                  <a:cubicBezTo>
                    <a:pt x="55" y="223"/>
                    <a:pt x="54" y="221"/>
                    <a:pt x="53" y="217"/>
                  </a:cubicBezTo>
                  <a:cubicBezTo>
                    <a:pt x="52" y="213"/>
                    <a:pt x="52" y="207"/>
                    <a:pt x="52" y="199"/>
                  </a:cubicBezTo>
                  <a:cubicBezTo>
                    <a:pt x="52" y="163"/>
                    <a:pt x="52" y="163"/>
                    <a:pt x="52" y="163"/>
                  </a:cubicBezTo>
                  <a:cubicBezTo>
                    <a:pt x="52" y="139"/>
                    <a:pt x="52" y="115"/>
                    <a:pt x="51" y="91"/>
                  </a:cubicBezTo>
                  <a:cubicBezTo>
                    <a:pt x="51" y="67"/>
                    <a:pt x="50" y="51"/>
                    <a:pt x="49"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8"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8" name="Freeform 297">
              <a:extLst>
                <a:ext uri="{FF2B5EF4-FFF2-40B4-BE49-F238E27FC236}">
                  <a16:creationId xmlns:a16="http://schemas.microsoft.com/office/drawing/2014/main" id="{F7A42A8A-C312-4C4A-B016-D9A769236604}"/>
                </a:ext>
              </a:extLst>
            </p:cNvPr>
            <p:cNvSpPr>
              <a:spLocks/>
            </p:cNvSpPr>
            <p:nvPr/>
          </p:nvSpPr>
          <p:spPr bwMode="auto">
            <a:xfrm>
              <a:off x="10967150" y="829023"/>
              <a:ext cx="19802" cy="54894"/>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3 w 89"/>
                <a:gd name="T11" fmla="*/ 27 h 244"/>
                <a:gd name="T12" fmla="*/ 25 w 89"/>
                <a:gd name="T13" fmla="*/ 45 h 244"/>
                <a:gd name="T14" fmla="*/ 25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8" y="16"/>
                    <a:pt x="20" y="18"/>
                  </a:cubicBezTo>
                  <a:cubicBezTo>
                    <a:pt x="22" y="20"/>
                    <a:pt x="23" y="23"/>
                    <a:pt x="23"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8" y="226"/>
                  </a:cubicBezTo>
                  <a:cubicBezTo>
                    <a:pt x="67" y="223"/>
                    <a:pt x="66" y="221"/>
                    <a:pt x="65" y="217"/>
                  </a:cubicBezTo>
                  <a:cubicBezTo>
                    <a:pt x="65" y="213"/>
                    <a:pt x="64" y="207"/>
                    <a:pt x="64" y="199"/>
                  </a:cubicBezTo>
                  <a:cubicBezTo>
                    <a:pt x="64" y="45"/>
                    <a:pt x="64" y="45"/>
                    <a:pt x="64" y="45"/>
                  </a:cubicBezTo>
                  <a:cubicBezTo>
                    <a:pt x="64" y="37"/>
                    <a:pt x="65" y="31"/>
                    <a:pt x="65" y="27"/>
                  </a:cubicBezTo>
                  <a:cubicBezTo>
                    <a:pt x="66" y="23"/>
                    <a:pt x="67" y="20"/>
                    <a:pt x="69" y="18"/>
                  </a:cubicBezTo>
                  <a:cubicBezTo>
                    <a:pt x="71" y="16"/>
                    <a:pt x="73" y="14"/>
                    <a:pt x="76"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9" name="Freeform 298">
              <a:extLst>
                <a:ext uri="{FF2B5EF4-FFF2-40B4-BE49-F238E27FC236}">
                  <a16:creationId xmlns:a16="http://schemas.microsoft.com/office/drawing/2014/main" id="{6E2D8CD9-84DA-4F71-8575-CDB039AC3595}"/>
                </a:ext>
              </a:extLst>
            </p:cNvPr>
            <p:cNvSpPr>
              <a:spLocks/>
            </p:cNvSpPr>
            <p:nvPr/>
          </p:nvSpPr>
          <p:spPr bwMode="auto">
            <a:xfrm>
              <a:off x="10993720" y="829023"/>
              <a:ext cx="57902" cy="55646"/>
            </a:xfrm>
            <a:custGeom>
              <a:avLst/>
              <a:gdLst>
                <a:gd name="T0" fmla="*/ 258 w 258"/>
                <a:gd name="T1" fmla="*/ 0 h 247"/>
                <a:gd name="T2" fmla="*/ 169 w 258"/>
                <a:gd name="T3" fmla="*/ 0 h 247"/>
                <a:gd name="T4" fmla="*/ 169 w 258"/>
                <a:gd name="T5" fmla="*/ 9 h 247"/>
                <a:gd name="T6" fmla="*/ 189 w 258"/>
                <a:gd name="T7" fmla="*/ 16 h 247"/>
                <a:gd name="T8" fmla="*/ 194 w 258"/>
                <a:gd name="T9" fmla="*/ 31 h 247"/>
                <a:gd name="T10" fmla="*/ 194 w 258"/>
                <a:gd name="T11" fmla="*/ 36 h 247"/>
                <a:gd name="T12" fmla="*/ 193 w 258"/>
                <a:gd name="T13" fmla="*/ 42 h 247"/>
                <a:gd name="T14" fmla="*/ 190 w 258"/>
                <a:gd name="T15" fmla="*/ 50 h 247"/>
                <a:gd name="T16" fmla="*/ 188 w 258"/>
                <a:gd name="T17" fmla="*/ 57 h 247"/>
                <a:gd name="T18" fmla="*/ 127 w 258"/>
                <a:gd name="T19" fmla="*/ 204 h 247"/>
                <a:gd name="T20" fmla="*/ 78 w 258"/>
                <a:gd name="T21" fmla="*/ 58 h 247"/>
                <a:gd name="T22" fmla="*/ 73 w 258"/>
                <a:gd name="T23" fmla="*/ 42 h 247"/>
                <a:gd name="T24" fmla="*/ 71 w 258"/>
                <a:gd name="T25" fmla="*/ 29 h 247"/>
                <a:gd name="T26" fmla="*/ 74 w 258"/>
                <a:gd name="T27" fmla="*/ 19 h 247"/>
                <a:gd name="T28" fmla="*/ 81 w 258"/>
                <a:gd name="T29" fmla="*/ 12 h 247"/>
                <a:gd name="T30" fmla="*/ 96 w 258"/>
                <a:gd name="T31" fmla="*/ 9 h 247"/>
                <a:gd name="T32" fmla="*/ 96 w 258"/>
                <a:gd name="T33" fmla="*/ 0 h 247"/>
                <a:gd name="T34" fmla="*/ 0 w 258"/>
                <a:gd name="T35" fmla="*/ 0 h 247"/>
                <a:gd name="T36" fmla="*/ 0 w 258"/>
                <a:gd name="T37" fmla="*/ 9 h 247"/>
                <a:gd name="T38" fmla="*/ 14 w 258"/>
                <a:gd name="T39" fmla="*/ 14 h 247"/>
                <a:gd name="T40" fmla="*/ 24 w 258"/>
                <a:gd name="T41" fmla="*/ 25 h 247"/>
                <a:gd name="T42" fmla="*/ 34 w 258"/>
                <a:gd name="T43" fmla="*/ 48 h 247"/>
                <a:gd name="T44" fmla="*/ 105 w 258"/>
                <a:gd name="T45" fmla="*/ 247 h 247"/>
                <a:gd name="T46" fmla="*/ 133 w 258"/>
                <a:gd name="T47" fmla="*/ 247 h 247"/>
                <a:gd name="T48" fmla="*/ 221 w 258"/>
                <a:gd name="T49" fmla="*/ 49 h 247"/>
                <a:gd name="T50" fmla="*/ 233 w 258"/>
                <a:gd name="T51" fmla="*/ 25 h 247"/>
                <a:gd name="T52" fmla="*/ 244 w 258"/>
                <a:gd name="T53" fmla="*/ 14 h 247"/>
                <a:gd name="T54" fmla="*/ 258 w 258"/>
                <a:gd name="T55" fmla="*/ 9 h 247"/>
                <a:gd name="T56" fmla="*/ 258 w 258"/>
                <a:gd name="T57"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8" h="247">
                  <a:moveTo>
                    <a:pt x="258" y="0"/>
                  </a:moveTo>
                  <a:cubicBezTo>
                    <a:pt x="169" y="0"/>
                    <a:pt x="169" y="0"/>
                    <a:pt x="169" y="0"/>
                  </a:cubicBezTo>
                  <a:cubicBezTo>
                    <a:pt x="169" y="9"/>
                    <a:pt x="169" y="9"/>
                    <a:pt x="169" y="9"/>
                  </a:cubicBezTo>
                  <a:cubicBezTo>
                    <a:pt x="178" y="10"/>
                    <a:pt x="185" y="12"/>
                    <a:pt x="189" y="16"/>
                  </a:cubicBezTo>
                  <a:cubicBezTo>
                    <a:pt x="192" y="19"/>
                    <a:pt x="194" y="24"/>
                    <a:pt x="194" y="31"/>
                  </a:cubicBezTo>
                  <a:cubicBezTo>
                    <a:pt x="194" y="33"/>
                    <a:pt x="194" y="34"/>
                    <a:pt x="194" y="36"/>
                  </a:cubicBezTo>
                  <a:cubicBezTo>
                    <a:pt x="194" y="38"/>
                    <a:pt x="193" y="40"/>
                    <a:pt x="193" y="42"/>
                  </a:cubicBezTo>
                  <a:cubicBezTo>
                    <a:pt x="192" y="45"/>
                    <a:pt x="191" y="47"/>
                    <a:pt x="190" y="50"/>
                  </a:cubicBezTo>
                  <a:cubicBezTo>
                    <a:pt x="190" y="52"/>
                    <a:pt x="189" y="55"/>
                    <a:pt x="188" y="57"/>
                  </a:cubicBezTo>
                  <a:cubicBezTo>
                    <a:pt x="127" y="204"/>
                    <a:pt x="127" y="204"/>
                    <a:pt x="127" y="204"/>
                  </a:cubicBezTo>
                  <a:cubicBezTo>
                    <a:pt x="78" y="58"/>
                    <a:pt x="78" y="58"/>
                    <a:pt x="78" y="58"/>
                  </a:cubicBezTo>
                  <a:cubicBezTo>
                    <a:pt x="75" y="52"/>
                    <a:pt x="74" y="47"/>
                    <a:pt x="73" y="42"/>
                  </a:cubicBezTo>
                  <a:cubicBezTo>
                    <a:pt x="72" y="38"/>
                    <a:pt x="71" y="33"/>
                    <a:pt x="71" y="29"/>
                  </a:cubicBezTo>
                  <a:cubicBezTo>
                    <a:pt x="71" y="25"/>
                    <a:pt x="72" y="21"/>
                    <a:pt x="74" y="19"/>
                  </a:cubicBezTo>
                  <a:cubicBezTo>
                    <a:pt x="75" y="16"/>
                    <a:pt x="78" y="14"/>
                    <a:pt x="81" y="12"/>
                  </a:cubicBezTo>
                  <a:cubicBezTo>
                    <a:pt x="85" y="11"/>
                    <a:pt x="90" y="10"/>
                    <a:pt x="96" y="9"/>
                  </a:cubicBezTo>
                  <a:cubicBezTo>
                    <a:pt x="96" y="0"/>
                    <a:pt x="96" y="0"/>
                    <a:pt x="96" y="0"/>
                  </a:cubicBezTo>
                  <a:cubicBezTo>
                    <a:pt x="0" y="0"/>
                    <a:pt x="0" y="0"/>
                    <a:pt x="0" y="0"/>
                  </a:cubicBezTo>
                  <a:cubicBezTo>
                    <a:pt x="0" y="9"/>
                    <a:pt x="0" y="9"/>
                    <a:pt x="0" y="9"/>
                  </a:cubicBezTo>
                  <a:cubicBezTo>
                    <a:pt x="6" y="10"/>
                    <a:pt x="11" y="12"/>
                    <a:pt x="14" y="14"/>
                  </a:cubicBezTo>
                  <a:cubicBezTo>
                    <a:pt x="18" y="16"/>
                    <a:pt x="21" y="20"/>
                    <a:pt x="24" y="25"/>
                  </a:cubicBezTo>
                  <a:cubicBezTo>
                    <a:pt x="26" y="29"/>
                    <a:pt x="30" y="37"/>
                    <a:pt x="34" y="48"/>
                  </a:cubicBezTo>
                  <a:cubicBezTo>
                    <a:pt x="105" y="247"/>
                    <a:pt x="105" y="247"/>
                    <a:pt x="105" y="247"/>
                  </a:cubicBezTo>
                  <a:cubicBezTo>
                    <a:pt x="133" y="247"/>
                    <a:pt x="133" y="247"/>
                    <a:pt x="133" y="247"/>
                  </a:cubicBezTo>
                  <a:cubicBezTo>
                    <a:pt x="221" y="49"/>
                    <a:pt x="221" y="49"/>
                    <a:pt x="221" y="49"/>
                  </a:cubicBezTo>
                  <a:cubicBezTo>
                    <a:pt x="226" y="38"/>
                    <a:pt x="230" y="30"/>
                    <a:pt x="233" y="25"/>
                  </a:cubicBezTo>
                  <a:cubicBezTo>
                    <a:pt x="237" y="20"/>
                    <a:pt x="240" y="16"/>
                    <a:pt x="244" y="14"/>
                  </a:cubicBezTo>
                  <a:cubicBezTo>
                    <a:pt x="247" y="12"/>
                    <a:pt x="252" y="10"/>
                    <a:pt x="258" y="9"/>
                  </a:cubicBezTo>
                  <a:cubicBezTo>
                    <a:pt x="258" y="0"/>
                    <a:pt x="258" y="0"/>
                    <a:pt x="25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0" name="Freeform 299">
              <a:extLst>
                <a:ext uri="{FF2B5EF4-FFF2-40B4-BE49-F238E27FC236}">
                  <a16:creationId xmlns:a16="http://schemas.microsoft.com/office/drawing/2014/main" id="{EFC587E9-ABEF-43E0-AB44-4A051A8F490F}"/>
                </a:ext>
              </a:extLst>
            </p:cNvPr>
            <p:cNvSpPr>
              <a:spLocks/>
            </p:cNvSpPr>
            <p:nvPr/>
          </p:nvSpPr>
          <p:spPr bwMode="auto">
            <a:xfrm>
              <a:off x="11057387" y="829023"/>
              <a:ext cx="44868" cy="54894"/>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4 w 200"/>
                <a:gd name="T17" fmla="*/ 219 h 244"/>
                <a:gd name="T18" fmla="*/ 18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3 w 200"/>
                <a:gd name="T31" fmla="*/ 200 h 244"/>
                <a:gd name="T32" fmla="*/ 167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6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7" y="189"/>
                    <a:pt x="174" y="196"/>
                    <a:pt x="173" y="200"/>
                  </a:cubicBezTo>
                  <a:cubicBezTo>
                    <a:pt x="171" y="204"/>
                    <a:pt x="169" y="208"/>
                    <a:pt x="167" y="212"/>
                  </a:cubicBezTo>
                  <a:cubicBezTo>
                    <a:pt x="164" y="216"/>
                    <a:pt x="162" y="219"/>
                    <a:pt x="158" y="222"/>
                  </a:cubicBezTo>
                  <a:cubicBezTo>
                    <a:pt x="155" y="224"/>
                    <a:pt x="152"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7" y="125"/>
                    <a:pt x="122"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6" y="17"/>
                  </a:cubicBezTo>
                  <a:cubicBezTo>
                    <a:pt x="150" y="18"/>
                    <a:pt x="153" y="19"/>
                    <a:pt x="156" y="21"/>
                  </a:cubicBezTo>
                  <a:cubicBezTo>
                    <a:pt x="159" y="22"/>
                    <a:pt x="162" y="25"/>
                    <a:pt x="164" y="28"/>
                  </a:cubicBezTo>
                  <a:cubicBezTo>
                    <a:pt x="166" y="31"/>
                    <a:pt x="169"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300">
              <a:extLst>
                <a:ext uri="{FF2B5EF4-FFF2-40B4-BE49-F238E27FC236}">
                  <a16:creationId xmlns:a16="http://schemas.microsoft.com/office/drawing/2014/main" id="{60FE6542-D13A-44CC-97EF-409C6DF1337C}"/>
                </a:ext>
              </a:extLst>
            </p:cNvPr>
            <p:cNvSpPr>
              <a:spLocks noEditPoints="1"/>
            </p:cNvSpPr>
            <p:nvPr/>
          </p:nvSpPr>
          <p:spPr bwMode="auto">
            <a:xfrm>
              <a:off x="11113534" y="829023"/>
              <a:ext cx="54393" cy="54894"/>
            </a:xfrm>
            <a:custGeom>
              <a:avLst/>
              <a:gdLst>
                <a:gd name="T0" fmla="*/ 64 w 243"/>
                <a:gd name="T1" fmla="*/ 123 h 244"/>
                <a:gd name="T2" fmla="*/ 64 w 243"/>
                <a:gd name="T3" fmla="*/ 17 h 244"/>
                <a:gd name="T4" fmla="*/ 95 w 243"/>
                <a:gd name="T5" fmla="*/ 16 h 244"/>
                <a:gd name="T6" fmla="*/ 133 w 243"/>
                <a:gd name="T7" fmla="*/ 22 h 244"/>
                <a:gd name="T8" fmla="*/ 154 w 243"/>
                <a:gd name="T9" fmla="*/ 39 h 244"/>
                <a:gd name="T10" fmla="*/ 161 w 243"/>
                <a:gd name="T11" fmla="*/ 67 h 244"/>
                <a:gd name="T12" fmla="*/ 155 w 243"/>
                <a:gd name="T13" fmla="*/ 95 h 244"/>
                <a:gd name="T14" fmla="*/ 139 w 243"/>
                <a:gd name="T15" fmla="*/ 112 h 244"/>
                <a:gd name="T16" fmla="*/ 118 w 243"/>
                <a:gd name="T17" fmla="*/ 120 h 244"/>
                <a:gd name="T18" fmla="*/ 88 w 243"/>
                <a:gd name="T19" fmla="*/ 123 h 244"/>
                <a:gd name="T20" fmla="*/ 64 w 243"/>
                <a:gd name="T21" fmla="*/ 123 h 244"/>
                <a:gd name="T22" fmla="*/ 104 w 243"/>
                <a:gd name="T23" fmla="*/ 0 h 244"/>
                <a:gd name="T24" fmla="*/ 0 w 243"/>
                <a:gd name="T25" fmla="*/ 0 h 244"/>
                <a:gd name="T26" fmla="*/ 0 w 243"/>
                <a:gd name="T27" fmla="*/ 9 h 244"/>
                <a:gd name="T28" fmla="*/ 13 w 243"/>
                <a:gd name="T29" fmla="*/ 13 h 244"/>
                <a:gd name="T30" fmla="*/ 20 w 243"/>
                <a:gd name="T31" fmla="*/ 18 h 244"/>
                <a:gd name="T32" fmla="*/ 23 w 243"/>
                <a:gd name="T33" fmla="*/ 27 h 244"/>
                <a:gd name="T34" fmla="*/ 24 w 243"/>
                <a:gd name="T35" fmla="*/ 45 h 244"/>
                <a:gd name="T36" fmla="*/ 24 w 243"/>
                <a:gd name="T37" fmla="*/ 199 h 244"/>
                <a:gd name="T38" fmla="*/ 23 w 243"/>
                <a:gd name="T39" fmla="*/ 219 h 244"/>
                <a:gd name="T40" fmla="*/ 17 w 243"/>
                <a:gd name="T41" fmla="*/ 229 h 244"/>
                <a:gd name="T42" fmla="*/ 0 w 243"/>
                <a:gd name="T43" fmla="*/ 235 h 244"/>
                <a:gd name="T44" fmla="*/ 0 w 243"/>
                <a:gd name="T45" fmla="*/ 244 h 244"/>
                <a:gd name="T46" fmla="*/ 89 w 243"/>
                <a:gd name="T47" fmla="*/ 244 h 244"/>
                <a:gd name="T48" fmla="*/ 89 w 243"/>
                <a:gd name="T49" fmla="*/ 235 h 244"/>
                <a:gd name="T50" fmla="*/ 75 w 243"/>
                <a:gd name="T51" fmla="*/ 231 h 244"/>
                <a:gd name="T52" fmla="*/ 69 w 243"/>
                <a:gd name="T53" fmla="*/ 226 h 244"/>
                <a:gd name="T54" fmla="*/ 66 w 243"/>
                <a:gd name="T55" fmla="*/ 218 h 244"/>
                <a:gd name="T56" fmla="*/ 64 w 243"/>
                <a:gd name="T57" fmla="*/ 199 h 244"/>
                <a:gd name="T58" fmla="*/ 64 w 243"/>
                <a:gd name="T59" fmla="*/ 138 h 244"/>
                <a:gd name="T60" fmla="*/ 87 w 243"/>
                <a:gd name="T61" fmla="*/ 138 h 244"/>
                <a:gd name="T62" fmla="*/ 103 w 243"/>
                <a:gd name="T63" fmla="*/ 139 h 244"/>
                <a:gd name="T64" fmla="*/ 113 w 243"/>
                <a:gd name="T65" fmla="*/ 143 h 244"/>
                <a:gd name="T66" fmla="*/ 123 w 243"/>
                <a:gd name="T67" fmla="*/ 152 h 244"/>
                <a:gd name="T68" fmla="*/ 137 w 243"/>
                <a:gd name="T69" fmla="*/ 172 h 244"/>
                <a:gd name="T70" fmla="*/ 155 w 243"/>
                <a:gd name="T71" fmla="*/ 201 h 244"/>
                <a:gd name="T72" fmla="*/ 169 w 243"/>
                <a:gd name="T73" fmla="*/ 224 h 244"/>
                <a:gd name="T74" fmla="*/ 185 w 243"/>
                <a:gd name="T75" fmla="*/ 244 h 244"/>
                <a:gd name="T76" fmla="*/ 243 w 243"/>
                <a:gd name="T77" fmla="*/ 244 h 244"/>
                <a:gd name="T78" fmla="*/ 243 w 243"/>
                <a:gd name="T79" fmla="*/ 235 h 244"/>
                <a:gd name="T80" fmla="*/ 227 w 243"/>
                <a:gd name="T81" fmla="*/ 230 h 244"/>
                <a:gd name="T82" fmla="*/ 215 w 243"/>
                <a:gd name="T83" fmla="*/ 220 h 244"/>
                <a:gd name="T84" fmla="*/ 201 w 243"/>
                <a:gd name="T85" fmla="*/ 200 h 244"/>
                <a:gd name="T86" fmla="*/ 182 w 243"/>
                <a:gd name="T87" fmla="*/ 171 h 244"/>
                <a:gd name="T88" fmla="*/ 161 w 243"/>
                <a:gd name="T89" fmla="*/ 145 h 244"/>
                <a:gd name="T90" fmla="*/ 139 w 243"/>
                <a:gd name="T91" fmla="*/ 132 h 244"/>
                <a:gd name="T92" fmla="*/ 139 w 243"/>
                <a:gd name="T93" fmla="*/ 131 h 244"/>
                <a:gd name="T94" fmla="*/ 187 w 243"/>
                <a:gd name="T95" fmla="*/ 104 h 244"/>
                <a:gd name="T96" fmla="*/ 203 w 243"/>
                <a:gd name="T97" fmla="*/ 63 h 244"/>
                <a:gd name="T98" fmla="*/ 178 w 243"/>
                <a:gd name="T99" fmla="*/ 15 h 244"/>
                <a:gd name="T100" fmla="*/ 104 w 243"/>
                <a:gd name="T10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244">
                  <a:moveTo>
                    <a:pt x="64" y="123"/>
                  </a:moveTo>
                  <a:cubicBezTo>
                    <a:pt x="64" y="17"/>
                    <a:pt x="64" y="17"/>
                    <a:pt x="64" y="17"/>
                  </a:cubicBezTo>
                  <a:cubicBezTo>
                    <a:pt x="72" y="16"/>
                    <a:pt x="82" y="16"/>
                    <a:pt x="95" y="16"/>
                  </a:cubicBezTo>
                  <a:cubicBezTo>
                    <a:pt x="111" y="16"/>
                    <a:pt x="123" y="18"/>
                    <a:pt x="133" y="22"/>
                  </a:cubicBezTo>
                  <a:cubicBezTo>
                    <a:pt x="142" y="26"/>
                    <a:pt x="149" y="31"/>
                    <a:pt x="154" y="39"/>
                  </a:cubicBezTo>
                  <a:cubicBezTo>
                    <a:pt x="158" y="46"/>
                    <a:pt x="161" y="56"/>
                    <a:pt x="161" y="67"/>
                  </a:cubicBezTo>
                  <a:cubicBezTo>
                    <a:pt x="161" y="78"/>
                    <a:pt x="159" y="87"/>
                    <a:pt x="155" y="95"/>
                  </a:cubicBezTo>
                  <a:cubicBezTo>
                    <a:pt x="151" y="102"/>
                    <a:pt x="146" y="108"/>
                    <a:pt x="139" y="112"/>
                  </a:cubicBezTo>
                  <a:cubicBezTo>
                    <a:pt x="133" y="116"/>
                    <a:pt x="126" y="119"/>
                    <a:pt x="118" y="120"/>
                  </a:cubicBezTo>
                  <a:cubicBezTo>
                    <a:pt x="111" y="122"/>
                    <a:pt x="100" y="123"/>
                    <a:pt x="88" y="123"/>
                  </a:cubicBezTo>
                  <a:cubicBezTo>
                    <a:pt x="64" y="123"/>
                    <a:pt x="64" y="123"/>
                    <a:pt x="64" y="123"/>
                  </a:cubicBezTo>
                  <a:moveTo>
                    <a:pt x="104" y="0"/>
                  </a:move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3" y="230"/>
                    <a:pt x="70" y="228"/>
                    <a:pt x="69" y="226"/>
                  </a:cubicBezTo>
                  <a:cubicBezTo>
                    <a:pt x="67" y="224"/>
                    <a:pt x="66" y="221"/>
                    <a:pt x="66" y="218"/>
                  </a:cubicBezTo>
                  <a:cubicBezTo>
                    <a:pt x="65" y="214"/>
                    <a:pt x="64" y="207"/>
                    <a:pt x="64" y="199"/>
                  </a:cubicBezTo>
                  <a:cubicBezTo>
                    <a:pt x="64" y="138"/>
                    <a:pt x="64" y="138"/>
                    <a:pt x="64" y="138"/>
                  </a:cubicBezTo>
                  <a:cubicBezTo>
                    <a:pt x="87" y="138"/>
                    <a:pt x="87" y="138"/>
                    <a:pt x="87" y="138"/>
                  </a:cubicBezTo>
                  <a:cubicBezTo>
                    <a:pt x="94" y="138"/>
                    <a:pt x="100" y="138"/>
                    <a:pt x="103" y="139"/>
                  </a:cubicBezTo>
                  <a:cubicBezTo>
                    <a:pt x="107" y="140"/>
                    <a:pt x="110" y="141"/>
                    <a:pt x="113" y="143"/>
                  </a:cubicBezTo>
                  <a:cubicBezTo>
                    <a:pt x="116" y="144"/>
                    <a:pt x="119" y="147"/>
                    <a:pt x="123" y="152"/>
                  </a:cubicBezTo>
                  <a:cubicBezTo>
                    <a:pt x="126" y="156"/>
                    <a:pt x="131" y="163"/>
                    <a:pt x="137" y="172"/>
                  </a:cubicBezTo>
                  <a:cubicBezTo>
                    <a:pt x="155" y="201"/>
                    <a:pt x="155" y="201"/>
                    <a:pt x="155" y="201"/>
                  </a:cubicBezTo>
                  <a:cubicBezTo>
                    <a:pt x="160" y="209"/>
                    <a:pt x="165" y="216"/>
                    <a:pt x="169" y="224"/>
                  </a:cubicBezTo>
                  <a:cubicBezTo>
                    <a:pt x="174" y="231"/>
                    <a:pt x="179" y="238"/>
                    <a:pt x="185" y="244"/>
                  </a:cubicBezTo>
                  <a:cubicBezTo>
                    <a:pt x="243" y="244"/>
                    <a:pt x="243" y="244"/>
                    <a:pt x="243" y="244"/>
                  </a:cubicBezTo>
                  <a:cubicBezTo>
                    <a:pt x="243" y="235"/>
                    <a:pt x="243" y="235"/>
                    <a:pt x="243" y="235"/>
                  </a:cubicBezTo>
                  <a:cubicBezTo>
                    <a:pt x="237" y="234"/>
                    <a:pt x="231" y="233"/>
                    <a:pt x="227" y="230"/>
                  </a:cubicBezTo>
                  <a:cubicBezTo>
                    <a:pt x="223" y="228"/>
                    <a:pt x="219" y="224"/>
                    <a:pt x="215" y="220"/>
                  </a:cubicBezTo>
                  <a:cubicBezTo>
                    <a:pt x="211" y="215"/>
                    <a:pt x="206" y="209"/>
                    <a:pt x="201" y="200"/>
                  </a:cubicBezTo>
                  <a:cubicBezTo>
                    <a:pt x="182" y="171"/>
                    <a:pt x="182" y="171"/>
                    <a:pt x="182" y="171"/>
                  </a:cubicBezTo>
                  <a:cubicBezTo>
                    <a:pt x="174" y="159"/>
                    <a:pt x="167" y="151"/>
                    <a:pt x="161" y="145"/>
                  </a:cubicBezTo>
                  <a:cubicBezTo>
                    <a:pt x="155" y="140"/>
                    <a:pt x="148" y="135"/>
                    <a:pt x="139" y="132"/>
                  </a:cubicBezTo>
                  <a:cubicBezTo>
                    <a:pt x="139" y="131"/>
                    <a:pt x="139" y="131"/>
                    <a:pt x="139" y="131"/>
                  </a:cubicBezTo>
                  <a:cubicBezTo>
                    <a:pt x="161" y="125"/>
                    <a:pt x="176" y="116"/>
                    <a:pt x="187" y="104"/>
                  </a:cubicBezTo>
                  <a:cubicBezTo>
                    <a:pt x="198" y="93"/>
                    <a:pt x="203" y="79"/>
                    <a:pt x="203" y="63"/>
                  </a:cubicBezTo>
                  <a:cubicBezTo>
                    <a:pt x="203" y="41"/>
                    <a:pt x="195" y="25"/>
                    <a:pt x="178" y="15"/>
                  </a:cubicBezTo>
                  <a:cubicBezTo>
                    <a:pt x="162" y="5"/>
                    <a:pt x="138" y="0"/>
                    <a:pt x="1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301">
              <a:extLst>
                <a:ext uri="{FF2B5EF4-FFF2-40B4-BE49-F238E27FC236}">
                  <a16:creationId xmlns:a16="http://schemas.microsoft.com/office/drawing/2014/main" id="{A89EF4FF-067C-49B9-BC17-B676D3BD9B88}"/>
                </a:ext>
              </a:extLst>
            </p:cNvPr>
            <p:cNvSpPr>
              <a:spLocks/>
            </p:cNvSpPr>
            <p:nvPr/>
          </p:nvSpPr>
          <p:spPr bwMode="auto">
            <a:xfrm>
              <a:off x="11173442" y="828272"/>
              <a:ext cx="38350" cy="56398"/>
            </a:xfrm>
            <a:custGeom>
              <a:avLst/>
              <a:gdLst>
                <a:gd name="T0" fmla="*/ 96 w 171"/>
                <a:gd name="T1" fmla="*/ 0 h 250"/>
                <a:gd name="T2" fmla="*/ 46 w 171"/>
                <a:gd name="T3" fmla="*/ 8 h 250"/>
                <a:gd name="T4" fmla="*/ 14 w 171"/>
                <a:gd name="T5" fmla="*/ 31 h 250"/>
                <a:gd name="T6" fmla="*/ 3 w 171"/>
                <a:gd name="T7" fmla="*/ 66 h 250"/>
                <a:gd name="T8" fmla="*/ 10 w 171"/>
                <a:gd name="T9" fmla="*/ 91 h 250"/>
                <a:gd name="T10" fmla="*/ 31 w 171"/>
                <a:gd name="T11" fmla="*/ 113 h 250"/>
                <a:gd name="T12" fmla="*/ 71 w 171"/>
                <a:gd name="T13" fmla="*/ 133 h 250"/>
                <a:gd name="T14" fmla="*/ 109 w 171"/>
                <a:gd name="T15" fmla="*/ 152 h 250"/>
                <a:gd name="T16" fmla="*/ 126 w 171"/>
                <a:gd name="T17" fmla="*/ 169 h 250"/>
                <a:gd name="T18" fmla="*/ 132 w 171"/>
                <a:gd name="T19" fmla="*/ 192 h 250"/>
                <a:gd name="T20" fmla="*/ 119 w 171"/>
                <a:gd name="T21" fmla="*/ 223 h 250"/>
                <a:gd name="T22" fmla="*/ 81 w 171"/>
                <a:gd name="T23" fmla="*/ 234 h 250"/>
                <a:gd name="T24" fmla="*/ 51 w 171"/>
                <a:gd name="T25" fmla="*/ 230 h 250"/>
                <a:gd name="T26" fmla="*/ 33 w 171"/>
                <a:gd name="T27" fmla="*/ 216 h 250"/>
                <a:gd name="T28" fmla="*/ 21 w 171"/>
                <a:gd name="T29" fmla="*/ 192 h 250"/>
                <a:gd name="T30" fmla="*/ 0 w 171"/>
                <a:gd name="T31" fmla="*/ 192 h 250"/>
                <a:gd name="T32" fmla="*/ 0 w 171"/>
                <a:gd name="T33" fmla="*/ 241 h 250"/>
                <a:gd name="T34" fmla="*/ 77 w 171"/>
                <a:gd name="T35" fmla="*/ 250 h 250"/>
                <a:gd name="T36" fmla="*/ 115 w 171"/>
                <a:gd name="T37" fmla="*/ 246 h 250"/>
                <a:gd name="T38" fmla="*/ 144 w 171"/>
                <a:gd name="T39" fmla="*/ 234 h 250"/>
                <a:gd name="T40" fmla="*/ 164 w 171"/>
                <a:gd name="T41" fmla="*/ 213 h 250"/>
                <a:gd name="T42" fmla="*/ 171 w 171"/>
                <a:gd name="T43" fmla="*/ 182 h 250"/>
                <a:gd name="T44" fmla="*/ 162 w 171"/>
                <a:gd name="T45" fmla="*/ 152 h 250"/>
                <a:gd name="T46" fmla="*/ 139 w 171"/>
                <a:gd name="T47" fmla="*/ 130 h 250"/>
                <a:gd name="T48" fmla="*/ 97 w 171"/>
                <a:gd name="T49" fmla="*/ 109 h 250"/>
                <a:gd name="T50" fmla="*/ 63 w 171"/>
                <a:gd name="T51" fmla="*/ 92 h 250"/>
                <a:gd name="T52" fmla="*/ 46 w 171"/>
                <a:gd name="T53" fmla="*/ 75 h 250"/>
                <a:gd name="T54" fmla="*/ 41 w 171"/>
                <a:gd name="T55" fmla="*/ 54 h 250"/>
                <a:gd name="T56" fmla="*/ 47 w 171"/>
                <a:gd name="T57" fmla="*/ 33 h 250"/>
                <a:gd name="T58" fmla="*/ 64 w 171"/>
                <a:gd name="T59" fmla="*/ 21 h 250"/>
                <a:gd name="T60" fmla="*/ 89 w 171"/>
                <a:gd name="T61" fmla="*/ 16 h 250"/>
                <a:gd name="T62" fmla="*/ 115 w 171"/>
                <a:gd name="T63" fmla="*/ 20 h 250"/>
                <a:gd name="T64" fmla="*/ 132 w 171"/>
                <a:gd name="T65" fmla="*/ 32 h 250"/>
                <a:gd name="T66" fmla="*/ 144 w 171"/>
                <a:gd name="T67" fmla="*/ 56 h 250"/>
                <a:gd name="T68" fmla="*/ 166 w 171"/>
                <a:gd name="T69" fmla="*/ 56 h 250"/>
                <a:gd name="T70" fmla="*/ 166 w 171"/>
                <a:gd name="T71" fmla="*/ 8 h 250"/>
                <a:gd name="T72" fmla="*/ 127 w 171"/>
                <a:gd name="T73" fmla="*/ 2 h 250"/>
                <a:gd name="T74" fmla="*/ 96 w 171"/>
                <a:gd name="T7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1" h="250">
                  <a:moveTo>
                    <a:pt x="96" y="0"/>
                  </a:moveTo>
                  <a:cubicBezTo>
                    <a:pt x="77" y="0"/>
                    <a:pt x="61" y="3"/>
                    <a:pt x="46" y="8"/>
                  </a:cubicBezTo>
                  <a:cubicBezTo>
                    <a:pt x="32" y="14"/>
                    <a:pt x="21" y="21"/>
                    <a:pt x="14" y="31"/>
                  </a:cubicBezTo>
                  <a:cubicBezTo>
                    <a:pt x="6" y="41"/>
                    <a:pt x="3" y="52"/>
                    <a:pt x="3" y="66"/>
                  </a:cubicBezTo>
                  <a:cubicBezTo>
                    <a:pt x="3" y="75"/>
                    <a:pt x="5" y="84"/>
                    <a:pt x="10" y="91"/>
                  </a:cubicBezTo>
                  <a:cubicBezTo>
                    <a:pt x="15" y="99"/>
                    <a:pt x="22" y="106"/>
                    <a:pt x="31" y="113"/>
                  </a:cubicBezTo>
                  <a:cubicBezTo>
                    <a:pt x="41" y="119"/>
                    <a:pt x="54" y="126"/>
                    <a:pt x="71" y="133"/>
                  </a:cubicBezTo>
                  <a:cubicBezTo>
                    <a:pt x="88" y="140"/>
                    <a:pt x="100" y="147"/>
                    <a:pt x="109" y="152"/>
                  </a:cubicBezTo>
                  <a:cubicBezTo>
                    <a:pt x="117" y="157"/>
                    <a:pt x="123" y="163"/>
                    <a:pt x="126" y="169"/>
                  </a:cubicBezTo>
                  <a:cubicBezTo>
                    <a:pt x="130" y="175"/>
                    <a:pt x="132" y="182"/>
                    <a:pt x="132" y="192"/>
                  </a:cubicBezTo>
                  <a:cubicBezTo>
                    <a:pt x="132" y="205"/>
                    <a:pt x="128" y="216"/>
                    <a:pt x="119" y="223"/>
                  </a:cubicBezTo>
                  <a:cubicBezTo>
                    <a:pt x="110" y="231"/>
                    <a:pt x="97" y="234"/>
                    <a:pt x="81" y="234"/>
                  </a:cubicBezTo>
                  <a:cubicBezTo>
                    <a:pt x="69" y="234"/>
                    <a:pt x="59" y="233"/>
                    <a:pt x="51" y="230"/>
                  </a:cubicBezTo>
                  <a:cubicBezTo>
                    <a:pt x="44" y="227"/>
                    <a:pt x="38" y="222"/>
                    <a:pt x="33" y="216"/>
                  </a:cubicBezTo>
                  <a:cubicBezTo>
                    <a:pt x="28" y="210"/>
                    <a:pt x="24" y="202"/>
                    <a:pt x="21" y="192"/>
                  </a:cubicBezTo>
                  <a:cubicBezTo>
                    <a:pt x="0" y="192"/>
                    <a:pt x="0" y="192"/>
                    <a:pt x="0" y="192"/>
                  </a:cubicBezTo>
                  <a:cubicBezTo>
                    <a:pt x="0" y="241"/>
                    <a:pt x="0" y="241"/>
                    <a:pt x="0" y="241"/>
                  </a:cubicBezTo>
                  <a:cubicBezTo>
                    <a:pt x="29" y="247"/>
                    <a:pt x="55" y="250"/>
                    <a:pt x="77" y="250"/>
                  </a:cubicBezTo>
                  <a:cubicBezTo>
                    <a:pt x="91" y="250"/>
                    <a:pt x="103" y="249"/>
                    <a:pt x="115" y="246"/>
                  </a:cubicBezTo>
                  <a:cubicBezTo>
                    <a:pt x="126" y="244"/>
                    <a:pt x="136" y="240"/>
                    <a:pt x="144" y="234"/>
                  </a:cubicBezTo>
                  <a:cubicBezTo>
                    <a:pt x="153" y="229"/>
                    <a:pt x="159" y="222"/>
                    <a:pt x="164" y="213"/>
                  </a:cubicBezTo>
                  <a:cubicBezTo>
                    <a:pt x="168" y="205"/>
                    <a:pt x="171" y="194"/>
                    <a:pt x="171" y="182"/>
                  </a:cubicBezTo>
                  <a:cubicBezTo>
                    <a:pt x="171" y="170"/>
                    <a:pt x="168" y="161"/>
                    <a:pt x="162" y="152"/>
                  </a:cubicBezTo>
                  <a:cubicBezTo>
                    <a:pt x="157" y="144"/>
                    <a:pt x="149" y="136"/>
                    <a:pt x="139" y="130"/>
                  </a:cubicBezTo>
                  <a:cubicBezTo>
                    <a:pt x="129" y="123"/>
                    <a:pt x="115" y="116"/>
                    <a:pt x="97" y="109"/>
                  </a:cubicBezTo>
                  <a:cubicBezTo>
                    <a:pt x="82" y="102"/>
                    <a:pt x="71" y="97"/>
                    <a:pt x="63" y="92"/>
                  </a:cubicBezTo>
                  <a:cubicBezTo>
                    <a:pt x="55" y="87"/>
                    <a:pt x="50" y="81"/>
                    <a:pt x="46" y="75"/>
                  </a:cubicBezTo>
                  <a:cubicBezTo>
                    <a:pt x="43" y="70"/>
                    <a:pt x="41" y="62"/>
                    <a:pt x="41" y="54"/>
                  </a:cubicBezTo>
                  <a:cubicBezTo>
                    <a:pt x="41" y="46"/>
                    <a:pt x="43" y="39"/>
                    <a:pt x="47" y="33"/>
                  </a:cubicBezTo>
                  <a:cubicBezTo>
                    <a:pt x="51" y="28"/>
                    <a:pt x="57" y="23"/>
                    <a:pt x="64" y="21"/>
                  </a:cubicBezTo>
                  <a:cubicBezTo>
                    <a:pt x="72" y="18"/>
                    <a:pt x="80" y="16"/>
                    <a:pt x="89" y="16"/>
                  </a:cubicBezTo>
                  <a:cubicBezTo>
                    <a:pt x="100" y="16"/>
                    <a:pt x="108" y="17"/>
                    <a:pt x="115" y="20"/>
                  </a:cubicBezTo>
                  <a:cubicBezTo>
                    <a:pt x="122" y="22"/>
                    <a:pt x="127" y="26"/>
                    <a:pt x="132" y="32"/>
                  </a:cubicBezTo>
                  <a:cubicBezTo>
                    <a:pt x="137" y="38"/>
                    <a:pt x="141" y="46"/>
                    <a:pt x="144" y="56"/>
                  </a:cubicBezTo>
                  <a:cubicBezTo>
                    <a:pt x="166" y="56"/>
                    <a:pt x="166" y="56"/>
                    <a:pt x="166" y="56"/>
                  </a:cubicBezTo>
                  <a:cubicBezTo>
                    <a:pt x="166" y="8"/>
                    <a:pt x="166" y="8"/>
                    <a:pt x="166" y="8"/>
                  </a:cubicBezTo>
                  <a:cubicBezTo>
                    <a:pt x="150" y="5"/>
                    <a:pt x="137" y="3"/>
                    <a:pt x="127" y="2"/>
                  </a:cubicBezTo>
                  <a:cubicBezTo>
                    <a:pt x="117" y="1"/>
                    <a:pt x="106" y="0"/>
                    <a:pt x="9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302">
              <a:extLst>
                <a:ext uri="{FF2B5EF4-FFF2-40B4-BE49-F238E27FC236}">
                  <a16:creationId xmlns:a16="http://schemas.microsoft.com/office/drawing/2014/main" id="{99553689-E11F-4C66-A76D-0A8FF710F1EB}"/>
                </a:ext>
              </a:extLst>
            </p:cNvPr>
            <p:cNvSpPr>
              <a:spLocks/>
            </p:cNvSpPr>
            <p:nvPr/>
          </p:nvSpPr>
          <p:spPr bwMode="auto">
            <a:xfrm>
              <a:off x="11222069" y="829023"/>
              <a:ext cx="20303" cy="54894"/>
            </a:xfrm>
            <a:custGeom>
              <a:avLst/>
              <a:gdLst>
                <a:gd name="T0" fmla="*/ 90 w 90"/>
                <a:gd name="T1" fmla="*/ 0 h 244"/>
                <a:gd name="T2" fmla="*/ 0 w 90"/>
                <a:gd name="T3" fmla="*/ 0 h 244"/>
                <a:gd name="T4" fmla="*/ 0 w 90"/>
                <a:gd name="T5" fmla="*/ 9 h 244"/>
                <a:gd name="T6" fmla="*/ 14 w 90"/>
                <a:gd name="T7" fmla="*/ 13 h 244"/>
                <a:gd name="T8" fmla="*/ 20 w 90"/>
                <a:gd name="T9" fmla="*/ 18 h 244"/>
                <a:gd name="T10" fmla="*/ 24 w 90"/>
                <a:gd name="T11" fmla="*/ 27 h 244"/>
                <a:gd name="T12" fmla="*/ 25 w 90"/>
                <a:gd name="T13" fmla="*/ 45 h 244"/>
                <a:gd name="T14" fmla="*/ 25 w 90"/>
                <a:gd name="T15" fmla="*/ 199 h 244"/>
                <a:gd name="T16" fmla="*/ 24 w 90"/>
                <a:gd name="T17" fmla="*/ 219 h 244"/>
                <a:gd name="T18" fmla="*/ 18 w 90"/>
                <a:gd name="T19" fmla="*/ 229 h 244"/>
                <a:gd name="T20" fmla="*/ 0 w 90"/>
                <a:gd name="T21" fmla="*/ 235 h 244"/>
                <a:gd name="T22" fmla="*/ 0 w 90"/>
                <a:gd name="T23" fmla="*/ 244 h 244"/>
                <a:gd name="T24" fmla="*/ 90 w 90"/>
                <a:gd name="T25" fmla="*/ 244 h 244"/>
                <a:gd name="T26" fmla="*/ 90 w 90"/>
                <a:gd name="T27" fmla="*/ 235 h 244"/>
                <a:gd name="T28" fmla="*/ 75 w 90"/>
                <a:gd name="T29" fmla="*/ 231 h 244"/>
                <a:gd name="T30" fmla="*/ 69 w 90"/>
                <a:gd name="T31" fmla="*/ 226 h 244"/>
                <a:gd name="T32" fmla="*/ 66 w 90"/>
                <a:gd name="T33" fmla="*/ 217 h 244"/>
                <a:gd name="T34" fmla="*/ 65 w 90"/>
                <a:gd name="T35" fmla="*/ 199 h 244"/>
                <a:gd name="T36" fmla="*/ 65 w 90"/>
                <a:gd name="T37" fmla="*/ 45 h 244"/>
                <a:gd name="T38" fmla="*/ 66 w 90"/>
                <a:gd name="T39" fmla="*/ 27 h 244"/>
                <a:gd name="T40" fmla="*/ 70 w 90"/>
                <a:gd name="T41" fmla="*/ 18 h 244"/>
                <a:gd name="T42" fmla="*/ 76 w 90"/>
                <a:gd name="T43" fmla="*/ 13 h 244"/>
                <a:gd name="T44" fmla="*/ 90 w 90"/>
                <a:gd name="T45" fmla="*/ 9 h 244"/>
                <a:gd name="T46" fmla="*/ 90 w 90"/>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0" h="244">
                  <a:moveTo>
                    <a:pt x="90"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90" y="244"/>
                    <a:pt x="90" y="244"/>
                    <a:pt x="90" y="244"/>
                  </a:cubicBezTo>
                  <a:cubicBezTo>
                    <a:pt x="90" y="235"/>
                    <a:pt x="90" y="235"/>
                    <a:pt x="90" y="235"/>
                  </a:cubicBezTo>
                  <a:cubicBezTo>
                    <a:pt x="83" y="234"/>
                    <a:pt x="78" y="232"/>
                    <a:pt x="75" y="231"/>
                  </a:cubicBezTo>
                  <a:cubicBezTo>
                    <a:pt x="73" y="230"/>
                    <a:pt x="71"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70" y="18"/>
                  </a:cubicBezTo>
                  <a:cubicBezTo>
                    <a:pt x="71" y="16"/>
                    <a:pt x="73"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4" name="Freeform 303">
              <a:extLst>
                <a:ext uri="{FF2B5EF4-FFF2-40B4-BE49-F238E27FC236}">
                  <a16:creationId xmlns:a16="http://schemas.microsoft.com/office/drawing/2014/main" id="{655225EB-6C55-49B1-A41B-A23287069730}"/>
                </a:ext>
              </a:extLst>
            </p:cNvPr>
            <p:cNvSpPr>
              <a:spLocks/>
            </p:cNvSpPr>
            <p:nvPr/>
          </p:nvSpPr>
          <p:spPr bwMode="auto">
            <a:xfrm>
              <a:off x="11251145" y="829023"/>
              <a:ext cx="51385" cy="54894"/>
            </a:xfrm>
            <a:custGeom>
              <a:avLst/>
              <a:gdLst>
                <a:gd name="T0" fmla="*/ 229 w 229"/>
                <a:gd name="T1" fmla="*/ 0 h 244"/>
                <a:gd name="T2" fmla="*/ 0 w 229"/>
                <a:gd name="T3" fmla="*/ 0 h 244"/>
                <a:gd name="T4" fmla="*/ 0 w 229"/>
                <a:gd name="T5" fmla="*/ 62 h 244"/>
                <a:gd name="T6" fmla="*/ 21 w 229"/>
                <a:gd name="T7" fmla="*/ 62 h 244"/>
                <a:gd name="T8" fmla="*/ 30 w 229"/>
                <a:gd name="T9" fmla="*/ 39 h 244"/>
                <a:gd name="T10" fmla="*/ 40 w 229"/>
                <a:gd name="T11" fmla="*/ 24 h 244"/>
                <a:gd name="T12" fmla="*/ 52 w 229"/>
                <a:gd name="T13" fmla="*/ 18 h 244"/>
                <a:gd name="T14" fmla="*/ 68 w 229"/>
                <a:gd name="T15" fmla="*/ 16 h 244"/>
                <a:gd name="T16" fmla="*/ 95 w 229"/>
                <a:gd name="T17" fmla="*/ 16 h 244"/>
                <a:gd name="T18" fmla="*/ 95 w 229"/>
                <a:gd name="T19" fmla="*/ 199 h 244"/>
                <a:gd name="T20" fmla="*/ 94 w 229"/>
                <a:gd name="T21" fmla="*/ 215 h 244"/>
                <a:gd name="T22" fmla="*/ 91 w 229"/>
                <a:gd name="T23" fmla="*/ 224 h 244"/>
                <a:gd name="T24" fmla="*/ 85 w 229"/>
                <a:gd name="T25" fmla="*/ 229 h 244"/>
                <a:gd name="T26" fmla="*/ 78 w 229"/>
                <a:gd name="T27" fmla="*/ 233 h 244"/>
                <a:gd name="T28" fmla="*/ 66 w 229"/>
                <a:gd name="T29" fmla="*/ 235 h 244"/>
                <a:gd name="T30" fmla="*/ 66 w 229"/>
                <a:gd name="T31" fmla="*/ 244 h 244"/>
                <a:gd name="T32" fmla="*/ 163 w 229"/>
                <a:gd name="T33" fmla="*/ 244 h 244"/>
                <a:gd name="T34" fmla="*/ 163 w 229"/>
                <a:gd name="T35" fmla="*/ 235 h 244"/>
                <a:gd name="T36" fmla="*/ 148 w 229"/>
                <a:gd name="T37" fmla="*/ 231 h 244"/>
                <a:gd name="T38" fmla="*/ 140 w 229"/>
                <a:gd name="T39" fmla="*/ 226 h 244"/>
                <a:gd name="T40" fmla="*/ 136 w 229"/>
                <a:gd name="T41" fmla="*/ 216 h 244"/>
                <a:gd name="T42" fmla="*/ 135 w 229"/>
                <a:gd name="T43" fmla="*/ 199 h 244"/>
                <a:gd name="T44" fmla="*/ 135 w 229"/>
                <a:gd name="T45" fmla="*/ 16 h 244"/>
                <a:gd name="T46" fmla="*/ 161 w 229"/>
                <a:gd name="T47" fmla="*/ 16 h 244"/>
                <a:gd name="T48" fmla="*/ 179 w 229"/>
                <a:gd name="T49" fmla="*/ 18 h 244"/>
                <a:gd name="T50" fmla="*/ 190 w 229"/>
                <a:gd name="T51" fmla="*/ 25 h 244"/>
                <a:gd name="T52" fmla="*/ 199 w 229"/>
                <a:gd name="T53" fmla="*/ 38 h 244"/>
                <a:gd name="T54" fmla="*/ 208 w 229"/>
                <a:gd name="T55" fmla="*/ 62 h 244"/>
                <a:gd name="T56" fmla="*/ 229 w 229"/>
                <a:gd name="T57" fmla="*/ 62 h 244"/>
                <a:gd name="T58" fmla="*/ 229 w 229"/>
                <a:gd name="T5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9" h="244">
                  <a:moveTo>
                    <a:pt x="229" y="0"/>
                  </a:moveTo>
                  <a:cubicBezTo>
                    <a:pt x="0" y="0"/>
                    <a:pt x="0" y="0"/>
                    <a:pt x="0" y="0"/>
                  </a:cubicBezTo>
                  <a:cubicBezTo>
                    <a:pt x="0" y="62"/>
                    <a:pt x="0" y="62"/>
                    <a:pt x="0" y="62"/>
                  </a:cubicBezTo>
                  <a:cubicBezTo>
                    <a:pt x="21" y="62"/>
                    <a:pt x="21" y="62"/>
                    <a:pt x="21" y="62"/>
                  </a:cubicBezTo>
                  <a:cubicBezTo>
                    <a:pt x="24" y="53"/>
                    <a:pt x="27" y="45"/>
                    <a:pt x="30" y="39"/>
                  </a:cubicBezTo>
                  <a:cubicBezTo>
                    <a:pt x="33" y="32"/>
                    <a:pt x="36" y="28"/>
                    <a:pt x="40" y="24"/>
                  </a:cubicBezTo>
                  <a:cubicBezTo>
                    <a:pt x="44" y="21"/>
                    <a:pt x="47" y="19"/>
                    <a:pt x="52" y="18"/>
                  </a:cubicBezTo>
                  <a:cubicBezTo>
                    <a:pt x="56" y="16"/>
                    <a:pt x="62" y="16"/>
                    <a:pt x="68" y="16"/>
                  </a:cubicBezTo>
                  <a:cubicBezTo>
                    <a:pt x="95" y="16"/>
                    <a:pt x="95" y="16"/>
                    <a:pt x="95" y="16"/>
                  </a:cubicBezTo>
                  <a:cubicBezTo>
                    <a:pt x="95" y="199"/>
                    <a:pt x="95" y="199"/>
                    <a:pt x="95" y="199"/>
                  </a:cubicBezTo>
                  <a:cubicBezTo>
                    <a:pt x="95" y="206"/>
                    <a:pt x="94" y="211"/>
                    <a:pt x="94" y="215"/>
                  </a:cubicBezTo>
                  <a:cubicBezTo>
                    <a:pt x="93" y="219"/>
                    <a:pt x="92" y="222"/>
                    <a:pt x="91" y="224"/>
                  </a:cubicBezTo>
                  <a:cubicBezTo>
                    <a:pt x="89" y="226"/>
                    <a:pt x="88" y="228"/>
                    <a:pt x="85" y="229"/>
                  </a:cubicBezTo>
                  <a:cubicBezTo>
                    <a:pt x="83" y="231"/>
                    <a:pt x="81" y="232"/>
                    <a:pt x="78" y="233"/>
                  </a:cubicBezTo>
                  <a:cubicBezTo>
                    <a:pt x="74" y="234"/>
                    <a:pt x="71" y="234"/>
                    <a:pt x="66" y="235"/>
                  </a:cubicBezTo>
                  <a:cubicBezTo>
                    <a:pt x="66" y="244"/>
                    <a:pt x="66" y="244"/>
                    <a:pt x="66" y="244"/>
                  </a:cubicBezTo>
                  <a:cubicBezTo>
                    <a:pt x="163" y="244"/>
                    <a:pt x="163" y="244"/>
                    <a:pt x="163" y="244"/>
                  </a:cubicBezTo>
                  <a:cubicBezTo>
                    <a:pt x="163" y="235"/>
                    <a:pt x="163" y="235"/>
                    <a:pt x="163" y="235"/>
                  </a:cubicBezTo>
                  <a:cubicBezTo>
                    <a:pt x="156" y="234"/>
                    <a:pt x="151" y="233"/>
                    <a:pt x="148" y="231"/>
                  </a:cubicBezTo>
                  <a:cubicBezTo>
                    <a:pt x="145" y="230"/>
                    <a:pt x="142" y="228"/>
                    <a:pt x="140" y="226"/>
                  </a:cubicBezTo>
                  <a:cubicBezTo>
                    <a:pt x="138" y="223"/>
                    <a:pt x="137" y="220"/>
                    <a:pt x="136" y="216"/>
                  </a:cubicBezTo>
                  <a:cubicBezTo>
                    <a:pt x="135" y="211"/>
                    <a:pt x="135" y="206"/>
                    <a:pt x="135" y="199"/>
                  </a:cubicBezTo>
                  <a:cubicBezTo>
                    <a:pt x="135" y="16"/>
                    <a:pt x="135" y="16"/>
                    <a:pt x="135" y="16"/>
                  </a:cubicBezTo>
                  <a:cubicBezTo>
                    <a:pt x="161" y="16"/>
                    <a:pt x="161" y="16"/>
                    <a:pt x="161" y="16"/>
                  </a:cubicBezTo>
                  <a:cubicBezTo>
                    <a:pt x="169" y="16"/>
                    <a:pt x="175" y="16"/>
                    <a:pt x="179" y="18"/>
                  </a:cubicBezTo>
                  <a:cubicBezTo>
                    <a:pt x="183" y="19"/>
                    <a:pt x="186" y="21"/>
                    <a:pt x="190" y="25"/>
                  </a:cubicBezTo>
                  <a:cubicBezTo>
                    <a:pt x="193" y="28"/>
                    <a:pt x="196" y="32"/>
                    <a:pt x="199" y="38"/>
                  </a:cubicBezTo>
                  <a:cubicBezTo>
                    <a:pt x="202" y="44"/>
                    <a:pt x="205" y="52"/>
                    <a:pt x="208" y="62"/>
                  </a:cubicBezTo>
                  <a:cubicBezTo>
                    <a:pt x="229" y="62"/>
                    <a:pt x="229" y="62"/>
                    <a:pt x="229" y="62"/>
                  </a:cubicBezTo>
                  <a:cubicBezTo>
                    <a:pt x="229" y="0"/>
                    <a:pt x="229" y="0"/>
                    <a:pt x="22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5" name="Freeform 304">
              <a:extLst>
                <a:ext uri="{FF2B5EF4-FFF2-40B4-BE49-F238E27FC236}">
                  <a16:creationId xmlns:a16="http://schemas.microsoft.com/office/drawing/2014/main" id="{AC47CAD8-A10C-4991-BAAD-22DFEB1BF4AC}"/>
                </a:ext>
              </a:extLst>
            </p:cNvPr>
            <p:cNvSpPr>
              <a:spLocks/>
            </p:cNvSpPr>
            <p:nvPr/>
          </p:nvSpPr>
          <p:spPr bwMode="auto">
            <a:xfrm>
              <a:off x="11306541" y="829023"/>
              <a:ext cx="55145" cy="54894"/>
            </a:xfrm>
            <a:custGeom>
              <a:avLst/>
              <a:gdLst>
                <a:gd name="T0" fmla="*/ 245 w 245"/>
                <a:gd name="T1" fmla="*/ 0 h 244"/>
                <a:gd name="T2" fmla="*/ 165 w 245"/>
                <a:gd name="T3" fmla="*/ 0 h 244"/>
                <a:gd name="T4" fmla="*/ 165 w 245"/>
                <a:gd name="T5" fmla="*/ 9 h 244"/>
                <a:gd name="T6" fmla="*/ 179 w 245"/>
                <a:gd name="T7" fmla="*/ 13 h 244"/>
                <a:gd name="T8" fmla="*/ 183 w 245"/>
                <a:gd name="T9" fmla="*/ 23 h 244"/>
                <a:gd name="T10" fmla="*/ 180 w 245"/>
                <a:gd name="T11" fmla="*/ 38 h 244"/>
                <a:gd name="T12" fmla="*/ 168 w 245"/>
                <a:gd name="T13" fmla="*/ 59 h 244"/>
                <a:gd name="T14" fmla="*/ 126 w 245"/>
                <a:gd name="T15" fmla="*/ 121 h 244"/>
                <a:gd name="T16" fmla="*/ 83 w 245"/>
                <a:gd name="T17" fmla="*/ 53 h 244"/>
                <a:gd name="T18" fmla="*/ 73 w 245"/>
                <a:gd name="T19" fmla="*/ 35 h 244"/>
                <a:gd name="T20" fmla="*/ 70 w 245"/>
                <a:gd name="T21" fmla="*/ 23 h 244"/>
                <a:gd name="T22" fmla="*/ 90 w 245"/>
                <a:gd name="T23" fmla="*/ 9 h 244"/>
                <a:gd name="T24" fmla="*/ 90 w 245"/>
                <a:gd name="T25" fmla="*/ 0 h 244"/>
                <a:gd name="T26" fmla="*/ 0 w 245"/>
                <a:gd name="T27" fmla="*/ 0 h 244"/>
                <a:gd name="T28" fmla="*/ 0 w 245"/>
                <a:gd name="T29" fmla="*/ 9 h 244"/>
                <a:gd name="T30" fmla="*/ 13 w 245"/>
                <a:gd name="T31" fmla="*/ 15 h 244"/>
                <a:gd name="T32" fmla="*/ 24 w 245"/>
                <a:gd name="T33" fmla="*/ 26 h 244"/>
                <a:gd name="T34" fmla="*/ 40 w 245"/>
                <a:gd name="T35" fmla="*/ 50 h 244"/>
                <a:gd name="T36" fmla="*/ 98 w 245"/>
                <a:gd name="T37" fmla="*/ 142 h 244"/>
                <a:gd name="T38" fmla="*/ 98 w 245"/>
                <a:gd name="T39" fmla="*/ 199 h 244"/>
                <a:gd name="T40" fmla="*/ 97 w 245"/>
                <a:gd name="T41" fmla="*/ 216 h 244"/>
                <a:gd name="T42" fmla="*/ 93 w 245"/>
                <a:gd name="T43" fmla="*/ 226 h 244"/>
                <a:gd name="T44" fmla="*/ 85 w 245"/>
                <a:gd name="T45" fmla="*/ 231 h 244"/>
                <a:gd name="T46" fmla="*/ 70 w 245"/>
                <a:gd name="T47" fmla="*/ 235 h 244"/>
                <a:gd name="T48" fmla="*/ 70 w 245"/>
                <a:gd name="T49" fmla="*/ 244 h 244"/>
                <a:gd name="T50" fmla="*/ 167 w 245"/>
                <a:gd name="T51" fmla="*/ 244 h 244"/>
                <a:gd name="T52" fmla="*/ 167 w 245"/>
                <a:gd name="T53" fmla="*/ 235 h 244"/>
                <a:gd name="T54" fmla="*/ 151 w 245"/>
                <a:gd name="T55" fmla="*/ 231 h 244"/>
                <a:gd name="T56" fmla="*/ 144 w 245"/>
                <a:gd name="T57" fmla="*/ 225 h 244"/>
                <a:gd name="T58" fmla="*/ 139 w 245"/>
                <a:gd name="T59" fmla="*/ 215 h 244"/>
                <a:gd name="T60" fmla="*/ 138 w 245"/>
                <a:gd name="T61" fmla="*/ 199 h 244"/>
                <a:gd name="T62" fmla="*/ 138 w 245"/>
                <a:gd name="T63" fmla="*/ 141 h 244"/>
                <a:gd name="T64" fmla="*/ 197 w 245"/>
                <a:gd name="T65" fmla="*/ 56 h 244"/>
                <a:gd name="T66" fmla="*/ 217 w 245"/>
                <a:gd name="T67" fmla="*/ 29 h 244"/>
                <a:gd name="T68" fmla="*/ 230 w 245"/>
                <a:gd name="T69" fmla="*/ 16 h 244"/>
                <a:gd name="T70" fmla="*/ 245 w 245"/>
                <a:gd name="T71" fmla="*/ 9 h 244"/>
                <a:gd name="T72" fmla="*/ 245 w 245"/>
                <a:gd name="T7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244">
                  <a:moveTo>
                    <a:pt x="245" y="0"/>
                  </a:moveTo>
                  <a:cubicBezTo>
                    <a:pt x="165" y="0"/>
                    <a:pt x="165" y="0"/>
                    <a:pt x="165" y="0"/>
                  </a:cubicBezTo>
                  <a:cubicBezTo>
                    <a:pt x="165" y="9"/>
                    <a:pt x="165" y="9"/>
                    <a:pt x="165" y="9"/>
                  </a:cubicBezTo>
                  <a:cubicBezTo>
                    <a:pt x="171" y="9"/>
                    <a:pt x="176" y="11"/>
                    <a:pt x="179" y="13"/>
                  </a:cubicBezTo>
                  <a:cubicBezTo>
                    <a:pt x="182" y="16"/>
                    <a:pt x="183" y="19"/>
                    <a:pt x="183" y="23"/>
                  </a:cubicBezTo>
                  <a:cubicBezTo>
                    <a:pt x="183" y="28"/>
                    <a:pt x="182" y="33"/>
                    <a:pt x="180" y="38"/>
                  </a:cubicBezTo>
                  <a:cubicBezTo>
                    <a:pt x="177" y="44"/>
                    <a:pt x="173" y="51"/>
                    <a:pt x="168" y="59"/>
                  </a:cubicBezTo>
                  <a:cubicBezTo>
                    <a:pt x="126" y="121"/>
                    <a:pt x="126" y="121"/>
                    <a:pt x="126" y="121"/>
                  </a:cubicBezTo>
                  <a:cubicBezTo>
                    <a:pt x="83" y="53"/>
                    <a:pt x="83" y="53"/>
                    <a:pt x="83" y="53"/>
                  </a:cubicBezTo>
                  <a:cubicBezTo>
                    <a:pt x="78" y="45"/>
                    <a:pt x="75" y="39"/>
                    <a:pt x="73" y="35"/>
                  </a:cubicBezTo>
                  <a:cubicBezTo>
                    <a:pt x="71" y="31"/>
                    <a:pt x="70" y="27"/>
                    <a:pt x="70" y="23"/>
                  </a:cubicBezTo>
                  <a:cubicBezTo>
                    <a:pt x="70" y="15"/>
                    <a:pt x="77" y="10"/>
                    <a:pt x="90" y="9"/>
                  </a:cubicBezTo>
                  <a:cubicBezTo>
                    <a:pt x="90" y="0"/>
                    <a:pt x="90" y="0"/>
                    <a:pt x="90" y="0"/>
                  </a:cubicBezTo>
                  <a:cubicBezTo>
                    <a:pt x="0" y="0"/>
                    <a:pt x="0" y="0"/>
                    <a:pt x="0" y="0"/>
                  </a:cubicBezTo>
                  <a:cubicBezTo>
                    <a:pt x="0" y="9"/>
                    <a:pt x="0" y="9"/>
                    <a:pt x="0" y="9"/>
                  </a:cubicBezTo>
                  <a:cubicBezTo>
                    <a:pt x="5" y="10"/>
                    <a:pt x="9" y="12"/>
                    <a:pt x="13" y="15"/>
                  </a:cubicBezTo>
                  <a:cubicBezTo>
                    <a:pt x="16" y="18"/>
                    <a:pt x="20" y="21"/>
                    <a:pt x="24" y="26"/>
                  </a:cubicBezTo>
                  <a:cubicBezTo>
                    <a:pt x="28" y="31"/>
                    <a:pt x="33" y="39"/>
                    <a:pt x="40" y="50"/>
                  </a:cubicBezTo>
                  <a:cubicBezTo>
                    <a:pt x="98" y="142"/>
                    <a:pt x="98" y="142"/>
                    <a:pt x="98" y="142"/>
                  </a:cubicBezTo>
                  <a:cubicBezTo>
                    <a:pt x="98" y="199"/>
                    <a:pt x="98" y="199"/>
                    <a:pt x="98" y="199"/>
                  </a:cubicBezTo>
                  <a:cubicBezTo>
                    <a:pt x="98" y="206"/>
                    <a:pt x="98" y="211"/>
                    <a:pt x="97" y="216"/>
                  </a:cubicBezTo>
                  <a:cubicBezTo>
                    <a:pt x="96" y="220"/>
                    <a:pt x="95" y="223"/>
                    <a:pt x="93" y="226"/>
                  </a:cubicBezTo>
                  <a:cubicBezTo>
                    <a:pt x="91" y="228"/>
                    <a:pt x="88" y="230"/>
                    <a:pt x="85" y="231"/>
                  </a:cubicBezTo>
                  <a:cubicBezTo>
                    <a:pt x="82" y="233"/>
                    <a:pt x="77" y="234"/>
                    <a:pt x="70" y="235"/>
                  </a:cubicBezTo>
                  <a:cubicBezTo>
                    <a:pt x="70" y="244"/>
                    <a:pt x="70" y="244"/>
                    <a:pt x="70" y="244"/>
                  </a:cubicBezTo>
                  <a:cubicBezTo>
                    <a:pt x="167" y="244"/>
                    <a:pt x="167" y="244"/>
                    <a:pt x="167" y="244"/>
                  </a:cubicBezTo>
                  <a:cubicBezTo>
                    <a:pt x="167" y="235"/>
                    <a:pt x="167" y="235"/>
                    <a:pt x="167" y="235"/>
                  </a:cubicBezTo>
                  <a:cubicBezTo>
                    <a:pt x="160" y="234"/>
                    <a:pt x="155" y="233"/>
                    <a:pt x="151" y="231"/>
                  </a:cubicBezTo>
                  <a:cubicBezTo>
                    <a:pt x="148" y="230"/>
                    <a:pt x="145" y="228"/>
                    <a:pt x="144" y="225"/>
                  </a:cubicBezTo>
                  <a:cubicBezTo>
                    <a:pt x="142" y="223"/>
                    <a:pt x="140" y="219"/>
                    <a:pt x="139" y="215"/>
                  </a:cubicBezTo>
                  <a:cubicBezTo>
                    <a:pt x="139" y="211"/>
                    <a:pt x="138" y="206"/>
                    <a:pt x="138" y="199"/>
                  </a:cubicBezTo>
                  <a:cubicBezTo>
                    <a:pt x="138" y="141"/>
                    <a:pt x="138" y="141"/>
                    <a:pt x="138" y="141"/>
                  </a:cubicBezTo>
                  <a:cubicBezTo>
                    <a:pt x="197" y="56"/>
                    <a:pt x="197" y="56"/>
                    <a:pt x="197" y="56"/>
                  </a:cubicBezTo>
                  <a:cubicBezTo>
                    <a:pt x="206" y="43"/>
                    <a:pt x="212" y="34"/>
                    <a:pt x="217" y="29"/>
                  </a:cubicBezTo>
                  <a:cubicBezTo>
                    <a:pt x="221" y="24"/>
                    <a:pt x="226" y="20"/>
                    <a:pt x="230" y="16"/>
                  </a:cubicBezTo>
                  <a:cubicBezTo>
                    <a:pt x="235" y="13"/>
                    <a:pt x="240" y="11"/>
                    <a:pt x="245" y="9"/>
                  </a:cubicBezTo>
                  <a:cubicBezTo>
                    <a:pt x="245" y="0"/>
                    <a:pt x="245" y="0"/>
                    <a:pt x="24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grpSp>
      <p:pic>
        <p:nvPicPr>
          <p:cNvPr id="86" name="图片 85">
            <a:extLst>
              <a:ext uri="{FF2B5EF4-FFF2-40B4-BE49-F238E27FC236}">
                <a16:creationId xmlns:a16="http://schemas.microsoft.com/office/drawing/2014/main" id="{D3EF5A83-2443-4241-9277-443E492EA7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36099" y="412165"/>
            <a:ext cx="388766" cy="515116"/>
          </a:xfrm>
          <a:prstGeom prst="rect">
            <a:avLst/>
          </a:prstGeom>
        </p:spPr>
      </p:pic>
      <p:sp>
        <p:nvSpPr>
          <p:cNvPr id="48" name="矩形 47">
            <a:extLst>
              <a:ext uri="{FF2B5EF4-FFF2-40B4-BE49-F238E27FC236}">
                <a16:creationId xmlns:a16="http://schemas.microsoft.com/office/drawing/2014/main" id="{F5C78A11-1F5B-46F5-BC90-5E6C749BA02B}"/>
              </a:ext>
            </a:extLst>
          </p:cNvPr>
          <p:cNvSpPr/>
          <p:nvPr userDrawn="1"/>
        </p:nvSpPr>
        <p:spPr>
          <a:xfrm>
            <a:off x="-4345" y="368000"/>
            <a:ext cx="304800" cy="64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25C14E2F-DF08-C46D-8425-D2ACE75C1741}"/>
              </a:ext>
            </a:extLst>
          </p:cNvPr>
          <p:cNvSpPr/>
          <p:nvPr userDrawn="1"/>
        </p:nvSpPr>
        <p:spPr>
          <a:xfrm>
            <a:off x="-4345" y="-7467"/>
            <a:ext cx="12196345" cy="228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占位符 18">
            <a:extLst>
              <a:ext uri="{FF2B5EF4-FFF2-40B4-BE49-F238E27FC236}">
                <a16:creationId xmlns:a16="http://schemas.microsoft.com/office/drawing/2014/main" id="{CD1B2E32-38F4-5CC8-1D79-D5229B2FE5E3}"/>
              </a:ext>
            </a:extLst>
          </p:cNvPr>
          <p:cNvSpPr>
            <a:spLocks noGrp="1"/>
          </p:cNvSpPr>
          <p:nvPr>
            <p:ph type="body" sz="quarter" idx="13" hasCustomPrompt="1"/>
          </p:nvPr>
        </p:nvSpPr>
        <p:spPr>
          <a:xfrm>
            <a:off x="4038600" y="-7467"/>
            <a:ext cx="4114800" cy="216775"/>
          </a:xfrm>
        </p:spPr>
        <p:txBody>
          <a:bodyPr>
            <a:noAutofit/>
          </a:bodyPr>
          <a:lstStyle>
            <a:lvl1pPr marL="0" indent="0" algn="ctr">
              <a:buNone/>
              <a:defRPr sz="1200">
                <a:solidFill>
                  <a:schemeClr val="bg1"/>
                </a:solidFill>
              </a:defRPr>
            </a:lvl1pPr>
          </a:lstStyle>
          <a:p>
            <a:pPr lvl="0"/>
            <a:r>
              <a:rPr lang="zh-CN" altLang="en-US" dirty="0"/>
              <a:t>当前节</a:t>
            </a:r>
          </a:p>
        </p:txBody>
      </p:sp>
    </p:spTree>
    <p:extLst>
      <p:ext uri="{BB962C8B-B14F-4D97-AF65-F5344CB8AC3E}">
        <p14:creationId xmlns:p14="http://schemas.microsoft.com/office/powerpoint/2010/main" val="2189555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4_空白">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B042D6F3-DD5F-4B4A-BD44-0244D60A549F}"/>
              </a:ext>
            </a:extLst>
          </p:cNvPr>
          <p:cNvSpPr/>
          <p:nvPr userDrawn="1"/>
        </p:nvSpPr>
        <p:spPr>
          <a:xfrm>
            <a:off x="1161142" y="1746404"/>
            <a:ext cx="2307771" cy="4082896"/>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4F6A3EB8-05C4-4D56-9B73-A1DDD3BACC21}"/>
              </a:ext>
            </a:extLst>
          </p:cNvPr>
          <p:cNvSpPr/>
          <p:nvPr userDrawn="1"/>
        </p:nvSpPr>
        <p:spPr>
          <a:xfrm>
            <a:off x="0" y="6629400"/>
            <a:ext cx="12192000" cy="228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1">
            <a:extLst>
              <a:ext uri="{FF2B5EF4-FFF2-40B4-BE49-F238E27FC236}">
                <a16:creationId xmlns:a16="http://schemas.microsoft.com/office/drawing/2014/main" id="{CEB8FD0D-5E61-4EF4-B9D1-34F65B906062}"/>
              </a:ext>
            </a:extLst>
          </p:cNvPr>
          <p:cNvSpPr>
            <a:spLocks noGrp="1"/>
          </p:cNvSpPr>
          <p:nvPr>
            <p:ph type="title"/>
          </p:nvPr>
        </p:nvSpPr>
        <p:spPr>
          <a:xfrm>
            <a:off x="690364" y="310997"/>
            <a:ext cx="10858500" cy="825807"/>
          </a:xfrm>
        </p:spPr>
        <p:txBody>
          <a:bodyPr>
            <a:normAutofit/>
          </a:bodyPr>
          <a:lstStyle>
            <a:lvl1pPr>
              <a:defRPr sz="3200" b="1">
                <a:solidFill>
                  <a:schemeClr val="tx1">
                    <a:lumMod val="75000"/>
                    <a:lumOff val="25000"/>
                  </a:schemeClr>
                </a:solidFill>
              </a:defRPr>
            </a:lvl1pPr>
          </a:lstStyle>
          <a:p>
            <a:r>
              <a:rPr lang="zh-CN" altLang="en-US" dirty="0"/>
              <a:t>单击此处编辑母版标题样式</a:t>
            </a:r>
          </a:p>
        </p:txBody>
      </p:sp>
      <p:sp>
        <p:nvSpPr>
          <p:cNvPr id="6" name="日期占位符 2">
            <a:extLst>
              <a:ext uri="{FF2B5EF4-FFF2-40B4-BE49-F238E27FC236}">
                <a16:creationId xmlns:a16="http://schemas.microsoft.com/office/drawing/2014/main" id="{86B7FC32-61BA-46E5-BEB6-0A1D82FD1FAA}"/>
              </a:ext>
            </a:extLst>
          </p:cNvPr>
          <p:cNvSpPr>
            <a:spLocks noGrp="1"/>
          </p:cNvSpPr>
          <p:nvPr>
            <p:ph type="dt" sz="half" idx="10"/>
          </p:nvPr>
        </p:nvSpPr>
        <p:spPr>
          <a:xfrm>
            <a:off x="838200" y="6651523"/>
            <a:ext cx="2743200" cy="200578"/>
          </a:xfrm>
        </p:spPr>
        <p:txBody>
          <a:bodyPr/>
          <a:lstStyle>
            <a:lvl1pPr>
              <a:defRPr>
                <a:solidFill>
                  <a:schemeClr val="bg1"/>
                </a:solidFill>
              </a:defRPr>
            </a:lvl1pPr>
          </a:lstStyle>
          <a:p>
            <a:fld id="{ED571DAC-6D93-4750-B1A6-7CD54D2E0F20}" type="datetime1">
              <a:rPr lang="zh-CN" altLang="en-US" smtClean="0"/>
              <a:t>2025/11/23</a:t>
            </a:fld>
            <a:endParaRPr lang="zh-CN" altLang="en-US" dirty="0"/>
          </a:p>
        </p:txBody>
      </p:sp>
      <p:sp>
        <p:nvSpPr>
          <p:cNvPr id="7" name="页脚占位符 3">
            <a:extLst>
              <a:ext uri="{FF2B5EF4-FFF2-40B4-BE49-F238E27FC236}">
                <a16:creationId xmlns:a16="http://schemas.microsoft.com/office/drawing/2014/main" id="{261A8D21-79DD-4632-9BE4-8E0D578DE3D2}"/>
              </a:ext>
            </a:extLst>
          </p:cNvPr>
          <p:cNvSpPr>
            <a:spLocks noGrp="1"/>
          </p:cNvSpPr>
          <p:nvPr>
            <p:ph type="ftr" sz="quarter" idx="11"/>
          </p:nvPr>
        </p:nvSpPr>
        <p:spPr>
          <a:xfrm>
            <a:off x="4038600" y="6651523"/>
            <a:ext cx="4114800" cy="200578"/>
          </a:xfrm>
        </p:spPr>
        <p:txBody>
          <a:bodyPr/>
          <a:lstStyle>
            <a:lvl1pPr>
              <a:defRPr>
                <a:solidFill>
                  <a:schemeClr val="bg1"/>
                </a:solidFill>
              </a:defRPr>
            </a:lvl1pPr>
          </a:lstStyle>
          <a:p>
            <a:r>
              <a:rPr lang="en-US" altLang="zh-CN"/>
              <a:t>——   </a:t>
            </a:r>
            <a:r>
              <a:rPr lang="zh-CN" altLang="en-US"/>
              <a:t>博学至精  明德至善   </a:t>
            </a:r>
            <a:r>
              <a:rPr lang="en-US" altLang="zh-CN"/>
              <a:t>——</a:t>
            </a:r>
            <a:endParaRPr lang="zh-CN" altLang="en-US" dirty="0"/>
          </a:p>
        </p:txBody>
      </p:sp>
      <p:sp>
        <p:nvSpPr>
          <p:cNvPr id="8" name="灯片编号占位符 4">
            <a:extLst>
              <a:ext uri="{FF2B5EF4-FFF2-40B4-BE49-F238E27FC236}">
                <a16:creationId xmlns:a16="http://schemas.microsoft.com/office/drawing/2014/main" id="{7AE14F91-7DE6-4F32-96CD-40932ADA2290}"/>
              </a:ext>
            </a:extLst>
          </p:cNvPr>
          <p:cNvSpPr>
            <a:spLocks noGrp="1"/>
          </p:cNvSpPr>
          <p:nvPr>
            <p:ph type="sldNum" sz="quarter" idx="12"/>
          </p:nvPr>
        </p:nvSpPr>
        <p:spPr>
          <a:xfrm>
            <a:off x="8610600" y="6651523"/>
            <a:ext cx="2743200" cy="200578"/>
          </a:xfrm>
        </p:spPr>
        <p:txBody>
          <a:bodyPr/>
          <a:lstStyle>
            <a:lvl1pPr>
              <a:defRPr>
                <a:solidFill>
                  <a:schemeClr val="bg1"/>
                </a:solidFill>
              </a:defRPr>
            </a:lvl1pPr>
          </a:lstStyle>
          <a:p>
            <a:fld id="{054335CC-B077-4EFF-BFF9-2EFEE3F838E2}" type="slidenum">
              <a:rPr lang="zh-CN" altLang="en-US" smtClean="0"/>
              <a:pPr/>
              <a:t>‹#›</a:t>
            </a:fld>
            <a:endParaRPr lang="zh-CN" altLang="en-US"/>
          </a:p>
        </p:txBody>
      </p:sp>
      <p:cxnSp>
        <p:nvCxnSpPr>
          <p:cNvPr id="9" name="直接连接符 8">
            <a:extLst>
              <a:ext uri="{FF2B5EF4-FFF2-40B4-BE49-F238E27FC236}">
                <a16:creationId xmlns:a16="http://schemas.microsoft.com/office/drawing/2014/main" id="{B9AB625C-EE2B-4F90-AF75-0C2BC82D1F36}"/>
              </a:ext>
            </a:extLst>
          </p:cNvPr>
          <p:cNvCxnSpPr/>
          <p:nvPr userDrawn="1"/>
        </p:nvCxnSpPr>
        <p:spPr>
          <a:xfrm>
            <a:off x="660400" y="1028700"/>
            <a:ext cx="108585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矩形 47">
            <a:extLst>
              <a:ext uri="{FF2B5EF4-FFF2-40B4-BE49-F238E27FC236}">
                <a16:creationId xmlns:a16="http://schemas.microsoft.com/office/drawing/2014/main" id="{EF74D780-D67C-4810-A2B2-FEFCEBBE1586}"/>
              </a:ext>
            </a:extLst>
          </p:cNvPr>
          <p:cNvSpPr/>
          <p:nvPr userDrawn="1"/>
        </p:nvSpPr>
        <p:spPr>
          <a:xfrm>
            <a:off x="0" y="365164"/>
            <a:ext cx="304800" cy="6635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a:extLst>
              <a:ext uri="{FF2B5EF4-FFF2-40B4-BE49-F238E27FC236}">
                <a16:creationId xmlns:a16="http://schemas.microsoft.com/office/drawing/2014/main" id="{9FA181BE-0F13-4C34-876E-20512F2BFB5C}"/>
              </a:ext>
            </a:extLst>
          </p:cNvPr>
          <p:cNvSpPr/>
          <p:nvPr userDrawn="1"/>
        </p:nvSpPr>
        <p:spPr>
          <a:xfrm>
            <a:off x="403225" y="365164"/>
            <a:ext cx="101600" cy="6635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0" name="组合 49">
            <a:extLst>
              <a:ext uri="{FF2B5EF4-FFF2-40B4-BE49-F238E27FC236}">
                <a16:creationId xmlns:a16="http://schemas.microsoft.com/office/drawing/2014/main" id="{4E42D22D-EEBF-4BC4-B9E1-6263857A89F5}"/>
              </a:ext>
            </a:extLst>
          </p:cNvPr>
          <p:cNvGrpSpPr/>
          <p:nvPr userDrawn="1"/>
        </p:nvGrpSpPr>
        <p:grpSpPr>
          <a:xfrm>
            <a:off x="9436099" y="412165"/>
            <a:ext cx="1942631" cy="515116"/>
            <a:chOff x="713386" y="1446438"/>
            <a:chExt cx="3151707" cy="835719"/>
          </a:xfrm>
        </p:grpSpPr>
        <p:sp>
          <p:nvSpPr>
            <p:cNvPr id="51" name="Freeform 270">
              <a:extLst>
                <a:ext uri="{FF2B5EF4-FFF2-40B4-BE49-F238E27FC236}">
                  <a16:creationId xmlns:a16="http://schemas.microsoft.com/office/drawing/2014/main" id="{7D3B129A-9B94-4E85-BEDB-C1EC1722BB89}"/>
                </a:ext>
              </a:extLst>
            </p:cNvPr>
            <p:cNvSpPr>
              <a:spLocks/>
            </p:cNvSpPr>
            <p:nvPr/>
          </p:nvSpPr>
          <p:spPr bwMode="auto">
            <a:xfrm>
              <a:off x="1607698" y="1539588"/>
              <a:ext cx="425371" cy="449771"/>
            </a:xfrm>
            <a:custGeom>
              <a:avLst/>
              <a:gdLst>
                <a:gd name="T0" fmla="*/ 441 w 1168"/>
                <a:gd name="T1" fmla="*/ 51 h 1232"/>
                <a:gd name="T2" fmla="*/ 449 w 1168"/>
                <a:gd name="T3" fmla="*/ 189 h 1232"/>
                <a:gd name="T4" fmla="*/ 358 w 1168"/>
                <a:gd name="T5" fmla="*/ 244 h 1232"/>
                <a:gd name="T6" fmla="*/ 240 w 1168"/>
                <a:gd name="T7" fmla="*/ 284 h 1232"/>
                <a:gd name="T8" fmla="*/ 206 w 1168"/>
                <a:gd name="T9" fmla="*/ 384 h 1232"/>
                <a:gd name="T10" fmla="*/ 423 w 1168"/>
                <a:gd name="T11" fmla="*/ 459 h 1232"/>
                <a:gd name="T12" fmla="*/ 436 w 1168"/>
                <a:gd name="T13" fmla="*/ 568 h 1232"/>
                <a:gd name="T14" fmla="*/ 355 w 1168"/>
                <a:gd name="T15" fmla="*/ 509 h 1232"/>
                <a:gd name="T16" fmla="*/ 286 w 1168"/>
                <a:gd name="T17" fmla="*/ 589 h 1232"/>
                <a:gd name="T18" fmla="*/ 178 w 1168"/>
                <a:gd name="T19" fmla="*/ 651 h 1232"/>
                <a:gd name="T20" fmla="*/ 118 w 1168"/>
                <a:gd name="T21" fmla="*/ 686 h 1232"/>
                <a:gd name="T22" fmla="*/ 48 w 1168"/>
                <a:gd name="T23" fmla="*/ 643 h 1232"/>
                <a:gd name="T24" fmla="*/ 2 w 1168"/>
                <a:gd name="T25" fmla="*/ 745 h 1232"/>
                <a:gd name="T26" fmla="*/ 4 w 1168"/>
                <a:gd name="T27" fmla="*/ 967 h 1232"/>
                <a:gd name="T28" fmla="*/ 32 w 1168"/>
                <a:gd name="T29" fmla="*/ 1075 h 1232"/>
                <a:gd name="T30" fmla="*/ 130 w 1168"/>
                <a:gd name="T31" fmla="*/ 1163 h 1232"/>
                <a:gd name="T32" fmla="*/ 157 w 1168"/>
                <a:gd name="T33" fmla="*/ 996 h 1232"/>
                <a:gd name="T34" fmla="*/ 122 w 1168"/>
                <a:gd name="T35" fmla="*/ 855 h 1232"/>
                <a:gd name="T36" fmla="*/ 134 w 1168"/>
                <a:gd name="T37" fmla="*/ 766 h 1232"/>
                <a:gd name="T38" fmla="*/ 278 w 1168"/>
                <a:gd name="T39" fmla="*/ 679 h 1232"/>
                <a:gd name="T40" fmla="*/ 326 w 1168"/>
                <a:gd name="T41" fmla="*/ 763 h 1232"/>
                <a:gd name="T42" fmla="*/ 220 w 1168"/>
                <a:gd name="T43" fmla="*/ 850 h 1232"/>
                <a:gd name="T44" fmla="*/ 328 w 1168"/>
                <a:gd name="T45" fmla="*/ 901 h 1232"/>
                <a:gd name="T46" fmla="*/ 423 w 1168"/>
                <a:gd name="T47" fmla="*/ 879 h 1232"/>
                <a:gd name="T48" fmla="*/ 355 w 1168"/>
                <a:gd name="T49" fmla="*/ 948 h 1232"/>
                <a:gd name="T50" fmla="*/ 323 w 1168"/>
                <a:gd name="T51" fmla="*/ 1076 h 1232"/>
                <a:gd name="T52" fmla="*/ 405 w 1168"/>
                <a:gd name="T53" fmla="*/ 1080 h 1232"/>
                <a:gd name="T54" fmla="*/ 479 w 1168"/>
                <a:gd name="T55" fmla="*/ 1139 h 1232"/>
                <a:gd name="T56" fmla="*/ 535 w 1168"/>
                <a:gd name="T57" fmla="*/ 1232 h 1232"/>
                <a:gd name="T58" fmla="*/ 594 w 1168"/>
                <a:gd name="T59" fmla="*/ 1075 h 1232"/>
                <a:gd name="T60" fmla="*/ 699 w 1168"/>
                <a:gd name="T61" fmla="*/ 985 h 1232"/>
                <a:gd name="T62" fmla="*/ 679 w 1168"/>
                <a:gd name="T63" fmla="*/ 883 h 1232"/>
                <a:gd name="T64" fmla="*/ 761 w 1168"/>
                <a:gd name="T65" fmla="*/ 785 h 1232"/>
                <a:gd name="T66" fmla="*/ 698 w 1168"/>
                <a:gd name="T67" fmla="*/ 686 h 1232"/>
                <a:gd name="T68" fmla="*/ 647 w 1168"/>
                <a:gd name="T69" fmla="*/ 674 h 1232"/>
                <a:gd name="T70" fmla="*/ 761 w 1168"/>
                <a:gd name="T71" fmla="*/ 578 h 1232"/>
                <a:gd name="T72" fmla="*/ 827 w 1168"/>
                <a:gd name="T73" fmla="*/ 580 h 1232"/>
                <a:gd name="T74" fmla="*/ 960 w 1168"/>
                <a:gd name="T75" fmla="*/ 616 h 1232"/>
                <a:gd name="T76" fmla="*/ 987 w 1168"/>
                <a:gd name="T77" fmla="*/ 702 h 1232"/>
                <a:gd name="T78" fmla="*/ 963 w 1168"/>
                <a:gd name="T79" fmla="*/ 887 h 1232"/>
                <a:gd name="T80" fmla="*/ 909 w 1168"/>
                <a:gd name="T81" fmla="*/ 1033 h 1232"/>
                <a:gd name="T82" fmla="*/ 806 w 1168"/>
                <a:gd name="T83" fmla="*/ 1036 h 1232"/>
                <a:gd name="T84" fmla="*/ 856 w 1168"/>
                <a:gd name="T85" fmla="*/ 1151 h 1232"/>
                <a:gd name="T86" fmla="*/ 922 w 1168"/>
                <a:gd name="T87" fmla="*/ 1220 h 1232"/>
                <a:gd name="T88" fmla="*/ 1037 w 1168"/>
                <a:gd name="T89" fmla="*/ 1168 h 1232"/>
                <a:gd name="T90" fmla="*/ 1131 w 1168"/>
                <a:gd name="T91" fmla="*/ 1015 h 1232"/>
                <a:gd name="T92" fmla="*/ 1141 w 1168"/>
                <a:gd name="T93" fmla="*/ 841 h 1232"/>
                <a:gd name="T94" fmla="*/ 1160 w 1168"/>
                <a:gd name="T95" fmla="*/ 687 h 1232"/>
                <a:gd name="T96" fmla="*/ 1149 w 1168"/>
                <a:gd name="T97" fmla="*/ 595 h 1232"/>
                <a:gd name="T98" fmla="*/ 1051 w 1168"/>
                <a:gd name="T99" fmla="*/ 519 h 1232"/>
                <a:gd name="T100" fmla="*/ 966 w 1168"/>
                <a:gd name="T101" fmla="*/ 497 h 1232"/>
                <a:gd name="T102" fmla="*/ 830 w 1168"/>
                <a:gd name="T103" fmla="*/ 496 h 1232"/>
                <a:gd name="T104" fmla="*/ 701 w 1168"/>
                <a:gd name="T105" fmla="*/ 455 h 1232"/>
                <a:gd name="T106" fmla="*/ 614 w 1168"/>
                <a:gd name="T107" fmla="*/ 498 h 1232"/>
                <a:gd name="T108" fmla="*/ 559 w 1168"/>
                <a:gd name="T109" fmla="*/ 526 h 1232"/>
                <a:gd name="T110" fmla="*/ 619 w 1168"/>
                <a:gd name="T111" fmla="*/ 417 h 1232"/>
                <a:gd name="T112" fmla="*/ 820 w 1168"/>
                <a:gd name="T113" fmla="*/ 321 h 1232"/>
                <a:gd name="T114" fmla="*/ 762 w 1168"/>
                <a:gd name="T115" fmla="*/ 187 h 1232"/>
                <a:gd name="T116" fmla="*/ 681 w 1168"/>
                <a:gd name="T117" fmla="*/ 181 h 1232"/>
                <a:gd name="T118" fmla="*/ 581 w 1168"/>
                <a:gd name="T119" fmla="*/ 7 h 1232"/>
                <a:gd name="T120" fmla="*/ 533 w 1168"/>
                <a:gd name="T121" fmla="*/ 3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68" h="1232">
                  <a:moveTo>
                    <a:pt x="507" y="0"/>
                  </a:moveTo>
                  <a:cubicBezTo>
                    <a:pt x="505" y="0"/>
                    <a:pt x="503" y="0"/>
                    <a:pt x="502" y="1"/>
                  </a:cubicBezTo>
                  <a:cubicBezTo>
                    <a:pt x="489" y="3"/>
                    <a:pt x="476" y="7"/>
                    <a:pt x="467" y="14"/>
                  </a:cubicBezTo>
                  <a:cubicBezTo>
                    <a:pt x="456" y="24"/>
                    <a:pt x="449" y="38"/>
                    <a:pt x="441" y="51"/>
                  </a:cubicBezTo>
                  <a:cubicBezTo>
                    <a:pt x="438" y="56"/>
                    <a:pt x="434" y="63"/>
                    <a:pt x="435" y="69"/>
                  </a:cubicBezTo>
                  <a:cubicBezTo>
                    <a:pt x="436" y="83"/>
                    <a:pt x="440" y="97"/>
                    <a:pt x="442" y="111"/>
                  </a:cubicBezTo>
                  <a:cubicBezTo>
                    <a:pt x="444" y="124"/>
                    <a:pt x="446" y="137"/>
                    <a:pt x="447" y="150"/>
                  </a:cubicBezTo>
                  <a:cubicBezTo>
                    <a:pt x="448" y="163"/>
                    <a:pt x="446" y="177"/>
                    <a:pt x="449" y="189"/>
                  </a:cubicBezTo>
                  <a:cubicBezTo>
                    <a:pt x="454" y="211"/>
                    <a:pt x="450" y="226"/>
                    <a:pt x="430" y="235"/>
                  </a:cubicBezTo>
                  <a:cubicBezTo>
                    <a:pt x="428" y="236"/>
                    <a:pt x="425" y="236"/>
                    <a:pt x="422" y="236"/>
                  </a:cubicBezTo>
                  <a:cubicBezTo>
                    <a:pt x="410" y="238"/>
                    <a:pt x="398" y="239"/>
                    <a:pt x="386" y="241"/>
                  </a:cubicBezTo>
                  <a:cubicBezTo>
                    <a:pt x="377" y="242"/>
                    <a:pt x="368" y="243"/>
                    <a:pt x="358" y="244"/>
                  </a:cubicBezTo>
                  <a:cubicBezTo>
                    <a:pt x="355" y="245"/>
                    <a:pt x="350" y="246"/>
                    <a:pt x="345" y="248"/>
                  </a:cubicBezTo>
                  <a:cubicBezTo>
                    <a:pt x="334" y="252"/>
                    <a:pt x="323" y="256"/>
                    <a:pt x="312" y="260"/>
                  </a:cubicBezTo>
                  <a:cubicBezTo>
                    <a:pt x="295" y="265"/>
                    <a:pt x="278" y="271"/>
                    <a:pt x="262" y="276"/>
                  </a:cubicBezTo>
                  <a:cubicBezTo>
                    <a:pt x="254" y="279"/>
                    <a:pt x="247" y="282"/>
                    <a:pt x="240" y="284"/>
                  </a:cubicBezTo>
                  <a:cubicBezTo>
                    <a:pt x="230" y="287"/>
                    <a:pt x="218" y="289"/>
                    <a:pt x="209" y="294"/>
                  </a:cubicBezTo>
                  <a:cubicBezTo>
                    <a:pt x="197" y="300"/>
                    <a:pt x="176" y="298"/>
                    <a:pt x="178" y="320"/>
                  </a:cubicBezTo>
                  <a:cubicBezTo>
                    <a:pt x="179" y="325"/>
                    <a:pt x="179" y="330"/>
                    <a:pt x="179" y="334"/>
                  </a:cubicBezTo>
                  <a:cubicBezTo>
                    <a:pt x="179" y="356"/>
                    <a:pt x="191" y="371"/>
                    <a:pt x="206" y="384"/>
                  </a:cubicBezTo>
                  <a:cubicBezTo>
                    <a:pt x="219" y="394"/>
                    <a:pt x="234" y="402"/>
                    <a:pt x="248" y="410"/>
                  </a:cubicBezTo>
                  <a:cubicBezTo>
                    <a:pt x="269" y="420"/>
                    <a:pt x="290" y="430"/>
                    <a:pt x="311" y="437"/>
                  </a:cubicBezTo>
                  <a:cubicBezTo>
                    <a:pt x="342" y="445"/>
                    <a:pt x="373" y="452"/>
                    <a:pt x="405" y="453"/>
                  </a:cubicBezTo>
                  <a:cubicBezTo>
                    <a:pt x="411" y="453"/>
                    <a:pt x="418" y="456"/>
                    <a:pt x="423" y="459"/>
                  </a:cubicBezTo>
                  <a:cubicBezTo>
                    <a:pt x="426" y="461"/>
                    <a:pt x="425" y="468"/>
                    <a:pt x="425" y="472"/>
                  </a:cubicBezTo>
                  <a:cubicBezTo>
                    <a:pt x="430" y="494"/>
                    <a:pt x="434" y="517"/>
                    <a:pt x="438" y="540"/>
                  </a:cubicBezTo>
                  <a:cubicBezTo>
                    <a:pt x="440" y="547"/>
                    <a:pt x="441" y="554"/>
                    <a:pt x="441" y="560"/>
                  </a:cubicBezTo>
                  <a:cubicBezTo>
                    <a:pt x="441" y="563"/>
                    <a:pt x="437" y="568"/>
                    <a:pt x="436" y="568"/>
                  </a:cubicBezTo>
                  <a:cubicBezTo>
                    <a:pt x="436" y="568"/>
                    <a:pt x="436" y="568"/>
                    <a:pt x="436" y="567"/>
                  </a:cubicBezTo>
                  <a:cubicBezTo>
                    <a:pt x="422" y="565"/>
                    <a:pt x="406" y="565"/>
                    <a:pt x="395" y="557"/>
                  </a:cubicBezTo>
                  <a:cubicBezTo>
                    <a:pt x="384" y="549"/>
                    <a:pt x="378" y="534"/>
                    <a:pt x="370" y="522"/>
                  </a:cubicBezTo>
                  <a:cubicBezTo>
                    <a:pt x="366" y="517"/>
                    <a:pt x="361" y="510"/>
                    <a:pt x="355" y="509"/>
                  </a:cubicBezTo>
                  <a:cubicBezTo>
                    <a:pt x="352" y="508"/>
                    <a:pt x="349" y="508"/>
                    <a:pt x="346" y="508"/>
                  </a:cubicBezTo>
                  <a:cubicBezTo>
                    <a:pt x="329" y="508"/>
                    <a:pt x="307" y="515"/>
                    <a:pt x="301" y="533"/>
                  </a:cubicBezTo>
                  <a:cubicBezTo>
                    <a:pt x="297" y="544"/>
                    <a:pt x="295" y="555"/>
                    <a:pt x="292" y="566"/>
                  </a:cubicBezTo>
                  <a:cubicBezTo>
                    <a:pt x="290" y="574"/>
                    <a:pt x="287" y="581"/>
                    <a:pt x="286" y="589"/>
                  </a:cubicBezTo>
                  <a:cubicBezTo>
                    <a:pt x="284" y="609"/>
                    <a:pt x="282" y="613"/>
                    <a:pt x="262" y="617"/>
                  </a:cubicBezTo>
                  <a:cubicBezTo>
                    <a:pt x="259" y="618"/>
                    <a:pt x="256" y="620"/>
                    <a:pt x="253" y="622"/>
                  </a:cubicBezTo>
                  <a:cubicBezTo>
                    <a:pt x="249" y="624"/>
                    <a:pt x="246" y="627"/>
                    <a:pt x="243" y="628"/>
                  </a:cubicBezTo>
                  <a:cubicBezTo>
                    <a:pt x="219" y="630"/>
                    <a:pt x="199" y="643"/>
                    <a:pt x="178" y="651"/>
                  </a:cubicBezTo>
                  <a:cubicBezTo>
                    <a:pt x="163" y="657"/>
                    <a:pt x="151" y="667"/>
                    <a:pt x="137" y="675"/>
                  </a:cubicBezTo>
                  <a:cubicBezTo>
                    <a:pt x="134" y="677"/>
                    <a:pt x="130" y="677"/>
                    <a:pt x="126" y="678"/>
                  </a:cubicBezTo>
                  <a:cubicBezTo>
                    <a:pt x="123" y="681"/>
                    <a:pt x="120" y="686"/>
                    <a:pt x="118" y="686"/>
                  </a:cubicBezTo>
                  <a:cubicBezTo>
                    <a:pt x="118" y="686"/>
                    <a:pt x="118" y="686"/>
                    <a:pt x="118" y="686"/>
                  </a:cubicBezTo>
                  <a:cubicBezTo>
                    <a:pt x="114" y="686"/>
                    <a:pt x="109" y="683"/>
                    <a:pt x="107" y="680"/>
                  </a:cubicBezTo>
                  <a:cubicBezTo>
                    <a:pt x="97" y="666"/>
                    <a:pt x="87" y="654"/>
                    <a:pt x="70" y="649"/>
                  </a:cubicBezTo>
                  <a:cubicBezTo>
                    <a:pt x="65" y="647"/>
                    <a:pt x="60" y="646"/>
                    <a:pt x="54" y="644"/>
                  </a:cubicBezTo>
                  <a:cubicBezTo>
                    <a:pt x="52" y="644"/>
                    <a:pt x="50" y="643"/>
                    <a:pt x="48" y="643"/>
                  </a:cubicBezTo>
                  <a:cubicBezTo>
                    <a:pt x="38" y="643"/>
                    <a:pt x="26" y="649"/>
                    <a:pt x="22" y="655"/>
                  </a:cubicBezTo>
                  <a:cubicBezTo>
                    <a:pt x="20" y="660"/>
                    <a:pt x="17" y="665"/>
                    <a:pt x="15" y="670"/>
                  </a:cubicBezTo>
                  <a:cubicBezTo>
                    <a:pt x="11" y="680"/>
                    <a:pt x="1" y="686"/>
                    <a:pt x="2" y="699"/>
                  </a:cubicBezTo>
                  <a:cubicBezTo>
                    <a:pt x="4" y="714"/>
                    <a:pt x="2" y="730"/>
                    <a:pt x="2" y="745"/>
                  </a:cubicBezTo>
                  <a:cubicBezTo>
                    <a:pt x="2" y="754"/>
                    <a:pt x="3" y="762"/>
                    <a:pt x="2" y="770"/>
                  </a:cubicBezTo>
                  <a:cubicBezTo>
                    <a:pt x="2" y="797"/>
                    <a:pt x="0" y="824"/>
                    <a:pt x="0" y="850"/>
                  </a:cubicBezTo>
                  <a:cubicBezTo>
                    <a:pt x="0" y="880"/>
                    <a:pt x="1" y="910"/>
                    <a:pt x="2" y="940"/>
                  </a:cubicBezTo>
                  <a:cubicBezTo>
                    <a:pt x="2" y="949"/>
                    <a:pt x="3" y="958"/>
                    <a:pt x="4" y="967"/>
                  </a:cubicBezTo>
                  <a:cubicBezTo>
                    <a:pt x="5" y="983"/>
                    <a:pt x="7" y="998"/>
                    <a:pt x="8" y="1013"/>
                  </a:cubicBezTo>
                  <a:cubicBezTo>
                    <a:pt x="9" y="1018"/>
                    <a:pt x="7" y="1022"/>
                    <a:pt x="8" y="1026"/>
                  </a:cubicBezTo>
                  <a:cubicBezTo>
                    <a:pt x="11" y="1039"/>
                    <a:pt x="14" y="1052"/>
                    <a:pt x="24" y="1062"/>
                  </a:cubicBezTo>
                  <a:cubicBezTo>
                    <a:pt x="28" y="1065"/>
                    <a:pt x="30" y="1070"/>
                    <a:pt x="32" y="1075"/>
                  </a:cubicBezTo>
                  <a:cubicBezTo>
                    <a:pt x="37" y="1084"/>
                    <a:pt x="40" y="1095"/>
                    <a:pt x="46" y="1103"/>
                  </a:cubicBezTo>
                  <a:cubicBezTo>
                    <a:pt x="59" y="1118"/>
                    <a:pt x="73" y="1132"/>
                    <a:pt x="87" y="1147"/>
                  </a:cubicBezTo>
                  <a:cubicBezTo>
                    <a:pt x="95" y="1156"/>
                    <a:pt x="103" y="1167"/>
                    <a:pt x="116" y="1167"/>
                  </a:cubicBezTo>
                  <a:cubicBezTo>
                    <a:pt x="120" y="1167"/>
                    <a:pt x="125" y="1166"/>
                    <a:pt x="130" y="1163"/>
                  </a:cubicBezTo>
                  <a:cubicBezTo>
                    <a:pt x="141" y="1158"/>
                    <a:pt x="149" y="1150"/>
                    <a:pt x="151" y="1137"/>
                  </a:cubicBezTo>
                  <a:cubicBezTo>
                    <a:pt x="152" y="1118"/>
                    <a:pt x="152" y="1097"/>
                    <a:pt x="158" y="1078"/>
                  </a:cubicBezTo>
                  <a:cubicBezTo>
                    <a:pt x="166" y="1055"/>
                    <a:pt x="153" y="1034"/>
                    <a:pt x="156" y="1012"/>
                  </a:cubicBezTo>
                  <a:cubicBezTo>
                    <a:pt x="157" y="1007"/>
                    <a:pt x="158" y="1001"/>
                    <a:pt x="157" y="996"/>
                  </a:cubicBezTo>
                  <a:cubicBezTo>
                    <a:pt x="153" y="974"/>
                    <a:pt x="149" y="952"/>
                    <a:pt x="143" y="931"/>
                  </a:cubicBezTo>
                  <a:cubicBezTo>
                    <a:pt x="138" y="910"/>
                    <a:pt x="123" y="891"/>
                    <a:pt x="128" y="868"/>
                  </a:cubicBezTo>
                  <a:cubicBezTo>
                    <a:pt x="128" y="866"/>
                    <a:pt x="125" y="864"/>
                    <a:pt x="124" y="862"/>
                  </a:cubicBezTo>
                  <a:cubicBezTo>
                    <a:pt x="123" y="860"/>
                    <a:pt x="122" y="858"/>
                    <a:pt x="122" y="855"/>
                  </a:cubicBezTo>
                  <a:cubicBezTo>
                    <a:pt x="122" y="850"/>
                    <a:pt x="122" y="844"/>
                    <a:pt x="122" y="839"/>
                  </a:cubicBezTo>
                  <a:cubicBezTo>
                    <a:pt x="123" y="830"/>
                    <a:pt x="124" y="821"/>
                    <a:pt x="125" y="812"/>
                  </a:cubicBezTo>
                  <a:cubicBezTo>
                    <a:pt x="125" y="806"/>
                    <a:pt x="125" y="799"/>
                    <a:pt x="126" y="792"/>
                  </a:cubicBezTo>
                  <a:cubicBezTo>
                    <a:pt x="128" y="783"/>
                    <a:pt x="129" y="774"/>
                    <a:pt x="134" y="766"/>
                  </a:cubicBezTo>
                  <a:cubicBezTo>
                    <a:pt x="137" y="759"/>
                    <a:pt x="144" y="753"/>
                    <a:pt x="150" y="747"/>
                  </a:cubicBezTo>
                  <a:cubicBezTo>
                    <a:pt x="161" y="736"/>
                    <a:pt x="172" y="724"/>
                    <a:pt x="184" y="715"/>
                  </a:cubicBezTo>
                  <a:cubicBezTo>
                    <a:pt x="200" y="705"/>
                    <a:pt x="219" y="699"/>
                    <a:pt x="235" y="690"/>
                  </a:cubicBezTo>
                  <a:cubicBezTo>
                    <a:pt x="249" y="682"/>
                    <a:pt x="263" y="680"/>
                    <a:pt x="278" y="679"/>
                  </a:cubicBezTo>
                  <a:cubicBezTo>
                    <a:pt x="283" y="679"/>
                    <a:pt x="290" y="683"/>
                    <a:pt x="293" y="686"/>
                  </a:cubicBezTo>
                  <a:cubicBezTo>
                    <a:pt x="308" y="701"/>
                    <a:pt x="323" y="716"/>
                    <a:pt x="337" y="732"/>
                  </a:cubicBezTo>
                  <a:cubicBezTo>
                    <a:pt x="340" y="736"/>
                    <a:pt x="342" y="744"/>
                    <a:pt x="340" y="748"/>
                  </a:cubicBezTo>
                  <a:cubicBezTo>
                    <a:pt x="338" y="754"/>
                    <a:pt x="332" y="760"/>
                    <a:pt x="326" y="763"/>
                  </a:cubicBezTo>
                  <a:cubicBezTo>
                    <a:pt x="314" y="768"/>
                    <a:pt x="302" y="772"/>
                    <a:pt x="290" y="777"/>
                  </a:cubicBezTo>
                  <a:cubicBezTo>
                    <a:pt x="283" y="780"/>
                    <a:pt x="274" y="783"/>
                    <a:pt x="269" y="789"/>
                  </a:cubicBezTo>
                  <a:cubicBezTo>
                    <a:pt x="256" y="802"/>
                    <a:pt x="244" y="816"/>
                    <a:pt x="232" y="831"/>
                  </a:cubicBezTo>
                  <a:cubicBezTo>
                    <a:pt x="228" y="837"/>
                    <a:pt x="222" y="842"/>
                    <a:pt x="220" y="850"/>
                  </a:cubicBezTo>
                  <a:cubicBezTo>
                    <a:pt x="214" y="870"/>
                    <a:pt x="229" y="893"/>
                    <a:pt x="250" y="899"/>
                  </a:cubicBezTo>
                  <a:cubicBezTo>
                    <a:pt x="264" y="902"/>
                    <a:pt x="277" y="907"/>
                    <a:pt x="288" y="910"/>
                  </a:cubicBezTo>
                  <a:cubicBezTo>
                    <a:pt x="295" y="908"/>
                    <a:pt x="301" y="904"/>
                    <a:pt x="307" y="903"/>
                  </a:cubicBezTo>
                  <a:cubicBezTo>
                    <a:pt x="314" y="902"/>
                    <a:pt x="321" y="902"/>
                    <a:pt x="328" y="901"/>
                  </a:cubicBezTo>
                  <a:cubicBezTo>
                    <a:pt x="336" y="900"/>
                    <a:pt x="345" y="898"/>
                    <a:pt x="353" y="896"/>
                  </a:cubicBezTo>
                  <a:cubicBezTo>
                    <a:pt x="357" y="896"/>
                    <a:pt x="360" y="895"/>
                    <a:pt x="364" y="894"/>
                  </a:cubicBezTo>
                  <a:cubicBezTo>
                    <a:pt x="374" y="891"/>
                    <a:pt x="385" y="888"/>
                    <a:pt x="396" y="885"/>
                  </a:cubicBezTo>
                  <a:cubicBezTo>
                    <a:pt x="405" y="883"/>
                    <a:pt x="414" y="882"/>
                    <a:pt x="423" y="879"/>
                  </a:cubicBezTo>
                  <a:cubicBezTo>
                    <a:pt x="435" y="877"/>
                    <a:pt x="447" y="873"/>
                    <a:pt x="461" y="870"/>
                  </a:cubicBezTo>
                  <a:cubicBezTo>
                    <a:pt x="461" y="890"/>
                    <a:pt x="446" y="895"/>
                    <a:pt x="436" y="902"/>
                  </a:cubicBezTo>
                  <a:cubicBezTo>
                    <a:pt x="416" y="914"/>
                    <a:pt x="395" y="921"/>
                    <a:pt x="374" y="932"/>
                  </a:cubicBezTo>
                  <a:cubicBezTo>
                    <a:pt x="367" y="936"/>
                    <a:pt x="360" y="942"/>
                    <a:pt x="355" y="948"/>
                  </a:cubicBezTo>
                  <a:cubicBezTo>
                    <a:pt x="349" y="954"/>
                    <a:pt x="347" y="963"/>
                    <a:pt x="341" y="967"/>
                  </a:cubicBezTo>
                  <a:cubicBezTo>
                    <a:pt x="317" y="981"/>
                    <a:pt x="308" y="1004"/>
                    <a:pt x="300" y="1028"/>
                  </a:cubicBezTo>
                  <a:cubicBezTo>
                    <a:pt x="297" y="1036"/>
                    <a:pt x="296" y="1046"/>
                    <a:pt x="297" y="1054"/>
                  </a:cubicBezTo>
                  <a:cubicBezTo>
                    <a:pt x="299" y="1068"/>
                    <a:pt x="311" y="1072"/>
                    <a:pt x="323" y="1076"/>
                  </a:cubicBezTo>
                  <a:cubicBezTo>
                    <a:pt x="333" y="1078"/>
                    <a:pt x="344" y="1079"/>
                    <a:pt x="355" y="1080"/>
                  </a:cubicBezTo>
                  <a:cubicBezTo>
                    <a:pt x="365" y="1082"/>
                    <a:pt x="374" y="1084"/>
                    <a:pt x="384" y="1084"/>
                  </a:cubicBezTo>
                  <a:cubicBezTo>
                    <a:pt x="384" y="1084"/>
                    <a:pt x="384" y="1084"/>
                    <a:pt x="385" y="1084"/>
                  </a:cubicBezTo>
                  <a:cubicBezTo>
                    <a:pt x="391" y="1084"/>
                    <a:pt x="398" y="1081"/>
                    <a:pt x="405" y="1080"/>
                  </a:cubicBezTo>
                  <a:cubicBezTo>
                    <a:pt x="423" y="1078"/>
                    <a:pt x="441" y="1077"/>
                    <a:pt x="459" y="1074"/>
                  </a:cubicBezTo>
                  <a:cubicBezTo>
                    <a:pt x="461" y="1074"/>
                    <a:pt x="463" y="1074"/>
                    <a:pt x="464" y="1074"/>
                  </a:cubicBezTo>
                  <a:cubicBezTo>
                    <a:pt x="472" y="1074"/>
                    <a:pt x="476" y="1078"/>
                    <a:pt x="476" y="1088"/>
                  </a:cubicBezTo>
                  <a:cubicBezTo>
                    <a:pt x="477" y="1105"/>
                    <a:pt x="478" y="1122"/>
                    <a:pt x="479" y="1139"/>
                  </a:cubicBezTo>
                  <a:cubicBezTo>
                    <a:pt x="479" y="1142"/>
                    <a:pt x="480" y="1145"/>
                    <a:pt x="481" y="1147"/>
                  </a:cubicBezTo>
                  <a:cubicBezTo>
                    <a:pt x="487" y="1163"/>
                    <a:pt x="492" y="1179"/>
                    <a:pt x="499" y="1194"/>
                  </a:cubicBezTo>
                  <a:cubicBezTo>
                    <a:pt x="504" y="1205"/>
                    <a:pt x="511" y="1215"/>
                    <a:pt x="520" y="1224"/>
                  </a:cubicBezTo>
                  <a:cubicBezTo>
                    <a:pt x="524" y="1228"/>
                    <a:pt x="529" y="1232"/>
                    <a:pt x="535" y="1232"/>
                  </a:cubicBezTo>
                  <a:cubicBezTo>
                    <a:pt x="538" y="1232"/>
                    <a:pt x="541" y="1231"/>
                    <a:pt x="544" y="1229"/>
                  </a:cubicBezTo>
                  <a:cubicBezTo>
                    <a:pt x="554" y="1223"/>
                    <a:pt x="567" y="1216"/>
                    <a:pt x="571" y="1203"/>
                  </a:cubicBezTo>
                  <a:cubicBezTo>
                    <a:pt x="579" y="1180"/>
                    <a:pt x="587" y="1157"/>
                    <a:pt x="591" y="1133"/>
                  </a:cubicBezTo>
                  <a:cubicBezTo>
                    <a:pt x="595" y="1114"/>
                    <a:pt x="593" y="1094"/>
                    <a:pt x="594" y="1075"/>
                  </a:cubicBezTo>
                  <a:cubicBezTo>
                    <a:pt x="594" y="1065"/>
                    <a:pt x="595" y="1055"/>
                    <a:pt x="597" y="1046"/>
                  </a:cubicBezTo>
                  <a:cubicBezTo>
                    <a:pt x="599" y="1038"/>
                    <a:pt x="604" y="1029"/>
                    <a:pt x="610" y="1025"/>
                  </a:cubicBezTo>
                  <a:cubicBezTo>
                    <a:pt x="622" y="1018"/>
                    <a:pt x="635" y="1013"/>
                    <a:pt x="648" y="1007"/>
                  </a:cubicBezTo>
                  <a:cubicBezTo>
                    <a:pt x="665" y="1000"/>
                    <a:pt x="682" y="993"/>
                    <a:pt x="699" y="985"/>
                  </a:cubicBezTo>
                  <a:cubicBezTo>
                    <a:pt x="704" y="983"/>
                    <a:pt x="709" y="979"/>
                    <a:pt x="714" y="975"/>
                  </a:cubicBezTo>
                  <a:cubicBezTo>
                    <a:pt x="729" y="963"/>
                    <a:pt x="735" y="947"/>
                    <a:pt x="738" y="929"/>
                  </a:cubicBezTo>
                  <a:cubicBezTo>
                    <a:pt x="739" y="920"/>
                    <a:pt x="741" y="909"/>
                    <a:pt x="732" y="902"/>
                  </a:cubicBezTo>
                  <a:cubicBezTo>
                    <a:pt x="717" y="889"/>
                    <a:pt x="697" y="888"/>
                    <a:pt x="679" y="883"/>
                  </a:cubicBezTo>
                  <a:cubicBezTo>
                    <a:pt x="671" y="880"/>
                    <a:pt x="662" y="878"/>
                    <a:pt x="654" y="875"/>
                  </a:cubicBezTo>
                  <a:cubicBezTo>
                    <a:pt x="659" y="867"/>
                    <a:pt x="662" y="858"/>
                    <a:pt x="669" y="852"/>
                  </a:cubicBezTo>
                  <a:cubicBezTo>
                    <a:pt x="685" y="839"/>
                    <a:pt x="703" y="827"/>
                    <a:pt x="720" y="814"/>
                  </a:cubicBezTo>
                  <a:cubicBezTo>
                    <a:pt x="734" y="805"/>
                    <a:pt x="748" y="796"/>
                    <a:pt x="761" y="785"/>
                  </a:cubicBezTo>
                  <a:cubicBezTo>
                    <a:pt x="788" y="764"/>
                    <a:pt x="786" y="719"/>
                    <a:pt x="757" y="700"/>
                  </a:cubicBezTo>
                  <a:cubicBezTo>
                    <a:pt x="749" y="694"/>
                    <a:pt x="738" y="691"/>
                    <a:pt x="727" y="688"/>
                  </a:cubicBezTo>
                  <a:cubicBezTo>
                    <a:pt x="718" y="686"/>
                    <a:pt x="708" y="686"/>
                    <a:pt x="698" y="686"/>
                  </a:cubicBezTo>
                  <a:cubicBezTo>
                    <a:pt x="698" y="686"/>
                    <a:pt x="698" y="686"/>
                    <a:pt x="698" y="686"/>
                  </a:cubicBezTo>
                  <a:cubicBezTo>
                    <a:pt x="692" y="686"/>
                    <a:pt x="687" y="687"/>
                    <a:pt x="682" y="688"/>
                  </a:cubicBezTo>
                  <a:cubicBezTo>
                    <a:pt x="674" y="689"/>
                    <a:pt x="666" y="691"/>
                    <a:pt x="659" y="691"/>
                  </a:cubicBezTo>
                  <a:cubicBezTo>
                    <a:pt x="652" y="691"/>
                    <a:pt x="646" y="690"/>
                    <a:pt x="640" y="686"/>
                  </a:cubicBezTo>
                  <a:cubicBezTo>
                    <a:pt x="642" y="682"/>
                    <a:pt x="645" y="678"/>
                    <a:pt x="647" y="674"/>
                  </a:cubicBezTo>
                  <a:cubicBezTo>
                    <a:pt x="655" y="660"/>
                    <a:pt x="665" y="651"/>
                    <a:pt x="677" y="641"/>
                  </a:cubicBezTo>
                  <a:cubicBezTo>
                    <a:pt x="699" y="622"/>
                    <a:pt x="719" y="602"/>
                    <a:pt x="740" y="583"/>
                  </a:cubicBezTo>
                  <a:cubicBezTo>
                    <a:pt x="744" y="579"/>
                    <a:pt x="749" y="577"/>
                    <a:pt x="754" y="577"/>
                  </a:cubicBezTo>
                  <a:cubicBezTo>
                    <a:pt x="756" y="577"/>
                    <a:pt x="758" y="577"/>
                    <a:pt x="761" y="578"/>
                  </a:cubicBezTo>
                  <a:cubicBezTo>
                    <a:pt x="770" y="581"/>
                    <a:pt x="780" y="583"/>
                    <a:pt x="790" y="583"/>
                  </a:cubicBezTo>
                  <a:cubicBezTo>
                    <a:pt x="791" y="583"/>
                    <a:pt x="791" y="583"/>
                    <a:pt x="791" y="583"/>
                  </a:cubicBezTo>
                  <a:cubicBezTo>
                    <a:pt x="797" y="583"/>
                    <a:pt x="803" y="582"/>
                    <a:pt x="809" y="581"/>
                  </a:cubicBezTo>
                  <a:cubicBezTo>
                    <a:pt x="815" y="580"/>
                    <a:pt x="821" y="580"/>
                    <a:pt x="827" y="580"/>
                  </a:cubicBezTo>
                  <a:cubicBezTo>
                    <a:pt x="827" y="580"/>
                    <a:pt x="827" y="580"/>
                    <a:pt x="827" y="580"/>
                  </a:cubicBezTo>
                  <a:cubicBezTo>
                    <a:pt x="837" y="580"/>
                    <a:pt x="846" y="582"/>
                    <a:pt x="855" y="584"/>
                  </a:cubicBezTo>
                  <a:cubicBezTo>
                    <a:pt x="870" y="587"/>
                    <a:pt x="886" y="590"/>
                    <a:pt x="901" y="594"/>
                  </a:cubicBezTo>
                  <a:cubicBezTo>
                    <a:pt x="921" y="601"/>
                    <a:pt x="940" y="608"/>
                    <a:pt x="960" y="616"/>
                  </a:cubicBezTo>
                  <a:cubicBezTo>
                    <a:pt x="970" y="620"/>
                    <a:pt x="979" y="625"/>
                    <a:pt x="988" y="631"/>
                  </a:cubicBezTo>
                  <a:cubicBezTo>
                    <a:pt x="990" y="632"/>
                    <a:pt x="991" y="636"/>
                    <a:pt x="991" y="639"/>
                  </a:cubicBezTo>
                  <a:cubicBezTo>
                    <a:pt x="990" y="658"/>
                    <a:pt x="995" y="679"/>
                    <a:pt x="987" y="698"/>
                  </a:cubicBezTo>
                  <a:cubicBezTo>
                    <a:pt x="987" y="699"/>
                    <a:pt x="987" y="701"/>
                    <a:pt x="987" y="702"/>
                  </a:cubicBezTo>
                  <a:cubicBezTo>
                    <a:pt x="987" y="713"/>
                    <a:pt x="989" y="725"/>
                    <a:pt x="988" y="736"/>
                  </a:cubicBezTo>
                  <a:cubicBezTo>
                    <a:pt x="987" y="749"/>
                    <a:pt x="982" y="761"/>
                    <a:pt x="980" y="774"/>
                  </a:cubicBezTo>
                  <a:cubicBezTo>
                    <a:pt x="978" y="786"/>
                    <a:pt x="978" y="799"/>
                    <a:pt x="977" y="811"/>
                  </a:cubicBezTo>
                  <a:cubicBezTo>
                    <a:pt x="974" y="837"/>
                    <a:pt x="971" y="862"/>
                    <a:pt x="963" y="887"/>
                  </a:cubicBezTo>
                  <a:cubicBezTo>
                    <a:pt x="957" y="906"/>
                    <a:pt x="949" y="924"/>
                    <a:pt x="942" y="943"/>
                  </a:cubicBezTo>
                  <a:cubicBezTo>
                    <a:pt x="937" y="957"/>
                    <a:pt x="931" y="970"/>
                    <a:pt x="928" y="984"/>
                  </a:cubicBezTo>
                  <a:cubicBezTo>
                    <a:pt x="925" y="993"/>
                    <a:pt x="920" y="1002"/>
                    <a:pt x="921" y="1014"/>
                  </a:cubicBezTo>
                  <a:cubicBezTo>
                    <a:pt x="922" y="1021"/>
                    <a:pt x="919" y="1033"/>
                    <a:pt x="909" y="1033"/>
                  </a:cubicBezTo>
                  <a:cubicBezTo>
                    <a:pt x="899" y="1034"/>
                    <a:pt x="888" y="1035"/>
                    <a:pt x="878" y="1035"/>
                  </a:cubicBezTo>
                  <a:cubicBezTo>
                    <a:pt x="871" y="1035"/>
                    <a:pt x="863" y="1035"/>
                    <a:pt x="856" y="1033"/>
                  </a:cubicBezTo>
                  <a:cubicBezTo>
                    <a:pt x="850" y="1031"/>
                    <a:pt x="844" y="1030"/>
                    <a:pt x="838" y="1030"/>
                  </a:cubicBezTo>
                  <a:cubicBezTo>
                    <a:pt x="827" y="1030"/>
                    <a:pt x="816" y="1033"/>
                    <a:pt x="806" y="1036"/>
                  </a:cubicBezTo>
                  <a:cubicBezTo>
                    <a:pt x="803" y="1037"/>
                    <a:pt x="799" y="1040"/>
                    <a:pt x="798" y="1042"/>
                  </a:cubicBezTo>
                  <a:cubicBezTo>
                    <a:pt x="797" y="1054"/>
                    <a:pt x="796" y="1065"/>
                    <a:pt x="797" y="1076"/>
                  </a:cubicBezTo>
                  <a:cubicBezTo>
                    <a:pt x="798" y="1083"/>
                    <a:pt x="801" y="1092"/>
                    <a:pt x="806" y="1097"/>
                  </a:cubicBezTo>
                  <a:cubicBezTo>
                    <a:pt x="822" y="1116"/>
                    <a:pt x="840" y="1133"/>
                    <a:pt x="856" y="1151"/>
                  </a:cubicBezTo>
                  <a:cubicBezTo>
                    <a:pt x="862" y="1157"/>
                    <a:pt x="866" y="1164"/>
                    <a:pt x="871" y="1170"/>
                  </a:cubicBezTo>
                  <a:cubicBezTo>
                    <a:pt x="880" y="1182"/>
                    <a:pt x="889" y="1194"/>
                    <a:pt x="900" y="1205"/>
                  </a:cubicBezTo>
                  <a:cubicBezTo>
                    <a:pt x="906" y="1212"/>
                    <a:pt x="914" y="1220"/>
                    <a:pt x="922" y="1220"/>
                  </a:cubicBezTo>
                  <a:cubicBezTo>
                    <a:pt x="922" y="1220"/>
                    <a:pt x="922" y="1220"/>
                    <a:pt x="922" y="1220"/>
                  </a:cubicBezTo>
                  <a:cubicBezTo>
                    <a:pt x="936" y="1220"/>
                    <a:pt x="950" y="1215"/>
                    <a:pt x="964" y="1211"/>
                  </a:cubicBezTo>
                  <a:cubicBezTo>
                    <a:pt x="983" y="1206"/>
                    <a:pt x="997" y="1190"/>
                    <a:pt x="1017" y="1186"/>
                  </a:cubicBezTo>
                  <a:cubicBezTo>
                    <a:pt x="1018" y="1186"/>
                    <a:pt x="1019" y="1185"/>
                    <a:pt x="1020" y="1184"/>
                  </a:cubicBezTo>
                  <a:cubicBezTo>
                    <a:pt x="1023" y="1175"/>
                    <a:pt x="1030" y="1171"/>
                    <a:pt x="1037" y="1168"/>
                  </a:cubicBezTo>
                  <a:cubicBezTo>
                    <a:pt x="1044" y="1165"/>
                    <a:pt x="1050" y="1161"/>
                    <a:pt x="1056" y="1156"/>
                  </a:cubicBezTo>
                  <a:cubicBezTo>
                    <a:pt x="1069" y="1144"/>
                    <a:pt x="1080" y="1130"/>
                    <a:pt x="1094" y="1119"/>
                  </a:cubicBezTo>
                  <a:cubicBezTo>
                    <a:pt x="1107" y="1107"/>
                    <a:pt x="1111" y="1092"/>
                    <a:pt x="1115" y="1076"/>
                  </a:cubicBezTo>
                  <a:cubicBezTo>
                    <a:pt x="1120" y="1056"/>
                    <a:pt x="1125" y="1035"/>
                    <a:pt x="1131" y="1015"/>
                  </a:cubicBezTo>
                  <a:cubicBezTo>
                    <a:pt x="1135" y="1004"/>
                    <a:pt x="1136" y="992"/>
                    <a:pt x="1134" y="980"/>
                  </a:cubicBezTo>
                  <a:cubicBezTo>
                    <a:pt x="1134" y="979"/>
                    <a:pt x="1134" y="977"/>
                    <a:pt x="1134" y="976"/>
                  </a:cubicBezTo>
                  <a:cubicBezTo>
                    <a:pt x="1136" y="954"/>
                    <a:pt x="1138" y="931"/>
                    <a:pt x="1139" y="908"/>
                  </a:cubicBezTo>
                  <a:cubicBezTo>
                    <a:pt x="1140" y="886"/>
                    <a:pt x="1140" y="864"/>
                    <a:pt x="1141" y="841"/>
                  </a:cubicBezTo>
                  <a:cubicBezTo>
                    <a:pt x="1141" y="821"/>
                    <a:pt x="1143" y="800"/>
                    <a:pt x="1144" y="779"/>
                  </a:cubicBezTo>
                  <a:cubicBezTo>
                    <a:pt x="1145" y="772"/>
                    <a:pt x="1147" y="765"/>
                    <a:pt x="1148" y="758"/>
                  </a:cubicBezTo>
                  <a:cubicBezTo>
                    <a:pt x="1149" y="744"/>
                    <a:pt x="1150" y="730"/>
                    <a:pt x="1152" y="717"/>
                  </a:cubicBezTo>
                  <a:cubicBezTo>
                    <a:pt x="1153" y="706"/>
                    <a:pt x="1155" y="695"/>
                    <a:pt x="1160" y="687"/>
                  </a:cubicBezTo>
                  <a:cubicBezTo>
                    <a:pt x="1168" y="675"/>
                    <a:pt x="1167" y="662"/>
                    <a:pt x="1165" y="650"/>
                  </a:cubicBezTo>
                  <a:cubicBezTo>
                    <a:pt x="1163" y="637"/>
                    <a:pt x="1164" y="622"/>
                    <a:pt x="1153" y="611"/>
                  </a:cubicBezTo>
                  <a:cubicBezTo>
                    <a:pt x="1152" y="610"/>
                    <a:pt x="1153" y="607"/>
                    <a:pt x="1153" y="605"/>
                  </a:cubicBezTo>
                  <a:cubicBezTo>
                    <a:pt x="1152" y="601"/>
                    <a:pt x="1151" y="597"/>
                    <a:pt x="1149" y="595"/>
                  </a:cubicBezTo>
                  <a:cubicBezTo>
                    <a:pt x="1137" y="579"/>
                    <a:pt x="1127" y="562"/>
                    <a:pt x="1108" y="555"/>
                  </a:cubicBezTo>
                  <a:cubicBezTo>
                    <a:pt x="1107" y="554"/>
                    <a:pt x="1106" y="553"/>
                    <a:pt x="1105" y="552"/>
                  </a:cubicBezTo>
                  <a:cubicBezTo>
                    <a:pt x="1094" y="537"/>
                    <a:pt x="1081" y="526"/>
                    <a:pt x="1061" y="526"/>
                  </a:cubicBezTo>
                  <a:cubicBezTo>
                    <a:pt x="1057" y="525"/>
                    <a:pt x="1054" y="521"/>
                    <a:pt x="1051" y="519"/>
                  </a:cubicBezTo>
                  <a:cubicBezTo>
                    <a:pt x="1050" y="518"/>
                    <a:pt x="1049" y="517"/>
                    <a:pt x="1048" y="517"/>
                  </a:cubicBezTo>
                  <a:cubicBezTo>
                    <a:pt x="1030" y="511"/>
                    <a:pt x="1012" y="506"/>
                    <a:pt x="994" y="501"/>
                  </a:cubicBezTo>
                  <a:cubicBezTo>
                    <a:pt x="985" y="499"/>
                    <a:pt x="976" y="498"/>
                    <a:pt x="967" y="497"/>
                  </a:cubicBezTo>
                  <a:cubicBezTo>
                    <a:pt x="967" y="497"/>
                    <a:pt x="966" y="497"/>
                    <a:pt x="966" y="497"/>
                  </a:cubicBezTo>
                  <a:cubicBezTo>
                    <a:pt x="959" y="497"/>
                    <a:pt x="952" y="499"/>
                    <a:pt x="945" y="499"/>
                  </a:cubicBezTo>
                  <a:cubicBezTo>
                    <a:pt x="933" y="499"/>
                    <a:pt x="921" y="499"/>
                    <a:pt x="909" y="499"/>
                  </a:cubicBezTo>
                  <a:cubicBezTo>
                    <a:pt x="899" y="499"/>
                    <a:pt x="889" y="499"/>
                    <a:pt x="879" y="499"/>
                  </a:cubicBezTo>
                  <a:cubicBezTo>
                    <a:pt x="863" y="499"/>
                    <a:pt x="846" y="497"/>
                    <a:pt x="830" y="496"/>
                  </a:cubicBezTo>
                  <a:cubicBezTo>
                    <a:pt x="825" y="496"/>
                    <a:pt x="821" y="494"/>
                    <a:pt x="817" y="493"/>
                  </a:cubicBezTo>
                  <a:cubicBezTo>
                    <a:pt x="811" y="491"/>
                    <a:pt x="805" y="488"/>
                    <a:pt x="798" y="486"/>
                  </a:cubicBezTo>
                  <a:cubicBezTo>
                    <a:pt x="784" y="481"/>
                    <a:pt x="768" y="480"/>
                    <a:pt x="757" y="471"/>
                  </a:cubicBezTo>
                  <a:cubicBezTo>
                    <a:pt x="740" y="457"/>
                    <a:pt x="721" y="455"/>
                    <a:pt x="701" y="455"/>
                  </a:cubicBezTo>
                  <a:cubicBezTo>
                    <a:pt x="701" y="455"/>
                    <a:pt x="700" y="455"/>
                    <a:pt x="700" y="455"/>
                  </a:cubicBezTo>
                  <a:cubicBezTo>
                    <a:pt x="682" y="455"/>
                    <a:pt x="666" y="464"/>
                    <a:pt x="648" y="467"/>
                  </a:cubicBezTo>
                  <a:cubicBezTo>
                    <a:pt x="639" y="469"/>
                    <a:pt x="630" y="471"/>
                    <a:pt x="624" y="479"/>
                  </a:cubicBezTo>
                  <a:cubicBezTo>
                    <a:pt x="620" y="485"/>
                    <a:pt x="618" y="492"/>
                    <a:pt x="614" y="498"/>
                  </a:cubicBezTo>
                  <a:cubicBezTo>
                    <a:pt x="611" y="502"/>
                    <a:pt x="608" y="505"/>
                    <a:pt x="604" y="508"/>
                  </a:cubicBezTo>
                  <a:cubicBezTo>
                    <a:pt x="596" y="515"/>
                    <a:pt x="588" y="522"/>
                    <a:pt x="578" y="528"/>
                  </a:cubicBezTo>
                  <a:cubicBezTo>
                    <a:pt x="575" y="529"/>
                    <a:pt x="571" y="531"/>
                    <a:pt x="567" y="531"/>
                  </a:cubicBezTo>
                  <a:cubicBezTo>
                    <a:pt x="564" y="531"/>
                    <a:pt x="561" y="530"/>
                    <a:pt x="559" y="526"/>
                  </a:cubicBezTo>
                  <a:cubicBezTo>
                    <a:pt x="556" y="518"/>
                    <a:pt x="554" y="506"/>
                    <a:pt x="558" y="500"/>
                  </a:cubicBezTo>
                  <a:cubicBezTo>
                    <a:pt x="565" y="488"/>
                    <a:pt x="576" y="478"/>
                    <a:pt x="586" y="469"/>
                  </a:cubicBezTo>
                  <a:cubicBezTo>
                    <a:pt x="594" y="462"/>
                    <a:pt x="599" y="455"/>
                    <a:pt x="601" y="445"/>
                  </a:cubicBezTo>
                  <a:cubicBezTo>
                    <a:pt x="603" y="433"/>
                    <a:pt x="607" y="422"/>
                    <a:pt x="619" y="417"/>
                  </a:cubicBezTo>
                  <a:cubicBezTo>
                    <a:pt x="630" y="413"/>
                    <a:pt x="643" y="411"/>
                    <a:pt x="654" y="406"/>
                  </a:cubicBezTo>
                  <a:cubicBezTo>
                    <a:pt x="672" y="399"/>
                    <a:pt x="689" y="389"/>
                    <a:pt x="707" y="382"/>
                  </a:cubicBezTo>
                  <a:cubicBezTo>
                    <a:pt x="735" y="372"/>
                    <a:pt x="765" y="368"/>
                    <a:pt x="789" y="348"/>
                  </a:cubicBezTo>
                  <a:cubicBezTo>
                    <a:pt x="800" y="340"/>
                    <a:pt x="811" y="331"/>
                    <a:pt x="820" y="321"/>
                  </a:cubicBezTo>
                  <a:cubicBezTo>
                    <a:pt x="836" y="303"/>
                    <a:pt x="836" y="280"/>
                    <a:pt x="833" y="258"/>
                  </a:cubicBezTo>
                  <a:cubicBezTo>
                    <a:pt x="831" y="245"/>
                    <a:pt x="826" y="231"/>
                    <a:pt x="809" y="224"/>
                  </a:cubicBezTo>
                  <a:cubicBezTo>
                    <a:pt x="793" y="218"/>
                    <a:pt x="777" y="211"/>
                    <a:pt x="771" y="192"/>
                  </a:cubicBezTo>
                  <a:cubicBezTo>
                    <a:pt x="770" y="190"/>
                    <a:pt x="766" y="187"/>
                    <a:pt x="762" y="187"/>
                  </a:cubicBezTo>
                  <a:cubicBezTo>
                    <a:pt x="762" y="187"/>
                    <a:pt x="762" y="187"/>
                    <a:pt x="762" y="187"/>
                  </a:cubicBezTo>
                  <a:cubicBezTo>
                    <a:pt x="739" y="188"/>
                    <a:pt x="715" y="188"/>
                    <a:pt x="691" y="191"/>
                  </a:cubicBezTo>
                  <a:cubicBezTo>
                    <a:pt x="690" y="191"/>
                    <a:pt x="689" y="191"/>
                    <a:pt x="688" y="191"/>
                  </a:cubicBezTo>
                  <a:cubicBezTo>
                    <a:pt x="682" y="191"/>
                    <a:pt x="680" y="188"/>
                    <a:pt x="681" y="181"/>
                  </a:cubicBezTo>
                  <a:cubicBezTo>
                    <a:pt x="682" y="169"/>
                    <a:pt x="684" y="156"/>
                    <a:pt x="686" y="144"/>
                  </a:cubicBezTo>
                  <a:cubicBezTo>
                    <a:pt x="690" y="125"/>
                    <a:pt x="695" y="108"/>
                    <a:pt x="690" y="88"/>
                  </a:cubicBezTo>
                  <a:cubicBezTo>
                    <a:pt x="681" y="54"/>
                    <a:pt x="660" y="31"/>
                    <a:pt x="629" y="18"/>
                  </a:cubicBezTo>
                  <a:cubicBezTo>
                    <a:pt x="614" y="11"/>
                    <a:pt x="597" y="10"/>
                    <a:pt x="581" y="7"/>
                  </a:cubicBezTo>
                  <a:cubicBezTo>
                    <a:pt x="570" y="5"/>
                    <a:pt x="560" y="4"/>
                    <a:pt x="549" y="3"/>
                  </a:cubicBezTo>
                  <a:cubicBezTo>
                    <a:pt x="547" y="3"/>
                    <a:pt x="545" y="3"/>
                    <a:pt x="543" y="3"/>
                  </a:cubicBezTo>
                  <a:cubicBezTo>
                    <a:pt x="541" y="3"/>
                    <a:pt x="540" y="3"/>
                    <a:pt x="538" y="3"/>
                  </a:cubicBezTo>
                  <a:cubicBezTo>
                    <a:pt x="536" y="3"/>
                    <a:pt x="535" y="3"/>
                    <a:pt x="533" y="3"/>
                  </a:cubicBezTo>
                  <a:cubicBezTo>
                    <a:pt x="531" y="3"/>
                    <a:pt x="529" y="3"/>
                    <a:pt x="527" y="2"/>
                  </a:cubicBezTo>
                  <a:cubicBezTo>
                    <a:pt x="520" y="2"/>
                    <a:pt x="513" y="0"/>
                    <a:pt x="50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2" name="Freeform 271">
              <a:extLst>
                <a:ext uri="{FF2B5EF4-FFF2-40B4-BE49-F238E27FC236}">
                  <a16:creationId xmlns:a16="http://schemas.microsoft.com/office/drawing/2014/main" id="{B667285F-E0B5-413F-ADAE-BC1C4F3A2609}"/>
                </a:ext>
              </a:extLst>
            </p:cNvPr>
            <p:cNvSpPr>
              <a:spLocks/>
            </p:cNvSpPr>
            <p:nvPr/>
          </p:nvSpPr>
          <p:spPr bwMode="auto">
            <a:xfrm>
              <a:off x="2434447" y="1567648"/>
              <a:ext cx="301745" cy="393652"/>
            </a:xfrm>
            <a:custGeom>
              <a:avLst/>
              <a:gdLst>
                <a:gd name="T0" fmla="*/ 553 w 828"/>
                <a:gd name="T1" fmla="*/ 29 h 1078"/>
                <a:gd name="T2" fmla="*/ 334 w 828"/>
                <a:gd name="T3" fmla="*/ 98 h 1078"/>
                <a:gd name="T4" fmla="*/ 188 w 828"/>
                <a:gd name="T5" fmla="*/ 125 h 1078"/>
                <a:gd name="T6" fmla="*/ 131 w 828"/>
                <a:gd name="T7" fmla="*/ 124 h 1078"/>
                <a:gd name="T8" fmla="*/ 118 w 828"/>
                <a:gd name="T9" fmla="*/ 173 h 1078"/>
                <a:gd name="T10" fmla="*/ 186 w 828"/>
                <a:gd name="T11" fmla="*/ 238 h 1078"/>
                <a:gd name="T12" fmla="*/ 230 w 828"/>
                <a:gd name="T13" fmla="*/ 358 h 1078"/>
                <a:gd name="T14" fmla="*/ 225 w 828"/>
                <a:gd name="T15" fmla="*/ 456 h 1078"/>
                <a:gd name="T16" fmla="*/ 314 w 828"/>
                <a:gd name="T17" fmla="*/ 478 h 1078"/>
                <a:gd name="T18" fmla="*/ 308 w 828"/>
                <a:gd name="T19" fmla="*/ 498 h 1078"/>
                <a:gd name="T20" fmla="*/ 193 w 828"/>
                <a:gd name="T21" fmla="*/ 654 h 1078"/>
                <a:gd name="T22" fmla="*/ 184 w 828"/>
                <a:gd name="T23" fmla="*/ 799 h 1078"/>
                <a:gd name="T24" fmla="*/ 195 w 828"/>
                <a:gd name="T25" fmla="*/ 911 h 1078"/>
                <a:gd name="T26" fmla="*/ 386 w 828"/>
                <a:gd name="T27" fmla="*/ 810 h 1078"/>
                <a:gd name="T28" fmla="*/ 459 w 828"/>
                <a:gd name="T29" fmla="*/ 749 h 1078"/>
                <a:gd name="T30" fmla="*/ 599 w 828"/>
                <a:gd name="T31" fmla="*/ 906 h 1078"/>
                <a:gd name="T32" fmla="*/ 563 w 828"/>
                <a:gd name="T33" fmla="*/ 933 h 1078"/>
                <a:gd name="T34" fmla="*/ 407 w 828"/>
                <a:gd name="T35" fmla="*/ 954 h 1078"/>
                <a:gd name="T36" fmla="*/ 389 w 828"/>
                <a:gd name="T37" fmla="*/ 954 h 1078"/>
                <a:gd name="T38" fmla="*/ 269 w 828"/>
                <a:gd name="T39" fmla="*/ 966 h 1078"/>
                <a:gd name="T40" fmla="*/ 183 w 828"/>
                <a:gd name="T41" fmla="*/ 974 h 1078"/>
                <a:gd name="T42" fmla="*/ 104 w 828"/>
                <a:gd name="T43" fmla="*/ 970 h 1078"/>
                <a:gd name="T44" fmla="*/ 108 w 828"/>
                <a:gd name="T45" fmla="*/ 886 h 1078"/>
                <a:gd name="T46" fmla="*/ 106 w 828"/>
                <a:gd name="T47" fmla="*/ 779 h 1078"/>
                <a:gd name="T48" fmla="*/ 103 w 828"/>
                <a:gd name="T49" fmla="*/ 634 h 1078"/>
                <a:gd name="T50" fmla="*/ 106 w 828"/>
                <a:gd name="T51" fmla="*/ 408 h 1078"/>
                <a:gd name="T52" fmla="*/ 137 w 828"/>
                <a:gd name="T53" fmla="*/ 335 h 1078"/>
                <a:gd name="T54" fmla="*/ 163 w 828"/>
                <a:gd name="T55" fmla="*/ 279 h 1078"/>
                <a:gd name="T56" fmla="*/ 70 w 828"/>
                <a:gd name="T57" fmla="*/ 262 h 1078"/>
                <a:gd name="T58" fmla="*/ 34 w 828"/>
                <a:gd name="T59" fmla="*/ 434 h 1078"/>
                <a:gd name="T60" fmla="*/ 18 w 828"/>
                <a:gd name="T61" fmla="*/ 608 h 1078"/>
                <a:gd name="T62" fmla="*/ 11 w 828"/>
                <a:gd name="T63" fmla="*/ 832 h 1078"/>
                <a:gd name="T64" fmla="*/ 7 w 828"/>
                <a:gd name="T65" fmla="*/ 995 h 1078"/>
                <a:gd name="T66" fmla="*/ 167 w 828"/>
                <a:gd name="T67" fmla="*/ 1071 h 1078"/>
                <a:gd name="T68" fmla="*/ 296 w 828"/>
                <a:gd name="T69" fmla="*/ 1060 h 1078"/>
                <a:gd name="T70" fmla="*/ 436 w 828"/>
                <a:gd name="T71" fmla="*/ 1047 h 1078"/>
                <a:gd name="T72" fmla="*/ 549 w 828"/>
                <a:gd name="T73" fmla="*/ 1045 h 1078"/>
                <a:gd name="T74" fmla="*/ 729 w 828"/>
                <a:gd name="T75" fmla="*/ 1056 h 1078"/>
                <a:gd name="T76" fmla="*/ 814 w 828"/>
                <a:gd name="T77" fmla="*/ 1034 h 1078"/>
                <a:gd name="T78" fmla="*/ 705 w 828"/>
                <a:gd name="T79" fmla="*/ 915 h 1078"/>
                <a:gd name="T80" fmla="*/ 655 w 828"/>
                <a:gd name="T81" fmla="*/ 762 h 1078"/>
                <a:gd name="T82" fmla="*/ 480 w 828"/>
                <a:gd name="T83" fmla="*/ 706 h 1078"/>
                <a:gd name="T84" fmla="*/ 584 w 828"/>
                <a:gd name="T85" fmla="*/ 545 h 1078"/>
                <a:gd name="T86" fmla="*/ 585 w 828"/>
                <a:gd name="T87" fmla="*/ 446 h 1078"/>
                <a:gd name="T88" fmla="*/ 634 w 828"/>
                <a:gd name="T89" fmla="*/ 344 h 1078"/>
                <a:gd name="T90" fmla="*/ 548 w 828"/>
                <a:gd name="T91" fmla="*/ 274 h 1078"/>
                <a:gd name="T92" fmla="*/ 473 w 828"/>
                <a:gd name="T93" fmla="*/ 265 h 1078"/>
                <a:gd name="T94" fmla="*/ 565 w 828"/>
                <a:gd name="T95" fmla="*/ 209 h 1078"/>
                <a:gd name="T96" fmla="*/ 753 w 828"/>
                <a:gd name="T97" fmla="*/ 44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28" h="1078">
                  <a:moveTo>
                    <a:pt x="659" y="0"/>
                  </a:moveTo>
                  <a:cubicBezTo>
                    <a:pt x="657" y="0"/>
                    <a:pt x="655" y="0"/>
                    <a:pt x="653" y="0"/>
                  </a:cubicBezTo>
                  <a:cubicBezTo>
                    <a:pt x="643" y="3"/>
                    <a:pt x="634" y="6"/>
                    <a:pt x="624" y="9"/>
                  </a:cubicBezTo>
                  <a:cubicBezTo>
                    <a:pt x="600" y="16"/>
                    <a:pt x="576" y="22"/>
                    <a:pt x="553" y="29"/>
                  </a:cubicBezTo>
                  <a:cubicBezTo>
                    <a:pt x="528" y="36"/>
                    <a:pt x="503" y="43"/>
                    <a:pt x="479" y="51"/>
                  </a:cubicBezTo>
                  <a:cubicBezTo>
                    <a:pt x="472" y="53"/>
                    <a:pt x="466" y="60"/>
                    <a:pt x="458" y="62"/>
                  </a:cubicBezTo>
                  <a:cubicBezTo>
                    <a:pt x="443" y="67"/>
                    <a:pt x="427" y="70"/>
                    <a:pt x="411" y="75"/>
                  </a:cubicBezTo>
                  <a:cubicBezTo>
                    <a:pt x="385" y="82"/>
                    <a:pt x="360" y="91"/>
                    <a:pt x="334" y="98"/>
                  </a:cubicBezTo>
                  <a:cubicBezTo>
                    <a:pt x="316" y="103"/>
                    <a:pt x="297" y="107"/>
                    <a:pt x="278" y="111"/>
                  </a:cubicBezTo>
                  <a:cubicBezTo>
                    <a:pt x="271" y="112"/>
                    <a:pt x="262" y="110"/>
                    <a:pt x="256" y="114"/>
                  </a:cubicBezTo>
                  <a:cubicBezTo>
                    <a:pt x="238" y="126"/>
                    <a:pt x="218" y="124"/>
                    <a:pt x="198" y="125"/>
                  </a:cubicBezTo>
                  <a:cubicBezTo>
                    <a:pt x="195" y="125"/>
                    <a:pt x="192" y="125"/>
                    <a:pt x="188" y="125"/>
                  </a:cubicBezTo>
                  <a:cubicBezTo>
                    <a:pt x="179" y="125"/>
                    <a:pt x="170" y="125"/>
                    <a:pt x="161" y="124"/>
                  </a:cubicBezTo>
                  <a:cubicBezTo>
                    <a:pt x="151" y="124"/>
                    <a:pt x="142" y="124"/>
                    <a:pt x="133" y="124"/>
                  </a:cubicBezTo>
                  <a:cubicBezTo>
                    <a:pt x="132" y="124"/>
                    <a:pt x="132" y="124"/>
                    <a:pt x="131" y="124"/>
                  </a:cubicBezTo>
                  <a:cubicBezTo>
                    <a:pt x="131" y="124"/>
                    <a:pt x="131" y="124"/>
                    <a:pt x="131" y="124"/>
                  </a:cubicBezTo>
                  <a:cubicBezTo>
                    <a:pt x="130" y="124"/>
                    <a:pt x="129" y="124"/>
                    <a:pt x="128" y="124"/>
                  </a:cubicBezTo>
                  <a:cubicBezTo>
                    <a:pt x="128" y="124"/>
                    <a:pt x="127" y="124"/>
                    <a:pt x="126" y="124"/>
                  </a:cubicBezTo>
                  <a:cubicBezTo>
                    <a:pt x="119" y="124"/>
                    <a:pt x="111" y="125"/>
                    <a:pt x="108" y="134"/>
                  </a:cubicBezTo>
                  <a:cubicBezTo>
                    <a:pt x="103" y="149"/>
                    <a:pt x="106" y="162"/>
                    <a:pt x="118" y="173"/>
                  </a:cubicBezTo>
                  <a:cubicBezTo>
                    <a:pt x="129" y="182"/>
                    <a:pt x="139" y="192"/>
                    <a:pt x="148" y="202"/>
                  </a:cubicBezTo>
                  <a:cubicBezTo>
                    <a:pt x="152" y="205"/>
                    <a:pt x="154" y="210"/>
                    <a:pt x="156" y="214"/>
                  </a:cubicBezTo>
                  <a:cubicBezTo>
                    <a:pt x="157" y="216"/>
                    <a:pt x="158" y="219"/>
                    <a:pt x="160" y="221"/>
                  </a:cubicBezTo>
                  <a:cubicBezTo>
                    <a:pt x="168" y="227"/>
                    <a:pt x="176" y="234"/>
                    <a:pt x="186" y="238"/>
                  </a:cubicBezTo>
                  <a:cubicBezTo>
                    <a:pt x="212" y="248"/>
                    <a:pt x="237" y="258"/>
                    <a:pt x="264" y="266"/>
                  </a:cubicBezTo>
                  <a:cubicBezTo>
                    <a:pt x="273" y="269"/>
                    <a:pt x="276" y="274"/>
                    <a:pt x="272" y="281"/>
                  </a:cubicBezTo>
                  <a:cubicBezTo>
                    <a:pt x="262" y="301"/>
                    <a:pt x="250" y="321"/>
                    <a:pt x="239" y="341"/>
                  </a:cubicBezTo>
                  <a:cubicBezTo>
                    <a:pt x="236" y="347"/>
                    <a:pt x="233" y="352"/>
                    <a:pt x="230" y="358"/>
                  </a:cubicBezTo>
                  <a:cubicBezTo>
                    <a:pt x="226" y="363"/>
                    <a:pt x="224" y="369"/>
                    <a:pt x="221" y="375"/>
                  </a:cubicBezTo>
                  <a:cubicBezTo>
                    <a:pt x="214" y="386"/>
                    <a:pt x="206" y="397"/>
                    <a:pt x="213" y="412"/>
                  </a:cubicBezTo>
                  <a:cubicBezTo>
                    <a:pt x="214" y="413"/>
                    <a:pt x="214" y="414"/>
                    <a:pt x="214" y="415"/>
                  </a:cubicBezTo>
                  <a:cubicBezTo>
                    <a:pt x="213" y="430"/>
                    <a:pt x="216" y="444"/>
                    <a:pt x="225" y="456"/>
                  </a:cubicBezTo>
                  <a:cubicBezTo>
                    <a:pt x="233" y="468"/>
                    <a:pt x="259" y="481"/>
                    <a:pt x="275" y="481"/>
                  </a:cubicBezTo>
                  <a:cubicBezTo>
                    <a:pt x="277" y="481"/>
                    <a:pt x="279" y="480"/>
                    <a:pt x="281" y="480"/>
                  </a:cubicBezTo>
                  <a:cubicBezTo>
                    <a:pt x="287" y="478"/>
                    <a:pt x="295" y="478"/>
                    <a:pt x="302" y="478"/>
                  </a:cubicBezTo>
                  <a:cubicBezTo>
                    <a:pt x="306" y="478"/>
                    <a:pt x="310" y="478"/>
                    <a:pt x="314" y="478"/>
                  </a:cubicBezTo>
                  <a:cubicBezTo>
                    <a:pt x="315" y="478"/>
                    <a:pt x="317" y="478"/>
                    <a:pt x="318" y="478"/>
                  </a:cubicBezTo>
                  <a:cubicBezTo>
                    <a:pt x="323" y="478"/>
                    <a:pt x="327" y="479"/>
                    <a:pt x="332" y="480"/>
                  </a:cubicBezTo>
                  <a:cubicBezTo>
                    <a:pt x="331" y="481"/>
                    <a:pt x="331" y="483"/>
                    <a:pt x="331" y="484"/>
                  </a:cubicBezTo>
                  <a:cubicBezTo>
                    <a:pt x="323" y="488"/>
                    <a:pt x="315" y="492"/>
                    <a:pt x="308" y="498"/>
                  </a:cubicBezTo>
                  <a:cubicBezTo>
                    <a:pt x="296" y="508"/>
                    <a:pt x="285" y="520"/>
                    <a:pt x="273" y="528"/>
                  </a:cubicBezTo>
                  <a:cubicBezTo>
                    <a:pt x="259" y="538"/>
                    <a:pt x="243" y="544"/>
                    <a:pt x="228" y="553"/>
                  </a:cubicBezTo>
                  <a:cubicBezTo>
                    <a:pt x="209" y="566"/>
                    <a:pt x="197" y="585"/>
                    <a:pt x="192" y="607"/>
                  </a:cubicBezTo>
                  <a:cubicBezTo>
                    <a:pt x="189" y="622"/>
                    <a:pt x="188" y="639"/>
                    <a:pt x="193" y="654"/>
                  </a:cubicBezTo>
                  <a:cubicBezTo>
                    <a:pt x="201" y="677"/>
                    <a:pt x="219" y="694"/>
                    <a:pt x="241" y="706"/>
                  </a:cubicBezTo>
                  <a:cubicBezTo>
                    <a:pt x="250" y="711"/>
                    <a:pt x="252" y="718"/>
                    <a:pt x="246" y="726"/>
                  </a:cubicBezTo>
                  <a:cubicBezTo>
                    <a:pt x="229" y="748"/>
                    <a:pt x="211" y="769"/>
                    <a:pt x="193" y="790"/>
                  </a:cubicBezTo>
                  <a:cubicBezTo>
                    <a:pt x="190" y="793"/>
                    <a:pt x="185" y="795"/>
                    <a:pt x="184" y="799"/>
                  </a:cubicBezTo>
                  <a:cubicBezTo>
                    <a:pt x="179" y="811"/>
                    <a:pt x="170" y="819"/>
                    <a:pt x="159" y="825"/>
                  </a:cubicBezTo>
                  <a:cubicBezTo>
                    <a:pt x="157" y="826"/>
                    <a:pt x="155" y="829"/>
                    <a:pt x="154" y="831"/>
                  </a:cubicBezTo>
                  <a:cubicBezTo>
                    <a:pt x="138" y="858"/>
                    <a:pt x="146" y="884"/>
                    <a:pt x="156" y="909"/>
                  </a:cubicBezTo>
                  <a:cubicBezTo>
                    <a:pt x="169" y="909"/>
                    <a:pt x="183" y="911"/>
                    <a:pt x="195" y="911"/>
                  </a:cubicBezTo>
                  <a:cubicBezTo>
                    <a:pt x="203" y="911"/>
                    <a:pt x="210" y="910"/>
                    <a:pt x="218" y="908"/>
                  </a:cubicBezTo>
                  <a:cubicBezTo>
                    <a:pt x="245" y="903"/>
                    <a:pt x="269" y="890"/>
                    <a:pt x="289" y="870"/>
                  </a:cubicBezTo>
                  <a:cubicBezTo>
                    <a:pt x="295" y="864"/>
                    <a:pt x="303" y="859"/>
                    <a:pt x="311" y="856"/>
                  </a:cubicBezTo>
                  <a:cubicBezTo>
                    <a:pt x="338" y="844"/>
                    <a:pt x="364" y="830"/>
                    <a:pt x="386" y="810"/>
                  </a:cubicBezTo>
                  <a:cubicBezTo>
                    <a:pt x="409" y="790"/>
                    <a:pt x="430" y="768"/>
                    <a:pt x="442" y="740"/>
                  </a:cubicBezTo>
                  <a:cubicBezTo>
                    <a:pt x="444" y="737"/>
                    <a:pt x="449" y="735"/>
                    <a:pt x="452" y="733"/>
                  </a:cubicBezTo>
                  <a:cubicBezTo>
                    <a:pt x="454" y="737"/>
                    <a:pt x="456" y="741"/>
                    <a:pt x="458" y="744"/>
                  </a:cubicBezTo>
                  <a:cubicBezTo>
                    <a:pt x="459" y="746"/>
                    <a:pt x="458" y="748"/>
                    <a:pt x="459" y="749"/>
                  </a:cubicBezTo>
                  <a:cubicBezTo>
                    <a:pt x="467" y="760"/>
                    <a:pt x="475" y="771"/>
                    <a:pt x="482" y="782"/>
                  </a:cubicBezTo>
                  <a:cubicBezTo>
                    <a:pt x="498" y="805"/>
                    <a:pt x="512" y="829"/>
                    <a:pt x="529" y="851"/>
                  </a:cubicBezTo>
                  <a:cubicBezTo>
                    <a:pt x="536" y="862"/>
                    <a:pt x="546" y="872"/>
                    <a:pt x="556" y="879"/>
                  </a:cubicBezTo>
                  <a:cubicBezTo>
                    <a:pt x="569" y="889"/>
                    <a:pt x="585" y="896"/>
                    <a:pt x="599" y="906"/>
                  </a:cubicBezTo>
                  <a:cubicBezTo>
                    <a:pt x="603" y="908"/>
                    <a:pt x="606" y="914"/>
                    <a:pt x="609" y="919"/>
                  </a:cubicBezTo>
                  <a:cubicBezTo>
                    <a:pt x="609" y="920"/>
                    <a:pt x="605" y="924"/>
                    <a:pt x="603" y="925"/>
                  </a:cubicBezTo>
                  <a:cubicBezTo>
                    <a:pt x="595" y="927"/>
                    <a:pt x="588" y="930"/>
                    <a:pt x="581" y="931"/>
                  </a:cubicBezTo>
                  <a:cubicBezTo>
                    <a:pt x="575" y="933"/>
                    <a:pt x="568" y="932"/>
                    <a:pt x="563" y="933"/>
                  </a:cubicBezTo>
                  <a:cubicBezTo>
                    <a:pt x="538" y="938"/>
                    <a:pt x="514" y="944"/>
                    <a:pt x="489" y="949"/>
                  </a:cubicBezTo>
                  <a:cubicBezTo>
                    <a:pt x="475" y="951"/>
                    <a:pt x="461" y="953"/>
                    <a:pt x="447" y="954"/>
                  </a:cubicBezTo>
                  <a:cubicBezTo>
                    <a:pt x="441" y="954"/>
                    <a:pt x="436" y="954"/>
                    <a:pt x="430" y="954"/>
                  </a:cubicBezTo>
                  <a:cubicBezTo>
                    <a:pt x="422" y="954"/>
                    <a:pt x="415" y="954"/>
                    <a:pt x="407" y="954"/>
                  </a:cubicBezTo>
                  <a:cubicBezTo>
                    <a:pt x="405" y="954"/>
                    <a:pt x="404" y="954"/>
                    <a:pt x="403" y="954"/>
                  </a:cubicBezTo>
                  <a:cubicBezTo>
                    <a:pt x="402" y="954"/>
                    <a:pt x="401" y="954"/>
                    <a:pt x="400" y="954"/>
                  </a:cubicBezTo>
                  <a:cubicBezTo>
                    <a:pt x="399" y="954"/>
                    <a:pt x="398" y="954"/>
                    <a:pt x="396" y="954"/>
                  </a:cubicBezTo>
                  <a:cubicBezTo>
                    <a:pt x="394" y="954"/>
                    <a:pt x="391" y="954"/>
                    <a:pt x="389" y="954"/>
                  </a:cubicBezTo>
                  <a:cubicBezTo>
                    <a:pt x="375" y="955"/>
                    <a:pt x="362" y="957"/>
                    <a:pt x="349" y="959"/>
                  </a:cubicBezTo>
                  <a:cubicBezTo>
                    <a:pt x="335" y="960"/>
                    <a:pt x="321" y="962"/>
                    <a:pt x="307" y="963"/>
                  </a:cubicBezTo>
                  <a:cubicBezTo>
                    <a:pt x="295" y="964"/>
                    <a:pt x="284" y="966"/>
                    <a:pt x="272" y="966"/>
                  </a:cubicBezTo>
                  <a:cubicBezTo>
                    <a:pt x="271" y="966"/>
                    <a:pt x="270" y="966"/>
                    <a:pt x="269" y="966"/>
                  </a:cubicBezTo>
                  <a:cubicBezTo>
                    <a:pt x="264" y="965"/>
                    <a:pt x="260" y="965"/>
                    <a:pt x="256" y="965"/>
                  </a:cubicBezTo>
                  <a:cubicBezTo>
                    <a:pt x="249" y="965"/>
                    <a:pt x="241" y="966"/>
                    <a:pt x="234" y="968"/>
                  </a:cubicBezTo>
                  <a:cubicBezTo>
                    <a:pt x="224" y="971"/>
                    <a:pt x="213" y="970"/>
                    <a:pt x="202" y="971"/>
                  </a:cubicBezTo>
                  <a:cubicBezTo>
                    <a:pt x="196" y="972"/>
                    <a:pt x="190" y="973"/>
                    <a:pt x="183" y="974"/>
                  </a:cubicBezTo>
                  <a:cubicBezTo>
                    <a:pt x="178" y="975"/>
                    <a:pt x="173" y="977"/>
                    <a:pt x="168" y="978"/>
                  </a:cubicBezTo>
                  <a:cubicBezTo>
                    <a:pt x="159" y="980"/>
                    <a:pt x="150" y="982"/>
                    <a:pt x="141" y="985"/>
                  </a:cubicBezTo>
                  <a:cubicBezTo>
                    <a:pt x="130" y="989"/>
                    <a:pt x="119" y="994"/>
                    <a:pt x="106" y="999"/>
                  </a:cubicBezTo>
                  <a:cubicBezTo>
                    <a:pt x="105" y="988"/>
                    <a:pt x="104" y="979"/>
                    <a:pt x="104" y="970"/>
                  </a:cubicBezTo>
                  <a:cubicBezTo>
                    <a:pt x="103" y="963"/>
                    <a:pt x="103" y="956"/>
                    <a:pt x="103" y="949"/>
                  </a:cubicBezTo>
                  <a:cubicBezTo>
                    <a:pt x="103" y="944"/>
                    <a:pt x="103" y="939"/>
                    <a:pt x="104" y="935"/>
                  </a:cubicBezTo>
                  <a:cubicBezTo>
                    <a:pt x="106" y="926"/>
                    <a:pt x="109" y="918"/>
                    <a:pt x="109" y="909"/>
                  </a:cubicBezTo>
                  <a:cubicBezTo>
                    <a:pt x="110" y="902"/>
                    <a:pt x="108" y="894"/>
                    <a:pt x="108" y="886"/>
                  </a:cubicBezTo>
                  <a:cubicBezTo>
                    <a:pt x="107" y="879"/>
                    <a:pt x="106" y="873"/>
                    <a:pt x="106" y="866"/>
                  </a:cubicBezTo>
                  <a:cubicBezTo>
                    <a:pt x="105" y="859"/>
                    <a:pt x="104" y="851"/>
                    <a:pt x="106" y="844"/>
                  </a:cubicBezTo>
                  <a:cubicBezTo>
                    <a:pt x="111" y="829"/>
                    <a:pt x="115" y="815"/>
                    <a:pt x="108" y="799"/>
                  </a:cubicBezTo>
                  <a:cubicBezTo>
                    <a:pt x="106" y="793"/>
                    <a:pt x="106" y="786"/>
                    <a:pt x="106" y="779"/>
                  </a:cubicBezTo>
                  <a:cubicBezTo>
                    <a:pt x="106" y="765"/>
                    <a:pt x="106" y="750"/>
                    <a:pt x="106" y="736"/>
                  </a:cubicBezTo>
                  <a:cubicBezTo>
                    <a:pt x="105" y="715"/>
                    <a:pt x="102" y="695"/>
                    <a:pt x="101" y="674"/>
                  </a:cubicBezTo>
                  <a:cubicBezTo>
                    <a:pt x="100" y="668"/>
                    <a:pt x="100" y="661"/>
                    <a:pt x="100" y="655"/>
                  </a:cubicBezTo>
                  <a:cubicBezTo>
                    <a:pt x="101" y="648"/>
                    <a:pt x="102" y="641"/>
                    <a:pt x="103" y="634"/>
                  </a:cubicBezTo>
                  <a:cubicBezTo>
                    <a:pt x="105" y="624"/>
                    <a:pt x="112" y="615"/>
                    <a:pt x="109" y="602"/>
                  </a:cubicBezTo>
                  <a:cubicBezTo>
                    <a:pt x="106" y="584"/>
                    <a:pt x="106" y="566"/>
                    <a:pt x="106" y="548"/>
                  </a:cubicBezTo>
                  <a:cubicBezTo>
                    <a:pt x="105" y="525"/>
                    <a:pt x="108" y="502"/>
                    <a:pt x="108" y="479"/>
                  </a:cubicBezTo>
                  <a:cubicBezTo>
                    <a:pt x="108" y="455"/>
                    <a:pt x="106" y="432"/>
                    <a:pt x="106" y="408"/>
                  </a:cubicBezTo>
                  <a:cubicBezTo>
                    <a:pt x="106" y="402"/>
                    <a:pt x="111" y="395"/>
                    <a:pt x="110" y="390"/>
                  </a:cubicBezTo>
                  <a:cubicBezTo>
                    <a:pt x="105" y="375"/>
                    <a:pt x="109" y="361"/>
                    <a:pt x="113" y="347"/>
                  </a:cubicBezTo>
                  <a:cubicBezTo>
                    <a:pt x="116" y="338"/>
                    <a:pt x="120" y="334"/>
                    <a:pt x="128" y="334"/>
                  </a:cubicBezTo>
                  <a:cubicBezTo>
                    <a:pt x="131" y="334"/>
                    <a:pt x="134" y="334"/>
                    <a:pt x="137" y="335"/>
                  </a:cubicBezTo>
                  <a:cubicBezTo>
                    <a:pt x="142" y="336"/>
                    <a:pt x="148" y="337"/>
                    <a:pt x="153" y="337"/>
                  </a:cubicBezTo>
                  <a:cubicBezTo>
                    <a:pt x="157" y="337"/>
                    <a:pt x="162" y="336"/>
                    <a:pt x="166" y="336"/>
                  </a:cubicBezTo>
                  <a:cubicBezTo>
                    <a:pt x="168" y="336"/>
                    <a:pt x="172" y="332"/>
                    <a:pt x="173" y="330"/>
                  </a:cubicBezTo>
                  <a:cubicBezTo>
                    <a:pt x="174" y="312"/>
                    <a:pt x="174" y="293"/>
                    <a:pt x="163" y="279"/>
                  </a:cubicBezTo>
                  <a:cubicBezTo>
                    <a:pt x="155" y="269"/>
                    <a:pt x="144" y="259"/>
                    <a:pt x="132" y="256"/>
                  </a:cubicBezTo>
                  <a:cubicBezTo>
                    <a:pt x="124" y="253"/>
                    <a:pt x="115" y="252"/>
                    <a:pt x="106" y="252"/>
                  </a:cubicBezTo>
                  <a:cubicBezTo>
                    <a:pt x="100" y="252"/>
                    <a:pt x="94" y="253"/>
                    <a:pt x="88" y="253"/>
                  </a:cubicBezTo>
                  <a:cubicBezTo>
                    <a:pt x="81" y="253"/>
                    <a:pt x="72" y="257"/>
                    <a:pt x="70" y="262"/>
                  </a:cubicBezTo>
                  <a:cubicBezTo>
                    <a:pt x="62" y="276"/>
                    <a:pt x="55" y="292"/>
                    <a:pt x="51" y="308"/>
                  </a:cubicBezTo>
                  <a:cubicBezTo>
                    <a:pt x="46" y="324"/>
                    <a:pt x="45" y="341"/>
                    <a:pt x="42" y="358"/>
                  </a:cubicBezTo>
                  <a:cubicBezTo>
                    <a:pt x="40" y="375"/>
                    <a:pt x="38" y="392"/>
                    <a:pt x="36" y="409"/>
                  </a:cubicBezTo>
                  <a:cubicBezTo>
                    <a:pt x="35" y="417"/>
                    <a:pt x="35" y="426"/>
                    <a:pt x="34" y="434"/>
                  </a:cubicBezTo>
                  <a:cubicBezTo>
                    <a:pt x="31" y="447"/>
                    <a:pt x="26" y="460"/>
                    <a:pt x="24" y="473"/>
                  </a:cubicBezTo>
                  <a:cubicBezTo>
                    <a:pt x="23" y="494"/>
                    <a:pt x="24" y="514"/>
                    <a:pt x="23" y="535"/>
                  </a:cubicBezTo>
                  <a:cubicBezTo>
                    <a:pt x="22" y="556"/>
                    <a:pt x="20" y="577"/>
                    <a:pt x="19" y="598"/>
                  </a:cubicBezTo>
                  <a:cubicBezTo>
                    <a:pt x="19" y="601"/>
                    <a:pt x="18" y="604"/>
                    <a:pt x="18" y="608"/>
                  </a:cubicBezTo>
                  <a:cubicBezTo>
                    <a:pt x="18" y="624"/>
                    <a:pt x="18" y="641"/>
                    <a:pt x="13" y="658"/>
                  </a:cubicBezTo>
                  <a:cubicBezTo>
                    <a:pt x="8" y="672"/>
                    <a:pt x="12" y="690"/>
                    <a:pt x="12" y="706"/>
                  </a:cubicBezTo>
                  <a:cubicBezTo>
                    <a:pt x="12" y="736"/>
                    <a:pt x="12" y="765"/>
                    <a:pt x="12" y="795"/>
                  </a:cubicBezTo>
                  <a:cubicBezTo>
                    <a:pt x="12" y="807"/>
                    <a:pt x="12" y="820"/>
                    <a:pt x="11" y="832"/>
                  </a:cubicBezTo>
                  <a:cubicBezTo>
                    <a:pt x="11" y="844"/>
                    <a:pt x="6" y="856"/>
                    <a:pt x="8" y="868"/>
                  </a:cubicBezTo>
                  <a:cubicBezTo>
                    <a:pt x="10" y="892"/>
                    <a:pt x="0" y="917"/>
                    <a:pt x="9" y="941"/>
                  </a:cubicBezTo>
                  <a:cubicBezTo>
                    <a:pt x="10" y="943"/>
                    <a:pt x="9" y="945"/>
                    <a:pt x="9" y="947"/>
                  </a:cubicBezTo>
                  <a:cubicBezTo>
                    <a:pt x="9" y="963"/>
                    <a:pt x="6" y="979"/>
                    <a:pt x="7" y="995"/>
                  </a:cubicBezTo>
                  <a:cubicBezTo>
                    <a:pt x="8" y="1009"/>
                    <a:pt x="9" y="1025"/>
                    <a:pt x="17" y="1035"/>
                  </a:cubicBezTo>
                  <a:cubicBezTo>
                    <a:pt x="35" y="1062"/>
                    <a:pt x="62" y="1078"/>
                    <a:pt x="95" y="1078"/>
                  </a:cubicBezTo>
                  <a:cubicBezTo>
                    <a:pt x="95" y="1078"/>
                    <a:pt x="96" y="1078"/>
                    <a:pt x="97" y="1078"/>
                  </a:cubicBezTo>
                  <a:cubicBezTo>
                    <a:pt x="121" y="1078"/>
                    <a:pt x="144" y="1073"/>
                    <a:pt x="167" y="1071"/>
                  </a:cubicBezTo>
                  <a:cubicBezTo>
                    <a:pt x="188" y="1068"/>
                    <a:pt x="209" y="1066"/>
                    <a:pt x="230" y="1064"/>
                  </a:cubicBezTo>
                  <a:cubicBezTo>
                    <a:pt x="234" y="1064"/>
                    <a:pt x="238" y="1063"/>
                    <a:pt x="243" y="1063"/>
                  </a:cubicBezTo>
                  <a:cubicBezTo>
                    <a:pt x="257" y="1062"/>
                    <a:pt x="271" y="1062"/>
                    <a:pt x="286" y="1061"/>
                  </a:cubicBezTo>
                  <a:cubicBezTo>
                    <a:pt x="289" y="1061"/>
                    <a:pt x="293" y="1061"/>
                    <a:pt x="296" y="1060"/>
                  </a:cubicBezTo>
                  <a:cubicBezTo>
                    <a:pt x="305" y="1059"/>
                    <a:pt x="315" y="1056"/>
                    <a:pt x="324" y="1055"/>
                  </a:cubicBezTo>
                  <a:cubicBezTo>
                    <a:pt x="341" y="1054"/>
                    <a:pt x="358" y="1054"/>
                    <a:pt x="375" y="1053"/>
                  </a:cubicBezTo>
                  <a:cubicBezTo>
                    <a:pt x="391" y="1052"/>
                    <a:pt x="406" y="1049"/>
                    <a:pt x="422" y="1048"/>
                  </a:cubicBezTo>
                  <a:cubicBezTo>
                    <a:pt x="426" y="1047"/>
                    <a:pt x="431" y="1047"/>
                    <a:pt x="436" y="1047"/>
                  </a:cubicBezTo>
                  <a:cubicBezTo>
                    <a:pt x="440" y="1047"/>
                    <a:pt x="443" y="1047"/>
                    <a:pt x="447" y="1047"/>
                  </a:cubicBezTo>
                  <a:cubicBezTo>
                    <a:pt x="450" y="1047"/>
                    <a:pt x="454" y="1048"/>
                    <a:pt x="457" y="1048"/>
                  </a:cubicBezTo>
                  <a:cubicBezTo>
                    <a:pt x="459" y="1048"/>
                    <a:pt x="461" y="1048"/>
                    <a:pt x="463" y="1047"/>
                  </a:cubicBezTo>
                  <a:cubicBezTo>
                    <a:pt x="492" y="1047"/>
                    <a:pt x="520" y="1046"/>
                    <a:pt x="549" y="1045"/>
                  </a:cubicBezTo>
                  <a:cubicBezTo>
                    <a:pt x="565" y="1045"/>
                    <a:pt x="582" y="1045"/>
                    <a:pt x="599" y="1043"/>
                  </a:cubicBezTo>
                  <a:cubicBezTo>
                    <a:pt x="600" y="1043"/>
                    <a:pt x="602" y="1043"/>
                    <a:pt x="604" y="1043"/>
                  </a:cubicBezTo>
                  <a:cubicBezTo>
                    <a:pt x="616" y="1043"/>
                    <a:pt x="626" y="1048"/>
                    <a:pt x="638" y="1050"/>
                  </a:cubicBezTo>
                  <a:cubicBezTo>
                    <a:pt x="668" y="1053"/>
                    <a:pt x="698" y="1055"/>
                    <a:pt x="729" y="1056"/>
                  </a:cubicBezTo>
                  <a:cubicBezTo>
                    <a:pt x="733" y="1056"/>
                    <a:pt x="738" y="1057"/>
                    <a:pt x="742" y="1057"/>
                  </a:cubicBezTo>
                  <a:cubicBezTo>
                    <a:pt x="750" y="1057"/>
                    <a:pt x="757" y="1056"/>
                    <a:pt x="764" y="1054"/>
                  </a:cubicBezTo>
                  <a:cubicBezTo>
                    <a:pt x="780" y="1050"/>
                    <a:pt x="794" y="1043"/>
                    <a:pt x="809" y="1038"/>
                  </a:cubicBezTo>
                  <a:cubicBezTo>
                    <a:pt x="811" y="1037"/>
                    <a:pt x="813" y="1036"/>
                    <a:pt x="814" y="1034"/>
                  </a:cubicBezTo>
                  <a:cubicBezTo>
                    <a:pt x="825" y="1017"/>
                    <a:pt x="828" y="998"/>
                    <a:pt x="821" y="980"/>
                  </a:cubicBezTo>
                  <a:cubicBezTo>
                    <a:pt x="817" y="970"/>
                    <a:pt x="807" y="961"/>
                    <a:pt x="798" y="954"/>
                  </a:cubicBezTo>
                  <a:cubicBezTo>
                    <a:pt x="776" y="937"/>
                    <a:pt x="751" y="929"/>
                    <a:pt x="724" y="923"/>
                  </a:cubicBezTo>
                  <a:cubicBezTo>
                    <a:pt x="717" y="921"/>
                    <a:pt x="707" y="919"/>
                    <a:pt x="705" y="915"/>
                  </a:cubicBezTo>
                  <a:cubicBezTo>
                    <a:pt x="699" y="905"/>
                    <a:pt x="696" y="894"/>
                    <a:pt x="694" y="883"/>
                  </a:cubicBezTo>
                  <a:cubicBezTo>
                    <a:pt x="690" y="860"/>
                    <a:pt x="693" y="836"/>
                    <a:pt x="684" y="814"/>
                  </a:cubicBezTo>
                  <a:cubicBezTo>
                    <a:pt x="683" y="811"/>
                    <a:pt x="682" y="808"/>
                    <a:pt x="682" y="805"/>
                  </a:cubicBezTo>
                  <a:cubicBezTo>
                    <a:pt x="686" y="782"/>
                    <a:pt x="671" y="771"/>
                    <a:pt x="655" y="762"/>
                  </a:cubicBezTo>
                  <a:cubicBezTo>
                    <a:pt x="638" y="751"/>
                    <a:pt x="620" y="741"/>
                    <a:pt x="601" y="733"/>
                  </a:cubicBezTo>
                  <a:cubicBezTo>
                    <a:pt x="583" y="725"/>
                    <a:pt x="565" y="720"/>
                    <a:pt x="546" y="714"/>
                  </a:cubicBezTo>
                  <a:cubicBezTo>
                    <a:pt x="539" y="711"/>
                    <a:pt x="532" y="708"/>
                    <a:pt x="525" y="707"/>
                  </a:cubicBezTo>
                  <a:cubicBezTo>
                    <a:pt x="510" y="706"/>
                    <a:pt x="495" y="707"/>
                    <a:pt x="480" y="706"/>
                  </a:cubicBezTo>
                  <a:cubicBezTo>
                    <a:pt x="468" y="706"/>
                    <a:pt x="465" y="702"/>
                    <a:pt x="471" y="691"/>
                  </a:cubicBezTo>
                  <a:cubicBezTo>
                    <a:pt x="480" y="674"/>
                    <a:pt x="492" y="658"/>
                    <a:pt x="499" y="640"/>
                  </a:cubicBezTo>
                  <a:cubicBezTo>
                    <a:pt x="509" y="616"/>
                    <a:pt x="531" y="602"/>
                    <a:pt x="547" y="583"/>
                  </a:cubicBezTo>
                  <a:cubicBezTo>
                    <a:pt x="558" y="569"/>
                    <a:pt x="579" y="565"/>
                    <a:pt x="584" y="545"/>
                  </a:cubicBezTo>
                  <a:cubicBezTo>
                    <a:pt x="585" y="541"/>
                    <a:pt x="593" y="537"/>
                    <a:pt x="598" y="534"/>
                  </a:cubicBezTo>
                  <a:cubicBezTo>
                    <a:pt x="615" y="521"/>
                    <a:pt x="635" y="510"/>
                    <a:pt x="640" y="486"/>
                  </a:cubicBezTo>
                  <a:cubicBezTo>
                    <a:pt x="643" y="472"/>
                    <a:pt x="637" y="454"/>
                    <a:pt x="625" y="451"/>
                  </a:cubicBezTo>
                  <a:cubicBezTo>
                    <a:pt x="612" y="448"/>
                    <a:pt x="599" y="448"/>
                    <a:pt x="585" y="446"/>
                  </a:cubicBezTo>
                  <a:cubicBezTo>
                    <a:pt x="581" y="445"/>
                    <a:pt x="575" y="443"/>
                    <a:pt x="572" y="440"/>
                  </a:cubicBezTo>
                  <a:cubicBezTo>
                    <a:pt x="571" y="438"/>
                    <a:pt x="573" y="431"/>
                    <a:pt x="575" y="428"/>
                  </a:cubicBezTo>
                  <a:cubicBezTo>
                    <a:pt x="585" y="412"/>
                    <a:pt x="595" y="396"/>
                    <a:pt x="605" y="381"/>
                  </a:cubicBezTo>
                  <a:cubicBezTo>
                    <a:pt x="614" y="368"/>
                    <a:pt x="624" y="356"/>
                    <a:pt x="634" y="344"/>
                  </a:cubicBezTo>
                  <a:cubicBezTo>
                    <a:pt x="646" y="330"/>
                    <a:pt x="652" y="314"/>
                    <a:pt x="651" y="296"/>
                  </a:cubicBezTo>
                  <a:cubicBezTo>
                    <a:pt x="649" y="279"/>
                    <a:pt x="646" y="270"/>
                    <a:pt x="626" y="270"/>
                  </a:cubicBezTo>
                  <a:cubicBezTo>
                    <a:pt x="625" y="270"/>
                    <a:pt x="624" y="270"/>
                    <a:pt x="623" y="270"/>
                  </a:cubicBezTo>
                  <a:cubicBezTo>
                    <a:pt x="598" y="270"/>
                    <a:pt x="573" y="271"/>
                    <a:pt x="548" y="274"/>
                  </a:cubicBezTo>
                  <a:cubicBezTo>
                    <a:pt x="527" y="277"/>
                    <a:pt x="506" y="282"/>
                    <a:pt x="484" y="285"/>
                  </a:cubicBezTo>
                  <a:cubicBezTo>
                    <a:pt x="483" y="285"/>
                    <a:pt x="481" y="285"/>
                    <a:pt x="479" y="285"/>
                  </a:cubicBezTo>
                  <a:cubicBezTo>
                    <a:pt x="474" y="285"/>
                    <a:pt x="469" y="285"/>
                    <a:pt x="467" y="282"/>
                  </a:cubicBezTo>
                  <a:cubicBezTo>
                    <a:pt x="462" y="276"/>
                    <a:pt x="469" y="271"/>
                    <a:pt x="473" y="265"/>
                  </a:cubicBezTo>
                  <a:cubicBezTo>
                    <a:pt x="481" y="255"/>
                    <a:pt x="500" y="253"/>
                    <a:pt x="499" y="235"/>
                  </a:cubicBezTo>
                  <a:cubicBezTo>
                    <a:pt x="499" y="235"/>
                    <a:pt x="500" y="234"/>
                    <a:pt x="500" y="234"/>
                  </a:cubicBezTo>
                  <a:cubicBezTo>
                    <a:pt x="512" y="229"/>
                    <a:pt x="523" y="223"/>
                    <a:pt x="534" y="219"/>
                  </a:cubicBezTo>
                  <a:cubicBezTo>
                    <a:pt x="545" y="215"/>
                    <a:pt x="555" y="213"/>
                    <a:pt x="565" y="209"/>
                  </a:cubicBezTo>
                  <a:cubicBezTo>
                    <a:pt x="587" y="199"/>
                    <a:pt x="608" y="189"/>
                    <a:pt x="628" y="178"/>
                  </a:cubicBezTo>
                  <a:cubicBezTo>
                    <a:pt x="648" y="168"/>
                    <a:pt x="670" y="160"/>
                    <a:pt x="688" y="146"/>
                  </a:cubicBezTo>
                  <a:cubicBezTo>
                    <a:pt x="707" y="131"/>
                    <a:pt x="723" y="112"/>
                    <a:pt x="740" y="95"/>
                  </a:cubicBezTo>
                  <a:cubicBezTo>
                    <a:pt x="755" y="80"/>
                    <a:pt x="756" y="62"/>
                    <a:pt x="753" y="44"/>
                  </a:cubicBezTo>
                  <a:cubicBezTo>
                    <a:pt x="752" y="38"/>
                    <a:pt x="743" y="30"/>
                    <a:pt x="736" y="27"/>
                  </a:cubicBezTo>
                  <a:cubicBezTo>
                    <a:pt x="723" y="21"/>
                    <a:pt x="709" y="19"/>
                    <a:pt x="695" y="14"/>
                  </a:cubicBezTo>
                  <a:cubicBezTo>
                    <a:pt x="683" y="10"/>
                    <a:pt x="672" y="0"/>
                    <a:pt x="6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3" name="Freeform 272">
              <a:extLst>
                <a:ext uri="{FF2B5EF4-FFF2-40B4-BE49-F238E27FC236}">
                  <a16:creationId xmlns:a16="http://schemas.microsoft.com/office/drawing/2014/main" id="{59E377A1-8324-4CF8-A160-D9F8C2796EEF}"/>
                </a:ext>
              </a:extLst>
            </p:cNvPr>
            <p:cNvSpPr>
              <a:spLocks/>
            </p:cNvSpPr>
            <p:nvPr/>
          </p:nvSpPr>
          <p:spPr bwMode="auto">
            <a:xfrm>
              <a:off x="3183929" y="1612381"/>
              <a:ext cx="293205" cy="333465"/>
            </a:xfrm>
            <a:custGeom>
              <a:avLst/>
              <a:gdLst>
                <a:gd name="T0" fmla="*/ 290 w 805"/>
                <a:gd name="T1" fmla="*/ 60 h 913"/>
                <a:gd name="T2" fmla="*/ 304 w 805"/>
                <a:gd name="T3" fmla="*/ 216 h 913"/>
                <a:gd name="T4" fmla="*/ 292 w 805"/>
                <a:gd name="T5" fmla="*/ 336 h 913"/>
                <a:gd name="T6" fmla="*/ 278 w 805"/>
                <a:gd name="T7" fmla="*/ 420 h 913"/>
                <a:gd name="T8" fmla="*/ 142 w 805"/>
                <a:gd name="T9" fmla="*/ 460 h 913"/>
                <a:gd name="T10" fmla="*/ 130 w 805"/>
                <a:gd name="T11" fmla="*/ 461 h 913"/>
                <a:gd name="T12" fmla="*/ 107 w 805"/>
                <a:gd name="T13" fmla="*/ 466 h 913"/>
                <a:gd name="T14" fmla="*/ 7 w 805"/>
                <a:gd name="T15" fmla="*/ 478 h 913"/>
                <a:gd name="T16" fmla="*/ 42 w 805"/>
                <a:gd name="T17" fmla="*/ 562 h 913"/>
                <a:gd name="T18" fmla="*/ 182 w 805"/>
                <a:gd name="T19" fmla="*/ 563 h 913"/>
                <a:gd name="T20" fmla="*/ 240 w 805"/>
                <a:gd name="T21" fmla="*/ 560 h 913"/>
                <a:gd name="T22" fmla="*/ 195 w 805"/>
                <a:gd name="T23" fmla="*/ 660 h 913"/>
                <a:gd name="T24" fmla="*/ 135 w 805"/>
                <a:gd name="T25" fmla="*/ 729 h 913"/>
                <a:gd name="T26" fmla="*/ 63 w 805"/>
                <a:gd name="T27" fmla="*/ 795 h 913"/>
                <a:gd name="T28" fmla="*/ 16 w 805"/>
                <a:gd name="T29" fmla="*/ 829 h 913"/>
                <a:gd name="T30" fmla="*/ 36 w 805"/>
                <a:gd name="T31" fmla="*/ 883 h 913"/>
                <a:gd name="T32" fmla="*/ 156 w 805"/>
                <a:gd name="T33" fmla="*/ 879 h 913"/>
                <a:gd name="T34" fmla="*/ 295 w 805"/>
                <a:gd name="T35" fmla="*/ 805 h 913"/>
                <a:gd name="T36" fmla="*/ 426 w 805"/>
                <a:gd name="T37" fmla="*/ 646 h 913"/>
                <a:gd name="T38" fmla="*/ 458 w 805"/>
                <a:gd name="T39" fmla="*/ 643 h 913"/>
                <a:gd name="T40" fmla="*/ 553 w 805"/>
                <a:gd name="T41" fmla="*/ 730 h 913"/>
                <a:gd name="T42" fmla="*/ 639 w 805"/>
                <a:gd name="T43" fmla="*/ 829 h 913"/>
                <a:gd name="T44" fmla="*/ 733 w 805"/>
                <a:gd name="T45" fmla="*/ 913 h 913"/>
                <a:gd name="T46" fmla="*/ 781 w 805"/>
                <a:gd name="T47" fmla="*/ 832 h 913"/>
                <a:gd name="T48" fmla="*/ 799 w 805"/>
                <a:gd name="T49" fmla="*/ 733 h 913"/>
                <a:gd name="T50" fmla="*/ 759 w 805"/>
                <a:gd name="T51" fmla="*/ 650 h 913"/>
                <a:gd name="T52" fmla="*/ 668 w 805"/>
                <a:gd name="T53" fmla="*/ 578 h 913"/>
                <a:gd name="T54" fmla="*/ 581 w 805"/>
                <a:gd name="T55" fmla="*/ 547 h 913"/>
                <a:gd name="T56" fmla="*/ 530 w 805"/>
                <a:gd name="T57" fmla="*/ 547 h 913"/>
                <a:gd name="T58" fmla="*/ 486 w 805"/>
                <a:gd name="T59" fmla="*/ 545 h 913"/>
                <a:gd name="T60" fmla="*/ 465 w 805"/>
                <a:gd name="T61" fmla="*/ 507 h 913"/>
                <a:gd name="T62" fmla="*/ 528 w 805"/>
                <a:gd name="T63" fmla="*/ 453 h 913"/>
                <a:gd name="T64" fmla="*/ 681 w 805"/>
                <a:gd name="T65" fmla="*/ 385 h 913"/>
                <a:gd name="T66" fmla="*/ 742 w 805"/>
                <a:gd name="T67" fmla="*/ 367 h 913"/>
                <a:gd name="T68" fmla="*/ 794 w 805"/>
                <a:gd name="T69" fmla="*/ 326 h 913"/>
                <a:gd name="T70" fmla="*/ 779 w 805"/>
                <a:gd name="T71" fmla="*/ 281 h 913"/>
                <a:gd name="T72" fmla="*/ 763 w 805"/>
                <a:gd name="T73" fmla="*/ 217 h 913"/>
                <a:gd name="T74" fmla="*/ 654 w 805"/>
                <a:gd name="T75" fmla="*/ 238 h 913"/>
                <a:gd name="T76" fmla="*/ 612 w 805"/>
                <a:gd name="T77" fmla="*/ 252 h 913"/>
                <a:gd name="T78" fmla="*/ 599 w 805"/>
                <a:gd name="T79" fmla="*/ 256 h 913"/>
                <a:gd name="T80" fmla="*/ 513 w 805"/>
                <a:gd name="T81" fmla="*/ 294 h 913"/>
                <a:gd name="T82" fmla="*/ 497 w 805"/>
                <a:gd name="T83" fmla="*/ 298 h 913"/>
                <a:gd name="T84" fmla="*/ 488 w 805"/>
                <a:gd name="T85" fmla="*/ 239 h 913"/>
                <a:gd name="T86" fmla="*/ 492 w 805"/>
                <a:gd name="T87" fmla="*/ 171 h 913"/>
                <a:gd name="T88" fmla="*/ 461 w 805"/>
                <a:gd name="T89" fmla="*/ 39 h 913"/>
                <a:gd name="T90" fmla="*/ 386 w 805"/>
                <a:gd name="T91"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5" h="913">
                  <a:moveTo>
                    <a:pt x="386" y="0"/>
                  </a:moveTo>
                  <a:cubicBezTo>
                    <a:pt x="370" y="0"/>
                    <a:pt x="355" y="6"/>
                    <a:pt x="341" y="15"/>
                  </a:cubicBezTo>
                  <a:cubicBezTo>
                    <a:pt x="323" y="28"/>
                    <a:pt x="307" y="45"/>
                    <a:pt x="290" y="60"/>
                  </a:cubicBezTo>
                  <a:cubicBezTo>
                    <a:pt x="279" y="70"/>
                    <a:pt x="280" y="79"/>
                    <a:pt x="291" y="88"/>
                  </a:cubicBezTo>
                  <a:cubicBezTo>
                    <a:pt x="295" y="91"/>
                    <a:pt x="300" y="95"/>
                    <a:pt x="300" y="100"/>
                  </a:cubicBezTo>
                  <a:cubicBezTo>
                    <a:pt x="304" y="138"/>
                    <a:pt x="308" y="177"/>
                    <a:pt x="304" y="216"/>
                  </a:cubicBezTo>
                  <a:cubicBezTo>
                    <a:pt x="302" y="226"/>
                    <a:pt x="301" y="235"/>
                    <a:pt x="301" y="245"/>
                  </a:cubicBezTo>
                  <a:cubicBezTo>
                    <a:pt x="301" y="262"/>
                    <a:pt x="299" y="279"/>
                    <a:pt x="296" y="295"/>
                  </a:cubicBezTo>
                  <a:cubicBezTo>
                    <a:pt x="293" y="309"/>
                    <a:pt x="293" y="322"/>
                    <a:pt x="292" y="336"/>
                  </a:cubicBezTo>
                  <a:cubicBezTo>
                    <a:pt x="291" y="348"/>
                    <a:pt x="291" y="360"/>
                    <a:pt x="287" y="371"/>
                  </a:cubicBezTo>
                  <a:cubicBezTo>
                    <a:pt x="285" y="379"/>
                    <a:pt x="283" y="385"/>
                    <a:pt x="284" y="394"/>
                  </a:cubicBezTo>
                  <a:cubicBezTo>
                    <a:pt x="285" y="403"/>
                    <a:pt x="287" y="415"/>
                    <a:pt x="278" y="420"/>
                  </a:cubicBezTo>
                  <a:cubicBezTo>
                    <a:pt x="264" y="427"/>
                    <a:pt x="248" y="432"/>
                    <a:pt x="233" y="437"/>
                  </a:cubicBezTo>
                  <a:cubicBezTo>
                    <a:pt x="218" y="442"/>
                    <a:pt x="203" y="447"/>
                    <a:pt x="189" y="450"/>
                  </a:cubicBezTo>
                  <a:cubicBezTo>
                    <a:pt x="173" y="454"/>
                    <a:pt x="157" y="458"/>
                    <a:pt x="142" y="460"/>
                  </a:cubicBezTo>
                  <a:cubicBezTo>
                    <a:pt x="139" y="461"/>
                    <a:pt x="136" y="461"/>
                    <a:pt x="133" y="461"/>
                  </a:cubicBezTo>
                  <a:cubicBezTo>
                    <a:pt x="132" y="461"/>
                    <a:pt x="132" y="461"/>
                    <a:pt x="132" y="461"/>
                  </a:cubicBezTo>
                  <a:cubicBezTo>
                    <a:pt x="131" y="461"/>
                    <a:pt x="131" y="461"/>
                    <a:pt x="130" y="461"/>
                  </a:cubicBezTo>
                  <a:cubicBezTo>
                    <a:pt x="124" y="461"/>
                    <a:pt x="117" y="461"/>
                    <a:pt x="111" y="466"/>
                  </a:cubicBezTo>
                  <a:cubicBezTo>
                    <a:pt x="110" y="467"/>
                    <a:pt x="110" y="467"/>
                    <a:pt x="109" y="467"/>
                  </a:cubicBezTo>
                  <a:cubicBezTo>
                    <a:pt x="109" y="467"/>
                    <a:pt x="108" y="466"/>
                    <a:pt x="107" y="466"/>
                  </a:cubicBezTo>
                  <a:cubicBezTo>
                    <a:pt x="85" y="457"/>
                    <a:pt x="62" y="455"/>
                    <a:pt x="40" y="455"/>
                  </a:cubicBezTo>
                  <a:cubicBezTo>
                    <a:pt x="36" y="455"/>
                    <a:pt x="33" y="455"/>
                    <a:pt x="29" y="456"/>
                  </a:cubicBezTo>
                  <a:cubicBezTo>
                    <a:pt x="10" y="456"/>
                    <a:pt x="8" y="458"/>
                    <a:pt x="7" y="478"/>
                  </a:cubicBezTo>
                  <a:cubicBezTo>
                    <a:pt x="7" y="480"/>
                    <a:pt x="6" y="482"/>
                    <a:pt x="6" y="484"/>
                  </a:cubicBezTo>
                  <a:cubicBezTo>
                    <a:pt x="5" y="498"/>
                    <a:pt x="0" y="511"/>
                    <a:pt x="5" y="528"/>
                  </a:cubicBezTo>
                  <a:cubicBezTo>
                    <a:pt x="12" y="548"/>
                    <a:pt x="27" y="557"/>
                    <a:pt x="42" y="562"/>
                  </a:cubicBezTo>
                  <a:cubicBezTo>
                    <a:pt x="61" y="568"/>
                    <a:pt x="82" y="570"/>
                    <a:pt x="102" y="570"/>
                  </a:cubicBezTo>
                  <a:cubicBezTo>
                    <a:pt x="104" y="570"/>
                    <a:pt x="105" y="570"/>
                    <a:pt x="107" y="570"/>
                  </a:cubicBezTo>
                  <a:cubicBezTo>
                    <a:pt x="132" y="570"/>
                    <a:pt x="157" y="566"/>
                    <a:pt x="182" y="563"/>
                  </a:cubicBezTo>
                  <a:cubicBezTo>
                    <a:pt x="193" y="562"/>
                    <a:pt x="204" y="560"/>
                    <a:pt x="215" y="559"/>
                  </a:cubicBezTo>
                  <a:cubicBezTo>
                    <a:pt x="218" y="559"/>
                    <a:pt x="221" y="559"/>
                    <a:pt x="225" y="559"/>
                  </a:cubicBezTo>
                  <a:cubicBezTo>
                    <a:pt x="230" y="559"/>
                    <a:pt x="235" y="559"/>
                    <a:pt x="240" y="560"/>
                  </a:cubicBezTo>
                  <a:cubicBezTo>
                    <a:pt x="241" y="560"/>
                    <a:pt x="243" y="565"/>
                    <a:pt x="243" y="568"/>
                  </a:cubicBezTo>
                  <a:cubicBezTo>
                    <a:pt x="240" y="578"/>
                    <a:pt x="238" y="591"/>
                    <a:pt x="231" y="598"/>
                  </a:cubicBezTo>
                  <a:cubicBezTo>
                    <a:pt x="215" y="616"/>
                    <a:pt x="215" y="645"/>
                    <a:pt x="195" y="660"/>
                  </a:cubicBezTo>
                  <a:cubicBezTo>
                    <a:pt x="194" y="661"/>
                    <a:pt x="194" y="663"/>
                    <a:pt x="194" y="664"/>
                  </a:cubicBezTo>
                  <a:cubicBezTo>
                    <a:pt x="188" y="680"/>
                    <a:pt x="176" y="691"/>
                    <a:pt x="164" y="702"/>
                  </a:cubicBezTo>
                  <a:cubicBezTo>
                    <a:pt x="155" y="711"/>
                    <a:pt x="144" y="720"/>
                    <a:pt x="135" y="729"/>
                  </a:cubicBezTo>
                  <a:cubicBezTo>
                    <a:pt x="127" y="737"/>
                    <a:pt x="122" y="748"/>
                    <a:pt x="113" y="754"/>
                  </a:cubicBezTo>
                  <a:cubicBezTo>
                    <a:pt x="100" y="763"/>
                    <a:pt x="92" y="781"/>
                    <a:pt x="76" y="786"/>
                  </a:cubicBezTo>
                  <a:cubicBezTo>
                    <a:pt x="71" y="787"/>
                    <a:pt x="67" y="791"/>
                    <a:pt x="63" y="795"/>
                  </a:cubicBezTo>
                  <a:cubicBezTo>
                    <a:pt x="54" y="802"/>
                    <a:pt x="46" y="810"/>
                    <a:pt x="37" y="817"/>
                  </a:cubicBezTo>
                  <a:cubicBezTo>
                    <a:pt x="35" y="819"/>
                    <a:pt x="31" y="818"/>
                    <a:pt x="28" y="820"/>
                  </a:cubicBezTo>
                  <a:cubicBezTo>
                    <a:pt x="23" y="822"/>
                    <a:pt x="17" y="825"/>
                    <a:pt x="16" y="829"/>
                  </a:cubicBezTo>
                  <a:cubicBezTo>
                    <a:pt x="15" y="835"/>
                    <a:pt x="17" y="846"/>
                    <a:pt x="20" y="848"/>
                  </a:cubicBezTo>
                  <a:cubicBezTo>
                    <a:pt x="30" y="853"/>
                    <a:pt x="29" y="860"/>
                    <a:pt x="27" y="868"/>
                  </a:cubicBezTo>
                  <a:cubicBezTo>
                    <a:pt x="25" y="876"/>
                    <a:pt x="29" y="881"/>
                    <a:pt x="36" y="883"/>
                  </a:cubicBezTo>
                  <a:cubicBezTo>
                    <a:pt x="50" y="888"/>
                    <a:pt x="64" y="894"/>
                    <a:pt x="78" y="896"/>
                  </a:cubicBezTo>
                  <a:cubicBezTo>
                    <a:pt x="84" y="896"/>
                    <a:pt x="89" y="897"/>
                    <a:pt x="95" y="897"/>
                  </a:cubicBezTo>
                  <a:cubicBezTo>
                    <a:pt x="116" y="897"/>
                    <a:pt x="137" y="891"/>
                    <a:pt x="156" y="879"/>
                  </a:cubicBezTo>
                  <a:cubicBezTo>
                    <a:pt x="177" y="867"/>
                    <a:pt x="198" y="855"/>
                    <a:pt x="220" y="844"/>
                  </a:cubicBezTo>
                  <a:cubicBezTo>
                    <a:pt x="227" y="839"/>
                    <a:pt x="236" y="836"/>
                    <a:pt x="244" y="832"/>
                  </a:cubicBezTo>
                  <a:cubicBezTo>
                    <a:pt x="261" y="823"/>
                    <a:pt x="278" y="814"/>
                    <a:pt x="295" y="805"/>
                  </a:cubicBezTo>
                  <a:cubicBezTo>
                    <a:pt x="307" y="799"/>
                    <a:pt x="319" y="794"/>
                    <a:pt x="328" y="785"/>
                  </a:cubicBezTo>
                  <a:cubicBezTo>
                    <a:pt x="350" y="760"/>
                    <a:pt x="375" y="737"/>
                    <a:pt x="391" y="706"/>
                  </a:cubicBezTo>
                  <a:cubicBezTo>
                    <a:pt x="402" y="685"/>
                    <a:pt x="415" y="666"/>
                    <a:pt x="426" y="646"/>
                  </a:cubicBezTo>
                  <a:cubicBezTo>
                    <a:pt x="430" y="639"/>
                    <a:pt x="433" y="636"/>
                    <a:pt x="439" y="636"/>
                  </a:cubicBezTo>
                  <a:cubicBezTo>
                    <a:pt x="440" y="636"/>
                    <a:pt x="441" y="636"/>
                    <a:pt x="442" y="636"/>
                  </a:cubicBezTo>
                  <a:cubicBezTo>
                    <a:pt x="448" y="637"/>
                    <a:pt x="453" y="639"/>
                    <a:pt x="458" y="643"/>
                  </a:cubicBezTo>
                  <a:cubicBezTo>
                    <a:pt x="469" y="651"/>
                    <a:pt x="480" y="660"/>
                    <a:pt x="491" y="669"/>
                  </a:cubicBezTo>
                  <a:cubicBezTo>
                    <a:pt x="503" y="679"/>
                    <a:pt x="516" y="686"/>
                    <a:pt x="525" y="698"/>
                  </a:cubicBezTo>
                  <a:cubicBezTo>
                    <a:pt x="534" y="709"/>
                    <a:pt x="542" y="720"/>
                    <a:pt x="553" y="730"/>
                  </a:cubicBezTo>
                  <a:cubicBezTo>
                    <a:pt x="567" y="742"/>
                    <a:pt x="578" y="760"/>
                    <a:pt x="591" y="774"/>
                  </a:cubicBezTo>
                  <a:cubicBezTo>
                    <a:pt x="598" y="782"/>
                    <a:pt x="607" y="787"/>
                    <a:pt x="614" y="794"/>
                  </a:cubicBezTo>
                  <a:cubicBezTo>
                    <a:pt x="623" y="805"/>
                    <a:pt x="631" y="817"/>
                    <a:pt x="639" y="829"/>
                  </a:cubicBezTo>
                  <a:cubicBezTo>
                    <a:pt x="649" y="841"/>
                    <a:pt x="658" y="855"/>
                    <a:pt x="669" y="865"/>
                  </a:cubicBezTo>
                  <a:cubicBezTo>
                    <a:pt x="684" y="881"/>
                    <a:pt x="700" y="895"/>
                    <a:pt x="718" y="907"/>
                  </a:cubicBezTo>
                  <a:cubicBezTo>
                    <a:pt x="724" y="911"/>
                    <a:pt x="729" y="913"/>
                    <a:pt x="733" y="913"/>
                  </a:cubicBezTo>
                  <a:cubicBezTo>
                    <a:pt x="738" y="913"/>
                    <a:pt x="743" y="910"/>
                    <a:pt x="748" y="903"/>
                  </a:cubicBezTo>
                  <a:cubicBezTo>
                    <a:pt x="755" y="892"/>
                    <a:pt x="761" y="879"/>
                    <a:pt x="766" y="866"/>
                  </a:cubicBezTo>
                  <a:cubicBezTo>
                    <a:pt x="771" y="855"/>
                    <a:pt x="774" y="841"/>
                    <a:pt x="781" y="832"/>
                  </a:cubicBezTo>
                  <a:cubicBezTo>
                    <a:pt x="786" y="824"/>
                    <a:pt x="788" y="817"/>
                    <a:pt x="788" y="808"/>
                  </a:cubicBezTo>
                  <a:cubicBezTo>
                    <a:pt x="788" y="805"/>
                    <a:pt x="790" y="801"/>
                    <a:pt x="791" y="798"/>
                  </a:cubicBezTo>
                  <a:cubicBezTo>
                    <a:pt x="799" y="777"/>
                    <a:pt x="805" y="756"/>
                    <a:pt x="799" y="733"/>
                  </a:cubicBezTo>
                  <a:cubicBezTo>
                    <a:pt x="798" y="728"/>
                    <a:pt x="798" y="723"/>
                    <a:pt x="797" y="718"/>
                  </a:cubicBezTo>
                  <a:cubicBezTo>
                    <a:pt x="793" y="707"/>
                    <a:pt x="790" y="695"/>
                    <a:pt x="784" y="685"/>
                  </a:cubicBezTo>
                  <a:cubicBezTo>
                    <a:pt x="777" y="672"/>
                    <a:pt x="769" y="661"/>
                    <a:pt x="759" y="650"/>
                  </a:cubicBezTo>
                  <a:cubicBezTo>
                    <a:pt x="749" y="637"/>
                    <a:pt x="739" y="625"/>
                    <a:pt x="727" y="615"/>
                  </a:cubicBezTo>
                  <a:cubicBezTo>
                    <a:pt x="713" y="604"/>
                    <a:pt x="697" y="595"/>
                    <a:pt x="682" y="585"/>
                  </a:cubicBezTo>
                  <a:cubicBezTo>
                    <a:pt x="677" y="582"/>
                    <a:pt x="672" y="581"/>
                    <a:pt x="668" y="578"/>
                  </a:cubicBezTo>
                  <a:cubicBezTo>
                    <a:pt x="650" y="565"/>
                    <a:pt x="632" y="553"/>
                    <a:pt x="610" y="550"/>
                  </a:cubicBezTo>
                  <a:cubicBezTo>
                    <a:pt x="601" y="548"/>
                    <a:pt x="591" y="547"/>
                    <a:pt x="581" y="547"/>
                  </a:cubicBezTo>
                  <a:cubicBezTo>
                    <a:pt x="581" y="547"/>
                    <a:pt x="581" y="547"/>
                    <a:pt x="581" y="547"/>
                  </a:cubicBezTo>
                  <a:cubicBezTo>
                    <a:pt x="575" y="547"/>
                    <a:pt x="569" y="548"/>
                    <a:pt x="564" y="549"/>
                  </a:cubicBezTo>
                  <a:cubicBezTo>
                    <a:pt x="558" y="549"/>
                    <a:pt x="552" y="550"/>
                    <a:pt x="546" y="550"/>
                  </a:cubicBezTo>
                  <a:cubicBezTo>
                    <a:pt x="541" y="550"/>
                    <a:pt x="535" y="549"/>
                    <a:pt x="530" y="547"/>
                  </a:cubicBezTo>
                  <a:cubicBezTo>
                    <a:pt x="523" y="544"/>
                    <a:pt x="516" y="544"/>
                    <a:pt x="509" y="544"/>
                  </a:cubicBezTo>
                  <a:cubicBezTo>
                    <a:pt x="505" y="544"/>
                    <a:pt x="501" y="544"/>
                    <a:pt x="497" y="544"/>
                  </a:cubicBezTo>
                  <a:cubicBezTo>
                    <a:pt x="493" y="544"/>
                    <a:pt x="490" y="545"/>
                    <a:pt x="486" y="545"/>
                  </a:cubicBezTo>
                  <a:cubicBezTo>
                    <a:pt x="482" y="545"/>
                    <a:pt x="479" y="544"/>
                    <a:pt x="475" y="544"/>
                  </a:cubicBezTo>
                  <a:cubicBezTo>
                    <a:pt x="465" y="542"/>
                    <a:pt x="463" y="539"/>
                    <a:pt x="463" y="531"/>
                  </a:cubicBezTo>
                  <a:cubicBezTo>
                    <a:pt x="463" y="523"/>
                    <a:pt x="464" y="515"/>
                    <a:pt x="465" y="507"/>
                  </a:cubicBezTo>
                  <a:cubicBezTo>
                    <a:pt x="465" y="504"/>
                    <a:pt x="467" y="502"/>
                    <a:pt x="468" y="500"/>
                  </a:cubicBezTo>
                  <a:cubicBezTo>
                    <a:pt x="477" y="479"/>
                    <a:pt x="496" y="471"/>
                    <a:pt x="513" y="460"/>
                  </a:cubicBezTo>
                  <a:cubicBezTo>
                    <a:pt x="518" y="457"/>
                    <a:pt x="523" y="455"/>
                    <a:pt x="528" y="453"/>
                  </a:cubicBezTo>
                  <a:cubicBezTo>
                    <a:pt x="544" y="448"/>
                    <a:pt x="561" y="446"/>
                    <a:pt x="576" y="439"/>
                  </a:cubicBezTo>
                  <a:cubicBezTo>
                    <a:pt x="595" y="430"/>
                    <a:pt x="612" y="417"/>
                    <a:pt x="630" y="406"/>
                  </a:cubicBezTo>
                  <a:cubicBezTo>
                    <a:pt x="646" y="397"/>
                    <a:pt x="662" y="387"/>
                    <a:pt x="681" y="385"/>
                  </a:cubicBezTo>
                  <a:cubicBezTo>
                    <a:pt x="690" y="384"/>
                    <a:pt x="702" y="382"/>
                    <a:pt x="710" y="376"/>
                  </a:cubicBezTo>
                  <a:cubicBezTo>
                    <a:pt x="719" y="369"/>
                    <a:pt x="728" y="366"/>
                    <a:pt x="738" y="366"/>
                  </a:cubicBezTo>
                  <a:cubicBezTo>
                    <a:pt x="739" y="366"/>
                    <a:pt x="740" y="366"/>
                    <a:pt x="742" y="367"/>
                  </a:cubicBezTo>
                  <a:cubicBezTo>
                    <a:pt x="743" y="367"/>
                    <a:pt x="744" y="367"/>
                    <a:pt x="744" y="367"/>
                  </a:cubicBezTo>
                  <a:cubicBezTo>
                    <a:pt x="754" y="367"/>
                    <a:pt x="760" y="361"/>
                    <a:pt x="766" y="352"/>
                  </a:cubicBezTo>
                  <a:cubicBezTo>
                    <a:pt x="773" y="341"/>
                    <a:pt x="778" y="326"/>
                    <a:pt x="794" y="326"/>
                  </a:cubicBezTo>
                  <a:cubicBezTo>
                    <a:pt x="795" y="326"/>
                    <a:pt x="795" y="326"/>
                    <a:pt x="796" y="326"/>
                  </a:cubicBezTo>
                  <a:cubicBezTo>
                    <a:pt x="797" y="315"/>
                    <a:pt x="796" y="313"/>
                    <a:pt x="785" y="301"/>
                  </a:cubicBezTo>
                  <a:cubicBezTo>
                    <a:pt x="779" y="295"/>
                    <a:pt x="777" y="291"/>
                    <a:pt x="779" y="281"/>
                  </a:cubicBezTo>
                  <a:cubicBezTo>
                    <a:pt x="781" y="276"/>
                    <a:pt x="779" y="266"/>
                    <a:pt x="776" y="262"/>
                  </a:cubicBezTo>
                  <a:cubicBezTo>
                    <a:pt x="766" y="249"/>
                    <a:pt x="764" y="237"/>
                    <a:pt x="774" y="222"/>
                  </a:cubicBezTo>
                  <a:cubicBezTo>
                    <a:pt x="770" y="220"/>
                    <a:pt x="767" y="217"/>
                    <a:pt x="763" y="217"/>
                  </a:cubicBezTo>
                  <a:cubicBezTo>
                    <a:pt x="746" y="217"/>
                    <a:pt x="729" y="217"/>
                    <a:pt x="711" y="218"/>
                  </a:cubicBezTo>
                  <a:cubicBezTo>
                    <a:pt x="707" y="218"/>
                    <a:pt x="703" y="219"/>
                    <a:pt x="699" y="220"/>
                  </a:cubicBezTo>
                  <a:cubicBezTo>
                    <a:pt x="684" y="226"/>
                    <a:pt x="669" y="232"/>
                    <a:pt x="654" y="238"/>
                  </a:cubicBezTo>
                  <a:cubicBezTo>
                    <a:pt x="641" y="243"/>
                    <a:pt x="624" y="234"/>
                    <a:pt x="615" y="251"/>
                  </a:cubicBezTo>
                  <a:cubicBezTo>
                    <a:pt x="614" y="252"/>
                    <a:pt x="614" y="252"/>
                    <a:pt x="613" y="252"/>
                  </a:cubicBezTo>
                  <a:cubicBezTo>
                    <a:pt x="613" y="252"/>
                    <a:pt x="612" y="252"/>
                    <a:pt x="612" y="252"/>
                  </a:cubicBezTo>
                  <a:cubicBezTo>
                    <a:pt x="611" y="252"/>
                    <a:pt x="611" y="252"/>
                    <a:pt x="610" y="252"/>
                  </a:cubicBezTo>
                  <a:cubicBezTo>
                    <a:pt x="610" y="252"/>
                    <a:pt x="610" y="252"/>
                    <a:pt x="609" y="252"/>
                  </a:cubicBezTo>
                  <a:cubicBezTo>
                    <a:pt x="606" y="253"/>
                    <a:pt x="601" y="253"/>
                    <a:pt x="599" y="256"/>
                  </a:cubicBezTo>
                  <a:cubicBezTo>
                    <a:pt x="576" y="276"/>
                    <a:pt x="548" y="283"/>
                    <a:pt x="522" y="293"/>
                  </a:cubicBezTo>
                  <a:cubicBezTo>
                    <a:pt x="520" y="294"/>
                    <a:pt x="518" y="294"/>
                    <a:pt x="516" y="294"/>
                  </a:cubicBezTo>
                  <a:cubicBezTo>
                    <a:pt x="515" y="294"/>
                    <a:pt x="514" y="294"/>
                    <a:pt x="513" y="294"/>
                  </a:cubicBezTo>
                  <a:cubicBezTo>
                    <a:pt x="512" y="294"/>
                    <a:pt x="511" y="294"/>
                    <a:pt x="510" y="294"/>
                  </a:cubicBezTo>
                  <a:cubicBezTo>
                    <a:pt x="508" y="294"/>
                    <a:pt x="506" y="294"/>
                    <a:pt x="504" y="295"/>
                  </a:cubicBezTo>
                  <a:cubicBezTo>
                    <a:pt x="501" y="297"/>
                    <a:pt x="499" y="298"/>
                    <a:pt x="497" y="298"/>
                  </a:cubicBezTo>
                  <a:cubicBezTo>
                    <a:pt x="493" y="298"/>
                    <a:pt x="491" y="296"/>
                    <a:pt x="489" y="294"/>
                  </a:cubicBezTo>
                  <a:cubicBezTo>
                    <a:pt x="486" y="292"/>
                    <a:pt x="487" y="285"/>
                    <a:pt x="487" y="280"/>
                  </a:cubicBezTo>
                  <a:cubicBezTo>
                    <a:pt x="487" y="266"/>
                    <a:pt x="487" y="253"/>
                    <a:pt x="488" y="239"/>
                  </a:cubicBezTo>
                  <a:cubicBezTo>
                    <a:pt x="489" y="229"/>
                    <a:pt x="491" y="218"/>
                    <a:pt x="493" y="207"/>
                  </a:cubicBezTo>
                  <a:cubicBezTo>
                    <a:pt x="492" y="205"/>
                    <a:pt x="490" y="201"/>
                    <a:pt x="490" y="198"/>
                  </a:cubicBezTo>
                  <a:cubicBezTo>
                    <a:pt x="490" y="189"/>
                    <a:pt x="492" y="180"/>
                    <a:pt x="492" y="171"/>
                  </a:cubicBezTo>
                  <a:cubicBezTo>
                    <a:pt x="491" y="149"/>
                    <a:pt x="490" y="126"/>
                    <a:pt x="487" y="103"/>
                  </a:cubicBezTo>
                  <a:cubicBezTo>
                    <a:pt x="486" y="89"/>
                    <a:pt x="481" y="76"/>
                    <a:pt x="476" y="63"/>
                  </a:cubicBezTo>
                  <a:cubicBezTo>
                    <a:pt x="473" y="54"/>
                    <a:pt x="466" y="47"/>
                    <a:pt x="461" y="39"/>
                  </a:cubicBezTo>
                  <a:cubicBezTo>
                    <a:pt x="454" y="30"/>
                    <a:pt x="451" y="17"/>
                    <a:pt x="438" y="15"/>
                  </a:cubicBezTo>
                  <a:cubicBezTo>
                    <a:pt x="432" y="13"/>
                    <a:pt x="425" y="11"/>
                    <a:pt x="418" y="8"/>
                  </a:cubicBezTo>
                  <a:cubicBezTo>
                    <a:pt x="407" y="3"/>
                    <a:pt x="397" y="0"/>
                    <a:pt x="38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4" name="Freeform 273">
              <a:extLst>
                <a:ext uri="{FF2B5EF4-FFF2-40B4-BE49-F238E27FC236}">
                  <a16:creationId xmlns:a16="http://schemas.microsoft.com/office/drawing/2014/main" id="{EBFBE6F8-5BE6-4EDD-85FA-7B6D8E9B54FC}"/>
                </a:ext>
              </a:extLst>
            </p:cNvPr>
            <p:cNvSpPr>
              <a:spLocks noEditPoints="1"/>
            </p:cNvSpPr>
            <p:nvPr/>
          </p:nvSpPr>
          <p:spPr bwMode="auto">
            <a:xfrm>
              <a:off x="3515768" y="1536335"/>
              <a:ext cx="349325" cy="264332"/>
            </a:xfrm>
            <a:custGeom>
              <a:avLst/>
              <a:gdLst>
                <a:gd name="T0" fmla="*/ 311 w 958"/>
                <a:gd name="T1" fmla="*/ 228 h 723"/>
                <a:gd name="T2" fmla="*/ 344 w 958"/>
                <a:gd name="T3" fmla="*/ 189 h 723"/>
                <a:gd name="T4" fmla="*/ 379 w 958"/>
                <a:gd name="T5" fmla="*/ 257 h 723"/>
                <a:gd name="T6" fmla="*/ 690 w 958"/>
                <a:gd name="T7" fmla="*/ 0 h 723"/>
                <a:gd name="T8" fmla="*/ 569 w 958"/>
                <a:gd name="T9" fmla="*/ 25 h 723"/>
                <a:gd name="T10" fmla="*/ 508 w 958"/>
                <a:gd name="T11" fmla="*/ 55 h 723"/>
                <a:gd name="T12" fmla="*/ 487 w 958"/>
                <a:gd name="T13" fmla="*/ 62 h 723"/>
                <a:gd name="T14" fmla="*/ 476 w 958"/>
                <a:gd name="T15" fmla="*/ 65 h 723"/>
                <a:gd name="T16" fmla="*/ 438 w 958"/>
                <a:gd name="T17" fmla="*/ 72 h 723"/>
                <a:gd name="T18" fmla="*/ 325 w 958"/>
                <a:gd name="T19" fmla="*/ 99 h 723"/>
                <a:gd name="T20" fmla="*/ 253 w 958"/>
                <a:gd name="T21" fmla="*/ 172 h 723"/>
                <a:gd name="T22" fmla="*/ 225 w 958"/>
                <a:gd name="T23" fmla="*/ 144 h 723"/>
                <a:gd name="T24" fmla="*/ 143 w 958"/>
                <a:gd name="T25" fmla="*/ 126 h 723"/>
                <a:gd name="T26" fmla="*/ 131 w 958"/>
                <a:gd name="T27" fmla="*/ 221 h 723"/>
                <a:gd name="T28" fmla="*/ 130 w 958"/>
                <a:gd name="T29" fmla="*/ 358 h 723"/>
                <a:gd name="T30" fmla="*/ 36 w 958"/>
                <a:gd name="T31" fmla="*/ 479 h 723"/>
                <a:gd name="T32" fmla="*/ 11 w 958"/>
                <a:gd name="T33" fmla="*/ 555 h 723"/>
                <a:gd name="T34" fmla="*/ 24 w 958"/>
                <a:gd name="T35" fmla="*/ 705 h 723"/>
                <a:gd name="T36" fmla="*/ 95 w 958"/>
                <a:gd name="T37" fmla="*/ 680 h 723"/>
                <a:gd name="T38" fmla="*/ 140 w 958"/>
                <a:gd name="T39" fmla="*/ 583 h 723"/>
                <a:gd name="T40" fmla="*/ 292 w 958"/>
                <a:gd name="T41" fmla="*/ 479 h 723"/>
                <a:gd name="T42" fmla="*/ 384 w 958"/>
                <a:gd name="T43" fmla="*/ 429 h 723"/>
                <a:gd name="T44" fmla="*/ 482 w 958"/>
                <a:gd name="T45" fmla="*/ 393 h 723"/>
                <a:gd name="T46" fmla="*/ 572 w 958"/>
                <a:gd name="T47" fmla="*/ 357 h 723"/>
                <a:gd name="T48" fmla="*/ 715 w 958"/>
                <a:gd name="T49" fmla="*/ 322 h 723"/>
                <a:gd name="T50" fmla="*/ 734 w 958"/>
                <a:gd name="T51" fmla="*/ 333 h 723"/>
                <a:gd name="T52" fmla="*/ 684 w 958"/>
                <a:gd name="T53" fmla="*/ 368 h 723"/>
                <a:gd name="T54" fmla="*/ 625 w 958"/>
                <a:gd name="T55" fmla="*/ 396 h 723"/>
                <a:gd name="T56" fmla="*/ 646 w 958"/>
                <a:gd name="T57" fmla="*/ 404 h 723"/>
                <a:gd name="T58" fmla="*/ 693 w 958"/>
                <a:gd name="T59" fmla="*/ 414 h 723"/>
                <a:gd name="T60" fmla="*/ 841 w 958"/>
                <a:gd name="T61" fmla="*/ 442 h 723"/>
                <a:gd name="T62" fmla="*/ 944 w 958"/>
                <a:gd name="T63" fmla="*/ 395 h 723"/>
                <a:gd name="T64" fmla="*/ 849 w 958"/>
                <a:gd name="T65" fmla="*/ 234 h 723"/>
                <a:gd name="T66" fmla="*/ 786 w 958"/>
                <a:gd name="T67" fmla="*/ 214 h 723"/>
                <a:gd name="T68" fmla="*/ 709 w 958"/>
                <a:gd name="T69" fmla="*/ 230 h 723"/>
                <a:gd name="T70" fmla="*/ 557 w 958"/>
                <a:gd name="T71" fmla="*/ 276 h 723"/>
                <a:gd name="T72" fmla="*/ 531 w 958"/>
                <a:gd name="T73" fmla="*/ 291 h 723"/>
                <a:gd name="T74" fmla="*/ 422 w 958"/>
                <a:gd name="T75" fmla="*/ 329 h 723"/>
                <a:gd name="T76" fmla="*/ 296 w 958"/>
                <a:gd name="T77" fmla="*/ 385 h 723"/>
                <a:gd name="T78" fmla="*/ 164 w 958"/>
                <a:gd name="T79" fmla="*/ 461 h 723"/>
                <a:gd name="T80" fmla="*/ 85 w 958"/>
                <a:gd name="T81" fmla="*/ 512 h 723"/>
                <a:gd name="T82" fmla="*/ 100 w 958"/>
                <a:gd name="T83" fmla="*/ 439 h 723"/>
                <a:gd name="T84" fmla="*/ 208 w 958"/>
                <a:gd name="T85" fmla="*/ 356 h 723"/>
                <a:gd name="T86" fmla="*/ 231 w 958"/>
                <a:gd name="T87" fmla="*/ 355 h 723"/>
                <a:gd name="T88" fmla="*/ 306 w 958"/>
                <a:gd name="T89" fmla="*/ 341 h 723"/>
                <a:gd name="T90" fmla="*/ 441 w 958"/>
                <a:gd name="T91" fmla="*/ 298 h 723"/>
                <a:gd name="T92" fmla="*/ 559 w 958"/>
                <a:gd name="T93" fmla="*/ 240 h 723"/>
                <a:gd name="T94" fmla="*/ 649 w 958"/>
                <a:gd name="T95" fmla="*/ 186 h 723"/>
                <a:gd name="T96" fmla="*/ 718 w 958"/>
                <a:gd name="T97" fmla="*/ 121 h 723"/>
                <a:gd name="T98" fmla="*/ 716 w 958"/>
                <a:gd name="T99" fmla="*/ 4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58" h="723">
                  <a:moveTo>
                    <a:pt x="303" y="290"/>
                  </a:moveTo>
                  <a:cubicBezTo>
                    <a:pt x="293" y="284"/>
                    <a:pt x="290" y="273"/>
                    <a:pt x="297" y="260"/>
                  </a:cubicBezTo>
                  <a:cubicBezTo>
                    <a:pt x="302" y="249"/>
                    <a:pt x="306" y="238"/>
                    <a:pt x="311" y="228"/>
                  </a:cubicBezTo>
                  <a:cubicBezTo>
                    <a:pt x="318" y="215"/>
                    <a:pt x="326" y="204"/>
                    <a:pt x="334" y="192"/>
                  </a:cubicBezTo>
                  <a:cubicBezTo>
                    <a:pt x="336" y="190"/>
                    <a:pt x="340" y="188"/>
                    <a:pt x="343" y="188"/>
                  </a:cubicBezTo>
                  <a:cubicBezTo>
                    <a:pt x="343" y="188"/>
                    <a:pt x="344" y="189"/>
                    <a:pt x="344" y="189"/>
                  </a:cubicBezTo>
                  <a:cubicBezTo>
                    <a:pt x="359" y="195"/>
                    <a:pt x="371" y="203"/>
                    <a:pt x="379" y="217"/>
                  </a:cubicBezTo>
                  <a:cubicBezTo>
                    <a:pt x="382" y="222"/>
                    <a:pt x="385" y="226"/>
                    <a:pt x="388" y="231"/>
                  </a:cubicBezTo>
                  <a:cubicBezTo>
                    <a:pt x="391" y="237"/>
                    <a:pt x="386" y="253"/>
                    <a:pt x="379" y="257"/>
                  </a:cubicBezTo>
                  <a:cubicBezTo>
                    <a:pt x="374" y="259"/>
                    <a:pt x="368" y="261"/>
                    <a:pt x="363" y="263"/>
                  </a:cubicBezTo>
                  <a:cubicBezTo>
                    <a:pt x="344" y="272"/>
                    <a:pt x="325" y="280"/>
                    <a:pt x="303" y="290"/>
                  </a:cubicBezTo>
                  <a:moveTo>
                    <a:pt x="690" y="0"/>
                  </a:moveTo>
                  <a:cubicBezTo>
                    <a:pt x="683" y="0"/>
                    <a:pt x="676" y="1"/>
                    <a:pt x="669" y="1"/>
                  </a:cubicBezTo>
                  <a:cubicBezTo>
                    <a:pt x="650" y="3"/>
                    <a:pt x="632" y="10"/>
                    <a:pt x="613" y="12"/>
                  </a:cubicBezTo>
                  <a:cubicBezTo>
                    <a:pt x="597" y="13"/>
                    <a:pt x="582" y="17"/>
                    <a:pt x="569" y="25"/>
                  </a:cubicBezTo>
                  <a:cubicBezTo>
                    <a:pt x="563" y="28"/>
                    <a:pt x="557" y="29"/>
                    <a:pt x="551" y="31"/>
                  </a:cubicBezTo>
                  <a:cubicBezTo>
                    <a:pt x="542" y="35"/>
                    <a:pt x="531" y="37"/>
                    <a:pt x="525" y="44"/>
                  </a:cubicBezTo>
                  <a:cubicBezTo>
                    <a:pt x="520" y="50"/>
                    <a:pt x="515" y="55"/>
                    <a:pt x="508" y="55"/>
                  </a:cubicBezTo>
                  <a:cubicBezTo>
                    <a:pt x="508" y="55"/>
                    <a:pt x="507" y="54"/>
                    <a:pt x="507" y="54"/>
                  </a:cubicBezTo>
                  <a:cubicBezTo>
                    <a:pt x="506" y="54"/>
                    <a:pt x="505" y="54"/>
                    <a:pt x="504" y="54"/>
                  </a:cubicBezTo>
                  <a:cubicBezTo>
                    <a:pt x="497" y="54"/>
                    <a:pt x="491" y="56"/>
                    <a:pt x="487" y="62"/>
                  </a:cubicBezTo>
                  <a:cubicBezTo>
                    <a:pt x="486" y="64"/>
                    <a:pt x="484" y="66"/>
                    <a:pt x="482" y="66"/>
                  </a:cubicBezTo>
                  <a:cubicBezTo>
                    <a:pt x="482" y="66"/>
                    <a:pt x="482" y="66"/>
                    <a:pt x="482" y="66"/>
                  </a:cubicBezTo>
                  <a:cubicBezTo>
                    <a:pt x="480" y="66"/>
                    <a:pt x="478" y="65"/>
                    <a:pt x="476" y="65"/>
                  </a:cubicBezTo>
                  <a:cubicBezTo>
                    <a:pt x="470" y="65"/>
                    <a:pt x="464" y="67"/>
                    <a:pt x="459" y="69"/>
                  </a:cubicBezTo>
                  <a:cubicBezTo>
                    <a:pt x="453" y="70"/>
                    <a:pt x="447" y="72"/>
                    <a:pt x="441" y="72"/>
                  </a:cubicBezTo>
                  <a:cubicBezTo>
                    <a:pt x="440" y="72"/>
                    <a:pt x="439" y="72"/>
                    <a:pt x="438" y="72"/>
                  </a:cubicBezTo>
                  <a:cubicBezTo>
                    <a:pt x="429" y="71"/>
                    <a:pt x="419" y="71"/>
                    <a:pt x="410" y="71"/>
                  </a:cubicBezTo>
                  <a:cubicBezTo>
                    <a:pt x="390" y="71"/>
                    <a:pt x="369" y="73"/>
                    <a:pt x="349" y="77"/>
                  </a:cubicBezTo>
                  <a:cubicBezTo>
                    <a:pt x="336" y="81"/>
                    <a:pt x="329" y="87"/>
                    <a:pt x="325" y="99"/>
                  </a:cubicBezTo>
                  <a:cubicBezTo>
                    <a:pt x="323" y="105"/>
                    <a:pt x="320" y="111"/>
                    <a:pt x="316" y="116"/>
                  </a:cubicBezTo>
                  <a:cubicBezTo>
                    <a:pt x="308" y="126"/>
                    <a:pt x="300" y="135"/>
                    <a:pt x="291" y="143"/>
                  </a:cubicBezTo>
                  <a:cubicBezTo>
                    <a:pt x="279" y="153"/>
                    <a:pt x="266" y="163"/>
                    <a:pt x="253" y="172"/>
                  </a:cubicBezTo>
                  <a:cubicBezTo>
                    <a:pt x="252" y="173"/>
                    <a:pt x="251" y="173"/>
                    <a:pt x="249" y="173"/>
                  </a:cubicBezTo>
                  <a:cubicBezTo>
                    <a:pt x="247" y="173"/>
                    <a:pt x="245" y="172"/>
                    <a:pt x="245" y="171"/>
                  </a:cubicBezTo>
                  <a:cubicBezTo>
                    <a:pt x="237" y="163"/>
                    <a:pt x="229" y="154"/>
                    <a:pt x="225" y="144"/>
                  </a:cubicBezTo>
                  <a:cubicBezTo>
                    <a:pt x="218" y="129"/>
                    <a:pt x="205" y="122"/>
                    <a:pt x="193" y="116"/>
                  </a:cubicBezTo>
                  <a:cubicBezTo>
                    <a:pt x="186" y="114"/>
                    <a:pt x="180" y="112"/>
                    <a:pt x="174" y="112"/>
                  </a:cubicBezTo>
                  <a:cubicBezTo>
                    <a:pt x="163" y="112"/>
                    <a:pt x="153" y="116"/>
                    <a:pt x="143" y="126"/>
                  </a:cubicBezTo>
                  <a:cubicBezTo>
                    <a:pt x="136" y="134"/>
                    <a:pt x="125" y="136"/>
                    <a:pt x="123" y="150"/>
                  </a:cubicBezTo>
                  <a:cubicBezTo>
                    <a:pt x="121" y="164"/>
                    <a:pt x="116" y="176"/>
                    <a:pt x="123" y="189"/>
                  </a:cubicBezTo>
                  <a:cubicBezTo>
                    <a:pt x="127" y="199"/>
                    <a:pt x="128" y="211"/>
                    <a:pt x="131" y="221"/>
                  </a:cubicBezTo>
                  <a:cubicBezTo>
                    <a:pt x="137" y="241"/>
                    <a:pt x="140" y="262"/>
                    <a:pt x="153" y="279"/>
                  </a:cubicBezTo>
                  <a:cubicBezTo>
                    <a:pt x="163" y="294"/>
                    <a:pt x="174" y="309"/>
                    <a:pt x="186" y="326"/>
                  </a:cubicBezTo>
                  <a:cubicBezTo>
                    <a:pt x="165" y="338"/>
                    <a:pt x="148" y="349"/>
                    <a:pt x="130" y="358"/>
                  </a:cubicBezTo>
                  <a:cubicBezTo>
                    <a:pt x="108" y="369"/>
                    <a:pt x="92" y="386"/>
                    <a:pt x="78" y="406"/>
                  </a:cubicBezTo>
                  <a:cubicBezTo>
                    <a:pt x="68" y="421"/>
                    <a:pt x="60" y="437"/>
                    <a:pt x="51" y="452"/>
                  </a:cubicBezTo>
                  <a:cubicBezTo>
                    <a:pt x="46" y="461"/>
                    <a:pt x="41" y="470"/>
                    <a:pt x="36" y="479"/>
                  </a:cubicBezTo>
                  <a:cubicBezTo>
                    <a:pt x="32" y="485"/>
                    <a:pt x="28" y="492"/>
                    <a:pt x="25" y="499"/>
                  </a:cubicBezTo>
                  <a:cubicBezTo>
                    <a:pt x="22" y="504"/>
                    <a:pt x="20" y="510"/>
                    <a:pt x="19" y="515"/>
                  </a:cubicBezTo>
                  <a:cubicBezTo>
                    <a:pt x="16" y="528"/>
                    <a:pt x="14" y="542"/>
                    <a:pt x="11" y="555"/>
                  </a:cubicBezTo>
                  <a:cubicBezTo>
                    <a:pt x="8" y="568"/>
                    <a:pt x="1" y="580"/>
                    <a:pt x="3" y="592"/>
                  </a:cubicBezTo>
                  <a:cubicBezTo>
                    <a:pt x="5" y="607"/>
                    <a:pt x="0" y="623"/>
                    <a:pt x="6" y="638"/>
                  </a:cubicBezTo>
                  <a:cubicBezTo>
                    <a:pt x="14" y="660"/>
                    <a:pt x="17" y="683"/>
                    <a:pt x="24" y="705"/>
                  </a:cubicBezTo>
                  <a:cubicBezTo>
                    <a:pt x="27" y="718"/>
                    <a:pt x="37" y="723"/>
                    <a:pt x="46" y="723"/>
                  </a:cubicBezTo>
                  <a:cubicBezTo>
                    <a:pt x="53" y="723"/>
                    <a:pt x="59" y="721"/>
                    <a:pt x="63" y="717"/>
                  </a:cubicBezTo>
                  <a:cubicBezTo>
                    <a:pt x="75" y="706"/>
                    <a:pt x="86" y="694"/>
                    <a:pt x="95" y="680"/>
                  </a:cubicBezTo>
                  <a:cubicBezTo>
                    <a:pt x="103" y="668"/>
                    <a:pt x="107" y="654"/>
                    <a:pt x="113" y="640"/>
                  </a:cubicBezTo>
                  <a:cubicBezTo>
                    <a:pt x="120" y="625"/>
                    <a:pt x="131" y="612"/>
                    <a:pt x="132" y="594"/>
                  </a:cubicBezTo>
                  <a:cubicBezTo>
                    <a:pt x="132" y="590"/>
                    <a:pt x="136" y="586"/>
                    <a:pt x="140" y="583"/>
                  </a:cubicBezTo>
                  <a:cubicBezTo>
                    <a:pt x="155" y="570"/>
                    <a:pt x="172" y="558"/>
                    <a:pt x="186" y="544"/>
                  </a:cubicBezTo>
                  <a:cubicBezTo>
                    <a:pt x="212" y="516"/>
                    <a:pt x="248" y="504"/>
                    <a:pt x="280" y="486"/>
                  </a:cubicBezTo>
                  <a:cubicBezTo>
                    <a:pt x="284" y="484"/>
                    <a:pt x="288" y="482"/>
                    <a:pt x="292" y="479"/>
                  </a:cubicBezTo>
                  <a:cubicBezTo>
                    <a:pt x="307" y="470"/>
                    <a:pt x="321" y="460"/>
                    <a:pt x="336" y="451"/>
                  </a:cubicBezTo>
                  <a:cubicBezTo>
                    <a:pt x="349" y="442"/>
                    <a:pt x="368" y="445"/>
                    <a:pt x="379" y="431"/>
                  </a:cubicBezTo>
                  <a:cubicBezTo>
                    <a:pt x="380" y="430"/>
                    <a:pt x="382" y="430"/>
                    <a:pt x="384" y="429"/>
                  </a:cubicBezTo>
                  <a:cubicBezTo>
                    <a:pt x="397" y="426"/>
                    <a:pt x="409" y="422"/>
                    <a:pt x="422" y="417"/>
                  </a:cubicBezTo>
                  <a:cubicBezTo>
                    <a:pt x="429" y="415"/>
                    <a:pt x="434" y="409"/>
                    <a:pt x="442" y="406"/>
                  </a:cubicBezTo>
                  <a:cubicBezTo>
                    <a:pt x="455" y="401"/>
                    <a:pt x="469" y="398"/>
                    <a:pt x="482" y="393"/>
                  </a:cubicBezTo>
                  <a:cubicBezTo>
                    <a:pt x="494" y="388"/>
                    <a:pt x="506" y="381"/>
                    <a:pt x="518" y="376"/>
                  </a:cubicBezTo>
                  <a:cubicBezTo>
                    <a:pt x="530" y="372"/>
                    <a:pt x="542" y="369"/>
                    <a:pt x="553" y="366"/>
                  </a:cubicBezTo>
                  <a:cubicBezTo>
                    <a:pt x="559" y="364"/>
                    <a:pt x="566" y="360"/>
                    <a:pt x="572" y="357"/>
                  </a:cubicBezTo>
                  <a:cubicBezTo>
                    <a:pt x="577" y="355"/>
                    <a:pt x="582" y="351"/>
                    <a:pt x="588" y="350"/>
                  </a:cubicBezTo>
                  <a:cubicBezTo>
                    <a:pt x="613" y="343"/>
                    <a:pt x="637" y="335"/>
                    <a:pt x="662" y="329"/>
                  </a:cubicBezTo>
                  <a:cubicBezTo>
                    <a:pt x="680" y="325"/>
                    <a:pt x="697" y="324"/>
                    <a:pt x="715" y="322"/>
                  </a:cubicBezTo>
                  <a:cubicBezTo>
                    <a:pt x="716" y="322"/>
                    <a:pt x="716" y="322"/>
                    <a:pt x="716" y="322"/>
                  </a:cubicBezTo>
                  <a:cubicBezTo>
                    <a:pt x="721" y="322"/>
                    <a:pt x="727" y="324"/>
                    <a:pt x="731" y="326"/>
                  </a:cubicBezTo>
                  <a:cubicBezTo>
                    <a:pt x="733" y="327"/>
                    <a:pt x="734" y="332"/>
                    <a:pt x="734" y="333"/>
                  </a:cubicBezTo>
                  <a:cubicBezTo>
                    <a:pt x="728" y="338"/>
                    <a:pt x="721" y="343"/>
                    <a:pt x="715" y="347"/>
                  </a:cubicBezTo>
                  <a:cubicBezTo>
                    <a:pt x="706" y="353"/>
                    <a:pt x="693" y="352"/>
                    <a:pt x="689" y="366"/>
                  </a:cubicBezTo>
                  <a:cubicBezTo>
                    <a:pt x="689" y="367"/>
                    <a:pt x="686" y="368"/>
                    <a:pt x="684" y="368"/>
                  </a:cubicBezTo>
                  <a:cubicBezTo>
                    <a:pt x="677" y="371"/>
                    <a:pt x="669" y="371"/>
                    <a:pt x="663" y="375"/>
                  </a:cubicBezTo>
                  <a:cubicBezTo>
                    <a:pt x="654" y="382"/>
                    <a:pt x="646" y="387"/>
                    <a:pt x="635" y="388"/>
                  </a:cubicBezTo>
                  <a:cubicBezTo>
                    <a:pt x="631" y="388"/>
                    <a:pt x="628" y="393"/>
                    <a:pt x="625" y="396"/>
                  </a:cubicBezTo>
                  <a:cubicBezTo>
                    <a:pt x="629" y="399"/>
                    <a:pt x="632" y="403"/>
                    <a:pt x="636" y="403"/>
                  </a:cubicBezTo>
                  <a:cubicBezTo>
                    <a:pt x="638" y="404"/>
                    <a:pt x="640" y="404"/>
                    <a:pt x="642" y="404"/>
                  </a:cubicBezTo>
                  <a:cubicBezTo>
                    <a:pt x="643" y="404"/>
                    <a:pt x="645" y="404"/>
                    <a:pt x="646" y="404"/>
                  </a:cubicBezTo>
                  <a:cubicBezTo>
                    <a:pt x="648" y="404"/>
                    <a:pt x="649" y="403"/>
                    <a:pt x="651" y="403"/>
                  </a:cubicBezTo>
                  <a:cubicBezTo>
                    <a:pt x="653" y="403"/>
                    <a:pt x="654" y="404"/>
                    <a:pt x="656" y="404"/>
                  </a:cubicBezTo>
                  <a:cubicBezTo>
                    <a:pt x="669" y="406"/>
                    <a:pt x="685" y="406"/>
                    <a:pt x="693" y="414"/>
                  </a:cubicBezTo>
                  <a:cubicBezTo>
                    <a:pt x="707" y="427"/>
                    <a:pt x="724" y="431"/>
                    <a:pt x="741" y="433"/>
                  </a:cubicBezTo>
                  <a:cubicBezTo>
                    <a:pt x="771" y="438"/>
                    <a:pt x="802" y="439"/>
                    <a:pt x="833" y="441"/>
                  </a:cubicBezTo>
                  <a:cubicBezTo>
                    <a:pt x="836" y="441"/>
                    <a:pt x="838" y="442"/>
                    <a:pt x="841" y="442"/>
                  </a:cubicBezTo>
                  <a:cubicBezTo>
                    <a:pt x="859" y="442"/>
                    <a:pt x="877" y="436"/>
                    <a:pt x="893" y="426"/>
                  </a:cubicBezTo>
                  <a:cubicBezTo>
                    <a:pt x="907" y="417"/>
                    <a:pt x="920" y="408"/>
                    <a:pt x="937" y="403"/>
                  </a:cubicBezTo>
                  <a:cubicBezTo>
                    <a:pt x="940" y="403"/>
                    <a:pt x="943" y="399"/>
                    <a:pt x="944" y="395"/>
                  </a:cubicBezTo>
                  <a:cubicBezTo>
                    <a:pt x="948" y="381"/>
                    <a:pt x="953" y="366"/>
                    <a:pt x="955" y="351"/>
                  </a:cubicBezTo>
                  <a:cubicBezTo>
                    <a:pt x="958" y="301"/>
                    <a:pt x="936" y="285"/>
                    <a:pt x="901" y="265"/>
                  </a:cubicBezTo>
                  <a:cubicBezTo>
                    <a:pt x="883" y="255"/>
                    <a:pt x="861" y="255"/>
                    <a:pt x="849" y="234"/>
                  </a:cubicBezTo>
                  <a:cubicBezTo>
                    <a:pt x="847" y="229"/>
                    <a:pt x="837" y="229"/>
                    <a:pt x="831" y="226"/>
                  </a:cubicBezTo>
                  <a:cubicBezTo>
                    <a:pt x="816" y="222"/>
                    <a:pt x="800" y="223"/>
                    <a:pt x="787" y="214"/>
                  </a:cubicBezTo>
                  <a:cubicBezTo>
                    <a:pt x="787" y="214"/>
                    <a:pt x="786" y="214"/>
                    <a:pt x="786" y="214"/>
                  </a:cubicBezTo>
                  <a:cubicBezTo>
                    <a:pt x="785" y="214"/>
                    <a:pt x="783" y="215"/>
                    <a:pt x="781" y="215"/>
                  </a:cubicBezTo>
                  <a:cubicBezTo>
                    <a:pt x="769" y="217"/>
                    <a:pt x="757" y="219"/>
                    <a:pt x="745" y="221"/>
                  </a:cubicBezTo>
                  <a:cubicBezTo>
                    <a:pt x="733" y="224"/>
                    <a:pt x="721" y="226"/>
                    <a:pt x="709" y="230"/>
                  </a:cubicBezTo>
                  <a:cubicBezTo>
                    <a:pt x="686" y="236"/>
                    <a:pt x="664" y="242"/>
                    <a:pt x="642" y="249"/>
                  </a:cubicBezTo>
                  <a:cubicBezTo>
                    <a:pt x="630" y="253"/>
                    <a:pt x="617" y="257"/>
                    <a:pt x="606" y="264"/>
                  </a:cubicBezTo>
                  <a:cubicBezTo>
                    <a:pt x="591" y="274"/>
                    <a:pt x="573" y="276"/>
                    <a:pt x="557" y="276"/>
                  </a:cubicBezTo>
                  <a:cubicBezTo>
                    <a:pt x="556" y="276"/>
                    <a:pt x="556" y="276"/>
                    <a:pt x="556" y="276"/>
                  </a:cubicBezTo>
                  <a:cubicBezTo>
                    <a:pt x="556" y="276"/>
                    <a:pt x="555" y="276"/>
                    <a:pt x="555" y="276"/>
                  </a:cubicBezTo>
                  <a:cubicBezTo>
                    <a:pt x="542" y="276"/>
                    <a:pt x="537" y="283"/>
                    <a:pt x="531" y="291"/>
                  </a:cubicBezTo>
                  <a:cubicBezTo>
                    <a:pt x="530" y="294"/>
                    <a:pt x="528" y="299"/>
                    <a:pt x="526" y="299"/>
                  </a:cubicBezTo>
                  <a:cubicBezTo>
                    <a:pt x="512" y="304"/>
                    <a:pt x="497" y="307"/>
                    <a:pt x="483" y="311"/>
                  </a:cubicBezTo>
                  <a:cubicBezTo>
                    <a:pt x="463" y="316"/>
                    <a:pt x="442" y="322"/>
                    <a:pt x="422" y="329"/>
                  </a:cubicBezTo>
                  <a:cubicBezTo>
                    <a:pt x="406" y="334"/>
                    <a:pt x="391" y="340"/>
                    <a:pt x="376" y="346"/>
                  </a:cubicBezTo>
                  <a:cubicBezTo>
                    <a:pt x="368" y="350"/>
                    <a:pt x="360" y="354"/>
                    <a:pt x="352" y="358"/>
                  </a:cubicBezTo>
                  <a:cubicBezTo>
                    <a:pt x="333" y="367"/>
                    <a:pt x="314" y="376"/>
                    <a:pt x="296" y="385"/>
                  </a:cubicBezTo>
                  <a:cubicBezTo>
                    <a:pt x="286" y="390"/>
                    <a:pt x="276" y="392"/>
                    <a:pt x="267" y="398"/>
                  </a:cubicBezTo>
                  <a:cubicBezTo>
                    <a:pt x="244" y="411"/>
                    <a:pt x="222" y="426"/>
                    <a:pt x="200" y="440"/>
                  </a:cubicBezTo>
                  <a:cubicBezTo>
                    <a:pt x="188" y="448"/>
                    <a:pt x="176" y="454"/>
                    <a:pt x="164" y="461"/>
                  </a:cubicBezTo>
                  <a:cubicBezTo>
                    <a:pt x="158" y="465"/>
                    <a:pt x="150" y="468"/>
                    <a:pt x="146" y="474"/>
                  </a:cubicBezTo>
                  <a:cubicBezTo>
                    <a:pt x="140" y="484"/>
                    <a:pt x="132" y="491"/>
                    <a:pt x="122" y="495"/>
                  </a:cubicBezTo>
                  <a:cubicBezTo>
                    <a:pt x="110" y="501"/>
                    <a:pt x="98" y="506"/>
                    <a:pt x="85" y="512"/>
                  </a:cubicBezTo>
                  <a:cubicBezTo>
                    <a:pt x="84" y="509"/>
                    <a:pt x="81" y="504"/>
                    <a:pt x="82" y="499"/>
                  </a:cubicBezTo>
                  <a:cubicBezTo>
                    <a:pt x="83" y="490"/>
                    <a:pt x="86" y="482"/>
                    <a:pt x="88" y="474"/>
                  </a:cubicBezTo>
                  <a:cubicBezTo>
                    <a:pt x="92" y="462"/>
                    <a:pt x="95" y="450"/>
                    <a:pt x="100" y="439"/>
                  </a:cubicBezTo>
                  <a:cubicBezTo>
                    <a:pt x="105" y="430"/>
                    <a:pt x="114" y="423"/>
                    <a:pt x="118" y="414"/>
                  </a:cubicBezTo>
                  <a:cubicBezTo>
                    <a:pt x="125" y="398"/>
                    <a:pt x="139" y="391"/>
                    <a:pt x="152" y="384"/>
                  </a:cubicBezTo>
                  <a:cubicBezTo>
                    <a:pt x="170" y="373"/>
                    <a:pt x="189" y="365"/>
                    <a:pt x="208" y="356"/>
                  </a:cubicBezTo>
                  <a:cubicBezTo>
                    <a:pt x="210" y="355"/>
                    <a:pt x="211" y="355"/>
                    <a:pt x="213" y="355"/>
                  </a:cubicBezTo>
                  <a:cubicBezTo>
                    <a:pt x="214" y="355"/>
                    <a:pt x="214" y="355"/>
                    <a:pt x="214" y="355"/>
                  </a:cubicBezTo>
                  <a:cubicBezTo>
                    <a:pt x="220" y="355"/>
                    <a:pt x="225" y="355"/>
                    <a:pt x="231" y="355"/>
                  </a:cubicBezTo>
                  <a:cubicBezTo>
                    <a:pt x="237" y="355"/>
                    <a:pt x="242" y="355"/>
                    <a:pt x="248" y="355"/>
                  </a:cubicBezTo>
                  <a:cubicBezTo>
                    <a:pt x="256" y="355"/>
                    <a:pt x="264" y="355"/>
                    <a:pt x="271" y="354"/>
                  </a:cubicBezTo>
                  <a:cubicBezTo>
                    <a:pt x="284" y="353"/>
                    <a:pt x="297" y="348"/>
                    <a:pt x="306" y="341"/>
                  </a:cubicBezTo>
                  <a:cubicBezTo>
                    <a:pt x="321" y="329"/>
                    <a:pt x="339" y="327"/>
                    <a:pt x="355" y="322"/>
                  </a:cubicBezTo>
                  <a:cubicBezTo>
                    <a:pt x="375" y="316"/>
                    <a:pt x="396" y="313"/>
                    <a:pt x="416" y="308"/>
                  </a:cubicBezTo>
                  <a:cubicBezTo>
                    <a:pt x="425" y="305"/>
                    <a:pt x="433" y="301"/>
                    <a:pt x="441" y="298"/>
                  </a:cubicBezTo>
                  <a:cubicBezTo>
                    <a:pt x="446" y="297"/>
                    <a:pt x="451" y="296"/>
                    <a:pt x="455" y="294"/>
                  </a:cubicBezTo>
                  <a:cubicBezTo>
                    <a:pt x="471" y="286"/>
                    <a:pt x="487" y="280"/>
                    <a:pt x="502" y="269"/>
                  </a:cubicBezTo>
                  <a:cubicBezTo>
                    <a:pt x="519" y="257"/>
                    <a:pt x="540" y="249"/>
                    <a:pt x="559" y="240"/>
                  </a:cubicBezTo>
                  <a:cubicBezTo>
                    <a:pt x="565" y="237"/>
                    <a:pt x="571" y="234"/>
                    <a:pt x="577" y="230"/>
                  </a:cubicBezTo>
                  <a:cubicBezTo>
                    <a:pt x="590" y="223"/>
                    <a:pt x="602" y="215"/>
                    <a:pt x="615" y="207"/>
                  </a:cubicBezTo>
                  <a:cubicBezTo>
                    <a:pt x="626" y="200"/>
                    <a:pt x="640" y="195"/>
                    <a:pt x="649" y="186"/>
                  </a:cubicBezTo>
                  <a:cubicBezTo>
                    <a:pt x="667" y="168"/>
                    <a:pt x="691" y="157"/>
                    <a:pt x="704" y="134"/>
                  </a:cubicBezTo>
                  <a:cubicBezTo>
                    <a:pt x="705" y="133"/>
                    <a:pt x="707" y="132"/>
                    <a:pt x="708" y="131"/>
                  </a:cubicBezTo>
                  <a:cubicBezTo>
                    <a:pt x="712" y="128"/>
                    <a:pt x="716" y="125"/>
                    <a:pt x="718" y="121"/>
                  </a:cubicBezTo>
                  <a:cubicBezTo>
                    <a:pt x="728" y="104"/>
                    <a:pt x="738" y="87"/>
                    <a:pt x="744" y="69"/>
                  </a:cubicBezTo>
                  <a:cubicBezTo>
                    <a:pt x="748" y="59"/>
                    <a:pt x="749" y="46"/>
                    <a:pt x="746" y="35"/>
                  </a:cubicBezTo>
                  <a:cubicBezTo>
                    <a:pt x="743" y="20"/>
                    <a:pt x="734" y="10"/>
                    <a:pt x="716" y="4"/>
                  </a:cubicBezTo>
                  <a:cubicBezTo>
                    <a:pt x="707" y="1"/>
                    <a:pt x="698" y="0"/>
                    <a:pt x="6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5" name="Freeform 274">
              <a:extLst>
                <a:ext uri="{FF2B5EF4-FFF2-40B4-BE49-F238E27FC236}">
                  <a16:creationId xmlns:a16="http://schemas.microsoft.com/office/drawing/2014/main" id="{94BAF5E0-DC78-4840-AA9B-D58D64D4224F}"/>
                </a:ext>
              </a:extLst>
            </p:cNvPr>
            <p:cNvSpPr>
              <a:spLocks noEditPoints="1"/>
            </p:cNvSpPr>
            <p:nvPr/>
          </p:nvSpPr>
          <p:spPr bwMode="auto">
            <a:xfrm>
              <a:off x="3534881" y="1712014"/>
              <a:ext cx="233019" cy="280192"/>
            </a:xfrm>
            <a:custGeom>
              <a:avLst/>
              <a:gdLst>
                <a:gd name="T0" fmla="*/ 381 w 640"/>
                <a:gd name="T1" fmla="*/ 108 h 768"/>
                <a:gd name="T2" fmla="*/ 381 w 640"/>
                <a:gd name="T3" fmla="*/ 108 h 768"/>
                <a:gd name="T4" fmla="*/ 351 w 640"/>
                <a:gd name="T5" fmla="*/ 14 h 768"/>
                <a:gd name="T6" fmla="*/ 251 w 640"/>
                <a:gd name="T7" fmla="*/ 63 h 768"/>
                <a:gd name="T8" fmla="*/ 185 w 640"/>
                <a:gd name="T9" fmla="*/ 136 h 768"/>
                <a:gd name="T10" fmla="*/ 238 w 640"/>
                <a:gd name="T11" fmla="*/ 153 h 768"/>
                <a:gd name="T12" fmla="*/ 260 w 640"/>
                <a:gd name="T13" fmla="*/ 133 h 768"/>
                <a:gd name="T14" fmla="*/ 326 w 640"/>
                <a:gd name="T15" fmla="*/ 96 h 768"/>
                <a:gd name="T16" fmla="*/ 439 w 640"/>
                <a:gd name="T17" fmla="*/ 58 h 768"/>
                <a:gd name="T18" fmla="*/ 453 w 640"/>
                <a:gd name="T19" fmla="*/ 62 h 768"/>
                <a:gd name="T20" fmla="*/ 408 w 640"/>
                <a:gd name="T21" fmla="*/ 96 h 768"/>
                <a:gd name="T22" fmla="*/ 383 w 640"/>
                <a:gd name="T23" fmla="*/ 109 h 768"/>
                <a:gd name="T24" fmla="*/ 381 w 640"/>
                <a:gd name="T25" fmla="*/ 108 h 768"/>
                <a:gd name="T26" fmla="*/ 326 w 640"/>
                <a:gd name="T27" fmla="*/ 160 h 768"/>
                <a:gd name="T28" fmla="*/ 321 w 640"/>
                <a:gd name="T29" fmla="*/ 218 h 768"/>
                <a:gd name="T30" fmla="*/ 328 w 640"/>
                <a:gd name="T31" fmla="*/ 254 h 768"/>
                <a:gd name="T32" fmla="*/ 199 w 640"/>
                <a:gd name="T33" fmla="*/ 293 h 768"/>
                <a:gd name="T34" fmla="*/ 163 w 640"/>
                <a:gd name="T35" fmla="*/ 306 h 768"/>
                <a:gd name="T36" fmla="*/ 149 w 640"/>
                <a:gd name="T37" fmla="*/ 320 h 768"/>
                <a:gd name="T38" fmla="*/ 199 w 640"/>
                <a:gd name="T39" fmla="*/ 375 h 768"/>
                <a:gd name="T40" fmla="*/ 272 w 640"/>
                <a:gd name="T41" fmla="*/ 397 h 768"/>
                <a:gd name="T42" fmla="*/ 316 w 640"/>
                <a:gd name="T43" fmla="*/ 397 h 768"/>
                <a:gd name="T44" fmla="*/ 337 w 640"/>
                <a:gd name="T45" fmla="*/ 397 h 768"/>
                <a:gd name="T46" fmla="*/ 350 w 640"/>
                <a:gd name="T47" fmla="*/ 458 h 768"/>
                <a:gd name="T48" fmla="*/ 343 w 640"/>
                <a:gd name="T49" fmla="*/ 545 h 768"/>
                <a:gd name="T50" fmla="*/ 337 w 640"/>
                <a:gd name="T51" fmla="*/ 581 h 768"/>
                <a:gd name="T52" fmla="*/ 260 w 640"/>
                <a:gd name="T53" fmla="*/ 630 h 768"/>
                <a:gd name="T54" fmla="*/ 249 w 640"/>
                <a:gd name="T55" fmla="*/ 629 h 768"/>
                <a:gd name="T56" fmla="*/ 214 w 640"/>
                <a:gd name="T57" fmla="*/ 636 h 768"/>
                <a:gd name="T58" fmla="*/ 175 w 640"/>
                <a:gd name="T59" fmla="*/ 636 h 768"/>
                <a:gd name="T60" fmla="*/ 48 w 640"/>
                <a:gd name="T61" fmla="*/ 636 h 768"/>
                <a:gd name="T62" fmla="*/ 0 w 640"/>
                <a:gd name="T63" fmla="*/ 651 h 768"/>
                <a:gd name="T64" fmla="*/ 51 w 640"/>
                <a:gd name="T65" fmla="*/ 683 h 768"/>
                <a:gd name="T66" fmla="*/ 131 w 640"/>
                <a:gd name="T67" fmla="*/ 716 h 768"/>
                <a:gd name="T68" fmla="*/ 150 w 640"/>
                <a:gd name="T69" fmla="*/ 730 h 768"/>
                <a:gd name="T70" fmla="*/ 279 w 640"/>
                <a:gd name="T71" fmla="*/ 768 h 768"/>
                <a:gd name="T72" fmla="*/ 331 w 640"/>
                <a:gd name="T73" fmla="*/ 762 h 768"/>
                <a:gd name="T74" fmla="*/ 420 w 640"/>
                <a:gd name="T75" fmla="*/ 722 h 768"/>
                <a:gd name="T76" fmla="*/ 452 w 640"/>
                <a:gd name="T77" fmla="*/ 691 h 768"/>
                <a:gd name="T78" fmla="*/ 465 w 640"/>
                <a:gd name="T79" fmla="*/ 637 h 768"/>
                <a:gd name="T80" fmla="*/ 451 w 640"/>
                <a:gd name="T81" fmla="*/ 563 h 768"/>
                <a:gd name="T82" fmla="*/ 445 w 640"/>
                <a:gd name="T83" fmla="*/ 483 h 768"/>
                <a:gd name="T84" fmla="*/ 439 w 640"/>
                <a:gd name="T85" fmla="*/ 400 h 768"/>
                <a:gd name="T86" fmla="*/ 481 w 640"/>
                <a:gd name="T87" fmla="*/ 373 h 768"/>
                <a:gd name="T88" fmla="*/ 623 w 640"/>
                <a:gd name="T89" fmla="*/ 310 h 768"/>
                <a:gd name="T90" fmla="*/ 610 w 640"/>
                <a:gd name="T91" fmla="*/ 228 h 768"/>
                <a:gd name="T92" fmla="*/ 546 w 640"/>
                <a:gd name="T93" fmla="*/ 198 h 768"/>
                <a:gd name="T94" fmla="*/ 494 w 640"/>
                <a:gd name="T95" fmla="*/ 198 h 768"/>
                <a:gd name="T96" fmla="*/ 485 w 640"/>
                <a:gd name="T97" fmla="*/ 198 h 768"/>
                <a:gd name="T98" fmla="*/ 410 w 640"/>
                <a:gd name="T99" fmla="*/ 202 h 768"/>
                <a:gd name="T100" fmla="*/ 418 w 640"/>
                <a:gd name="T101" fmla="*/ 166 h 768"/>
                <a:gd name="T102" fmla="*/ 536 w 640"/>
                <a:gd name="T103" fmla="*/ 88 h 768"/>
                <a:gd name="T104" fmla="*/ 555 w 640"/>
                <a:gd name="T105" fmla="*/ 34 h 768"/>
                <a:gd name="T106" fmla="*/ 519 w 640"/>
                <a:gd name="T107" fmla="*/ 6 h 768"/>
                <a:gd name="T108" fmla="*/ 511 w 640"/>
                <a:gd name="T109" fmla="*/ 6 h 768"/>
                <a:gd name="T110" fmla="*/ 503 w 640"/>
                <a:gd name="T111" fmla="*/ 7 h 768"/>
                <a:gd name="T112" fmla="*/ 418 w 640"/>
                <a:gd name="T113"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0" h="768">
                  <a:moveTo>
                    <a:pt x="381" y="108"/>
                  </a:moveTo>
                  <a:cubicBezTo>
                    <a:pt x="381" y="108"/>
                    <a:pt x="381" y="108"/>
                    <a:pt x="381" y="108"/>
                  </a:cubicBezTo>
                  <a:cubicBezTo>
                    <a:pt x="381" y="108"/>
                    <a:pt x="381" y="108"/>
                    <a:pt x="381" y="108"/>
                  </a:cubicBezTo>
                  <a:cubicBezTo>
                    <a:pt x="381" y="108"/>
                    <a:pt x="381" y="108"/>
                    <a:pt x="381" y="108"/>
                  </a:cubicBezTo>
                  <a:moveTo>
                    <a:pt x="418" y="0"/>
                  </a:moveTo>
                  <a:cubicBezTo>
                    <a:pt x="394" y="0"/>
                    <a:pt x="373" y="9"/>
                    <a:pt x="351" y="14"/>
                  </a:cubicBezTo>
                  <a:cubicBezTo>
                    <a:pt x="333" y="18"/>
                    <a:pt x="316" y="27"/>
                    <a:pt x="298" y="34"/>
                  </a:cubicBezTo>
                  <a:cubicBezTo>
                    <a:pt x="281" y="41"/>
                    <a:pt x="266" y="52"/>
                    <a:pt x="251" y="63"/>
                  </a:cubicBezTo>
                  <a:cubicBezTo>
                    <a:pt x="231" y="79"/>
                    <a:pt x="208" y="89"/>
                    <a:pt x="189" y="106"/>
                  </a:cubicBezTo>
                  <a:cubicBezTo>
                    <a:pt x="182" y="113"/>
                    <a:pt x="178" y="131"/>
                    <a:pt x="185" y="136"/>
                  </a:cubicBezTo>
                  <a:cubicBezTo>
                    <a:pt x="198" y="147"/>
                    <a:pt x="213" y="154"/>
                    <a:pt x="230" y="154"/>
                  </a:cubicBezTo>
                  <a:cubicBezTo>
                    <a:pt x="232" y="154"/>
                    <a:pt x="235" y="154"/>
                    <a:pt x="238" y="153"/>
                  </a:cubicBezTo>
                  <a:cubicBezTo>
                    <a:pt x="240" y="153"/>
                    <a:pt x="243" y="151"/>
                    <a:pt x="245" y="149"/>
                  </a:cubicBezTo>
                  <a:cubicBezTo>
                    <a:pt x="250" y="144"/>
                    <a:pt x="254" y="137"/>
                    <a:pt x="260" y="133"/>
                  </a:cubicBezTo>
                  <a:cubicBezTo>
                    <a:pt x="274" y="123"/>
                    <a:pt x="285" y="108"/>
                    <a:pt x="304" y="105"/>
                  </a:cubicBezTo>
                  <a:cubicBezTo>
                    <a:pt x="312" y="103"/>
                    <a:pt x="319" y="99"/>
                    <a:pt x="326" y="96"/>
                  </a:cubicBezTo>
                  <a:cubicBezTo>
                    <a:pt x="342" y="90"/>
                    <a:pt x="357" y="80"/>
                    <a:pt x="374" y="77"/>
                  </a:cubicBezTo>
                  <a:cubicBezTo>
                    <a:pt x="396" y="72"/>
                    <a:pt x="418" y="69"/>
                    <a:pt x="439" y="58"/>
                  </a:cubicBezTo>
                  <a:cubicBezTo>
                    <a:pt x="439" y="58"/>
                    <a:pt x="440" y="58"/>
                    <a:pt x="440" y="58"/>
                  </a:cubicBezTo>
                  <a:cubicBezTo>
                    <a:pt x="444" y="58"/>
                    <a:pt x="449" y="61"/>
                    <a:pt x="453" y="62"/>
                  </a:cubicBezTo>
                  <a:cubicBezTo>
                    <a:pt x="451" y="66"/>
                    <a:pt x="449" y="71"/>
                    <a:pt x="445" y="73"/>
                  </a:cubicBezTo>
                  <a:cubicBezTo>
                    <a:pt x="433" y="82"/>
                    <a:pt x="421" y="89"/>
                    <a:pt x="408" y="96"/>
                  </a:cubicBezTo>
                  <a:cubicBezTo>
                    <a:pt x="400" y="101"/>
                    <a:pt x="392" y="105"/>
                    <a:pt x="384" y="109"/>
                  </a:cubicBezTo>
                  <a:cubicBezTo>
                    <a:pt x="384" y="109"/>
                    <a:pt x="383" y="109"/>
                    <a:pt x="383" y="109"/>
                  </a:cubicBezTo>
                  <a:cubicBezTo>
                    <a:pt x="383" y="109"/>
                    <a:pt x="382" y="109"/>
                    <a:pt x="381" y="108"/>
                  </a:cubicBezTo>
                  <a:cubicBezTo>
                    <a:pt x="381" y="108"/>
                    <a:pt x="381" y="108"/>
                    <a:pt x="381" y="108"/>
                  </a:cubicBezTo>
                  <a:cubicBezTo>
                    <a:pt x="373" y="116"/>
                    <a:pt x="367" y="123"/>
                    <a:pt x="360" y="130"/>
                  </a:cubicBezTo>
                  <a:cubicBezTo>
                    <a:pt x="349" y="140"/>
                    <a:pt x="337" y="150"/>
                    <a:pt x="326" y="160"/>
                  </a:cubicBezTo>
                  <a:cubicBezTo>
                    <a:pt x="320" y="166"/>
                    <a:pt x="316" y="173"/>
                    <a:pt x="311" y="180"/>
                  </a:cubicBezTo>
                  <a:cubicBezTo>
                    <a:pt x="303" y="192"/>
                    <a:pt x="307" y="214"/>
                    <a:pt x="321" y="218"/>
                  </a:cubicBezTo>
                  <a:cubicBezTo>
                    <a:pt x="329" y="220"/>
                    <a:pt x="333" y="225"/>
                    <a:pt x="336" y="231"/>
                  </a:cubicBezTo>
                  <a:cubicBezTo>
                    <a:pt x="343" y="242"/>
                    <a:pt x="340" y="251"/>
                    <a:pt x="328" y="254"/>
                  </a:cubicBezTo>
                  <a:cubicBezTo>
                    <a:pt x="293" y="265"/>
                    <a:pt x="257" y="276"/>
                    <a:pt x="221" y="287"/>
                  </a:cubicBezTo>
                  <a:cubicBezTo>
                    <a:pt x="214" y="289"/>
                    <a:pt x="204" y="289"/>
                    <a:pt x="199" y="293"/>
                  </a:cubicBezTo>
                  <a:cubicBezTo>
                    <a:pt x="188" y="302"/>
                    <a:pt x="178" y="306"/>
                    <a:pt x="165" y="306"/>
                  </a:cubicBezTo>
                  <a:cubicBezTo>
                    <a:pt x="164" y="306"/>
                    <a:pt x="163" y="306"/>
                    <a:pt x="163" y="306"/>
                  </a:cubicBezTo>
                  <a:cubicBezTo>
                    <a:pt x="163" y="306"/>
                    <a:pt x="162" y="306"/>
                    <a:pt x="162" y="306"/>
                  </a:cubicBezTo>
                  <a:cubicBezTo>
                    <a:pt x="154" y="306"/>
                    <a:pt x="148" y="311"/>
                    <a:pt x="149" y="320"/>
                  </a:cubicBezTo>
                  <a:cubicBezTo>
                    <a:pt x="150" y="334"/>
                    <a:pt x="159" y="342"/>
                    <a:pt x="169" y="350"/>
                  </a:cubicBezTo>
                  <a:cubicBezTo>
                    <a:pt x="180" y="358"/>
                    <a:pt x="191" y="365"/>
                    <a:pt x="199" y="375"/>
                  </a:cubicBezTo>
                  <a:cubicBezTo>
                    <a:pt x="207" y="383"/>
                    <a:pt x="216" y="389"/>
                    <a:pt x="225" y="392"/>
                  </a:cubicBezTo>
                  <a:cubicBezTo>
                    <a:pt x="240" y="395"/>
                    <a:pt x="256" y="396"/>
                    <a:pt x="272" y="397"/>
                  </a:cubicBezTo>
                  <a:cubicBezTo>
                    <a:pt x="280" y="397"/>
                    <a:pt x="289" y="397"/>
                    <a:pt x="298" y="397"/>
                  </a:cubicBezTo>
                  <a:cubicBezTo>
                    <a:pt x="304" y="397"/>
                    <a:pt x="310" y="397"/>
                    <a:pt x="316" y="397"/>
                  </a:cubicBezTo>
                  <a:cubicBezTo>
                    <a:pt x="322" y="397"/>
                    <a:pt x="328" y="397"/>
                    <a:pt x="334" y="397"/>
                  </a:cubicBezTo>
                  <a:cubicBezTo>
                    <a:pt x="335" y="397"/>
                    <a:pt x="336" y="397"/>
                    <a:pt x="337" y="397"/>
                  </a:cubicBezTo>
                  <a:cubicBezTo>
                    <a:pt x="345" y="397"/>
                    <a:pt x="358" y="412"/>
                    <a:pt x="354" y="419"/>
                  </a:cubicBezTo>
                  <a:cubicBezTo>
                    <a:pt x="348" y="432"/>
                    <a:pt x="351" y="445"/>
                    <a:pt x="350" y="458"/>
                  </a:cubicBezTo>
                  <a:cubicBezTo>
                    <a:pt x="350" y="464"/>
                    <a:pt x="351" y="471"/>
                    <a:pt x="350" y="478"/>
                  </a:cubicBezTo>
                  <a:cubicBezTo>
                    <a:pt x="346" y="500"/>
                    <a:pt x="342" y="522"/>
                    <a:pt x="343" y="545"/>
                  </a:cubicBezTo>
                  <a:cubicBezTo>
                    <a:pt x="343" y="548"/>
                    <a:pt x="343" y="550"/>
                    <a:pt x="343" y="552"/>
                  </a:cubicBezTo>
                  <a:cubicBezTo>
                    <a:pt x="341" y="562"/>
                    <a:pt x="337" y="571"/>
                    <a:pt x="337" y="581"/>
                  </a:cubicBezTo>
                  <a:cubicBezTo>
                    <a:pt x="336" y="598"/>
                    <a:pt x="330" y="613"/>
                    <a:pt x="313" y="616"/>
                  </a:cubicBezTo>
                  <a:cubicBezTo>
                    <a:pt x="295" y="620"/>
                    <a:pt x="278" y="630"/>
                    <a:pt x="260" y="630"/>
                  </a:cubicBezTo>
                  <a:cubicBezTo>
                    <a:pt x="257" y="630"/>
                    <a:pt x="253" y="630"/>
                    <a:pt x="250" y="629"/>
                  </a:cubicBezTo>
                  <a:cubicBezTo>
                    <a:pt x="249" y="629"/>
                    <a:pt x="249" y="629"/>
                    <a:pt x="249" y="629"/>
                  </a:cubicBezTo>
                  <a:cubicBezTo>
                    <a:pt x="247" y="629"/>
                    <a:pt x="244" y="631"/>
                    <a:pt x="242" y="631"/>
                  </a:cubicBezTo>
                  <a:cubicBezTo>
                    <a:pt x="233" y="633"/>
                    <a:pt x="223" y="635"/>
                    <a:pt x="214" y="636"/>
                  </a:cubicBezTo>
                  <a:cubicBezTo>
                    <a:pt x="209" y="636"/>
                    <a:pt x="203" y="636"/>
                    <a:pt x="198" y="636"/>
                  </a:cubicBezTo>
                  <a:cubicBezTo>
                    <a:pt x="190" y="636"/>
                    <a:pt x="183" y="636"/>
                    <a:pt x="175" y="636"/>
                  </a:cubicBezTo>
                  <a:cubicBezTo>
                    <a:pt x="151" y="636"/>
                    <a:pt x="128" y="636"/>
                    <a:pt x="104" y="636"/>
                  </a:cubicBezTo>
                  <a:cubicBezTo>
                    <a:pt x="86" y="636"/>
                    <a:pt x="67" y="636"/>
                    <a:pt x="48" y="636"/>
                  </a:cubicBezTo>
                  <a:cubicBezTo>
                    <a:pt x="35" y="637"/>
                    <a:pt x="21" y="640"/>
                    <a:pt x="8" y="643"/>
                  </a:cubicBezTo>
                  <a:cubicBezTo>
                    <a:pt x="5" y="644"/>
                    <a:pt x="0" y="649"/>
                    <a:pt x="0" y="651"/>
                  </a:cubicBezTo>
                  <a:cubicBezTo>
                    <a:pt x="0" y="655"/>
                    <a:pt x="3" y="660"/>
                    <a:pt x="7" y="662"/>
                  </a:cubicBezTo>
                  <a:cubicBezTo>
                    <a:pt x="21" y="669"/>
                    <a:pt x="36" y="676"/>
                    <a:pt x="51" y="683"/>
                  </a:cubicBezTo>
                  <a:cubicBezTo>
                    <a:pt x="62" y="688"/>
                    <a:pt x="73" y="694"/>
                    <a:pt x="85" y="699"/>
                  </a:cubicBezTo>
                  <a:cubicBezTo>
                    <a:pt x="100" y="705"/>
                    <a:pt x="116" y="710"/>
                    <a:pt x="131" y="716"/>
                  </a:cubicBezTo>
                  <a:cubicBezTo>
                    <a:pt x="134" y="717"/>
                    <a:pt x="136" y="721"/>
                    <a:pt x="138" y="722"/>
                  </a:cubicBezTo>
                  <a:cubicBezTo>
                    <a:pt x="142" y="725"/>
                    <a:pt x="146" y="728"/>
                    <a:pt x="150" y="730"/>
                  </a:cubicBezTo>
                  <a:cubicBezTo>
                    <a:pt x="166" y="736"/>
                    <a:pt x="182" y="741"/>
                    <a:pt x="197" y="747"/>
                  </a:cubicBezTo>
                  <a:cubicBezTo>
                    <a:pt x="223" y="757"/>
                    <a:pt x="250" y="768"/>
                    <a:pt x="279" y="768"/>
                  </a:cubicBezTo>
                  <a:cubicBezTo>
                    <a:pt x="283" y="768"/>
                    <a:pt x="288" y="768"/>
                    <a:pt x="292" y="767"/>
                  </a:cubicBezTo>
                  <a:cubicBezTo>
                    <a:pt x="305" y="766"/>
                    <a:pt x="319" y="765"/>
                    <a:pt x="331" y="762"/>
                  </a:cubicBezTo>
                  <a:cubicBezTo>
                    <a:pt x="344" y="759"/>
                    <a:pt x="356" y="754"/>
                    <a:pt x="369" y="750"/>
                  </a:cubicBezTo>
                  <a:cubicBezTo>
                    <a:pt x="387" y="743"/>
                    <a:pt x="405" y="736"/>
                    <a:pt x="420" y="722"/>
                  </a:cubicBezTo>
                  <a:cubicBezTo>
                    <a:pt x="423" y="719"/>
                    <a:pt x="428" y="717"/>
                    <a:pt x="431" y="714"/>
                  </a:cubicBezTo>
                  <a:cubicBezTo>
                    <a:pt x="438" y="706"/>
                    <a:pt x="447" y="700"/>
                    <a:pt x="452" y="691"/>
                  </a:cubicBezTo>
                  <a:cubicBezTo>
                    <a:pt x="457" y="683"/>
                    <a:pt x="460" y="673"/>
                    <a:pt x="463" y="664"/>
                  </a:cubicBezTo>
                  <a:cubicBezTo>
                    <a:pt x="464" y="655"/>
                    <a:pt x="466" y="646"/>
                    <a:pt x="465" y="637"/>
                  </a:cubicBezTo>
                  <a:cubicBezTo>
                    <a:pt x="461" y="613"/>
                    <a:pt x="456" y="590"/>
                    <a:pt x="451" y="567"/>
                  </a:cubicBezTo>
                  <a:cubicBezTo>
                    <a:pt x="451" y="565"/>
                    <a:pt x="451" y="564"/>
                    <a:pt x="451" y="563"/>
                  </a:cubicBezTo>
                  <a:cubicBezTo>
                    <a:pt x="456" y="545"/>
                    <a:pt x="445" y="530"/>
                    <a:pt x="444" y="513"/>
                  </a:cubicBezTo>
                  <a:cubicBezTo>
                    <a:pt x="443" y="503"/>
                    <a:pt x="438" y="493"/>
                    <a:pt x="445" y="483"/>
                  </a:cubicBezTo>
                  <a:cubicBezTo>
                    <a:pt x="447" y="480"/>
                    <a:pt x="447" y="473"/>
                    <a:pt x="446" y="469"/>
                  </a:cubicBezTo>
                  <a:cubicBezTo>
                    <a:pt x="444" y="446"/>
                    <a:pt x="442" y="423"/>
                    <a:pt x="439" y="400"/>
                  </a:cubicBezTo>
                  <a:cubicBezTo>
                    <a:pt x="438" y="388"/>
                    <a:pt x="444" y="383"/>
                    <a:pt x="454" y="380"/>
                  </a:cubicBezTo>
                  <a:cubicBezTo>
                    <a:pt x="463" y="378"/>
                    <a:pt x="472" y="376"/>
                    <a:pt x="481" y="373"/>
                  </a:cubicBezTo>
                  <a:cubicBezTo>
                    <a:pt x="495" y="368"/>
                    <a:pt x="508" y="361"/>
                    <a:pt x="522" y="357"/>
                  </a:cubicBezTo>
                  <a:cubicBezTo>
                    <a:pt x="558" y="346"/>
                    <a:pt x="591" y="329"/>
                    <a:pt x="623" y="310"/>
                  </a:cubicBezTo>
                  <a:cubicBezTo>
                    <a:pt x="627" y="308"/>
                    <a:pt x="629" y="305"/>
                    <a:pt x="631" y="301"/>
                  </a:cubicBezTo>
                  <a:cubicBezTo>
                    <a:pt x="640" y="282"/>
                    <a:pt x="628" y="240"/>
                    <a:pt x="610" y="228"/>
                  </a:cubicBezTo>
                  <a:cubicBezTo>
                    <a:pt x="600" y="222"/>
                    <a:pt x="589" y="215"/>
                    <a:pt x="577" y="210"/>
                  </a:cubicBezTo>
                  <a:cubicBezTo>
                    <a:pt x="568" y="205"/>
                    <a:pt x="557" y="199"/>
                    <a:pt x="546" y="198"/>
                  </a:cubicBezTo>
                  <a:cubicBezTo>
                    <a:pt x="539" y="198"/>
                    <a:pt x="532" y="197"/>
                    <a:pt x="525" y="197"/>
                  </a:cubicBezTo>
                  <a:cubicBezTo>
                    <a:pt x="514" y="197"/>
                    <a:pt x="504" y="198"/>
                    <a:pt x="494" y="198"/>
                  </a:cubicBezTo>
                  <a:cubicBezTo>
                    <a:pt x="493" y="198"/>
                    <a:pt x="492" y="198"/>
                    <a:pt x="491" y="198"/>
                  </a:cubicBezTo>
                  <a:cubicBezTo>
                    <a:pt x="489" y="198"/>
                    <a:pt x="487" y="198"/>
                    <a:pt x="485" y="198"/>
                  </a:cubicBezTo>
                  <a:cubicBezTo>
                    <a:pt x="462" y="205"/>
                    <a:pt x="439" y="211"/>
                    <a:pt x="416" y="217"/>
                  </a:cubicBezTo>
                  <a:cubicBezTo>
                    <a:pt x="414" y="211"/>
                    <a:pt x="411" y="207"/>
                    <a:pt x="410" y="202"/>
                  </a:cubicBezTo>
                  <a:cubicBezTo>
                    <a:pt x="409" y="197"/>
                    <a:pt x="408" y="192"/>
                    <a:pt x="407" y="187"/>
                  </a:cubicBezTo>
                  <a:cubicBezTo>
                    <a:pt x="404" y="177"/>
                    <a:pt x="407" y="168"/>
                    <a:pt x="418" y="166"/>
                  </a:cubicBezTo>
                  <a:cubicBezTo>
                    <a:pt x="438" y="162"/>
                    <a:pt x="453" y="146"/>
                    <a:pt x="470" y="135"/>
                  </a:cubicBezTo>
                  <a:cubicBezTo>
                    <a:pt x="492" y="120"/>
                    <a:pt x="513" y="103"/>
                    <a:pt x="536" y="88"/>
                  </a:cubicBezTo>
                  <a:cubicBezTo>
                    <a:pt x="549" y="79"/>
                    <a:pt x="556" y="67"/>
                    <a:pt x="558" y="51"/>
                  </a:cubicBezTo>
                  <a:cubicBezTo>
                    <a:pt x="559" y="46"/>
                    <a:pt x="558" y="39"/>
                    <a:pt x="555" y="34"/>
                  </a:cubicBezTo>
                  <a:cubicBezTo>
                    <a:pt x="549" y="25"/>
                    <a:pt x="543" y="17"/>
                    <a:pt x="535" y="10"/>
                  </a:cubicBezTo>
                  <a:cubicBezTo>
                    <a:pt x="531" y="6"/>
                    <a:pt x="524" y="6"/>
                    <a:pt x="519" y="6"/>
                  </a:cubicBezTo>
                  <a:cubicBezTo>
                    <a:pt x="518" y="6"/>
                    <a:pt x="518" y="6"/>
                    <a:pt x="517" y="6"/>
                  </a:cubicBezTo>
                  <a:cubicBezTo>
                    <a:pt x="515" y="6"/>
                    <a:pt x="513" y="6"/>
                    <a:pt x="511" y="6"/>
                  </a:cubicBezTo>
                  <a:cubicBezTo>
                    <a:pt x="508" y="7"/>
                    <a:pt x="506" y="7"/>
                    <a:pt x="504" y="7"/>
                  </a:cubicBezTo>
                  <a:cubicBezTo>
                    <a:pt x="504" y="7"/>
                    <a:pt x="503" y="7"/>
                    <a:pt x="503" y="7"/>
                  </a:cubicBezTo>
                  <a:cubicBezTo>
                    <a:pt x="479" y="5"/>
                    <a:pt x="454" y="4"/>
                    <a:pt x="430" y="1"/>
                  </a:cubicBezTo>
                  <a:cubicBezTo>
                    <a:pt x="426" y="0"/>
                    <a:pt x="422" y="0"/>
                    <a:pt x="41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6" name="Freeform 275">
              <a:extLst>
                <a:ext uri="{FF2B5EF4-FFF2-40B4-BE49-F238E27FC236}">
                  <a16:creationId xmlns:a16="http://schemas.microsoft.com/office/drawing/2014/main" id="{586501DF-84F3-4DDD-AA71-C6805D35E38D}"/>
                </a:ext>
              </a:extLst>
            </p:cNvPr>
            <p:cNvSpPr>
              <a:spLocks/>
            </p:cNvSpPr>
            <p:nvPr/>
          </p:nvSpPr>
          <p:spPr bwMode="auto">
            <a:xfrm>
              <a:off x="2726433" y="1550974"/>
              <a:ext cx="446518" cy="515244"/>
            </a:xfrm>
            <a:custGeom>
              <a:avLst/>
              <a:gdLst>
                <a:gd name="T0" fmla="*/ 848 w 1226"/>
                <a:gd name="T1" fmla="*/ 24 h 1411"/>
                <a:gd name="T2" fmla="*/ 876 w 1226"/>
                <a:gd name="T3" fmla="*/ 176 h 1411"/>
                <a:gd name="T4" fmla="*/ 862 w 1226"/>
                <a:gd name="T5" fmla="*/ 390 h 1411"/>
                <a:gd name="T6" fmla="*/ 779 w 1226"/>
                <a:gd name="T7" fmla="*/ 442 h 1411"/>
                <a:gd name="T8" fmla="*/ 748 w 1226"/>
                <a:gd name="T9" fmla="*/ 425 h 1411"/>
                <a:gd name="T10" fmla="*/ 770 w 1226"/>
                <a:gd name="T11" fmla="*/ 264 h 1411"/>
                <a:gd name="T12" fmla="*/ 574 w 1226"/>
                <a:gd name="T13" fmla="*/ 360 h 1411"/>
                <a:gd name="T14" fmla="*/ 440 w 1226"/>
                <a:gd name="T15" fmla="*/ 518 h 1411"/>
                <a:gd name="T16" fmla="*/ 488 w 1226"/>
                <a:gd name="T17" fmla="*/ 399 h 1411"/>
                <a:gd name="T18" fmla="*/ 397 w 1226"/>
                <a:gd name="T19" fmla="*/ 347 h 1411"/>
                <a:gd name="T20" fmla="*/ 354 w 1226"/>
                <a:gd name="T21" fmla="*/ 427 h 1411"/>
                <a:gd name="T22" fmla="*/ 199 w 1226"/>
                <a:gd name="T23" fmla="*/ 557 h 1411"/>
                <a:gd name="T24" fmla="*/ 70 w 1226"/>
                <a:gd name="T25" fmla="*/ 587 h 1411"/>
                <a:gd name="T26" fmla="*/ 26 w 1226"/>
                <a:gd name="T27" fmla="*/ 582 h 1411"/>
                <a:gd name="T28" fmla="*/ 3 w 1226"/>
                <a:gd name="T29" fmla="*/ 631 h 1411"/>
                <a:gd name="T30" fmla="*/ 113 w 1226"/>
                <a:gd name="T31" fmla="*/ 697 h 1411"/>
                <a:gd name="T32" fmla="*/ 268 w 1226"/>
                <a:gd name="T33" fmla="*/ 623 h 1411"/>
                <a:gd name="T34" fmla="*/ 234 w 1226"/>
                <a:gd name="T35" fmla="*/ 765 h 1411"/>
                <a:gd name="T36" fmla="*/ 179 w 1226"/>
                <a:gd name="T37" fmla="*/ 920 h 1411"/>
                <a:gd name="T38" fmla="*/ 255 w 1226"/>
                <a:gd name="T39" fmla="*/ 959 h 1411"/>
                <a:gd name="T40" fmla="*/ 354 w 1226"/>
                <a:gd name="T41" fmla="*/ 877 h 1411"/>
                <a:gd name="T42" fmla="*/ 358 w 1226"/>
                <a:gd name="T43" fmla="*/ 912 h 1411"/>
                <a:gd name="T44" fmla="*/ 353 w 1226"/>
                <a:gd name="T45" fmla="*/ 1060 h 1411"/>
                <a:gd name="T46" fmla="*/ 400 w 1226"/>
                <a:gd name="T47" fmla="*/ 1160 h 1411"/>
                <a:gd name="T48" fmla="*/ 443 w 1226"/>
                <a:gd name="T49" fmla="*/ 1051 h 1411"/>
                <a:gd name="T50" fmla="*/ 434 w 1226"/>
                <a:gd name="T51" fmla="*/ 962 h 1411"/>
                <a:gd name="T52" fmla="*/ 446 w 1226"/>
                <a:gd name="T53" fmla="*/ 814 h 1411"/>
                <a:gd name="T54" fmla="*/ 485 w 1226"/>
                <a:gd name="T55" fmla="*/ 624 h 1411"/>
                <a:gd name="T56" fmla="*/ 573 w 1226"/>
                <a:gd name="T57" fmla="*/ 486 h 1411"/>
                <a:gd name="T58" fmla="*/ 646 w 1226"/>
                <a:gd name="T59" fmla="*/ 401 h 1411"/>
                <a:gd name="T60" fmla="*/ 670 w 1226"/>
                <a:gd name="T61" fmla="*/ 560 h 1411"/>
                <a:gd name="T62" fmla="*/ 682 w 1226"/>
                <a:gd name="T63" fmla="*/ 613 h 1411"/>
                <a:gd name="T64" fmla="*/ 498 w 1226"/>
                <a:gd name="T65" fmla="*/ 776 h 1411"/>
                <a:gd name="T66" fmla="*/ 526 w 1226"/>
                <a:gd name="T67" fmla="*/ 859 h 1411"/>
                <a:gd name="T68" fmla="*/ 557 w 1226"/>
                <a:gd name="T69" fmla="*/ 855 h 1411"/>
                <a:gd name="T70" fmla="*/ 776 w 1226"/>
                <a:gd name="T71" fmla="*/ 713 h 1411"/>
                <a:gd name="T72" fmla="*/ 855 w 1226"/>
                <a:gd name="T73" fmla="*/ 703 h 1411"/>
                <a:gd name="T74" fmla="*/ 896 w 1226"/>
                <a:gd name="T75" fmla="*/ 1148 h 1411"/>
                <a:gd name="T76" fmla="*/ 931 w 1226"/>
                <a:gd name="T77" fmla="*/ 1406 h 1411"/>
                <a:gd name="T78" fmla="*/ 985 w 1226"/>
                <a:gd name="T79" fmla="*/ 1328 h 1411"/>
                <a:gd name="T80" fmla="*/ 1019 w 1226"/>
                <a:gd name="T81" fmla="*/ 1094 h 1411"/>
                <a:gd name="T82" fmla="*/ 1017 w 1226"/>
                <a:gd name="T83" fmla="*/ 973 h 1411"/>
                <a:gd name="T84" fmla="*/ 1007 w 1226"/>
                <a:gd name="T85" fmla="*/ 804 h 1411"/>
                <a:gd name="T86" fmla="*/ 1005 w 1226"/>
                <a:gd name="T87" fmla="*/ 693 h 1411"/>
                <a:gd name="T88" fmla="*/ 1006 w 1226"/>
                <a:gd name="T89" fmla="*/ 684 h 1411"/>
                <a:gd name="T90" fmla="*/ 1089 w 1226"/>
                <a:gd name="T91" fmla="*/ 592 h 1411"/>
                <a:gd name="T92" fmla="*/ 1179 w 1226"/>
                <a:gd name="T93" fmla="*/ 461 h 1411"/>
                <a:gd name="T94" fmla="*/ 1119 w 1226"/>
                <a:gd name="T95" fmla="*/ 453 h 1411"/>
                <a:gd name="T96" fmla="*/ 1054 w 1226"/>
                <a:gd name="T97" fmla="*/ 462 h 1411"/>
                <a:gd name="T98" fmla="*/ 989 w 1226"/>
                <a:gd name="T99" fmla="*/ 387 h 1411"/>
                <a:gd name="T100" fmla="*/ 995 w 1226"/>
                <a:gd name="T101" fmla="*/ 141 h 1411"/>
                <a:gd name="T102" fmla="*/ 911 w 1226"/>
                <a:gd name="T103" fmla="*/ 0 h 1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6" h="1411">
                  <a:moveTo>
                    <a:pt x="911" y="0"/>
                  </a:moveTo>
                  <a:cubicBezTo>
                    <a:pt x="905" y="0"/>
                    <a:pt x="899" y="0"/>
                    <a:pt x="893" y="1"/>
                  </a:cubicBezTo>
                  <a:cubicBezTo>
                    <a:pt x="880" y="3"/>
                    <a:pt x="867" y="9"/>
                    <a:pt x="854" y="13"/>
                  </a:cubicBezTo>
                  <a:cubicBezTo>
                    <a:pt x="851" y="15"/>
                    <a:pt x="848" y="21"/>
                    <a:pt x="848" y="24"/>
                  </a:cubicBezTo>
                  <a:cubicBezTo>
                    <a:pt x="852" y="40"/>
                    <a:pt x="855" y="56"/>
                    <a:pt x="860" y="72"/>
                  </a:cubicBezTo>
                  <a:cubicBezTo>
                    <a:pt x="863" y="82"/>
                    <a:pt x="869" y="92"/>
                    <a:pt x="871" y="103"/>
                  </a:cubicBezTo>
                  <a:cubicBezTo>
                    <a:pt x="874" y="118"/>
                    <a:pt x="873" y="134"/>
                    <a:pt x="874" y="150"/>
                  </a:cubicBezTo>
                  <a:cubicBezTo>
                    <a:pt x="875" y="159"/>
                    <a:pt x="878" y="168"/>
                    <a:pt x="876" y="176"/>
                  </a:cubicBezTo>
                  <a:cubicBezTo>
                    <a:pt x="869" y="200"/>
                    <a:pt x="872" y="223"/>
                    <a:pt x="873" y="247"/>
                  </a:cubicBezTo>
                  <a:cubicBezTo>
                    <a:pt x="873" y="262"/>
                    <a:pt x="873" y="276"/>
                    <a:pt x="871" y="290"/>
                  </a:cubicBezTo>
                  <a:cubicBezTo>
                    <a:pt x="870" y="304"/>
                    <a:pt x="863" y="316"/>
                    <a:pt x="867" y="331"/>
                  </a:cubicBezTo>
                  <a:cubicBezTo>
                    <a:pt x="872" y="350"/>
                    <a:pt x="856" y="367"/>
                    <a:pt x="862" y="390"/>
                  </a:cubicBezTo>
                  <a:cubicBezTo>
                    <a:pt x="868" y="418"/>
                    <a:pt x="862" y="450"/>
                    <a:pt x="861" y="480"/>
                  </a:cubicBezTo>
                  <a:cubicBezTo>
                    <a:pt x="861" y="491"/>
                    <a:pt x="856" y="498"/>
                    <a:pt x="843" y="500"/>
                  </a:cubicBezTo>
                  <a:cubicBezTo>
                    <a:pt x="839" y="469"/>
                    <a:pt x="823" y="450"/>
                    <a:pt x="794" y="443"/>
                  </a:cubicBezTo>
                  <a:cubicBezTo>
                    <a:pt x="789" y="442"/>
                    <a:pt x="784" y="442"/>
                    <a:pt x="779" y="442"/>
                  </a:cubicBezTo>
                  <a:cubicBezTo>
                    <a:pt x="776" y="442"/>
                    <a:pt x="773" y="442"/>
                    <a:pt x="770" y="442"/>
                  </a:cubicBezTo>
                  <a:cubicBezTo>
                    <a:pt x="767" y="442"/>
                    <a:pt x="764" y="442"/>
                    <a:pt x="762" y="442"/>
                  </a:cubicBezTo>
                  <a:cubicBezTo>
                    <a:pt x="760" y="442"/>
                    <a:pt x="758" y="442"/>
                    <a:pt x="757" y="442"/>
                  </a:cubicBezTo>
                  <a:cubicBezTo>
                    <a:pt x="745" y="441"/>
                    <a:pt x="742" y="435"/>
                    <a:pt x="748" y="425"/>
                  </a:cubicBezTo>
                  <a:cubicBezTo>
                    <a:pt x="764" y="399"/>
                    <a:pt x="787" y="379"/>
                    <a:pt x="810" y="360"/>
                  </a:cubicBezTo>
                  <a:cubicBezTo>
                    <a:pt x="831" y="342"/>
                    <a:pt x="839" y="322"/>
                    <a:pt x="831" y="296"/>
                  </a:cubicBezTo>
                  <a:cubicBezTo>
                    <a:pt x="827" y="281"/>
                    <a:pt x="797" y="263"/>
                    <a:pt x="777" y="263"/>
                  </a:cubicBezTo>
                  <a:cubicBezTo>
                    <a:pt x="774" y="263"/>
                    <a:pt x="772" y="264"/>
                    <a:pt x="770" y="264"/>
                  </a:cubicBezTo>
                  <a:cubicBezTo>
                    <a:pt x="748" y="270"/>
                    <a:pt x="727" y="275"/>
                    <a:pt x="707" y="283"/>
                  </a:cubicBezTo>
                  <a:cubicBezTo>
                    <a:pt x="687" y="290"/>
                    <a:pt x="668" y="301"/>
                    <a:pt x="649" y="310"/>
                  </a:cubicBezTo>
                  <a:cubicBezTo>
                    <a:pt x="640" y="315"/>
                    <a:pt x="631" y="319"/>
                    <a:pt x="623" y="324"/>
                  </a:cubicBezTo>
                  <a:cubicBezTo>
                    <a:pt x="606" y="336"/>
                    <a:pt x="590" y="347"/>
                    <a:pt x="574" y="360"/>
                  </a:cubicBezTo>
                  <a:cubicBezTo>
                    <a:pt x="566" y="365"/>
                    <a:pt x="559" y="371"/>
                    <a:pt x="554" y="378"/>
                  </a:cubicBezTo>
                  <a:cubicBezTo>
                    <a:pt x="545" y="389"/>
                    <a:pt x="539" y="402"/>
                    <a:pt x="531" y="413"/>
                  </a:cubicBezTo>
                  <a:cubicBezTo>
                    <a:pt x="508" y="440"/>
                    <a:pt x="487" y="467"/>
                    <a:pt x="471" y="498"/>
                  </a:cubicBezTo>
                  <a:cubicBezTo>
                    <a:pt x="466" y="509"/>
                    <a:pt x="456" y="517"/>
                    <a:pt x="440" y="518"/>
                  </a:cubicBezTo>
                  <a:cubicBezTo>
                    <a:pt x="441" y="512"/>
                    <a:pt x="440" y="506"/>
                    <a:pt x="442" y="502"/>
                  </a:cubicBezTo>
                  <a:cubicBezTo>
                    <a:pt x="446" y="493"/>
                    <a:pt x="451" y="484"/>
                    <a:pt x="455" y="475"/>
                  </a:cubicBezTo>
                  <a:cubicBezTo>
                    <a:pt x="457" y="469"/>
                    <a:pt x="470" y="449"/>
                    <a:pt x="472" y="445"/>
                  </a:cubicBezTo>
                  <a:cubicBezTo>
                    <a:pt x="480" y="431"/>
                    <a:pt x="500" y="422"/>
                    <a:pt x="488" y="399"/>
                  </a:cubicBezTo>
                  <a:cubicBezTo>
                    <a:pt x="478" y="383"/>
                    <a:pt x="474" y="363"/>
                    <a:pt x="465" y="346"/>
                  </a:cubicBezTo>
                  <a:cubicBezTo>
                    <a:pt x="460" y="338"/>
                    <a:pt x="451" y="331"/>
                    <a:pt x="442" y="327"/>
                  </a:cubicBezTo>
                  <a:cubicBezTo>
                    <a:pt x="437" y="325"/>
                    <a:pt x="433" y="324"/>
                    <a:pt x="429" y="324"/>
                  </a:cubicBezTo>
                  <a:cubicBezTo>
                    <a:pt x="414" y="324"/>
                    <a:pt x="403" y="336"/>
                    <a:pt x="397" y="347"/>
                  </a:cubicBezTo>
                  <a:cubicBezTo>
                    <a:pt x="384" y="367"/>
                    <a:pt x="377" y="391"/>
                    <a:pt x="369" y="414"/>
                  </a:cubicBezTo>
                  <a:cubicBezTo>
                    <a:pt x="366" y="421"/>
                    <a:pt x="364" y="427"/>
                    <a:pt x="355" y="427"/>
                  </a:cubicBezTo>
                  <a:cubicBezTo>
                    <a:pt x="355" y="427"/>
                    <a:pt x="355" y="427"/>
                    <a:pt x="355" y="427"/>
                  </a:cubicBezTo>
                  <a:cubicBezTo>
                    <a:pt x="354" y="427"/>
                    <a:pt x="354" y="427"/>
                    <a:pt x="354" y="427"/>
                  </a:cubicBezTo>
                  <a:cubicBezTo>
                    <a:pt x="350" y="427"/>
                    <a:pt x="342" y="429"/>
                    <a:pt x="341" y="433"/>
                  </a:cubicBezTo>
                  <a:cubicBezTo>
                    <a:pt x="334" y="454"/>
                    <a:pt x="315" y="465"/>
                    <a:pt x="301" y="480"/>
                  </a:cubicBezTo>
                  <a:cubicBezTo>
                    <a:pt x="286" y="493"/>
                    <a:pt x="270" y="504"/>
                    <a:pt x="254" y="516"/>
                  </a:cubicBezTo>
                  <a:cubicBezTo>
                    <a:pt x="236" y="530"/>
                    <a:pt x="218" y="544"/>
                    <a:pt x="199" y="557"/>
                  </a:cubicBezTo>
                  <a:cubicBezTo>
                    <a:pt x="185" y="566"/>
                    <a:pt x="171" y="575"/>
                    <a:pt x="156" y="581"/>
                  </a:cubicBezTo>
                  <a:cubicBezTo>
                    <a:pt x="140" y="588"/>
                    <a:pt x="123" y="592"/>
                    <a:pt x="106" y="595"/>
                  </a:cubicBezTo>
                  <a:cubicBezTo>
                    <a:pt x="101" y="597"/>
                    <a:pt x="95" y="598"/>
                    <a:pt x="89" y="598"/>
                  </a:cubicBezTo>
                  <a:cubicBezTo>
                    <a:pt x="82" y="598"/>
                    <a:pt x="75" y="596"/>
                    <a:pt x="70" y="587"/>
                  </a:cubicBezTo>
                  <a:cubicBezTo>
                    <a:pt x="69" y="586"/>
                    <a:pt x="66" y="585"/>
                    <a:pt x="64" y="584"/>
                  </a:cubicBezTo>
                  <a:cubicBezTo>
                    <a:pt x="58" y="581"/>
                    <a:pt x="52" y="580"/>
                    <a:pt x="47" y="580"/>
                  </a:cubicBezTo>
                  <a:cubicBezTo>
                    <a:pt x="43" y="580"/>
                    <a:pt x="40" y="581"/>
                    <a:pt x="36" y="581"/>
                  </a:cubicBezTo>
                  <a:cubicBezTo>
                    <a:pt x="33" y="581"/>
                    <a:pt x="29" y="582"/>
                    <a:pt x="26" y="582"/>
                  </a:cubicBezTo>
                  <a:cubicBezTo>
                    <a:pt x="25" y="582"/>
                    <a:pt x="24" y="581"/>
                    <a:pt x="23" y="581"/>
                  </a:cubicBezTo>
                  <a:cubicBezTo>
                    <a:pt x="22" y="581"/>
                    <a:pt x="22" y="581"/>
                    <a:pt x="21" y="581"/>
                  </a:cubicBezTo>
                  <a:cubicBezTo>
                    <a:pt x="8" y="581"/>
                    <a:pt x="4" y="590"/>
                    <a:pt x="3" y="601"/>
                  </a:cubicBezTo>
                  <a:cubicBezTo>
                    <a:pt x="3" y="611"/>
                    <a:pt x="4" y="621"/>
                    <a:pt x="3" y="631"/>
                  </a:cubicBezTo>
                  <a:cubicBezTo>
                    <a:pt x="0" y="652"/>
                    <a:pt x="7" y="669"/>
                    <a:pt x="26" y="680"/>
                  </a:cubicBezTo>
                  <a:cubicBezTo>
                    <a:pt x="37" y="685"/>
                    <a:pt x="47" y="693"/>
                    <a:pt x="58" y="695"/>
                  </a:cubicBezTo>
                  <a:cubicBezTo>
                    <a:pt x="70" y="698"/>
                    <a:pt x="81" y="702"/>
                    <a:pt x="93" y="702"/>
                  </a:cubicBezTo>
                  <a:cubicBezTo>
                    <a:pt x="100" y="702"/>
                    <a:pt x="106" y="701"/>
                    <a:pt x="113" y="697"/>
                  </a:cubicBezTo>
                  <a:cubicBezTo>
                    <a:pt x="129" y="689"/>
                    <a:pt x="146" y="689"/>
                    <a:pt x="162" y="677"/>
                  </a:cubicBezTo>
                  <a:cubicBezTo>
                    <a:pt x="183" y="661"/>
                    <a:pt x="209" y="652"/>
                    <a:pt x="233" y="640"/>
                  </a:cubicBezTo>
                  <a:cubicBezTo>
                    <a:pt x="242" y="635"/>
                    <a:pt x="251" y="629"/>
                    <a:pt x="262" y="625"/>
                  </a:cubicBezTo>
                  <a:cubicBezTo>
                    <a:pt x="264" y="624"/>
                    <a:pt x="266" y="623"/>
                    <a:pt x="268" y="623"/>
                  </a:cubicBezTo>
                  <a:cubicBezTo>
                    <a:pt x="275" y="623"/>
                    <a:pt x="281" y="629"/>
                    <a:pt x="279" y="635"/>
                  </a:cubicBezTo>
                  <a:cubicBezTo>
                    <a:pt x="276" y="645"/>
                    <a:pt x="271" y="655"/>
                    <a:pt x="268" y="666"/>
                  </a:cubicBezTo>
                  <a:cubicBezTo>
                    <a:pt x="260" y="692"/>
                    <a:pt x="243" y="716"/>
                    <a:pt x="241" y="744"/>
                  </a:cubicBezTo>
                  <a:cubicBezTo>
                    <a:pt x="241" y="751"/>
                    <a:pt x="237" y="758"/>
                    <a:pt x="234" y="765"/>
                  </a:cubicBezTo>
                  <a:cubicBezTo>
                    <a:pt x="225" y="787"/>
                    <a:pt x="206" y="803"/>
                    <a:pt x="193" y="824"/>
                  </a:cubicBezTo>
                  <a:cubicBezTo>
                    <a:pt x="181" y="844"/>
                    <a:pt x="175" y="862"/>
                    <a:pt x="177" y="884"/>
                  </a:cubicBezTo>
                  <a:cubicBezTo>
                    <a:pt x="177" y="894"/>
                    <a:pt x="177" y="903"/>
                    <a:pt x="177" y="913"/>
                  </a:cubicBezTo>
                  <a:cubicBezTo>
                    <a:pt x="177" y="915"/>
                    <a:pt x="178" y="918"/>
                    <a:pt x="179" y="920"/>
                  </a:cubicBezTo>
                  <a:cubicBezTo>
                    <a:pt x="186" y="934"/>
                    <a:pt x="193" y="948"/>
                    <a:pt x="201" y="961"/>
                  </a:cubicBezTo>
                  <a:cubicBezTo>
                    <a:pt x="204" y="966"/>
                    <a:pt x="207" y="971"/>
                    <a:pt x="213" y="971"/>
                  </a:cubicBezTo>
                  <a:cubicBezTo>
                    <a:pt x="214" y="971"/>
                    <a:pt x="215" y="971"/>
                    <a:pt x="217" y="971"/>
                  </a:cubicBezTo>
                  <a:cubicBezTo>
                    <a:pt x="230" y="967"/>
                    <a:pt x="245" y="966"/>
                    <a:pt x="255" y="959"/>
                  </a:cubicBezTo>
                  <a:cubicBezTo>
                    <a:pt x="266" y="948"/>
                    <a:pt x="280" y="945"/>
                    <a:pt x="292" y="939"/>
                  </a:cubicBezTo>
                  <a:cubicBezTo>
                    <a:pt x="301" y="935"/>
                    <a:pt x="314" y="929"/>
                    <a:pt x="314" y="922"/>
                  </a:cubicBezTo>
                  <a:cubicBezTo>
                    <a:pt x="317" y="898"/>
                    <a:pt x="337" y="891"/>
                    <a:pt x="351" y="877"/>
                  </a:cubicBezTo>
                  <a:cubicBezTo>
                    <a:pt x="351" y="877"/>
                    <a:pt x="353" y="877"/>
                    <a:pt x="354" y="877"/>
                  </a:cubicBezTo>
                  <a:cubicBezTo>
                    <a:pt x="354" y="877"/>
                    <a:pt x="355" y="877"/>
                    <a:pt x="355" y="877"/>
                  </a:cubicBezTo>
                  <a:cubicBezTo>
                    <a:pt x="356" y="877"/>
                    <a:pt x="356" y="877"/>
                    <a:pt x="357" y="877"/>
                  </a:cubicBezTo>
                  <a:cubicBezTo>
                    <a:pt x="357" y="877"/>
                    <a:pt x="358" y="877"/>
                    <a:pt x="358" y="877"/>
                  </a:cubicBezTo>
                  <a:cubicBezTo>
                    <a:pt x="358" y="889"/>
                    <a:pt x="358" y="901"/>
                    <a:pt x="358" y="912"/>
                  </a:cubicBezTo>
                  <a:cubicBezTo>
                    <a:pt x="358" y="925"/>
                    <a:pt x="359" y="938"/>
                    <a:pt x="358" y="951"/>
                  </a:cubicBezTo>
                  <a:cubicBezTo>
                    <a:pt x="358" y="956"/>
                    <a:pt x="354" y="960"/>
                    <a:pt x="353" y="965"/>
                  </a:cubicBezTo>
                  <a:cubicBezTo>
                    <a:pt x="352" y="985"/>
                    <a:pt x="351" y="1006"/>
                    <a:pt x="351" y="1026"/>
                  </a:cubicBezTo>
                  <a:cubicBezTo>
                    <a:pt x="351" y="1037"/>
                    <a:pt x="353" y="1049"/>
                    <a:pt x="353" y="1060"/>
                  </a:cubicBezTo>
                  <a:cubicBezTo>
                    <a:pt x="354" y="1074"/>
                    <a:pt x="353" y="1087"/>
                    <a:pt x="354" y="1100"/>
                  </a:cubicBezTo>
                  <a:cubicBezTo>
                    <a:pt x="354" y="1105"/>
                    <a:pt x="356" y="1111"/>
                    <a:pt x="359" y="1114"/>
                  </a:cubicBezTo>
                  <a:cubicBezTo>
                    <a:pt x="369" y="1128"/>
                    <a:pt x="380" y="1141"/>
                    <a:pt x="391" y="1154"/>
                  </a:cubicBezTo>
                  <a:cubicBezTo>
                    <a:pt x="394" y="1157"/>
                    <a:pt x="396" y="1160"/>
                    <a:pt x="400" y="1160"/>
                  </a:cubicBezTo>
                  <a:cubicBezTo>
                    <a:pt x="402" y="1160"/>
                    <a:pt x="406" y="1158"/>
                    <a:pt x="409" y="1154"/>
                  </a:cubicBezTo>
                  <a:cubicBezTo>
                    <a:pt x="427" y="1134"/>
                    <a:pt x="430" y="1109"/>
                    <a:pt x="441" y="1087"/>
                  </a:cubicBezTo>
                  <a:cubicBezTo>
                    <a:pt x="442" y="1085"/>
                    <a:pt x="441" y="1083"/>
                    <a:pt x="441" y="1081"/>
                  </a:cubicBezTo>
                  <a:cubicBezTo>
                    <a:pt x="441" y="1072"/>
                    <a:pt x="442" y="1063"/>
                    <a:pt x="443" y="1051"/>
                  </a:cubicBezTo>
                  <a:cubicBezTo>
                    <a:pt x="443" y="1051"/>
                    <a:pt x="438" y="1049"/>
                    <a:pt x="438" y="1047"/>
                  </a:cubicBezTo>
                  <a:cubicBezTo>
                    <a:pt x="438" y="1035"/>
                    <a:pt x="440" y="1024"/>
                    <a:pt x="440" y="1012"/>
                  </a:cubicBezTo>
                  <a:cubicBezTo>
                    <a:pt x="439" y="1003"/>
                    <a:pt x="437" y="994"/>
                    <a:pt x="436" y="986"/>
                  </a:cubicBezTo>
                  <a:cubicBezTo>
                    <a:pt x="435" y="978"/>
                    <a:pt x="434" y="970"/>
                    <a:pt x="434" y="962"/>
                  </a:cubicBezTo>
                  <a:cubicBezTo>
                    <a:pt x="434" y="941"/>
                    <a:pt x="443" y="921"/>
                    <a:pt x="433" y="900"/>
                  </a:cubicBezTo>
                  <a:cubicBezTo>
                    <a:pt x="432" y="898"/>
                    <a:pt x="432" y="895"/>
                    <a:pt x="432" y="892"/>
                  </a:cubicBezTo>
                  <a:cubicBezTo>
                    <a:pt x="433" y="877"/>
                    <a:pt x="433" y="863"/>
                    <a:pt x="434" y="848"/>
                  </a:cubicBezTo>
                  <a:cubicBezTo>
                    <a:pt x="436" y="837"/>
                    <a:pt x="422" y="820"/>
                    <a:pt x="446" y="814"/>
                  </a:cubicBezTo>
                  <a:cubicBezTo>
                    <a:pt x="432" y="811"/>
                    <a:pt x="428" y="801"/>
                    <a:pt x="428" y="791"/>
                  </a:cubicBezTo>
                  <a:cubicBezTo>
                    <a:pt x="427" y="770"/>
                    <a:pt x="431" y="748"/>
                    <a:pt x="429" y="727"/>
                  </a:cubicBezTo>
                  <a:cubicBezTo>
                    <a:pt x="427" y="710"/>
                    <a:pt x="434" y="696"/>
                    <a:pt x="442" y="683"/>
                  </a:cubicBezTo>
                  <a:cubicBezTo>
                    <a:pt x="456" y="663"/>
                    <a:pt x="471" y="644"/>
                    <a:pt x="485" y="624"/>
                  </a:cubicBezTo>
                  <a:cubicBezTo>
                    <a:pt x="492" y="613"/>
                    <a:pt x="497" y="600"/>
                    <a:pt x="504" y="590"/>
                  </a:cubicBezTo>
                  <a:cubicBezTo>
                    <a:pt x="512" y="579"/>
                    <a:pt x="521" y="569"/>
                    <a:pt x="529" y="559"/>
                  </a:cubicBezTo>
                  <a:cubicBezTo>
                    <a:pt x="536" y="549"/>
                    <a:pt x="543" y="539"/>
                    <a:pt x="549" y="529"/>
                  </a:cubicBezTo>
                  <a:cubicBezTo>
                    <a:pt x="556" y="514"/>
                    <a:pt x="570" y="504"/>
                    <a:pt x="573" y="486"/>
                  </a:cubicBezTo>
                  <a:cubicBezTo>
                    <a:pt x="575" y="473"/>
                    <a:pt x="582" y="460"/>
                    <a:pt x="590" y="449"/>
                  </a:cubicBezTo>
                  <a:cubicBezTo>
                    <a:pt x="602" y="433"/>
                    <a:pt x="617" y="419"/>
                    <a:pt x="631" y="405"/>
                  </a:cubicBezTo>
                  <a:cubicBezTo>
                    <a:pt x="634" y="403"/>
                    <a:pt x="639" y="401"/>
                    <a:pt x="643" y="401"/>
                  </a:cubicBezTo>
                  <a:cubicBezTo>
                    <a:pt x="644" y="401"/>
                    <a:pt x="645" y="401"/>
                    <a:pt x="646" y="401"/>
                  </a:cubicBezTo>
                  <a:cubicBezTo>
                    <a:pt x="650" y="403"/>
                    <a:pt x="657" y="411"/>
                    <a:pt x="656" y="413"/>
                  </a:cubicBezTo>
                  <a:cubicBezTo>
                    <a:pt x="652" y="424"/>
                    <a:pt x="646" y="434"/>
                    <a:pt x="641" y="445"/>
                  </a:cubicBezTo>
                  <a:cubicBezTo>
                    <a:pt x="628" y="469"/>
                    <a:pt x="620" y="494"/>
                    <a:pt x="625" y="522"/>
                  </a:cubicBezTo>
                  <a:cubicBezTo>
                    <a:pt x="630" y="547"/>
                    <a:pt x="645" y="560"/>
                    <a:pt x="670" y="560"/>
                  </a:cubicBezTo>
                  <a:cubicBezTo>
                    <a:pt x="670" y="560"/>
                    <a:pt x="671" y="560"/>
                    <a:pt x="671" y="560"/>
                  </a:cubicBezTo>
                  <a:cubicBezTo>
                    <a:pt x="682" y="560"/>
                    <a:pt x="692" y="558"/>
                    <a:pt x="702" y="557"/>
                  </a:cubicBezTo>
                  <a:cubicBezTo>
                    <a:pt x="702" y="566"/>
                    <a:pt x="704" y="574"/>
                    <a:pt x="702" y="581"/>
                  </a:cubicBezTo>
                  <a:cubicBezTo>
                    <a:pt x="697" y="592"/>
                    <a:pt x="688" y="602"/>
                    <a:pt x="682" y="613"/>
                  </a:cubicBezTo>
                  <a:cubicBezTo>
                    <a:pt x="671" y="634"/>
                    <a:pt x="650" y="645"/>
                    <a:pt x="632" y="658"/>
                  </a:cubicBezTo>
                  <a:cubicBezTo>
                    <a:pt x="609" y="674"/>
                    <a:pt x="587" y="693"/>
                    <a:pt x="562" y="707"/>
                  </a:cubicBezTo>
                  <a:cubicBezTo>
                    <a:pt x="541" y="720"/>
                    <a:pt x="525" y="742"/>
                    <a:pt x="508" y="760"/>
                  </a:cubicBezTo>
                  <a:cubicBezTo>
                    <a:pt x="503" y="765"/>
                    <a:pt x="501" y="771"/>
                    <a:pt x="498" y="776"/>
                  </a:cubicBezTo>
                  <a:cubicBezTo>
                    <a:pt x="497" y="781"/>
                    <a:pt x="496" y="786"/>
                    <a:pt x="495" y="791"/>
                  </a:cubicBezTo>
                  <a:cubicBezTo>
                    <a:pt x="494" y="797"/>
                    <a:pt x="495" y="804"/>
                    <a:pt x="493" y="809"/>
                  </a:cubicBezTo>
                  <a:cubicBezTo>
                    <a:pt x="489" y="820"/>
                    <a:pt x="490" y="844"/>
                    <a:pt x="498" y="848"/>
                  </a:cubicBezTo>
                  <a:cubicBezTo>
                    <a:pt x="507" y="853"/>
                    <a:pt x="516" y="859"/>
                    <a:pt x="526" y="859"/>
                  </a:cubicBezTo>
                  <a:cubicBezTo>
                    <a:pt x="532" y="859"/>
                    <a:pt x="537" y="858"/>
                    <a:pt x="543" y="854"/>
                  </a:cubicBezTo>
                  <a:cubicBezTo>
                    <a:pt x="544" y="853"/>
                    <a:pt x="545" y="853"/>
                    <a:pt x="547" y="853"/>
                  </a:cubicBezTo>
                  <a:cubicBezTo>
                    <a:pt x="548" y="853"/>
                    <a:pt x="549" y="853"/>
                    <a:pt x="549" y="853"/>
                  </a:cubicBezTo>
                  <a:cubicBezTo>
                    <a:pt x="552" y="855"/>
                    <a:pt x="554" y="855"/>
                    <a:pt x="557" y="855"/>
                  </a:cubicBezTo>
                  <a:cubicBezTo>
                    <a:pt x="562" y="855"/>
                    <a:pt x="567" y="852"/>
                    <a:pt x="572" y="849"/>
                  </a:cubicBezTo>
                  <a:cubicBezTo>
                    <a:pt x="605" y="828"/>
                    <a:pt x="638" y="808"/>
                    <a:pt x="671" y="787"/>
                  </a:cubicBezTo>
                  <a:cubicBezTo>
                    <a:pt x="689" y="775"/>
                    <a:pt x="706" y="764"/>
                    <a:pt x="723" y="752"/>
                  </a:cubicBezTo>
                  <a:cubicBezTo>
                    <a:pt x="741" y="739"/>
                    <a:pt x="758" y="725"/>
                    <a:pt x="776" y="713"/>
                  </a:cubicBezTo>
                  <a:cubicBezTo>
                    <a:pt x="790" y="704"/>
                    <a:pt x="806" y="697"/>
                    <a:pt x="821" y="690"/>
                  </a:cubicBezTo>
                  <a:cubicBezTo>
                    <a:pt x="823" y="688"/>
                    <a:pt x="825" y="688"/>
                    <a:pt x="828" y="687"/>
                  </a:cubicBezTo>
                  <a:cubicBezTo>
                    <a:pt x="833" y="683"/>
                    <a:pt x="838" y="681"/>
                    <a:pt x="842" y="681"/>
                  </a:cubicBezTo>
                  <a:cubicBezTo>
                    <a:pt x="851" y="681"/>
                    <a:pt x="855" y="690"/>
                    <a:pt x="855" y="703"/>
                  </a:cubicBezTo>
                  <a:cubicBezTo>
                    <a:pt x="856" y="724"/>
                    <a:pt x="855" y="746"/>
                    <a:pt x="857" y="768"/>
                  </a:cubicBezTo>
                  <a:cubicBezTo>
                    <a:pt x="860" y="795"/>
                    <a:pt x="876" y="957"/>
                    <a:pt x="884" y="987"/>
                  </a:cubicBezTo>
                  <a:cubicBezTo>
                    <a:pt x="889" y="1005"/>
                    <a:pt x="886" y="1024"/>
                    <a:pt x="889" y="1043"/>
                  </a:cubicBezTo>
                  <a:cubicBezTo>
                    <a:pt x="893" y="1078"/>
                    <a:pt x="892" y="1113"/>
                    <a:pt x="896" y="1148"/>
                  </a:cubicBezTo>
                  <a:cubicBezTo>
                    <a:pt x="899" y="1170"/>
                    <a:pt x="898" y="1194"/>
                    <a:pt x="902" y="1215"/>
                  </a:cubicBezTo>
                  <a:cubicBezTo>
                    <a:pt x="908" y="1241"/>
                    <a:pt x="902" y="1266"/>
                    <a:pt x="910" y="1292"/>
                  </a:cubicBezTo>
                  <a:cubicBezTo>
                    <a:pt x="917" y="1316"/>
                    <a:pt x="915" y="1342"/>
                    <a:pt x="916" y="1367"/>
                  </a:cubicBezTo>
                  <a:cubicBezTo>
                    <a:pt x="917" y="1382"/>
                    <a:pt x="920" y="1396"/>
                    <a:pt x="931" y="1406"/>
                  </a:cubicBezTo>
                  <a:cubicBezTo>
                    <a:pt x="935" y="1409"/>
                    <a:pt x="937" y="1411"/>
                    <a:pt x="940" y="1411"/>
                  </a:cubicBezTo>
                  <a:cubicBezTo>
                    <a:pt x="943" y="1411"/>
                    <a:pt x="946" y="1408"/>
                    <a:pt x="948" y="1402"/>
                  </a:cubicBezTo>
                  <a:cubicBezTo>
                    <a:pt x="951" y="1393"/>
                    <a:pt x="953" y="1381"/>
                    <a:pt x="959" y="1374"/>
                  </a:cubicBezTo>
                  <a:cubicBezTo>
                    <a:pt x="972" y="1361"/>
                    <a:pt x="981" y="1346"/>
                    <a:pt x="985" y="1328"/>
                  </a:cubicBezTo>
                  <a:cubicBezTo>
                    <a:pt x="989" y="1305"/>
                    <a:pt x="1000" y="1285"/>
                    <a:pt x="1009" y="1263"/>
                  </a:cubicBezTo>
                  <a:cubicBezTo>
                    <a:pt x="1014" y="1251"/>
                    <a:pt x="1017" y="1238"/>
                    <a:pt x="1018" y="1225"/>
                  </a:cubicBezTo>
                  <a:cubicBezTo>
                    <a:pt x="1019" y="1203"/>
                    <a:pt x="1013" y="1181"/>
                    <a:pt x="1017" y="1159"/>
                  </a:cubicBezTo>
                  <a:cubicBezTo>
                    <a:pt x="1021" y="1137"/>
                    <a:pt x="1018" y="1116"/>
                    <a:pt x="1019" y="1094"/>
                  </a:cubicBezTo>
                  <a:cubicBezTo>
                    <a:pt x="1019" y="1087"/>
                    <a:pt x="1022" y="1080"/>
                    <a:pt x="1021" y="1074"/>
                  </a:cubicBezTo>
                  <a:cubicBezTo>
                    <a:pt x="1019" y="1059"/>
                    <a:pt x="1017" y="1046"/>
                    <a:pt x="1021" y="1031"/>
                  </a:cubicBezTo>
                  <a:cubicBezTo>
                    <a:pt x="1023" y="1025"/>
                    <a:pt x="1021" y="1018"/>
                    <a:pt x="1020" y="1012"/>
                  </a:cubicBezTo>
                  <a:cubicBezTo>
                    <a:pt x="1019" y="999"/>
                    <a:pt x="1018" y="986"/>
                    <a:pt x="1017" y="973"/>
                  </a:cubicBezTo>
                  <a:cubicBezTo>
                    <a:pt x="1016" y="962"/>
                    <a:pt x="1014" y="950"/>
                    <a:pt x="1013" y="939"/>
                  </a:cubicBezTo>
                  <a:cubicBezTo>
                    <a:pt x="1013" y="933"/>
                    <a:pt x="1011" y="927"/>
                    <a:pt x="1011" y="921"/>
                  </a:cubicBezTo>
                  <a:cubicBezTo>
                    <a:pt x="1011" y="898"/>
                    <a:pt x="1012" y="875"/>
                    <a:pt x="1011" y="852"/>
                  </a:cubicBezTo>
                  <a:cubicBezTo>
                    <a:pt x="1011" y="836"/>
                    <a:pt x="1008" y="820"/>
                    <a:pt x="1007" y="804"/>
                  </a:cubicBezTo>
                  <a:cubicBezTo>
                    <a:pt x="1006" y="796"/>
                    <a:pt x="1007" y="787"/>
                    <a:pt x="1007" y="779"/>
                  </a:cubicBezTo>
                  <a:cubicBezTo>
                    <a:pt x="1007" y="773"/>
                    <a:pt x="1006" y="718"/>
                    <a:pt x="1006" y="695"/>
                  </a:cubicBezTo>
                  <a:cubicBezTo>
                    <a:pt x="1006" y="692"/>
                    <a:pt x="1006" y="690"/>
                    <a:pt x="1005" y="688"/>
                  </a:cubicBezTo>
                  <a:cubicBezTo>
                    <a:pt x="1005" y="692"/>
                    <a:pt x="1005" y="693"/>
                    <a:pt x="1005" y="693"/>
                  </a:cubicBezTo>
                  <a:cubicBezTo>
                    <a:pt x="1005" y="693"/>
                    <a:pt x="1005" y="691"/>
                    <a:pt x="1005" y="690"/>
                  </a:cubicBezTo>
                  <a:cubicBezTo>
                    <a:pt x="1005" y="688"/>
                    <a:pt x="1005" y="687"/>
                    <a:pt x="1005" y="687"/>
                  </a:cubicBezTo>
                  <a:cubicBezTo>
                    <a:pt x="1005" y="687"/>
                    <a:pt x="1005" y="687"/>
                    <a:pt x="1005" y="688"/>
                  </a:cubicBezTo>
                  <a:cubicBezTo>
                    <a:pt x="1006" y="687"/>
                    <a:pt x="1006" y="686"/>
                    <a:pt x="1006" y="684"/>
                  </a:cubicBezTo>
                  <a:cubicBezTo>
                    <a:pt x="1006" y="680"/>
                    <a:pt x="1008" y="675"/>
                    <a:pt x="1008" y="671"/>
                  </a:cubicBezTo>
                  <a:cubicBezTo>
                    <a:pt x="1007" y="654"/>
                    <a:pt x="1007" y="638"/>
                    <a:pt x="1006" y="622"/>
                  </a:cubicBezTo>
                  <a:cubicBezTo>
                    <a:pt x="1005" y="610"/>
                    <a:pt x="1010" y="604"/>
                    <a:pt x="1022" y="603"/>
                  </a:cubicBezTo>
                  <a:cubicBezTo>
                    <a:pt x="1044" y="599"/>
                    <a:pt x="1067" y="596"/>
                    <a:pt x="1089" y="592"/>
                  </a:cubicBezTo>
                  <a:cubicBezTo>
                    <a:pt x="1106" y="589"/>
                    <a:pt x="1123" y="587"/>
                    <a:pt x="1139" y="580"/>
                  </a:cubicBezTo>
                  <a:cubicBezTo>
                    <a:pt x="1159" y="571"/>
                    <a:pt x="1178" y="559"/>
                    <a:pt x="1196" y="547"/>
                  </a:cubicBezTo>
                  <a:cubicBezTo>
                    <a:pt x="1221" y="529"/>
                    <a:pt x="1226" y="518"/>
                    <a:pt x="1212" y="490"/>
                  </a:cubicBezTo>
                  <a:cubicBezTo>
                    <a:pt x="1206" y="476"/>
                    <a:pt x="1195" y="467"/>
                    <a:pt x="1179" y="461"/>
                  </a:cubicBezTo>
                  <a:cubicBezTo>
                    <a:pt x="1166" y="456"/>
                    <a:pt x="1153" y="450"/>
                    <a:pt x="1139" y="450"/>
                  </a:cubicBezTo>
                  <a:cubicBezTo>
                    <a:pt x="1134" y="450"/>
                    <a:pt x="1128" y="451"/>
                    <a:pt x="1123" y="453"/>
                  </a:cubicBezTo>
                  <a:cubicBezTo>
                    <a:pt x="1122" y="453"/>
                    <a:pt x="1121" y="454"/>
                    <a:pt x="1120" y="454"/>
                  </a:cubicBezTo>
                  <a:cubicBezTo>
                    <a:pt x="1119" y="454"/>
                    <a:pt x="1119" y="454"/>
                    <a:pt x="1119" y="453"/>
                  </a:cubicBezTo>
                  <a:cubicBezTo>
                    <a:pt x="1118" y="453"/>
                    <a:pt x="1118" y="453"/>
                    <a:pt x="1117" y="453"/>
                  </a:cubicBezTo>
                  <a:cubicBezTo>
                    <a:pt x="1117" y="453"/>
                    <a:pt x="1116" y="453"/>
                    <a:pt x="1116" y="454"/>
                  </a:cubicBezTo>
                  <a:cubicBezTo>
                    <a:pt x="1095" y="456"/>
                    <a:pt x="1075" y="459"/>
                    <a:pt x="1055" y="461"/>
                  </a:cubicBezTo>
                  <a:cubicBezTo>
                    <a:pt x="1054" y="461"/>
                    <a:pt x="1054" y="462"/>
                    <a:pt x="1054" y="462"/>
                  </a:cubicBezTo>
                  <a:cubicBezTo>
                    <a:pt x="1041" y="466"/>
                    <a:pt x="1028" y="470"/>
                    <a:pt x="1015" y="474"/>
                  </a:cubicBezTo>
                  <a:cubicBezTo>
                    <a:pt x="1008" y="476"/>
                    <a:pt x="1000" y="478"/>
                    <a:pt x="990" y="481"/>
                  </a:cubicBezTo>
                  <a:cubicBezTo>
                    <a:pt x="983" y="473"/>
                    <a:pt x="988" y="460"/>
                    <a:pt x="988" y="449"/>
                  </a:cubicBezTo>
                  <a:cubicBezTo>
                    <a:pt x="988" y="428"/>
                    <a:pt x="991" y="408"/>
                    <a:pt x="989" y="387"/>
                  </a:cubicBezTo>
                  <a:cubicBezTo>
                    <a:pt x="987" y="355"/>
                    <a:pt x="986" y="323"/>
                    <a:pt x="993" y="291"/>
                  </a:cubicBezTo>
                  <a:cubicBezTo>
                    <a:pt x="994" y="286"/>
                    <a:pt x="995" y="281"/>
                    <a:pt x="995" y="276"/>
                  </a:cubicBezTo>
                  <a:cubicBezTo>
                    <a:pt x="995" y="248"/>
                    <a:pt x="994" y="221"/>
                    <a:pt x="994" y="193"/>
                  </a:cubicBezTo>
                  <a:cubicBezTo>
                    <a:pt x="994" y="175"/>
                    <a:pt x="994" y="158"/>
                    <a:pt x="995" y="141"/>
                  </a:cubicBezTo>
                  <a:cubicBezTo>
                    <a:pt x="995" y="125"/>
                    <a:pt x="997" y="109"/>
                    <a:pt x="997" y="94"/>
                  </a:cubicBezTo>
                  <a:cubicBezTo>
                    <a:pt x="997" y="70"/>
                    <a:pt x="1007" y="43"/>
                    <a:pt x="975" y="30"/>
                  </a:cubicBezTo>
                  <a:cubicBezTo>
                    <a:pt x="974" y="30"/>
                    <a:pt x="973" y="29"/>
                    <a:pt x="973" y="29"/>
                  </a:cubicBezTo>
                  <a:cubicBezTo>
                    <a:pt x="956" y="9"/>
                    <a:pt x="934" y="0"/>
                    <a:pt x="911"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7" name="Freeform 276">
              <a:extLst>
                <a:ext uri="{FF2B5EF4-FFF2-40B4-BE49-F238E27FC236}">
                  <a16:creationId xmlns:a16="http://schemas.microsoft.com/office/drawing/2014/main" id="{BFD33C0D-7879-4098-8CB4-6F35B52F696A}"/>
                </a:ext>
              </a:extLst>
            </p:cNvPr>
            <p:cNvSpPr>
              <a:spLocks/>
            </p:cNvSpPr>
            <p:nvPr/>
          </p:nvSpPr>
          <p:spPr bwMode="auto">
            <a:xfrm>
              <a:off x="2801665" y="1569274"/>
              <a:ext cx="137860" cy="93126"/>
            </a:xfrm>
            <a:custGeom>
              <a:avLst/>
              <a:gdLst>
                <a:gd name="T0" fmla="*/ 183 w 379"/>
                <a:gd name="T1" fmla="*/ 0 h 255"/>
                <a:gd name="T2" fmla="*/ 172 w 379"/>
                <a:gd name="T3" fmla="*/ 9 h 255"/>
                <a:gd name="T4" fmla="*/ 159 w 379"/>
                <a:gd name="T5" fmla="*/ 25 h 255"/>
                <a:gd name="T6" fmla="*/ 142 w 379"/>
                <a:gd name="T7" fmla="*/ 42 h 255"/>
                <a:gd name="T8" fmla="*/ 92 w 379"/>
                <a:gd name="T9" fmla="*/ 94 h 255"/>
                <a:gd name="T10" fmla="*/ 48 w 379"/>
                <a:gd name="T11" fmla="*/ 142 h 255"/>
                <a:gd name="T12" fmla="*/ 20 w 379"/>
                <a:gd name="T13" fmla="*/ 186 h 255"/>
                <a:gd name="T14" fmla="*/ 12 w 379"/>
                <a:gd name="T15" fmla="*/ 199 h 255"/>
                <a:gd name="T16" fmla="*/ 1 w 379"/>
                <a:gd name="T17" fmla="*/ 236 h 255"/>
                <a:gd name="T18" fmla="*/ 3 w 379"/>
                <a:gd name="T19" fmla="*/ 252 h 255"/>
                <a:gd name="T20" fmla="*/ 14 w 379"/>
                <a:gd name="T21" fmla="*/ 255 h 255"/>
                <a:gd name="T22" fmla="*/ 18 w 379"/>
                <a:gd name="T23" fmla="*/ 255 h 255"/>
                <a:gd name="T24" fmla="*/ 57 w 379"/>
                <a:gd name="T25" fmla="*/ 246 h 255"/>
                <a:gd name="T26" fmla="*/ 60 w 379"/>
                <a:gd name="T27" fmla="*/ 246 h 255"/>
                <a:gd name="T28" fmla="*/ 64 w 379"/>
                <a:gd name="T29" fmla="*/ 246 h 255"/>
                <a:gd name="T30" fmla="*/ 69 w 379"/>
                <a:gd name="T31" fmla="*/ 247 h 255"/>
                <a:gd name="T32" fmla="*/ 72 w 379"/>
                <a:gd name="T33" fmla="*/ 246 h 255"/>
                <a:gd name="T34" fmla="*/ 102 w 379"/>
                <a:gd name="T35" fmla="*/ 244 h 255"/>
                <a:gd name="T36" fmla="*/ 139 w 379"/>
                <a:gd name="T37" fmla="*/ 250 h 255"/>
                <a:gd name="T38" fmla="*/ 152 w 379"/>
                <a:gd name="T39" fmla="*/ 253 h 255"/>
                <a:gd name="T40" fmla="*/ 167 w 379"/>
                <a:gd name="T41" fmla="*/ 250 h 255"/>
                <a:gd name="T42" fmla="*/ 181 w 379"/>
                <a:gd name="T43" fmla="*/ 245 h 255"/>
                <a:gd name="T44" fmla="*/ 277 w 379"/>
                <a:gd name="T45" fmla="*/ 217 h 255"/>
                <a:gd name="T46" fmla="*/ 358 w 379"/>
                <a:gd name="T47" fmla="*/ 162 h 255"/>
                <a:gd name="T48" fmla="*/ 344 w 379"/>
                <a:gd name="T49" fmla="*/ 103 h 255"/>
                <a:gd name="T50" fmla="*/ 322 w 379"/>
                <a:gd name="T51" fmla="*/ 92 h 255"/>
                <a:gd name="T52" fmla="*/ 287 w 379"/>
                <a:gd name="T53" fmla="*/ 69 h 255"/>
                <a:gd name="T54" fmla="*/ 261 w 379"/>
                <a:gd name="T55" fmla="*/ 46 h 255"/>
                <a:gd name="T56" fmla="*/ 217 w 379"/>
                <a:gd name="T57" fmla="*/ 20 h 255"/>
                <a:gd name="T58" fmla="*/ 183 w 379"/>
                <a:gd name="T5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9" h="255">
                  <a:moveTo>
                    <a:pt x="183" y="0"/>
                  </a:moveTo>
                  <a:cubicBezTo>
                    <a:pt x="178" y="4"/>
                    <a:pt x="175" y="6"/>
                    <a:pt x="172" y="9"/>
                  </a:cubicBezTo>
                  <a:cubicBezTo>
                    <a:pt x="167" y="14"/>
                    <a:pt x="164" y="20"/>
                    <a:pt x="159" y="25"/>
                  </a:cubicBezTo>
                  <a:cubicBezTo>
                    <a:pt x="154" y="31"/>
                    <a:pt x="148" y="36"/>
                    <a:pt x="142" y="42"/>
                  </a:cubicBezTo>
                  <a:cubicBezTo>
                    <a:pt x="126" y="59"/>
                    <a:pt x="110" y="78"/>
                    <a:pt x="92" y="94"/>
                  </a:cubicBezTo>
                  <a:cubicBezTo>
                    <a:pt x="76" y="108"/>
                    <a:pt x="60" y="124"/>
                    <a:pt x="48" y="142"/>
                  </a:cubicBezTo>
                  <a:cubicBezTo>
                    <a:pt x="37" y="156"/>
                    <a:pt x="27" y="170"/>
                    <a:pt x="20" y="186"/>
                  </a:cubicBezTo>
                  <a:cubicBezTo>
                    <a:pt x="18" y="190"/>
                    <a:pt x="14" y="194"/>
                    <a:pt x="12" y="199"/>
                  </a:cubicBezTo>
                  <a:cubicBezTo>
                    <a:pt x="8" y="211"/>
                    <a:pt x="4" y="223"/>
                    <a:pt x="1" y="236"/>
                  </a:cubicBezTo>
                  <a:cubicBezTo>
                    <a:pt x="0" y="241"/>
                    <a:pt x="0" y="248"/>
                    <a:pt x="3" y="252"/>
                  </a:cubicBezTo>
                  <a:cubicBezTo>
                    <a:pt x="5" y="254"/>
                    <a:pt x="9" y="255"/>
                    <a:pt x="14" y="255"/>
                  </a:cubicBezTo>
                  <a:cubicBezTo>
                    <a:pt x="15" y="255"/>
                    <a:pt x="17" y="255"/>
                    <a:pt x="18" y="255"/>
                  </a:cubicBezTo>
                  <a:cubicBezTo>
                    <a:pt x="31" y="253"/>
                    <a:pt x="44" y="249"/>
                    <a:pt x="57" y="246"/>
                  </a:cubicBezTo>
                  <a:cubicBezTo>
                    <a:pt x="58" y="246"/>
                    <a:pt x="59" y="246"/>
                    <a:pt x="60" y="246"/>
                  </a:cubicBezTo>
                  <a:cubicBezTo>
                    <a:pt x="62" y="246"/>
                    <a:pt x="63" y="246"/>
                    <a:pt x="64" y="246"/>
                  </a:cubicBezTo>
                  <a:cubicBezTo>
                    <a:pt x="66" y="246"/>
                    <a:pt x="67" y="247"/>
                    <a:pt x="69" y="247"/>
                  </a:cubicBezTo>
                  <a:cubicBezTo>
                    <a:pt x="70" y="247"/>
                    <a:pt x="71" y="247"/>
                    <a:pt x="72" y="246"/>
                  </a:cubicBezTo>
                  <a:cubicBezTo>
                    <a:pt x="82" y="245"/>
                    <a:pt x="92" y="244"/>
                    <a:pt x="102" y="244"/>
                  </a:cubicBezTo>
                  <a:cubicBezTo>
                    <a:pt x="115" y="244"/>
                    <a:pt x="127" y="246"/>
                    <a:pt x="139" y="250"/>
                  </a:cubicBezTo>
                  <a:cubicBezTo>
                    <a:pt x="144" y="252"/>
                    <a:pt x="148" y="253"/>
                    <a:pt x="152" y="253"/>
                  </a:cubicBezTo>
                  <a:cubicBezTo>
                    <a:pt x="157" y="253"/>
                    <a:pt x="162" y="252"/>
                    <a:pt x="167" y="250"/>
                  </a:cubicBezTo>
                  <a:cubicBezTo>
                    <a:pt x="171" y="248"/>
                    <a:pt x="176" y="246"/>
                    <a:pt x="181" y="245"/>
                  </a:cubicBezTo>
                  <a:cubicBezTo>
                    <a:pt x="214" y="240"/>
                    <a:pt x="246" y="230"/>
                    <a:pt x="277" y="217"/>
                  </a:cubicBezTo>
                  <a:cubicBezTo>
                    <a:pt x="308" y="203"/>
                    <a:pt x="337" y="190"/>
                    <a:pt x="358" y="162"/>
                  </a:cubicBezTo>
                  <a:cubicBezTo>
                    <a:pt x="379" y="134"/>
                    <a:pt x="368" y="118"/>
                    <a:pt x="344" y="103"/>
                  </a:cubicBezTo>
                  <a:cubicBezTo>
                    <a:pt x="337" y="99"/>
                    <a:pt x="329" y="96"/>
                    <a:pt x="322" y="92"/>
                  </a:cubicBezTo>
                  <a:cubicBezTo>
                    <a:pt x="310" y="85"/>
                    <a:pt x="299" y="77"/>
                    <a:pt x="287" y="69"/>
                  </a:cubicBezTo>
                  <a:cubicBezTo>
                    <a:pt x="278" y="62"/>
                    <a:pt x="270" y="52"/>
                    <a:pt x="261" y="46"/>
                  </a:cubicBezTo>
                  <a:cubicBezTo>
                    <a:pt x="247" y="36"/>
                    <a:pt x="232" y="28"/>
                    <a:pt x="217" y="20"/>
                  </a:cubicBezTo>
                  <a:cubicBezTo>
                    <a:pt x="206" y="13"/>
                    <a:pt x="195" y="7"/>
                    <a:pt x="18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8" name="Freeform 277">
              <a:extLst>
                <a:ext uri="{FF2B5EF4-FFF2-40B4-BE49-F238E27FC236}">
                  <a16:creationId xmlns:a16="http://schemas.microsoft.com/office/drawing/2014/main" id="{1847D756-7BA1-46B2-AEAE-9AE20551F9CA}"/>
                </a:ext>
              </a:extLst>
            </p:cNvPr>
            <p:cNvSpPr>
              <a:spLocks/>
            </p:cNvSpPr>
            <p:nvPr/>
          </p:nvSpPr>
          <p:spPr bwMode="auto">
            <a:xfrm>
              <a:off x="2122129" y="1692494"/>
              <a:ext cx="190725" cy="290765"/>
            </a:xfrm>
            <a:custGeom>
              <a:avLst/>
              <a:gdLst>
                <a:gd name="T0" fmla="*/ 372 w 523"/>
                <a:gd name="T1" fmla="*/ 1 h 796"/>
                <a:gd name="T2" fmla="*/ 241 w 523"/>
                <a:gd name="T3" fmla="*/ 27 h 796"/>
                <a:gd name="T4" fmla="*/ 154 w 523"/>
                <a:gd name="T5" fmla="*/ 83 h 796"/>
                <a:gd name="T6" fmla="*/ 109 w 523"/>
                <a:gd name="T7" fmla="*/ 147 h 796"/>
                <a:gd name="T8" fmla="*/ 94 w 523"/>
                <a:gd name="T9" fmla="*/ 162 h 796"/>
                <a:gd name="T10" fmla="*/ 73 w 523"/>
                <a:gd name="T11" fmla="*/ 137 h 796"/>
                <a:gd name="T12" fmla="*/ 35 w 523"/>
                <a:gd name="T13" fmla="*/ 79 h 796"/>
                <a:gd name="T14" fmla="*/ 16 w 523"/>
                <a:gd name="T15" fmla="*/ 122 h 796"/>
                <a:gd name="T16" fmla="*/ 4 w 523"/>
                <a:gd name="T17" fmla="*/ 185 h 796"/>
                <a:gd name="T18" fmla="*/ 5 w 523"/>
                <a:gd name="T19" fmla="*/ 249 h 796"/>
                <a:gd name="T20" fmla="*/ 11 w 523"/>
                <a:gd name="T21" fmla="*/ 321 h 796"/>
                <a:gd name="T22" fmla="*/ 50 w 523"/>
                <a:gd name="T23" fmla="*/ 396 h 796"/>
                <a:gd name="T24" fmla="*/ 93 w 523"/>
                <a:gd name="T25" fmla="*/ 405 h 796"/>
                <a:gd name="T26" fmla="*/ 130 w 523"/>
                <a:gd name="T27" fmla="*/ 373 h 796"/>
                <a:gd name="T28" fmla="*/ 132 w 523"/>
                <a:gd name="T29" fmla="*/ 293 h 796"/>
                <a:gd name="T30" fmla="*/ 146 w 523"/>
                <a:gd name="T31" fmla="*/ 194 h 796"/>
                <a:gd name="T32" fmla="*/ 153 w 523"/>
                <a:gd name="T33" fmla="*/ 169 h 796"/>
                <a:gd name="T34" fmla="*/ 256 w 523"/>
                <a:gd name="T35" fmla="*/ 106 h 796"/>
                <a:gd name="T36" fmla="*/ 328 w 523"/>
                <a:gd name="T37" fmla="*/ 88 h 796"/>
                <a:gd name="T38" fmla="*/ 339 w 523"/>
                <a:gd name="T39" fmla="*/ 93 h 796"/>
                <a:gd name="T40" fmla="*/ 319 w 523"/>
                <a:gd name="T41" fmla="*/ 110 h 796"/>
                <a:gd name="T42" fmla="*/ 277 w 523"/>
                <a:gd name="T43" fmla="*/ 152 h 796"/>
                <a:gd name="T44" fmla="*/ 265 w 523"/>
                <a:gd name="T45" fmla="*/ 154 h 796"/>
                <a:gd name="T46" fmla="*/ 231 w 523"/>
                <a:gd name="T47" fmla="*/ 182 h 796"/>
                <a:gd name="T48" fmla="*/ 154 w 523"/>
                <a:gd name="T49" fmla="*/ 298 h 796"/>
                <a:gd name="T50" fmla="*/ 219 w 523"/>
                <a:gd name="T51" fmla="*/ 341 h 796"/>
                <a:gd name="T52" fmla="*/ 229 w 523"/>
                <a:gd name="T53" fmla="*/ 382 h 796"/>
                <a:gd name="T54" fmla="*/ 222 w 523"/>
                <a:gd name="T55" fmla="*/ 442 h 796"/>
                <a:gd name="T56" fmla="*/ 213 w 523"/>
                <a:gd name="T57" fmla="*/ 540 h 796"/>
                <a:gd name="T58" fmla="*/ 203 w 523"/>
                <a:gd name="T59" fmla="*/ 610 h 796"/>
                <a:gd name="T60" fmla="*/ 201 w 523"/>
                <a:gd name="T61" fmla="*/ 652 h 796"/>
                <a:gd name="T62" fmla="*/ 190 w 523"/>
                <a:gd name="T63" fmla="*/ 652 h 796"/>
                <a:gd name="T64" fmla="*/ 132 w 523"/>
                <a:gd name="T65" fmla="*/ 615 h 796"/>
                <a:gd name="T66" fmla="*/ 87 w 523"/>
                <a:gd name="T67" fmla="*/ 593 h 796"/>
                <a:gd name="T68" fmla="*/ 68 w 523"/>
                <a:gd name="T69" fmla="*/ 587 h 796"/>
                <a:gd name="T70" fmla="*/ 78 w 523"/>
                <a:gd name="T71" fmla="*/ 634 h 796"/>
                <a:gd name="T72" fmla="*/ 159 w 523"/>
                <a:gd name="T73" fmla="*/ 712 h 796"/>
                <a:gd name="T74" fmla="*/ 225 w 523"/>
                <a:gd name="T75" fmla="*/ 776 h 796"/>
                <a:gd name="T76" fmla="*/ 246 w 523"/>
                <a:gd name="T77" fmla="*/ 793 h 796"/>
                <a:gd name="T78" fmla="*/ 278 w 523"/>
                <a:gd name="T79" fmla="*/ 795 h 796"/>
                <a:gd name="T80" fmla="*/ 298 w 523"/>
                <a:gd name="T81" fmla="*/ 776 h 796"/>
                <a:gd name="T82" fmla="*/ 304 w 523"/>
                <a:gd name="T83" fmla="*/ 777 h 796"/>
                <a:gd name="T84" fmla="*/ 322 w 523"/>
                <a:gd name="T85" fmla="*/ 765 h 796"/>
                <a:gd name="T86" fmla="*/ 346 w 523"/>
                <a:gd name="T87" fmla="*/ 716 h 796"/>
                <a:gd name="T88" fmla="*/ 343 w 523"/>
                <a:gd name="T89" fmla="*/ 660 h 796"/>
                <a:gd name="T90" fmla="*/ 337 w 523"/>
                <a:gd name="T91" fmla="*/ 576 h 796"/>
                <a:gd name="T92" fmla="*/ 313 w 523"/>
                <a:gd name="T93" fmla="*/ 461 h 796"/>
                <a:gd name="T94" fmla="*/ 317 w 523"/>
                <a:gd name="T95" fmla="*/ 376 h 796"/>
                <a:gd name="T96" fmla="*/ 336 w 523"/>
                <a:gd name="T97" fmla="*/ 302 h 796"/>
                <a:gd name="T98" fmla="*/ 376 w 523"/>
                <a:gd name="T99" fmla="*/ 233 h 796"/>
                <a:gd name="T100" fmla="*/ 391 w 523"/>
                <a:gd name="T101" fmla="*/ 207 h 796"/>
                <a:gd name="T102" fmla="*/ 467 w 523"/>
                <a:gd name="T103" fmla="*/ 135 h 796"/>
                <a:gd name="T104" fmla="*/ 507 w 523"/>
                <a:gd name="T105" fmla="*/ 95 h 796"/>
                <a:gd name="T106" fmla="*/ 473 w 523"/>
                <a:gd name="T107" fmla="*/ 9 h 796"/>
                <a:gd name="T108" fmla="*/ 392 w 523"/>
                <a:gd name="T109" fmla="*/ 0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3" h="796">
                  <a:moveTo>
                    <a:pt x="392" y="0"/>
                  </a:moveTo>
                  <a:cubicBezTo>
                    <a:pt x="385" y="0"/>
                    <a:pt x="378" y="0"/>
                    <a:pt x="372" y="1"/>
                  </a:cubicBezTo>
                  <a:cubicBezTo>
                    <a:pt x="351" y="1"/>
                    <a:pt x="330" y="4"/>
                    <a:pt x="310" y="9"/>
                  </a:cubicBezTo>
                  <a:cubicBezTo>
                    <a:pt x="287" y="14"/>
                    <a:pt x="262" y="15"/>
                    <a:pt x="241" y="27"/>
                  </a:cubicBezTo>
                  <a:cubicBezTo>
                    <a:pt x="227" y="34"/>
                    <a:pt x="212" y="40"/>
                    <a:pt x="198" y="48"/>
                  </a:cubicBezTo>
                  <a:cubicBezTo>
                    <a:pt x="183" y="58"/>
                    <a:pt x="166" y="68"/>
                    <a:pt x="154" y="83"/>
                  </a:cubicBezTo>
                  <a:cubicBezTo>
                    <a:pt x="149" y="90"/>
                    <a:pt x="142" y="96"/>
                    <a:pt x="137" y="103"/>
                  </a:cubicBezTo>
                  <a:cubicBezTo>
                    <a:pt x="127" y="117"/>
                    <a:pt x="113" y="129"/>
                    <a:pt x="109" y="147"/>
                  </a:cubicBezTo>
                  <a:cubicBezTo>
                    <a:pt x="108" y="152"/>
                    <a:pt x="105" y="157"/>
                    <a:pt x="101" y="160"/>
                  </a:cubicBezTo>
                  <a:cubicBezTo>
                    <a:pt x="100" y="161"/>
                    <a:pt x="97" y="162"/>
                    <a:pt x="94" y="162"/>
                  </a:cubicBezTo>
                  <a:cubicBezTo>
                    <a:pt x="92" y="162"/>
                    <a:pt x="91" y="162"/>
                    <a:pt x="90" y="161"/>
                  </a:cubicBezTo>
                  <a:cubicBezTo>
                    <a:pt x="84" y="153"/>
                    <a:pt x="78" y="145"/>
                    <a:pt x="73" y="137"/>
                  </a:cubicBezTo>
                  <a:cubicBezTo>
                    <a:pt x="62" y="119"/>
                    <a:pt x="52" y="102"/>
                    <a:pt x="41" y="84"/>
                  </a:cubicBezTo>
                  <a:cubicBezTo>
                    <a:pt x="40" y="81"/>
                    <a:pt x="37" y="79"/>
                    <a:pt x="35" y="79"/>
                  </a:cubicBezTo>
                  <a:cubicBezTo>
                    <a:pt x="34" y="79"/>
                    <a:pt x="32" y="80"/>
                    <a:pt x="31" y="83"/>
                  </a:cubicBezTo>
                  <a:cubicBezTo>
                    <a:pt x="25" y="95"/>
                    <a:pt x="20" y="109"/>
                    <a:pt x="16" y="122"/>
                  </a:cubicBezTo>
                  <a:cubicBezTo>
                    <a:pt x="13" y="134"/>
                    <a:pt x="11" y="146"/>
                    <a:pt x="8" y="158"/>
                  </a:cubicBezTo>
                  <a:cubicBezTo>
                    <a:pt x="6" y="167"/>
                    <a:pt x="4" y="176"/>
                    <a:pt x="4" y="185"/>
                  </a:cubicBezTo>
                  <a:cubicBezTo>
                    <a:pt x="3" y="199"/>
                    <a:pt x="4" y="212"/>
                    <a:pt x="5" y="226"/>
                  </a:cubicBezTo>
                  <a:cubicBezTo>
                    <a:pt x="5" y="233"/>
                    <a:pt x="7" y="242"/>
                    <a:pt x="5" y="249"/>
                  </a:cubicBezTo>
                  <a:cubicBezTo>
                    <a:pt x="0" y="267"/>
                    <a:pt x="8" y="283"/>
                    <a:pt x="8" y="300"/>
                  </a:cubicBezTo>
                  <a:cubicBezTo>
                    <a:pt x="8" y="307"/>
                    <a:pt x="9" y="314"/>
                    <a:pt x="11" y="321"/>
                  </a:cubicBezTo>
                  <a:cubicBezTo>
                    <a:pt x="16" y="343"/>
                    <a:pt x="22" y="365"/>
                    <a:pt x="34" y="385"/>
                  </a:cubicBezTo>
                  <a:cubicBezTo>
                    <a:pt x="38" y="392"/>
                    <a:pt x="43" y="394"/>
                    <a:pt x="50" y="396"/>
                  </a:cubicBezTo>
                  <a:cubicBezTo>
                    <a:pt x="60" y="398"/>
                    <a:pt x="70" y="401"/>
                    <a:pt x="81" y="403"/>
                  </a:cubicBezTo>
                  <a:cubicBezTo>
                    <a:pt x="84" y="404"/>
                    <a:pt x="89" y="405"/>
                    <a:pt x="93" y="405"/>
                  </a:cubicBezTo>
                  <a:cubicBezTo>
                    <a:pt x="95" y="405"/>
                    <a:pt x="96" y="405"/>
                    <a:pt x="98" y="404"/>
                  </a:cubicBezTo>
                  <a:cubicBezTo>
                    <a:pt x="110" y="395"/>
                    <a:pt x="123" y="385"/>
                    <a:pt x="130" y="373"/>
                  </a:cubicBezTo>
                  <a:cubicBezTo>
                    <a:pt x="136" y="362"/>
                    <a:pt x="137" y="346"/>
                    <a:pt x="135" y="333"/>
                  </a:cubicBezTo>
                  <a:cubicBezTo>
                    <a:pt x="133" y="319"/>
                    <a:pt x="131" y="307"/>
                    <a:pt x="132" y="293"/>
                  </a:cubicBezTo>
                  <a:cubicBezTo>
                    <a:pt x="133" y="283"/>
                    <a:pt x="132" y="273"/>
                    <a:pt x="132" y="263"/>
                  </a:cubicBezTo>
                  <a:cubicBezTo>
                    <a:pt x="132" y="239"/>
                    <a:pt x="136" y="216"/>
                    <a:pt x="146" y="194"/>
                  </a:cubicBezTo>
                  <a:cubicBezTo>
                    <a:pt x="147" y="191"/>
                    <a:pt x="147" y="187"/>
                    <a:pt x="148" y="183"/>
                  </a:cubicBezTo>
                  <a:cubicBezTo>
                    <a:pt x="150" y="179"/>
                    <a:pt x="150" y="173"/>
                    <a:pt x="153" y="169"/>
                  </a:cubicBezTo>
                  <a:cubicBezTo>
                    <a:pt x="174" y="148"/>
                    <a:pt x="196" y="127"/>
                    <a:pt x="224" y="115"/>
                  </a:cubicBezTo>
                  <a:cubicBezTo>
                    <a:pt x="234" y="111"/>
                    <a:pt x="245" y="109"/>
                    <a:pt x="256" y="106"/>
                  </a:cubicBezTo>
                  <a:cubicBezTo>
                    <a:pt x="270" y="102"/>
                    <a:pt x="283" y="99"/>
                    <a:pt x="297" y="95"/>
                  </a:cubicBezTo>
                  <a:cubicBezTo>
                    <a:pt x="307" y="92"/>
                    <a:pt x="318" y="89"/>
                    <a:pt x="328" y="88"/>
                  </a:cubicBezTo>
                  <a:cubicBezTo>
                    <a:pt x="329" y="88"/>
                    <a:pt x="329" y="88"/>
                    <a:pt x="329" y="88"/>
                  </a:cubicBezTo>
                  <a:cubicBezTo>
                    <a:pt x="332" y="88"/>
                    <a:pt x="336" y="91"/>
                    <a:pt x="339" y="93"/>
                  </a:cubicBezTo>
                  <a:cubicBezTo>
                    <a:pt x="337" y="96"/>
                    <a:pt x="336" y="100"/>
                    <a:pt x="333" y="102"/>
                  </a:cubicBezTo>
                  <a:cubicBezTo>
                    <a:pt x="329" y="105"/>
                    <a:pt x="324" y="108"/>
                    <a:pt x="319" y="110"/>
                  </a:cubicBezTo>
                  <a:cubicBezTo>
                    <a:pt x="304" y="116"/>
                    <a:pt x="291" y="126"/>
                    <a:pt x="282" y="141"/>
                  </a:cubicBezTo>
                  <a:cubicBezTo>
                    <a:pt x="280" y="145"/>
                    <a:pt x="279" y="149"/>
                    <a:pt x="277" y="152"/>
                  </a:cubicBezTo>
                  <a:cubicBezTo>
                    <a:pt x="275" y="155"/>
                    <a:pt x="273" y="158"/>
                    <a:pt x="270" y="158"/>
                  </a:cubicBezTo>
                  <a:cubicBezTo>
                    <a:pt x="269" y="158"/>
                    <a:pt x="267" y="156"/>
                    <a:pt x="265" y="154"/>
                  </a:cubicBezTo>
                  <a:cubicBezTo>
                    <a:pt x="262" y="157"/>
                    <a:pt x="261" y="160"/>
                    <a:pt x="259" y="162"/>
                  </a:cubicBezTo>
                  <a:cubicBezTo>
                    <a:pt x="250" y="169"/>
                    <a:pt x="240" y="175"/>
                    <a:pt x="231" y="182"/>
                  </a:cubicBezTo>
                  <a:cubicBezTo>
                    <a:pt x="211" y="201"/>
                    <a:pt x="192" y="221"/>
                    <a:pt x="176" y="243"/>
                  </a:cubicBezTo>
                  <a:cubicBezTo>
                    <a:pt x="164" y="260"/>
                    <a:pt x="153" y="277"/>
                    <a:pt x="154" y="298"/>
                  </a:cubicBezTo>
                  <a:cubicBezTo>
                    <a:pt x="154" y="312"/>
                    <a:pt x="162" y="325"/>
                    <a:pt x="176" y="329"/>
                  </a:cubicBezTo>
                  <a:cubicBezTo>
                    <a:pt x="190" y="334"/>
                    <a:pt x="205" y="337"/>
                    <a:pt x="219" y="341"/>
                  </a:cubicBezTo>
                  <a:cubicBezTo>
                    <a:pt x="221" y="342"/>
                    <a:pt x="224" y="343"/>
                    <a:pt x="225" y="345"/>
                  </a:cubicBezTo>
                  <a:cubicBezTo>
                    <a:pt x="231" y="357"/>
                    <a:pt x="231" y="369"/>
                    <a:pt x="229" y="382"/>
                  </a:cubicBezTo>
                  <a:cubicBezTo>
                    <a:pt x="229" y="387"/>
                    <a:pt x="230" y="392"/>
                    <a:pt x="229" y="396"/>
                  </a:cubicBezTo>
                  <a:cubicBezTo>
                    <a:pt x="227" y="412"/>
                    <a:pt x="223" y="427"/>
                    <a:pt x="222" y="442"/>
                  </a:cubicBezTo>
                  <a:cubicBezTo>
                    <a:pt x="220" y="456"/>
                    <a:pt x="223" y="471"/>
                    <a:pt x="218" y="484"/>
                  </a:cubicBezTo>
                  <a:cubicBezTo>
                    <a:pt x="213" y="503"/>
                    <a:pt x="213" y="522"/>
                    <a:pt x="213" y="540"/>
                  </a:cubicBezTo>
                  <a:cubicBezTo>
                    <a:pt x="213" y="550"/>
                    <a:pt x="214" y="560"/>
                    <a:pt x="211" y="568"/>
                  </a:cubicBezTo>
                  <a:cubicBezTo>
                    <a:pt x="206" y="582"/>
                    <a:pt x="201" y="596"/>
                    <a:pt x="203" y="610"/>
                  </a:cubicBezTo>
                  <a:cubicBezTo>
                    <a:pt x="203" y="622"/>
                    <a:pt x="204" y="633"/>
                    <a:pt x="205" y="645"/>
                  </a:cubicBezTo>
                  <a:cubicBezTo>
                    <a:pt x="205" y="647"/>
                    <a:pt x="203" y="652"/>
                    <a:pt x="201" y="652"/>
                  </a:cubicBezTo>
                  <a:cubicBezTo>
                    <a:pt x="200" y="653"/>
                    <a:pt x="198" y="653"/>
                    <a:pt x="197" y="653"/>
                  </a:cubicBezTo>
                  <a:cubicBezTo>
                    <a:pt x="194" y="653"/>
                    <a:pt x="192" y="652"/>
                    <a:pt x="190" y="652"/>
                  </a:cubicBezTo>
                  <a:cubicBezTo>
                    <a:pt x="185" y="649"/>
                    <a:pt x="180" y="646"/>
                    <a:pt x="175" y="642"/>
                  </a:cubicBezTo>
                  <a:cubicBezTo>
                    <a:pt x="161" y="633"/>
                    <a:pt x="143" y="629"/>
                    <a:pt x="132" y="615"/>
                  </a:cubicBezTo>
                  <a:cubicBezTo>
                    <a:pt x="129" y="611"/>
                    <a:pt x="124" y="609"/>
                    <a:pt x="119" y="607"/>
                  </a:cubicBezTo>
                  <a:cubicBezTo>
                    <a:pt x="109" y="602"/>
                    <a:pt x="98" y="597"/>
                    <a:pt x="87" y="593"/>
                  </a:cubicBezTo>
                  <a:cubicBezTo>
                    <a:pt x="81" y="590"/>
                    <a:pt x="75" y="588"/>
                    <a:pt x="68" y="587"/>
                  </a:cubicBezTo>
                  <a:cubicBezTo>
                    <a:pt x="68" y="587"/>
                    <a:pt x="68" y="587"/>
                    <a:pt x="68" y="587"/>
                  </a:cubicBezTo>
                  <a:cubicBezTo>
                    <a:pt x="66" y="587"/>
                    <a:pt x="62" y="593"/>
                    <a:pt x="62" y="595"/>
                  </a:cubicBezTo>
                  <a:cubicBezTo>
                    <a:pt x="67" y="608"/>
                    <a:pt x="69" y="624"/>
                    <a:pt x="78" y="634"/>
                  </a:cubicBezTo>
                  <a:cubicBezTo>
                    <a:pt x="92" y="652"/>
                    <a:pt x="110" y="666"/>
                    <a:pt x="126" y="682"/>
                  </a:cubicBezTo>
                  <a:cubicBezTo>
                    <a:pt x="137" y="692"/>
                    <a:pt x="149" y="701"/>
                    <a:pt x="159" y="712"/>
                  </a:cubicBezTo>
                  <a:cubicBezTo>
                    <a:pt x="167" y="721"/>
                    <a:pt x="174" y="732"/>
                    <a:pt x="182" y="741"/>
                  </a:cubicBezTo>
                  <a:cubicBezTo>
                    <a:pt x="195" y="755"/>
                    <a:pt x="205" y="771"/>
                    <a:pt x="225" y="776"/>
                  </a:cubicBezTo>
                  <a:cubicBezTo>
                    <a:pt x="228" y="777"/>
                    <a:pt x="229" y="781"/>
                    <a:pt x="232" y="783"/>
                  </a:cubicBezTo>
                  <a:cubicBezTo>
                    <a:pt x="236" y="787"/>
                    <a:pt x="241" y="792"/>
                    <a:pt x="246" y="793"/>
                  </a:cubicBezTo>
                  <a:cubicBezTo>
                    <a:pt x="254" y="795"/>
                    <a:pt x="262" y="796"/>
                    <a:pt x="270" y="796"/>
                  </a:cubicBezTo>
                  <a:cubicBezTo>
                    <a:pt x="273" y="796"/>
                    <a:pt x="275" y="795"/>
                    <a:pt x="278" y="795"/>
                  </a:cubicBezTo>
                  <a:cubicBezTo>
                    <a:pt x="282" y="795"/>
                    <a:pt x="286" y="790"/>
                    <a:pt x="287" y="787"/>
                  </a:cubicBezTo>
                  <a:cubicBezTo>
                    <a:pt x="289" y="780"/>
                    <a:pt x="292" y="776"/>
                    <a:pt x="298" y="776"/>
                  </a:cubicBezTo>
                  <a:cubicBezTo>
                    <a:pt x="299" y="776"/>
                    <a:pt x="300" y="776"/>
                    <a:pt x="301" y="777"/>
                  </a:cubicBezTo>
                  <a:cubicBezTo>
                    <a:pt x="302" y="777"/>
                    <a:pt x="303" y="777"/>
                    <a:pt x="304" y="777"/>
                  </a:cubicBezTo>
                  <a:cubicBezTo>
                    <a:pt x="309" y="777"/>
                    <a:pt x="313" y="775"/>
                    <a:pt x="315" y="769"/>
                  </a:cubicBezTo>
                  <a:cubicBezTo>
                    <a:pt x="315" y="767"/>
                    <a:pt x="319" y="765"/>
                    <a:pt x="322" y="765"/>
                  </a:cubicBezTo>
                  <a:cubicBezTo>
                    <a:pt x="332" y="765"/>
                    <a:pt x="338" y="759"/>
                    <a:pt x="341" y="751"/>
                  </a:cubicBezTo>
                  <a:cubicBezTo>
                    <a:pt x="345" y="740"/>
                    <a:pt x="348" y="728"/>
                    <a:pt x="346" y="716"/>
                  </a:cubicBezTo>
                  <a:cubicBezTo>
                    <a:pt x="345" y="709"/>
                    <a:pt x="344" y="703"/>
                    <a:pt x="344" y="697"/>
                  </a:cubicBezTo>
                  <a:cubicBezTo>
                    <a:pt x="343" y="684"/>
                    <a:pt x="344" y="672"/>
                    <a:pt x="343" y="660"/>
                  </a:cubicBezTo>
                  <a:cubicBezTo>
                    <a:pt x="343" y="644"/>
                    <a:pt x="341" y="628"/>
                    <a:pt x="339" y="613"/>
                  </a:cubicBezTo>
                  <a:cubicBezTo>
                    <a:pt x="338" y="600"/>
                    <a:pt x="339" y="588"/>
                    <a:pt x="337" y="576"/>
                  </a:cubicBezTo>
                  <a:cubicBezTo>
                    <a:pt x="334" y="562"/>
                    <a:pt x="332" y="548"/>
                    <a:pt x="326" y="535"/>
                  </a:cubicBezTo>
                  <a:cubicBezTo>
                    <a:pt x="317" y="511"/>
                    <a:pt x="320" y="486"/>
                    <a:pt x="313" y="461"/>
                  </a:cubicBezTo>
                  <a:cubicBezTo>
                    <a:pt x="309" y="445"/>
                    <a:pt x="313" y="427"/>
                    <a:pt x="314" y="410"/>
                  </a:cubicBezTo>
                  <a:cubicBezTo>
                    <a:pt x="314" y="398"/>
                    <a:pt x="315" y="387"/>
                    <a:pt x="317" y="376"/>
                  </a:cubicBezTo>
                  <a:cubicBezTo>
                    <a:pt x="320" y="357"/>
                    <a:pt x="323" y="339"/>
                    <a:pt x="328" y="320"/>
                  </a:cubicBezTo>
                  <a:cubicBezTo>
                    <a:pt x="329" y="314"/>
                    <a:pt x="331" y="307"/>
                    <a:pt x="336" y="302"/>
                  </a:cubicBezTo>
                  <a:cubicBezTo>
                    <a:pt x="351" y="287"/>
                    <a:pt x="359" y="268"/>
                    <a:pt x="369" y="249"/>
                  </a:cubicBezTo>
                  <a:cubicBezTo>
                    <a:pt x="371" y="244"/>
                    <a:pt x="377" y="237"/>
                    <a:pt x="376" y="233"/>
                  </a:cubicBezTo>
                  <a:cubicBezTo>
                    <a:pt x="371" y="221"/>
                    <a:pt x="375" y="215"/>
                    <a:pt x="387" y="211"/>
                  </a:cubicBezTo>
                  <a:cubicBezTo>
                    <a:pt x="389" y="211"/>
                    <a:pt x="390" y="209"/>
                    <a:pt x="391" y="207"/>
                  </a:cubicBezTo>
                  <a:cubicBezTo>
                    <a:pt x="400" y="199"/>
                    <a:pt x="410" y="190"/>
                    <a:pt x="419" y="181"/>
                  </a:cubicBezTo>
                  <a:cubicBezTo>
                    <a:pt x="435" y="166"/>
                    <a:pt x="451" y="151"/>
                    <a:pt x="467" y="135"/>
                  </a:cubicBezTo>
                  <a:cubicBezTo>
                    <a:pt x="475" y="127"/>
                    <a:pt x="483" y="118"/>
                    <a:pt x="492" y="110"/>
                  </a:cubicBezTo>
                  <a:cubicBezTo>
                    <a:pt x="497" y="105"/>
                    <a:pt x="502" y="100"/>
                    <a:pt x="507" y="95"/>
                  </a:cubicBezTo>
                  <a:cubicBezTo>
                    <a:pt x="523" y="78"/>
                    <a:pt x="516" y="58"/>
                    <a:pt x="512" y="40"/>
                  </a:cubicBezTo>
                  <a:cubicBezTo>
                    <a:pt x="508" y="21"/>
                    <a:pt x="490" y="15"/>
                    <a:pt x="473" y="9"/>
                  </a:cubicBezTo>
                  <a:cubicBezTo>
                    <a:pt x="467" y="7"/>
                    <a:pt x="462" y="3"/>
                    <a:pt x="456" y="2"/>
                  </a:cubicBezTo>
                  <a:cubicBezTo>
                    <a:pt x="435" y="2"/>
                    <a:pt x="413" y="0"/>
                    <a:pt x="39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59" name="Freeform 278">
              <a:extLst>
                <a:ext uri="{FF2B5EF4-FFF2-40B4-BE49-F238E27FC236}">
                  <a16:creationId xmlns:a16="http://schemas.microsoft.com/office/drawing/2014/main" id="{8230B048-8491-4394-A338-5181949D0101}"/>
                </a:ext>
              </a:extLst>
            </p:cNvPr>
            <p:cNvSpPr>
              <a:spLocks/>
            </p:cNvSpPr>
            <p:nvPr/>
          </p:nvSpPr>
          <p:spPr bwMode="auto">
            <a:xfrm>
              <a:off x="2062349" y="1546094"/>
              <a:ext cx="306219" cy="148433"/>
            </a:xfrm>
            <a:custGeom>
              <a:avLst/>
              <a:gdLst>
                <a:gd name="T0" fmla="*/ 362 w 841"/>
                <a:gd name="T1" fmla="*/ 0 h 407"/>
                <a:gd name="T2" fmla="*/ 299 w 841"/>
                <a:gd name="T3" fmla="*/ 7 h 407"/>
                <a:gd name="T4" fmla="*/ 283 w 841"/>
                <a:gd name="T5" fmla="*/ 30 h 407"/>
                <a:gd name="T6" fmla="*/ 298 w 841"/>
                <a:gd name="T7" fmla="*/ 63 h 407"/>
                <a:gd name="T8" fmla="*/ 326 w 841"/>
                <a:gd name="T9" fmla="*/ 97 h 407"/>
                <a:gd name="T10" fmla="*/ 327 w 841"/>
                <a:gd name="T11" fmla="*/ 113 h 407"/>
                <a:gd name="T12" fmla="*/ 292 w 841"/>
                <a:gd name="T13" fmla="*/ 157 h 407"/>
                <a:gd name="T14" fmla="*/ 265 w 841"/>
                <a:gd name="T15" fmla="*/ 175 h 407"/>
                <a:gd name="T16" fmla="*/ 250 w 841"/>
                <a:gd name="T17" fmla="*/ 180 h 407"/>
                <a:gd name="T18" fmla="*/ 228 w 841"/>
                <a:gd name="T19" fmla="*/ 192 h 407"/>
                <a:gd name="T20" fmla="*/ 170 w 841"/>
                <a:gd name="T21" fmla="*/ 213 h 407"/>
                <a:gd name="T22" fmla="*/ 133 w 841"/>
                <a:gd name="T23" fmla="*/ 227 h 407"/>
                <a:gd name="T24" fmla="*/ 48 w 841"/>
                <a:gd name="T25" fmla="*/ 244 h 407"/>
                <a:gd name="T26" fmla="*/ 22 w 841"/>
                <a:gd name="T27" fmla="*/ 270 h 407"/>
                <a:gd name="T28" fmla="*/ 14 w 841"/>
                <a:gd name="T29" fmla="*/ 281 h 407"/>
                <a:gd name="T30" fmla="*/ 0 w 841"/>
                <a:gd name="T31" fmla="*/ 298 h 407"/>
                <a:gd name="T32" fmla="*/ 7 w 841"/>
                <a:gd name="T33" fmla="*/ 333 h 407"/>
                <a:gd name="T34" fmla="*/ 11 w 841"/>
                <a:gd name="T35" fmla="*/ 349 h 407"/>
                <a:gd name="T36" fmla="*/ 33 w 841"/>
                <a:gd name="T37" fmla="*/ 385 h 407"/>
                <a:gd name="T38" fmla="*/ 78 w 841"/>
                <a:gd name="T39" fmla="*/ 401 h 407"/>
                <a:gd name="T40" fmla="*/ 100 w 841"/>
                <a:gd name="T41" fmla="*/ 403 h 407"/>
                <a:gd name="T42" fmla="*/ 121 w 841"/>
                <a:gd name="T43" fmla="*/ 407 h 407"/>
                <a:gd name="T44" fmla="*/ 132 w 841"/>
                <a:gd name="T45" fmla="*/ 406 h 407"/>
                <a:gd name="T46" fmla="*/ 154 w 841"/>
                <a:gd name="T47" fmla="*/ 403 h 407"/>
                <a:gd name="T48" fmla="*/ 161 w 841"/>
                <a:gd name="T49" fmla="*/ 403 h 407"/>
                <a:gd name="T50" fmla="*/ 168 w 841"/>
                <a:gd name="T51" fmla="*/ 403 h 407"/>
                <a:gd name="T52" fmla="*/ 178 w 841"/>
                <a:gd name="T53" fmla="*/ 403 h 407"/>
                <a:gd name="T54" fmla="*/ 225 w 841"/>
                <a:gd name="T55" fmla="*/ 397 h 407"/>
                <a:gd name="T56" fmla="*/ 305 w 841"/>
                <a:gd name="T57" fmla="*/ 382 h 407"/>
                <a:gd name="T58" fmla="*/ 309 w 841"/>
                <a:gd name="T59" fmla="*/ 380 h 407"/>
                <a:gd name="T60" fmla="*/ 328 w 841"/>
                <a:gd name="T61" fmla="*/ 370 h 407"/>
                <a:gd name="T62" fmla="*/ 368 w 841"/>
                <a:gd name="T63" fmla="*/ 357 h 407"/>
                <a:gd name="T64" fmla="*/ 386 w 841"/>
                <a:gd name="T65" fmla="*/ 353 h 407"/>
                <a:gd name="T66" fmla="*/ 412 w 841"/>
                <a:gd name="T67" fmla="*/ 343 h 407"/>
                <a:gd name="T68" fmla="*/ 454 w 841"/>
                <a:gd name="T69" fmla="*/ 334 h 407"/>
                <a:gd name="T70" fmla="*/ 525 w 841"/>
                <a:gd name="T71" fmla="*/ 304 h 407"/>
                <a:gd name="T72" fmla="*/ 605 w 841"/>
                <a:gd name="T73" fmla="*/ 271 h 407"/>
                <a:gd name="T74" fmla="*/ 677 w 841"/>
                <a:gd name="T75" fmla="*/ 244 h 407"/>
                <a:gd name="T76" fmla="*/ 716 w 841"/>
                <a:gd name="T77" fmla="*/ 232 h 407"/>
                <a:gd name="T78" fmla="*/ 785 w 841"/>
                <a:gd name="T79" fmla="*/ 213 h 407"/>
                <a:gd name="T80" fmla="*/ 807 w 841"/>
                <a:gd name="T81" fmla="*/ 196 h 407"/>
                <a:gd name="T82" fmla="*/ 828 w 841"/>
                <a:gd name="T83" fmla="*/ 164 h 407"/>
                <a:gd name="T84" fmla="*/ 821 w 841"/>
                <a:gd name="T85" fmla="*/ 116 h 407"/>
                <a:gd name="T86" fmla="*/ 784 w 841"/>
                <a:gd name="T87" fmla="*/ 106 h 407"/>
                <a:gd name="T88" fmla="*/ 768 w 841"/>
                <a:gd name="T89" fmla="*/ 109 h 407"/>
                <a:gd name="T90" fmla="*/ 698 w 841"/>
                <a:gd name="T91" fmla="*/ 128 h 407"/>
                <a:gd name="T92" fmla="*/ 674 w 841"/>
                <a:gd name="T93" fmla="*/ 132 h 407"/>
                <a:gd name="T94" fmla="*/ 622 w 841"/>
                <a:gd name="T95" fmla="*/ 133 h 407"/>
                <a:gd name="T96" fmla="*/ 586 w 841"/>
                <a:gd name="T97" fmla="*/ 137 h 407"/>
                <a:gd name="T98" fmla="*/ 573 w 841"/>
                <a:gd name="T99" fmla="*/ 136 h 407"/>
                <a:gd name="T100" fmla="*/ 564 w 841"/>
                <a:gd name="T101" fmla="*/ 128 h 407"/>
                <a:gd name="T102" fmla="*/ 551 w 841"/>
                <a:gd name="T103" fmla="*/ 86 h 407"/>
                <a:gd name="T104" fmla="*/ 530 w 841"/>
                <a:gd name="T105" fmla="*/ 55 h 407"/>
                <a:gd name="T106" fmla="*/ 534 w 841"/>
                <a:gd name="T107" fmla="*/ 52 h 407"/>
                <a:gd name="T108" fmla="*/ 523 w 841"/>
                <a:gd name="T109" fmla="*/ 38 h 407"/>
                <a:gd name="T110" fmla="*/ 514 w 841"/>
                <a:gd name="T111" fmla="*/ 30 h 407"/>
                <a:gd name="T112" fmla="*/ 508 w 841"/>
                <a:gd name="T113" fmla="*/ 28 h 407"/>
                <a:gd name="T114" fmla="*/ 472 w 841"/>
                <a:gd name="T115" fmla="*/ 12 h 407"/>
                <a:gd name="T116" fmla="*/ 408 w 841"/>
                <a:gd name="T117" fmla="*/ 0 h 407"/>
                <a:gd name="T118" fmla="*/ 362 w 841"/>
                <a:gd name="T119"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41" h="407">
                  <a:moveTo>
                    <a:pt x="362" y="0"/>
                  </a:moveTo>
                  <a:cubicBezTo>
                    <a:pt x="341" y="0"/>
                    <a:pt x="320" y="1"/>
                    <a:pt x="299" y="7"/>
                  </a:cubicBezTo>
                  <a:cubicBezTo>
                    <a:pt x="287" y="11"/>
                    <a:pt x="280" y="19"/>
                    <a:pt x="283" y="30"/>
                  </a:cubicBezTo>
                  <a:cubicBezTo>
                    <a:pt x="286" y="41"/>
                    <a:pt x="292" y="52"/>
                    <a:pt x="298" y="63"/>
                  </a:cubicBezTo>
                  <a:cubicBezTo>
                    <a:pt x="305" y="76"/>
                    <a:pt x="321" y="82"/>
                    <a:pt x="326" y="97"/>
                  </a:cubicBezTo>
                  <a:cubicBezTo>
                    <a:pt x="327" y="102"/>
                    <a:pt x="329" y="109"/>
                    <a:pt x="327" y="113"/>
                  </a:cubicBezTo>
                  <a:cubicBezTo>
                    <a:pt x="319" y="130"/>
                    <a:pt x="308" y="146"/>
                    <a:pt x="292" y="157"/>
                  </a:cubicBezTo>
                  <a:cubicBezTo>
                    <a:pt x="283" y="163"/>
                    <a:pt x="274" y="169"/>
                    <a:pt x="265" y="175"/>
                  </a:cubicBezTo>
                  <a:cubicBezTo>
                    <a:pt x="260" y="178"/>
                    <a:pt x="254" y="178"/>
                    <a:pt x="250" y="180"/>
                  </a:cubicBezTo>
                  <a:cubicBezTo>
                    <a:pt x="242" y="184"/>
                    <a:pt x="236" y="189"/>
                    <a:pt x="228" y="192"/>
                  </a:cubicBezTo>
                  <a:cubicBezTo>
                    <a:pt x="209" y="199"/>
                    <a:pt x="190" y="205"/>
                    <a:pt x="170" y="213"/>
                  </a:cubicBezTo>
                  <a:cubicBezTo>
                    <a:pt x="158" y="217"/>
                    <a:pt x="146" y="224"/>
                    <a:pt x="133" y="227"/>
                  </a:cubicBezTo>
                  <a:cubicBezTo>
                    <a:pt x="105" y="233"/>
                    <a:pt x="77" y="238"/>
                    <a:pt x="48" y="244"/>
                  </a:cubicBezTo>
                  <a:cubicBezTo>
                    <a:pt x="35" y="246"/>
                    <a:pt x="23" y="257"/>
                    <a:pt x="22" y="270"/>
                  </a:cubicBezTo>
                  <a:cubicBezTo>
                    <a:pt x="21" y="276"/>
                    <a:pt x="18" y="278"/>
                    <a:pt x="14" y="281"/>
                  </a:cubicBezTo>
                  <a:cubicBezTo>
                    <a:pt x="8" y="286"/>
                    <a:pt x="0" y="292"/>
                    <a:pt x="0" y="298"/>
                  </a:cubicBezTo>
                  <a:cubicBezTo>
                    <a:pt x="0" y="310"/>
                    <a:pt x="4" y="321"/>
                    <a:pt x="7" y="333"/>
                  </a:cubicBezTo>
                  <a:cubicBezTo>
                    <a:pt x="8" y="338"/>
                    <a:pt x="9" y="344"/>
                    <a:pt x="11" y="349"/>
                  </a:cubicBezTo>
                  <a:cubicBezTo>
                    <a:pt x="16" y="363"/>
                    <a:pt x="20" y="378"/>
                    <a:pt x="33" y="385"/>
                  </a:cubicBezTo>
                  <a:cubicBezTo>
                    <a:pt x="46" y="393"/>
                    <a:pt x="62" y="396"/>
                    <a:pt x="78" y="401"/>
                  </a:cubicBezTo>
                  <a:cubicBezTo>
                    <a:pt x="85" y="403"/>
                    <a:pt x="93" y="401"/>
                    <a:pt x="100" y="403"/>
                  </a:cubicBezTo>
                  <a:cubicBezTo>
                    <a:pt x="107" y="406"/>
                    <a:pt x="114" y="407"/>
                    <a:pt x="121" y="407"/>
                  </a:cubicBezTo>
                  <a:cubicBezTo>
                    <a:pt x="125" y="407"/>
                    <a:pt x="128" y="407"/>
                    <a:pt x="132" y="406"/>
                  </a:cubicBezTo>
                  <a:cubicBezTo>
                    <a:pt x="140" y="404"/>
                    <a:pt x="147" y="403"/>
                    <a:pt x="154" y="403"/>
                  </a:cubicBezTo>
                  <a:cubicBezTo>
                    <a:pt x="157" y="403"/>
                    <a:pt x="159" y="403"/>
                    <a:pt x="161" y="403"/>
                  </a:cubicBezTo>
                  <a:cubicBezTo>
                    <a:pt x="164" y="403"/>
                    <a:pt x="166" y="403"/>
                    <a:pt x="168" y="403"/>
                  </a:cubicBezTo>
                  <a:cubicBezTo>
                    <a:pt x="171" y="403"/>
                    <a:pt x="174" y="403"/>
                    <a:pt x="178" y="403"/>
                  </a:cubicBezTo>
                  <a:cubicBezTo>
                    <a:pt x="193" y="402"/>
                    <a:pt x="209" y="400"/>
                    <a:pt x="225" y="397"/>
                  </a:cubicBezTo>
                  <a:cubicBezTo>
                    <a:pt x="252" y="392"/>
                    <a:pt x="278" y="387"/>
                    <a:pt x="305" y="382"/>
                  </a:cubicBezTo>
                  <a:cubicBezTo>
                    <a:pt x="307" y="382"/>
                    <a:pt x="308" y="380"/>
                    <a:pt x="309" y="380"/>
                  </a:cubicBezTo>
                  <a:cubicBezTo>
                    <a:pt x="316" y="376"/>
                    <a:pt x="322" y="373"/>
                    <a:pt x="328" y="370"/>
                  </a:cubicBezTo>
                  <a:cubicBezTo>
                    <a:pt x="341" y="366"/>
                    <a:pt x="355" y="362"/>
                    <a:pt x="368" y="357"/>
                  </a:cubicBezTo>
                  <a:cubicBezTo>
                    <a:pt x="374" y="356"/>
                    <a:pt x="380" y="355"/>
                    <a:pt x="386" y="353"/>
                  </a:cubicBezTo>
                  <a:cubicBezTo>
                    <a:pt x="395" y="350"/>
                    <a:pt x="403" y="346"/>
                    <a:pt x="412" y="343"/>
                  </a:cubicBezTo>
                  <a:cubicBezTo>
                    <a:pt x="426" y="340"/>
                    <a:pt x="441" y="339"/>
                    <a:pt x="454" y="334"/>
                  </a:cubicBezTo>
                  <a:cubicBezTo>
                    <a:pt x="478" y="325"/>
                    <a:pt x="501" y="314"/>
                    <a:pt x="525" y="304"/>
                  </a:cubicBezTo>
                  <a:cubicBezTo>
                    <a:pt x="552" y="292"/>
                    <a:pt x="579" y="281"/>
                    <a:pt x="605" y="271"/>
                  </a:cubicBezTo>
                  <a:cubicBezTo>
                    <a:pt x="629" y="261"/>
                    <a:pt x="653" y="252"/>
                    <a:pt x="677" y="244"/>
                  </a:cubicBezTo>
                  <a:cubicBezTo>
                    <a:pt x="690" y="239"/>
                    <a:pt x="703" y="236"/>
                    <a:pt x="716" y="232"/>
                  </a:cubicBezTo>
                  <a:cubicBezTo>
                    <a:pt x="739" y="225"/>
                    <a:pt x="762" y="218"/>
                    <a:pt x="785" y="213"/>
                  </a:cubicBezTo>
                  <a:cubicBezTo>
                    <a:pt x="796" y="210"/>
                    <a:pt x="801" y="204"/>
                    <a:pt x="807" y="196"/>
                  </a:cubicBezTo>
                  <a:cubicBezTo>
                    <a:pt x="814" y="185"/>
                    <a:pt x="820" y="173"/>
                    <a:pt x="828" y="164"/>
                  </a:cubicBezTo>
                  <a:cubicBezTo>
                    <a:pt x="841" y="149"/>
                    <a:pt x="838" y="124"/>
                    <a:pt x="821" y="116"/>
                  </a:cubicBezTo>
                  <a:cubicBezTo>
                    <a:pt x="809" y="111"/>
                    <a:pt x="797" y="106"/>
                    <a:pt x="784" y="106"/>
                  </a:cubicBezTo>
                  <a:cubicBezTo>
                    <a:pt x="779" y="106"/>
                    <a:pt x="774" y="107"/>
                    <a:pt x="768" y="109"/>
                  </a:cubicBezTo>
                  <a:cubicBezTo>
                    <a:pt x="745" y="116"/>
                    <a:pt x="721" y="122"/>
                    <a:pt x="698" y="128"/>
                  </a:cubicBezTo>
                  <a:cubicBezTo>
                    <a:pt x="690" y="130"/>
                    <a:pt x="682" y="131"/>
                    <a:pt x="674" y="132"/>
                  </a:cubicBezTo>
                  <a:cubicBezTo>
                    <a:pt x="657" y="132"/>
                    <a:pt x="639" y="131"/>
                    <a:pt x="622" y="133"/>
                  </a:cubicBezTo>
                  <a:cubicBezTo>
                    <a:pt x="610" y="135"/>
                    <a:pt x="598" y="137"/>
                    <a:pt x="586" y="137"/>
                  </a:cubicBezTo>
                  <a:cubicBezTo>
                    <a:pt x="582" y="137"/>
                    <a:pt x="578" y="137"/>
                    <a:pt x="573" y="136"/>
                  </a:cubicBezTo>
                  <a:cubicBezTo>
                    <a:pt x="568" y="135"/>
                    <a:pt x="566" y="135"/>
                    <a:pt x="564" y="128"/>
                  </a:cubicBezTo>
                  <a:cubicBezTo>
                    <a:pt x="561" y="114"/>
                    <a:pt x="557" y="100"/>
                    <a:pt x="551" y="86"/>
                  </a:cubicBezTo>
                  <a:cubicBezTo>
                    <a:pt x="545" y="75"/>
                    <a:pt x="537" y="66"/>
                    <a:pt x="530" y="55"/>
                  </a:cubicBezTo>
                  <a:cubicBezTo>
                    <a:pt x="531" y="54"/>
                    <a:pt x="533" y="53"/>
                    <a:pt x="534" y="52"/>
                  </a:cubicBezTo>
                  <a:cubicBezTo>
                    <a:pt x="529" y="49"/>
                    <a:pt x="522" y="48"/>
                    <a:pt x="523" y="38"/>
                  </a:cubicBezTo>
                  <a:cubicBezTo>
                    <a:pt x="524" y="36"/>
                    <a:pt x="518" y="33"/>
                    <a:pt x="514" y="30"/>
                  </a:cubicBezTo>
                  <a:cubicBezTo>
                    <a:pt x="512" y="29"/>
                    <a:pt x="510" y="29"/>
                    <a:pt x="508" y="28"/>
                  </a:cubicBezTo>
                  <a:cubicBezTo>
                    <a:pt x="496" y="23"/>
                    <a:pt x="484" y="15"/>
                    <a:pt x="472" y="12"/>
                  </a:cubicBezTo>
                  <a:cubicBezTo>
                    <a:pt x="451" y="7"/>
                    <a:pt x="430" y="1"/>
                    <a:pt x="408" y="0"/>
                  </a:cubicBezTo>
                  <a:cubicBezTo>
                    <a:pt x="393" y="0"/>
                    <a:pt x="377" y="0"/>
                    <a:pt x="36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0" name="Freeform 279">
              <a:extLst>
                <a:ext uri="{FF2B5EF4-FFF2-40B4-BE49-F238E27FC236}">
                  <a16:creationId xmlns:a16="http://schemas.microsoft.com/office/drawing/2014/main" id="{C7F28500-689F-47A9-B744-89763E92D6B8}"/>
                </a:ext>
              </a:extLst>
            </p:cNvPr>
            <p:cNvSpPr>
              <a:spLocks/>
            </p:cNvSpPr>
            <p:nvPr/>
          </p:nvSpPr>
          <p:spPr bwMode="auto">
            <a:xfrm>
              <a:off x="2259580" y="1824254"/>
              <a:ext cx="101260" cy="94346"/>
            </a:xfrm>
            <a:custGeom>
              <a:avLst/>
              <a:gdLst>
                <a:gd name="T0" fmla="*/ 65 w 278"/>
                <a:gd name="T1" fmla="*/ 0 h 258"/>
                <a:gd name="T2" fmla="*/ 32 w 278"/>
                <a:gd name="T3" fmla="*/ 4 h 258"/>
                <a:gd name="T4" fmla="*/ 1 w 278"/>
                <a:gd name="T5" fmla="*/ 32 h 258"/>
                <a:gd name="T6" fmla="*/ 1 w 278"/>
                <a:gd name="T7" fmla="*/ 38 h 258"/>
                <a:gd name="T8" fmla="*/ 6 w 278"/>
                <a:gd name="T9" fmla="*/ 50 h 258"/>
                <a:gd name="T10" fmla="*/ 30 w 278"/>
                <a:gd name="T11" fmla="*/ 89 h 258"/>
                <a:gd name="T12" fmla="*/ 37 w 278"/>
                <a:gd name="T13" fmla="*/ 102 h 258"/>
                <a:gd name="T14" fmla="*/ 51 w 278"/>
                <a:gd name="T15" fmla="*/ 130 h 258"/>
                <a:gd name="T16" fmla="*/ 72 w 278"/>
                <a:gd name="T17" fmla="*/ 158 h 258"/>
                <a:gd name="T18" fmla="*/ 88 w 278"/>
                <a:gd name="T19" fmla="*/ 184 h 258"/>
                <a:gd name="T20" fmla="*/ 105 w 278"/>
                <a:gd name="T21" fmla="*/ 206 h 258"/>
                <a:gd name="T22" fmla="*/ 105 w 278"/>
                <a:gd name="T23" fmla="*/ 207 h 258"/>
                <a:gd name="T24" fmla="*/ 150 w 278"/>
                <a:gd name="T25" fmla="*/ 249 h 258"/>
                <a:gd name="T26" fmla="*/ 175 w 278"/>
                <a:gd name="T27" fmla="*/ 258 h 258"/>
                <a:gd name="T28" fmla="*/ 177 w 278"/>
                <a:gd name="T29" fmla="*/ 258 h 258"/>
                <a:gd name="T30" fmla="*/ 209 w 278"/>
                <a:gd name="T31" fmla="*/ 247 h 258"/>
                <a:gd name="T32" fmla="*/ 261 w 278"/>
                <a:gd name="T33" fmla="*/ 197 h 258"/>
                <a:gd name="T34" fmla="*/ 266 w 278"/>
                <a:gd name="T35" fmla="*/ 182 h 258"/>
                <a:gd name="T36" fmla="*/ 278 w 278"/>
                <a:gd name="T37" fmla="*/ 143 h 258"/>
                <a:gd name="T38" fmla="*/ 260 w 278"/>
                <a:gd name="T39" fmla="*/ 87 h 258"/>
                <a:gd name="T40" fmla="*/ 206 w 278"/>
                <a:gd name="T41" fmla="*/ 27 h 258"/>
                <a:gd name="T42" fmla="*/ 198 w 278"/>
                <a:gd name="T43" fmla="*/ 23 h 258"/>
                <a:gd name="T44" fmla="*/ 157 w 278"/>
                <a:gd name="T45" fmla="*/ 13 h 258"/>
                <a:gd name="T46" fmla="*/ 111 w 278"/>
                <a:gd name="T47" fmla="*/ 2 h 258"/>
                <a:gd name="T48" fmla="*/ 65 w 278"/>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8" h="258">
                  <a:moveTo>
                    <a:pt x="65" y="0"/>
                  </a:moveTo>
                  <a:cubicBezTo>
                    <a:pt x="54" y="0"/>
                    <a:pt x="43" y="1"/>
                    <a:pt x="32" y="4"/>
                  </a:cubicBezTo>
                  <a:cubicBezTo>
                    <a:pt x="16" y="7"/>
                    <a:pt x="8" y="19"/>
                    <a:pt x="1" y="32"/>
                  </a:cubicBezTo>
                  <a:cubicBezTo>
                    <a:pt x="0" y="33"/>
                    <a:pt x="1" y="36"/>
                    <a:pt x="1" y="38"/>
                  </a:cubicBezTo>
                  <a:cubicBezTo>
                    <a:pt x="3" y="42"/>
                    <a:pt x="4" y="46"/>
                    <a:pt x="6" y="50"/>
                  </a:cubicBezTo>
                  <a:cubicBezTo>
                    <a:pt x="11" y="65"/>
                    <a:pt x="17" y="79"/>
                    <a:pt x="30" y="89"/>
                  </a:cubicBezTo>
                  <a:cubicBezTo>
                    <a:pt x="33" y="92"/>
                    <a:pt x="35" y="97"/>
                    <a:pt x="37" y="102"/>
                  </a:cubicBezTo>
                  <a:cubicBezTo>
                    <a:pt x="41" y="111"/>
                    <a:pt x="45" y="121"/>
                    <a:pt x="51" y="130"/>
                  </a:cubicBezTo>
                  <a:cubicBezTo>
                    <a:pt x="57" y="140"/>
                    <a:pt x="65" y="148"/>
                    <a:pt x="72" y="158"/>
                  </a:cubicBezTo>
                  <a:cubicBezTo>
                    <a:pt x="77" y="166"/>
                    <a:pt x="82" y="176"/>
                    <a:pt x="88" y="184"/>
                  </a:cubicBezTo>
                  <a:cubicBezTo>
                    <a:pt x="93" y="192"/>
                    <a:pt x="92" y="205"/>
                    <a:pt x="105" y="206"/>
                  </a:cubicBezTo>
                  <a:cubicBezTo>
                    <a:pt x="105" y="207"/>
                    <a:pt x="105" y="207"/>
                    <a:pt x="105" y="207"/>
                  </a:cubicBezTo>
                  <a:cubicBezTo>
                    <a:pt x="120" y="221"/>
                    <a:pt x="134" y="237"/>
                    <a:pt x="150" y="249"/>
                  </a:cubicBezTo>
                  <a:cubicBezTo>
                    <a:pt x="156" y="254"/>
                    <a:pt x="167" y="258"/>
                    <a:pt x="175" y="258"/>
                  </a:cubicBezTo>
                  <a:cubicBezTo>
                    <a:pt x="176" y="258"/>
                    <a:pt x="177" y="258"/>
                    <a:pt x="177" y="258"/>
                  </a:cubicBezTo>
                  <a:cubicBezTo>
                    <a:pt x="188" y="257"/>
                    <a:pt x="199" y="252"/>
                    <a:pt x="209" y="247"/>
                  </a:cubicBezTo>
                  <a:cubicBezTo>
                    <a:pt x="231" y="236"/>
                    <a:pt x="250" y="220"/>
                    <a:pt x="261" y="197"/>
                  </a:cubicBezTo>
                  <a:cubicBezTo>
                    <a:pt x="264" y="192"/>
                    <a:pt x="265" y="187"/>
                    <a:pt x="266" y="182"/>
                  </a:cubicBezTo>
                  <a:cubicBezTo>
                    <a:pt x="271" y="167"/>
                    <a:pt x="275" y="152"/>
                    <a:pt x="278" y="143"/>
                  </a:cubicBezTo>
                  <a:cubicBezTo>
                    <a:pt x="277" y="118"/>
                    <a:pt x="268" y="103"/>
                    <a:pt x="260" y="87"/>
                  </a:cubicBezTo>
                  <a:cubicBezTo>
                    <a:pt x="247" y="63"/>
                    <a:pt x="227" y="45"/>
                    <a:pt x="206" y="27"/>
                  </a:cubicBezTo>
                  <a:cubicBezTo>
                    <a:pt x="204" y="25"/>
                    <a:pt x="201" y="23"/>
                    <a:pt x="198" y="23"/>
                  </a:cubicBezTo>
                  <a:cubicBezTo>
                    <a:pt x="184" y="19"/>
                    <a:pt x="171" y="17"/>
                    <a:pt x="157" y="13"/>
                  </a:cubicBezTo>
                  <a:cubicBezTo>
                    <a:pt x="142" y="10"/>
                    <a:pt x="127" y="3"/>
                    <a:pt x="111" y="2"/>
                  </a:cubicBezTo>
                  <a:cubicBezTo>
                    <a:pt x="96" y="2"/>
                    <a:pt x="81" y="0"/>
                    <a:pt x="6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1" name="Freeform 280">
              <a:extLst>
                <a:ext uri="{FF2B5EF4-FFF2-40B4-BE49-F238E27FC236}">
                  <a16:creationId xmlns:a16="http://schemas.microsoft.com/office/drawing/2014/main" id="{55768780-7694-4331-B2B8-62D91AC72D80}"/>
                </a:ext>
              </a:extLst>
            </p:cNvPr>
            <p:cNvSpPr>
              <a:spLocks/>
            </p:cNvSpPr>
            <p:nvPr/>
          </p:nvSpPr>
          <p:spPr bwMode="auto">
            <a:xfrm>
              <a:off x="2072922" y="1886473"/>
              <a:ext cx="75640" cy="54900"/>
            </a:xfrm>
            <a:custGeom>
              <a:avLst/>
              <a:gdLst>
                <a:gd name="T0" fmla="*/ 40 w 207"/>
                <a:gd name="T1" fmla="*/ 0 h 151"/>
                <a:gd name="T2" fmla="*/ 29 w 207"/>
                <a:gd name="T3" fmla="*/ 10 h 151"/>
                <a:gd name="T4" fmla="*/ 3 w 207"/>
                <a:gd name="T5" fmla="*/ 47 h 151"/>
                <a:gd name="T6" fmla="*/ 0 w 207"/>
                <a:gd name="T7" fmla="*/ 56 h 151"/>
                <a:gd name="T8" fmla="*/ 0 w 207"/>
                <a:gd name="T9" fmla="*/ 97 h 151"/>
                <a:gd name="T10" fmla="*/ 20 w 207"/>
                <a:gd name="T11" fmla="*/ 135 h 151"/>
                <a:gd name="T12" fmla="*/ 42 w 207"/>
                <a:gd name="T13" fmla="*/ 147 h 151"/>
                <a:gd name="T14" fmla="*/ 56 w 207"/>
                <a:gd name="T15" fmla="*/ 151 h 151"/>
                <a:gd name="T16" fmla="*/ 65 w 207"/>
                <a:gd name="T17" fmla="*/ 149 h 151"/>
                <a:gd name="T18" fmla="*/ 113 w 207"/>
                <a:gd name="T19" fmla="*/ 124 h 151"/>
                <a:gd name="T20" fmla="*/ 125 w 207"/>
                <a:gd name="T21" fmla="*/ 113 h 151"/>
                <a:gd name="T22" fmla="*/ 165 w 207"/>
                <a:gd name="T23" fmla="*/ 59 h 151"/>
                <a:gd name="T24" fmla="*/ 184 w 207"/>
                <a:gd name="T25" fmla="*/ 44 h 151"/>
                <a:gd name="T26" fmla="*/ 204 w 207"/>
                <a:gd name="T27" fmla="*/ 20 h 151"/>
                <a:gd name="T28" fmla="*/ 195 w 207"/>
                <a:gd name="T29" fmla="*/ 6 h 151"/>
                <a:gd name="T30" fmla="*/ 192 w 207"/>
                <a:gd name="T31" fmla="*/ 6 h 151"/>
                <a:gd name="T32" fmla="*/ 122 w 207"/>
                <a:gd name="T33" fmla="*/ 17 h 151"/>
                <a:gd name="T34" fmla="*/ 101 w 207"/>
                <a:gd name="T35" fmla="*/ 19 h 151"/>
                <a:gd name="T36" fmla="*/ 82 w 207"/>
                <a:gd name="T37" fmla="*/ 14 h 151"/>
                <a:gd name="T38" fmla="*/ 51 w 207"/>
                <a:gd name="T39" fmla="*/ 2 h 151"/>
                <a:gd name="T40" fmla="*/ 42 w 207"/>
                <a:gd name="T41" fmla="*/ 3 h 151"/>
                <a:gd name="T42" fmla="*/ 40 w 207"/>
                <a:gd name="T43"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 h="151">
                  <a:moveTo>
                    <a:pt x="40" y="0"/>
                  </a:moveTo>
                  <a:cubicBezTo>
                    <a:pt x="36" y="3"/>
                    <a:pt x="32" y="6"/>
                    <a:pt x="29" y="10"/>
                  </a:cubicBezTo>
                  <a:cubicBezTo>
                    <a:pt x="20" y="22"/>
                    <a:pt x="12" y="35"/>
                    <a:pt x="3" y="47"/>
                  </a:cubicBezTo>
                  <a:cubicBezTo>
                    <a:pt x="1" y="50"/>
                    <a:pt x="0" y="53"/>
                    <a:pt x="0" y="56"/>
                  </a:cubicBezTo>
                  <a:cubicBezTo>
                    <a:pt x="0" y="69"/>
                    <a:pt x="0" y="83"/>
                    <a:pt x="0" y="97"/>
                  </a:cubicBezTo>
                  <a:cubicBezTo>
                    <a:pt x="0" y="113"/>
                    <a:pt x="5" y="126"/>
                    <a:pt x="20" y="135"/>
                  </a:cubicBezTo>
                  <a:cubicBezTo>
                    <a:pt x="27" y="139"/>
                    <a:pt x="35" y="142"/>
                    <a:pt x="42" y="147"/>
                  </a:cubicBezTo>
                  <a:cubicBezTo>
                    <a:pt x="47" y="150"/>
                    <a:pt x="51" y="151"/>
                    <a:pt x="56" y="151"/>
                  </a:cubicBezTo>
                  <a:cubicBezTo>
                    <a:pt x="59" y="151"/>
                    <a:pt x="62" y="150"/>
                    <a:pt x="65" y="149"/>
                  </a:cubicBezTo>
                  <a:cubicBezTo>
                    <a:pt x="81" y="141"/>
                    <a:pt x="97" y="132"/>
                    <a:pt x="113" y="124"/>
                  </a:cubicBezTo>
                  <a:cubicBezTo>
                    <a:pt x="117" y="121"/>
                    <a:pt x="123" y="117"/>
                    <a:pt x="125" y="113"/>
                  </a:cubicBezTo>
                  <a:cubicBezTo>
                    <a:pt x="136" y="93"/>
                    <a:pt x="148" y="74"/>
                    <a:pt x="165" y="59"/>
                  </a:cubicBezTo>
                  <a:cubicBezTo>
                    <a:pt x="171" y="54"/>
                    <a:pt x="177" y="46"/>
                    <a:pt x="184" y="44"/>
                  </a:cubicBezTo>
                  <a:cubicBezTo>
                    <a:pt x="196" y="40"/>
                    <a:pt x="201" y="31"/>
                    <a:pt x="204" y="20"/>
                  </a:cubicBezTo>
                  <a:cubicBezTo>
                    <a:pt x="207" y="12"/>
                    <a:pt x="203" y="6"/>
                    <a:pt x="195" y="6"/>
                  </a:cubicBezTo>
                  <a:cubicBezTo>
                    <a:pt x="194" y="6"/>
                    <a:pt x="193" y="6"/>
                    <a:pt x="192" y="6"/>
                  </a:cubicBezTo>
                  <a:cubicBezTo>
                    <a:pt x="169" y="9"/>
                    <a:pt x="145" y="14"/>
                    <a:pt x="122" y="17"/>
                  </a:cubicBezTo>
                  <a:cubicBezTo>
                    <a:pt x="115" y="18"/>
                    <a:pt x="108" y="19"/>
                    <a:pt x="101" y="19"/>
                  </a:cubicBezTo>
                  <a:cubicBezTo>
                    <a:pt x="95" y="19"/>
                    <a:pt x="88" y="18"/>
                    <a:pt x="82" y="14"/>
                  </a:cubicBezTo>
                  <a:cubicBezTo>
                    <a:pt x="72" y="7"/>
                    <a:pt x="63" y="2"/>
                    <a:pt x="51" y="2"/>
                  </a:cubicBezTo>
                  <a:cubicBezTo>
                    <a:pt x="48" y="2"/>
                    <a:pt x="45" y="2"/>
                    <a:pt x="42" y="3"/>
                  </a:cubicBezTo>
                  <a:cubicBezTo>
                    <a:pt x="41" y="2"/>
                    <a:pt x="41" y="1"/>
                    <a:pt x="4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2" name="Freeform 281">
              <a:extLst>
                <a:ext uri="{FF2B5EF4-FFF2-40B4-BE49-F238E27FC236}">
                  <a16:creationId xmlns:a16="http://schemas.microsoft.com/office/drawing/2014/main" id="{F8725C78-EA29-4BFF-8B43-E03504539BAD}"/>
                </a:ext>
              </a:extLst>
            </p:cNvPr>
            <p:cNvSpPr>
              <a:spLocks/>
            </p:cNvSpPr>
            <p:nvPr/>
          </p:nvSpPr>
          <p:spPr bwMode="auto">
            <a:xfrm>
              <a:off x="1626811" y="2122744"/>
              <a:ext cx="90280" cy="89467"/>
            </a:xfrm>
            <a:custGeom>
              <a:avLst/>
              <a:gdLst>
                <a:gd name="T0" fmla="*/ 248 w 248"/>
                <a:gd name="T1" fmla="*/ 0 h 245"/>
                <a:gd name="T2" fmla="*/ 171 w 248"/>
                <a:gd name="T3" fmla="*/ 0 h 245"/>
                <a:gd name="T4" fmla="*/ 171 w 248"/>
                <a:gd name="T5" fmla="*/ 9 h 245"/>
                <a:gd name="T6" fmla="*/ 185 w 248"/>
                <a:gd name="T7" fmla="*/ 13 h 245"/>
                <a:gd name="T8" fmla="*/ 191 w 248"/>
                <a:gd name="T9" fmla="*/ 18 h 245"/>
                <a:gd name="T10" fmla="*/ 194 w 248"/>
                <a:gd name="T11" fmla="*/ 27 h 245"/>
                <a:gd name="T12" fmla="*/ 195 w 248"/>
                <a:gd name="T13" fmla="*/ 45 h 245"/>
                <a:gd name="T14" fmla="*/ 195 w 248"/>
                <a:gd name="T15" fmla="*/ 82 h 245"/>
                <a:gd name="T16" fmla="*/ 196 w 248"/>
                <a:gd name="T17" fmla="*/ 141 h 245"/>
                <a:gd name="T18" fmla="*/ 198 w 248"/>
                <a:gd name="T19" fmla="*/ 184 h 245"/>
                <a:gd name="T20" fmla="*/ 195 w 248"/>
                <a:gd name="T21" fmla="*/ 184 h 245"/>
                <a:gd name="T22" fmla="*/ 184 w 248"/>
                <a:gd name="T23" fmla="*/ 166 h 245"/>
                <a:gd name="T24" fmla="*/ 171 w 248"/>
                <a:gd name="T25" fmla="*/ 147 h 245"/>
                <a:gd name="T26" fmla="*/ 67 w 248"/>
                <a:gd name="T27" fmla="*/ 0 h 245"/>
                <a:gd name="T28" fmla="*/ 0 w 248"/>
                <a:gd name="T29" fmla="*/ 0 h 245"/>
                <a:gd name="T30" fmla="*/ 0 w 248"/>
                <a:gd name="T31" fmla="*/ 9 h 245"/>
                <a:gd name="T32" fmla="*/ 14 w 248"/>
                <a:gd name="T33" fmla="*/ 13 h 245"/>
                <a:gd name="T34" fmla="*/ 21 w 248"/>
                <a:gd name="T35" fmla="*/ 18 h 245"/>
                <a:gd name="T36" fmla="*/ 24 w 248"/>
                <a:gd name="T37" fmla="*/ 27 h 245"/>
                <a:gd name="T38" fmla="*/ 25 w 248"/>
                <a:gd name="T39" fmla="*/ 45 h 245"/>
                <a:gd name="T40" fmla="*/ 25 w 248"/>
                <a:gd name="T41" fmla="*/ 199 h 245"/>
                <a:gd name="T42" fmla="*/ 24 w 248"/>
                <a:gd name="T43" fmla="*/ 219 h 245"/>
                <a:gd name="T44" fmla="*/ 18 w 248"/>
                <a:gd name="T45" fmla="*/ 229 h 245"/>
                <a:gd name="T46" fmla="*/ 0 w 248"/>
                <a:gd name="T47" fmla="*/ 235 h 245"/>
                <a:gd name="T48" fmla="*/ 0 w 248"/>
                <a:gd name="T49" fmla="*/ 244 h 245"/>
                <a:gd name="T50" fmla="*/ 78 w 248"/>
                <a:gd name="T51" fmla="*/ 244 h 245"/>
                <a:gd name="T52" fmla="*/ 78 w 248"/>
                <a:gd name="T53" fmla="*/ 235 h 245"/>
                <a:gd name="T54" fmla="*/ 64 w 248"/>
                <a:gd name="T55" fmla="*/ 231 h 245"/>
                <a:gd name="T56" fmla="*/ 57 w 248"/>
                <a:gd name="T57" fmla="*/ 226 h 245"/>
                <a:gd name="T58" fmla="*/ 54 w 248"/>
                <a:gd name="T59" fmla="*/ 217 h 245"/>
                <a:gd name="T60" fmla="*/ 53 w 248"/>
                <a:gd name="T61" fmla="*/ 199 h 245"/>
                <a:gd name="T62" fmla="*/ 53 w 248"/>
                <a:gd name="T63" fmla="*/ 163 h 245"/>
                <a:gd name="T64" fmla="*/ 52 w 248"/>
                <a:gd name="T65" fmla="*/ 91 h 245"/>
                <a:gd name="T66" fmla="*/ 50 w 248"/>
                <a:gd name="T67" fmla="*/ 41 h 245"/>
                <a:gd name="T68" fmla="*/ 54 w 248"/>
                <a:gd name="T69" fmla="*/ 41 h 245"/>
                <a:gd name="T70" fmla="*/ 62 w 248"/>
                <a:gd name="T71" fmla="*/ 56 h 245"/>
                <a:gd name="T72" fmla="*/ 78 w 248"/>
                <a:gd name="T73" fmla="*/ 78 h 245"/>
                <a:gd name="T74" fmla="*/ 196 w 248"/>
                <a:gd name="T75" fmla="*/ 245 h 245"/>
                <a:gd name="T76" fmla="*/ 222 w 248"/>
                <a:gd name="T77" fmla="*/ 245 h 245"/>
                <a:gd name="T78" fmla="*/ 222 w 248"/>
                <a:gd name="T79" fmla="*/ 45 h 245"/>
                <a:gd name="T80" fmla="*/ 224 w 248"/>
                <a:gd name="T81" fmla="*/ 26 h 245"/>
                <a:gd name="T82" fmla="*/ 228 w 248"/>
                <a:gd name="T83" fmla="*/ 18 h 245"/>
                <a:gd name="T84" fmla="*/ 234 w 248"/>
                <a:gd name="T85" fmla="*/ 13 h 245"/>
                <a:gd name="T86" fmla="*/ 248 w 248"/>
                <a:gd name="T87" fmla="*/ 9 h 245"/>
                <a:gd name="T88" fmla="*/ 248 w 248"/>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8" h="245">
                  <a:moveTo>
                    <a:pt x="248" y="0"/>
                  </a:moveTo>
                  <a:cubicBezTo>
                    <a:pt x="171" y="0"/>
                    <a:pt x="171" y="0"/>
                    <a:pt x="171" y="0"/>
                  </a:cubicBezTo>
                  <a:cubicBezTo>
                    <a:pt x="171" y="9"/>
                    <a:pt x="171" y="9"/>
                    <a:pt x="171" y="9"/>
                  </a:cubicBezTo>
                  <a:cubicBezTo>
                    <a:pt x="178" y="10"/>
                    <a:pt x="182" y="12"/>
                    <a:pt x="185" y="13"/>
                  </a:cubicBezTo>
                  <a:cubicBezTo>
                    <a:pt x="187" y="14"/>
                    <a:pt x="189" y="16"/>
                    <a:pt x="191" y="18"/>
                  </a:cubicBezTo>
                  <a:cubicBezTo>
                    <a:pt x="192" y="20"/>
                    <a:pt x="193" y="23"/>
                    <a:pt x="194" y="27"/>
                  </a:cubicBezTo>
                  <a:cubicBezTo>
                    <a:pt x="194" y="31"/>
                    <a:pt x="195" y="37"/>
                    <a:pt x="195" y="45"/>
                  </a:cubicBezTo>
                  <a:cubicBezTo>
                    <a:pt x="195" y="82"/>
                    <a:pt x="195" y="82"/>
                    <a:pt x="195" y="82"/>
                  </a:cubicBezTo>
                  <a:cubicBezTo>
                    <a:pt x="195" y="100"/>
                    <a:pt x="195" y="119"/>
                    <a:pt x="196" y="141"/>
                  </a:cubicBezTo>
                  <a:cubicBezTo>
                    <a:pt x="196" y="163"/>
                    <a:pt x="197" y="177"/>
                    <a:pt x="198" y="184"/>
                  </a:cubicBezTo>
                  <a:cubicBezTo>
                    <a:pt x="195" y="184"/>
                    <a:pt x="195" y="184"/>
                    <a:pt x="195" y="184"/>
                  </a:cubicBezTo>
                  <a:cubicBezTo>
                    <a:pt x="191" y="178"/>
                    <a:pt x="187" y="171"/>
                    <a:pt x="184" y="166"/>
                  </a:cubicBezTo>
                  <a:cubicBezTo>
                    <a:pt x="181" y="161"/>
                    <a:pt x="176" y="155"/>
                    <a:pt x="171" y="147"/>
                  </a:cubicBezTo>
                  <a:cubicBezTo>
                    <a:pt x="67" y="0"/>
                    <a:pt x="67" y="0"/>
                    <a:pt x="67"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8" y="244"/>
                    <a:pt x="78" y="244"/>
                    <a:pt x="78" y="244"/>
                  </a:cubicBezTo>
                  <a:cubicBezTo>
                    <a:pt x="78" y="235"/>
                    <a:pt x="78" y="235"/>
                    <a:pt x="78" y="235"/>
                  </a:cubicBezTo>
                  <a:cubicBezTo>
                    <a:pt x="71" y="234"/>
                    <a:pt x="67" y="232"/>
                    <a:pt x="64" y="231"/>
                  </a:cubicBezTo>
                  <a:cubicBezTo>
                    <a:pt x="61" y="230"/>
                    <a:pt x="58" y="228"/>
                    <a:pt x="57" y="226"/>
                  </a:cubicBezTo>
                  <a:cubicBezTo>
                    <a:pt x="56" y="223"/>
                    <a:pt x="54" y="221"/>
                    <a:pt x="54" y="217"/>
                  </a:cubicBezTo>
                  <a:cubicBezTo>
                    <a:pt x="53" y="213"/>
                    <a:pt x="53" y="207"/>
                    <a:pt x="53" y="199"/>
                  </a:cubicBezTo>
                  <a:cubicBezTo>
                    <a:pt x="53" y="163"/>
                    <a:pt x="53" y="163"/>
                    <a:pt x="53" y="163"/>
                  </a:cubicBezTo>
                  <a:cubicBezTo>
                    <a:pt x="53" y="139"/>
                    <a:pt x="53" y="115"/>
                    <a:pt x="52" y="91"/>
                  </a:cubicBezTo>
                  <a:cubicBezTo>
                    <a:pt x="52" y="67"/>
                    <a:pt x="51" y="51"/>
                    <a:pt x="50" y="41"/>
                  </a:cubicBezTo>
                  <a:cubicBezTo>
                    <a:pt x="54" y="41"/>
                    <a:pt x="54" y="41"/>
                    <a:pt x="54" y="41"/>
                  </a:cubicBezTo>
                  <a:cubicBezTo>
                    <a:pt x="56" y="46"/>
                    <a:pt x="59" y="51"/>
                    <a:pt x="62" y="56"/>
                  </a:cubicBezTo>
                  <a:cubicBezTo>
                    <a:pt x="66" y="60"/>
                    <a:pt x="71" y="68"/>
                    <a:pt x="78" y="78"/>
                  </a:cubicBezTo>
                  <a:cubicBezTo>
                    <a:pt x="196" y="245"/>
                    <a:pt x="196" y="245"/>
                    <a:pt x="196" y="245"/>
                  </a:cubicBezTo>
                  <a:cubicBezTo>
                    <a:pt x="222" y="245"/>
                    <a:pt x="222" y="245"/>
                    <a:pt x="222" y="245"/>
                  </a:cubicBezTo>
                  <a:cubicBezTo>
                    <a:pt x="222" y="45"/>
                    <a:pt x="222" y="45"/>
                    <a:pt x="222" y="45"/>
                  </a:cubicBezTo>
                  <a:cubicBezTo>
                    <a:pt x="222" y="36"/>
                    <a:pt x="223" y="30"/>
                    <a:pt x="224" y="26"/>
                  </a:cubicBezTo>
                  <a:cubicBezTo>
                    <a:pt x="225" y="22"/>
                    <a:pt x="226" y="19"/>
                    <a:pt x="228" y="18"/>
                  </a:cubicBezTo>
                  <a:cubicBezTo>
                    <a:pt x="229" y="16"/>
                    <a:pt x="231" y="14"/>
                    <a:pt x="234" y="13"/>
                  </a:cubicBezTo>
                  <a:cubicBezTo>
                    <a:pt x="237" y="12"/>
                    <a:pt x="241" y="10"/>
                    <a:pt x="248" y="9"/>
                  </a:cubicBezTo>
                  <a:cubicBezTo>
                    <a:pt x="248" y="0"/>
                    <a:pt x="248" y="0"/>
                    <a:pt x="24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3" name="Freeform 282">
              <a:extLst>
                <a:ext uri="{FF2B5EF4-FFF2-40B4-BE49-F238E27FC236}">
                  <a16:creationId xmlns:a16="http://schemas.microsoft.com/office/drawing/2014/main" id="{0D6AA547-9927-492B-BEE7-2C903C091D4C}"/>
                </a:ext>
              </a:extLst>
            </p:cNvPr>
            <p:cNvSpPr>
              <a:spLocks noEditPoints="1"/>
            </p:cNvSpPr>
            <p:nvPr/>
          </p:nvSpPr>
          <p:spPr bwMode="auto">
            <a:xfrm>
              <a:off x="1726038" y="2121525"/>
              <a:ext cx="96380" cy="90280"/>
            </a:xfrm>
            <a:custGeom>
              <a:avLst/>
              <a:gdLst>
                <a:gd name="T0" fmla="*/ 86 w 265"/>
                <a:gd name="T1" fmla="*/ 151 h 247"/>
                <a:gd name="T2" fmla="*/ 135 w 265"/>
                <a:gd name="T3" fmla="*/ 35 h 247"/>
                <a:gd name="T4" fmla="*/ 175 w 265"/>
                <a:gd name="T5" fmla="*/ 151 h 247"/>
                <a:gd name="T6" fmla="*/ 86 w 265"/>
                <a:gd name="T7" fmla="*/ 151 h 247"/>
                <a:gd name="T8" fmla="*/ 160 w 265"/>
                <a:gd name="T9" fmla="*/ 0 h 247"/>
                <a:gd name="T10" fmla="*/ 126 w 265"/>
                <a:gd name="T11" fmla="*/ 0 h 247"/>
                <a:gd name="T12" fmla="*/ 38 w 265"/>
                <a:gd name="T13" fmla="*/ 198 h 247"/>
                <a:gd name="T14" fmla="*/ 21 w 265"/>
                <a:gd name="T15" fmla="*/ 227 h 247"/>
                <a:gd name="T16" fmla="*/ 0 w 265"/>
                <a:gd name="T17" fmla="*/ 238 h 247"/>
                <a:gd name="T18" fmla="*/ 0 w 265"/>
                <a:gd name="T19" fmla="*/ 247 h 247"/>
                <a:gd name="T20" fmla="*/ 91 w 265"/>
                <a:gd name="T21" fmla="*/ 247 h 247"/>
                <a:gd name="T22" fmla="*/ 91 w 265"/>
                <a:gd name="T23" fmla="*/ 238 h 247"/>
                <a:gd name="T24" fmla="*/ 71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2 w 265"/>
                <a:gd name="T39" fmla="*/ 205 h 247"/>
                <a:gd name="T40" fmla="*/ 193 w 265"/>
                <a:gd name="T41" fmla="*/ 218 h 247"/>
                <a:gd name="T42" fmla="*/ 191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1 w 265"/>
                <a:gd name="T57" fmla="*/ 221 h 247"/>
                <a:gd name="T58" fmla="*/ 232 w 265"/>
                <a:gd name="T59" fmla="*/ 200 h 247"/>
                <a:gd name="T60" fmla="*/ 160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5" y="35"/>
                    <a:pt x="135" y="35"/>
                    <a:pt x="135" y="35"/>
                  </a:cubicBezTo>
                  <a:cubicBezTo>
                    <a:pt x="175" y="151"/>
                    <a:pt x="175" y="151"/>
                    <a:pt x="175" y="151"/>
                  </a:cubicBezTo>
                  <a:cubicBezTo>
                    <a:pt x="86" y="151"/>
                    <a:pt x="86" y="151"/>
                    <a:pt x="86" y="151"/>
                  </a:cubicBezTo>
                  <a:moveTo>
                    <a:pt x="160" y="0"/>
                  </a:moveTo>
                  <a:cubicBezTo>
                    <a:pt x="126" y="0"/>
                    <a:pt x="126" y="0"/>
                    <a:pt x="126" y="0"/>
                  </a:cubicBezTo>
                  <a:cubicBezTo>
                    <a:pt x="38" y="198"/>
                    <a:pt x="38" y="198"/>
                    <a:pt x="38" y="198"/>
                  </a:cubicBezTo>
                  <a:cubicBezTo>
                    <a:pt x="32" y="211"/>
                    <a:pt x="27" y="220"/>
                    <a:pt x="21" y="227"/>
                  </a:cubicBezTo>
                  <a:cubicBezTo>
                    <a:pt x="15" y="233"/>
                    <a:pt x="8" y="237"/>
                    <a:pt x="0" y="238"/>
                  </a:cubicBezTo>
                  <a:cubicBezTo>
                    <a:pt x="0" y="247"/>
                    <a:pt x="0" y="247"/>
                    <a:pt x="0" y="247"/>
                  </a:cubicBezTo>
                  <a:cubicBezTo>
                    <a:pt x="91" y="247"/>
                    <a:pt x="91" y="247"/>
                    <a:pt x="91" y="247"/>
                  </a:cubicBezTo>
                  <a:cubicBezTo>
                    <a:pt x="91" y="238"/>
                    <a:pt x="91" y="238"/>
                    <a:pt x="91" y="238"/>
                  </a:cubicBezTo>
                  <a:cubicBezTo>
                    <a:pt x="82" y="237"/>
                    <a:pt x="75" y="235"/>
                    <a:pt x="71" y="232"/>
                  </a:cubicBezTo>
                  <a:cubicBezTo>
                    <a:pt x="66" y="228"/>
                    <a:pt x="64" y="223"/>
                    <a:pt x="64" y="216"/>
                  </a:cubicBezTo>
                  <a:cubicBezTo>
                    <a:pt x="64" y="212"/>
                    <a:pt x="65"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1" y="200"/>
                    <a:pt x="192" y="205"/>
                  </a:cubicBezTo>
                  <a:cubicBezTo>
                    <a:pt x="193" y="210"/>
                    <a:pt x="193" y="214"/>
                    <a:pt x="193" y="218"/>
                  </a:cubicBezTo>
                  <a:cubicBezTo>
                    <a:pt x="193" y="222"/>
                    <a:pt x="193" y="226"/>
                    <a:pt x="191" y="228"/>
                  </a:cubicBezTo>
                  <a:cubicBezTo>
                    <a:pt x="189" y="231"/>
                    <a:pt x="187" y="233"/>
                    <a:pt x="183" y="234"/>
                  </a:cubicBezTo>
                  <a:cubicBezTo>
                    <a:pt x="180" y="236"/>
                    <a:pt x="174" y="237"/>
                    <a:pt x="167" y="238"/>
                  </a:cubicBezTo>
                  <a:cubicBezTo>
                    <a:pt x="167" y="247"/>
                    <a:pt x="167" y="247"/>
                    <a:pt x="167" y="247"/>
                  </a:cubicBezTo>
                  <a:cubicBezTo>
                    <a:pt x="265" y="247"/>
                    <a:pt x="265" y="247"/>
                    <a:pt x="265" y="247"/>
                  </a:cubicBezTo>
                  <a:cubicBezTo>
                    <a:pt x="265" y="238"/>
                    <a:pt x="265" y="238"/>
                    <a:pt x="265" y="238"/>
                  </a:cubicBezTo>
                  <a:cubicBezTo>
                    <a:pt x="259" y="237"/>
                    <a:pt x="254" y="235"/>
                    <a:pt x="250" y="232"/>
                  </a:cubicBezTo>
                  <a:cubicBezTo>
                    <a:pt x="246" y="230"/>
                    <a:pt x="243" y="226"/>
                    <a:pt x="241" y="221"/>
                  </a:cubicBezTo>
                  <a:cubicBezTo>
                    <a:pt x="238" y="216"/>
                    <a:pt x="235" y="209"/>
                    <a:pt x="232" y="200"/>
                  </a:cubicBezTo>
                  <a:cubicBezTo>
                    <a:pt x="160" y="0"/>
                    <a:pt x="160" y="0"/>
                    <a:pt x="16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4" name="Freeform 283">
              <a:extLst>
                <a:ext uri="{FF2B5EF4-FFF2-40B4-BE49-F238E27FC236}">
                  <a16:creationId xmlns:a16="http://schemas.microsoft.com/office/drawing/2014/main" id="{48FEBF15-0F76-49BA-B2AF-B51F2686BE13}"/>
                </a:ext>
              </a:extLst>
            </p:cNvPr>
            <p:cNvSpPr>
              <a:spLocks/>
            </p:cNvSpPr>
            <p:nvPr/>
          </p:nvSpPr>
          <p:spPr bwMode="auto">
            <a:xfrm>
              <a:off x="1832989" y="2122744"/>
              <a:ext cx="89873" cy="89467"/>
            </a:xfrm>
            <a:custGeom>
              <a:avLst/>
              <a:gdLst>
                <a:gd name="T0" fmla="*/ 247 w 247"/>
                <a:gd name="T1" fmla="*/ 0 h 245"/>
                <a:gd name="T2" fmla="*/ 171 w 247"/>
                <a:gd name="T3" fmla="*/ 0 h 245"/>
                <a:gd name="T4" fmla="*/ 171 w 247"/>
                <a:gd name="T5" fmla="*/ 9 h 245"/>
                <a:gd name="T6" fmla="*/ 184 w 247"/>
                <a:gd name="T7" fmla="*/ 13 h 245"/>
                <a:gd name="T8" fmla="*/ 190 w 247"/>
                <a:gd name="T9" fmla="*/ 18 h 245"/>
                <a:gd name="T10" fmla="*/ 194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4 w 247"/>
                <a:gd name="T33" fmla="*/ 13 h 245"/>
                <a:gd name="T34" fmla="*/ 20 w 247"/>
                <a:gd name="T35" fmla="*/ 18 h 245"/>
                <a:gd name="T36" fmla="*/ 24 w 247"/>
                <a:gd name="T37" fmla="*/ 27 h 245"/>
                <a:gd name="T38" fmla="*/ 25 w 247"/>
                <a:gd name="T39" fmla="*/ 45 h 245"/>
                <a:gd name="T40" fmla="*/ 25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8 w 247"/>
                <a:gd name="T73" fmla="*/ 78 h 245"/>
                <a:gd name="T74" fmla="*/ 196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1" y="0"/>
                    <a:pt x="171" y="0"/>
                    <a:pt x="171" y="0"/>
                  </a:cubicBezTo>
                  <a:cubicBezTo>
                    <a:pt x="171" y="9"/>
                    <a:pt x="171" y="9"/>
                    <a:pt x="171" y="9"/>
                  </a:cubicBezTo>
                  <a:cubicBezTo>
                    <a:pt x="177" y="10"/>
                    <a:pt x="182" y="12"/>
                    <a:pt x="184" y="13"/>
                  </a:cubicBezTo>
                  <a:cubicBezTo>
                    <a:pt x="187" y="14"/>
                    <a:pt x="189" y="16"/>
                    <a:pt x="190" y="18"/>
                  </a:cubicBezTo>
                  <a:cubicBezTo>
                    <a:pt x="192" y="20"/>
                    <a:pt x="193" y="23"/>
                    <a:pt x="194"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0" y="227"/>
                    <a:pt x="17"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6"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1" y="51"/>
                    <a:pt x="50" y="41"/>
                  </a:cubicBezTo>
                  <a:cubicBezTo>
                    <a:pt x="53" y="41"/>
                    <a:pt x="53" y="41"/>
                    <a:pt x="53" y="41"/>
                  </a:cubicBezTo>
                  <a:cubicBezTo>
                    <a:pt x="56" y="46"/>
                    <a:pt x="59" y="51"/>
                    <a:pt x="62" y="56"/>
                  </a:cubicBezTo>
                  <a:cubicBezTo>
                    <a:pt x="65" y="60"/>
                    <a:pt x="70" y="68"/>
                    <a:pt x="78" y="78"/>
                  </a:cubicBezTo>
                  <a:cubicBezTo>
                    <a:pt x="196" y="245"/>
                    <a:pt x="196" y="245"/>
                    <a:pt x="196" y="245"/>
                  </a:cubicBezTo>
                  <a:cubicBezTo>
                    <a:pt x="222" y="245"/>
                    <a:pt x="222" y="245"/>
                    <a:pt x="222" y="245"/>
                  </a:cubicBezTo>
                  <a:cubicBezTo>
                    <a:pt x="222" y="45"/>
                    <a:pt x="222" y="45"/>
                    <a:pt x="222" y="45"/>
                  </a:cubicBezTo>
                  <a:cubicBezTo>
                    <a:pt x="222" y="36"/>
                    <a:pt x="222" y="30"/>
                    <a:pt x="223" y="26"/>
                  </a:cubicBezTo>
                  <a:cubicBezTo>
                    <a:pt x="224" y="22"/>
                    <a:pt x="226" y="19"/>
                    <a:pt x="227" y="18"/>
                  </a:cubicBezTo>
                  <a:cubicBezTo>
                    <a:pt x="229" y="16"/>
                    <a:pt x="231" y="14"/>
                    <a:pt x="233" y="13"/>
                  </a:cubicBezTo>
                  <a:cubicBezTo>
                    <a:pt x="236" y="12"/>
                    <a:pt x="241"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5" name="Freeform 284">
              <a:extLst>
                <a:ext uri="{FF2B5EF4-FFF2-40B4-BE49-F238E27FC236}">
                  <a16:creationId xmlns:a16="http://schemas.microsoft.com/office/drawing/2014/main" id="{CDBDD334-93AE-4474-97B1-69EF83DCE9AF}"/>
                </a:ext>
              </a:extLst>
            </p:cNvPr>
            <p:cNvSpPr>
              <a:spLocks/>
            </p:cNvSpPr>
            <p:nvPr/>
          </p:nvSpPr>
          <p:spPr bwMode="auto">
            <a:xfrm>
              <a:off x="1933436" y="2122744"/>
              <a:ext cx="38226" cy="114679"/>
            </a:xfrm>
            <a:custGeom>
              <a:avLst/>
              <a:gdLst>
                <a:gd name="T0" fmla="*/ 105 w 105"/>
                <a:gd name="T1" fmla="*/ 0 h 314"/>
                <a:gd name="T2" fmla="*/ 16 w 105"/>
                <a:gd name="T3" fmla="*/ 0 h 314"/>
                <a:gd name="T4" fmla="*/ 16 w 105"/>
                <a:gd name="T5" fmla="*/ 9 h 314"/>
                <a:gd name="T6" fmla="*/ 33 w 105"/>
                <a:gd name="T7" fmla="*/ 15 h 314"/>
                <a:gd name="T8" fmla="*/ 39 w 105"/>
                <a:gd name="T9" fmla="*/ 24 h 314"/>
                <a:gd name="T10" fmla="*/ 41 w 105"/>
                <a:gd name="T11" fmla="*/ 45 h 314"/>
                <a:gd name="T12" fmla="*/ 41 w 105"/>
                <a:gd name="T13" fmla="*/ 246 h 314"/>
                <a:gd name="T14" fmla="*/ 38 w 105"/>
                <a:gd name="T15" fmla="*/ 271 h 314"/>
                <a:gd name="T16" fmla="*/ 27 w 105"/>
                <a:gd name="T17" fmla="*/ 286 h 314"/>
                <a:gd name="T18" fmla="*/ 0 w 105"/>
                <a:gd name="T19" fmla="*/ 298 h 314"/>
                <a:gd name="T20" fmla="*/ 7 w 105"/>
                <a:gd name="T21" fmla="*/ 314 h 314"/>
                <a:gd name="T22" fmla="*/ 52 w 105"/>
                <a:gd name="T23" fmla="*/ 296 h 314"/>
                <a:gd name="T24" fmla="*/ 74 w 105"/>
                <a:gd name="T25" fmla="*/ 271 h 314"/>
                <a:gd name="T26" fmla="*/ 81 w 105"/>
                <a:gd name="T27" fmla="*/ 232 h 314"/>
                <a:gd name="T28" fmla="*/ 81 w 105"/>
                <a:gd name="T29" fmla="*/ 45 h 314"/>
                <a:gd name="T30" fmla="*/ 82 w 105"/>
                <a:gd name="T31" fmla="*/ 27 h 314"/>
                <a:gd name="T32" fmla="*/ 86 w 105"/>
                <a:gd name="T33" fmla="*/ 18 h 314"/>
                <a:gd name="T34" fmla="*/ 92 w 105"/>
                <a:gd name="T35" fmla="*/ 13 h 314"/>
                <a:gd name="T36" fmla="*/ 105 w 105"/>
                <a:gd name="T37" fmla="*/ 9 h 314"/>
                <a:gd name="T38" fmla="*/ 105 w 105"/>
                <a:gd name="T3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 h="314">
                  <a:moveTo>
                    <a:pt x="105" y="0"/>
                  </a:moveTo>
                  <a:cubicBezTo>
                    <a:pt x="16" y="0"/>
                    <a:pt x="16" y="0"/>
                    <a:pt x="16" y="0"/>
                  </a:cubicBezTo>
                  <a:cubicBezTo>
                    <a:pt x="16" y="9"/>
                    <a:pt x="16" y="9"/>
                    <a:pt x="16" y="9"/>
                  </a:cubicBezTo>
                  <a:cubicBezTo>
                    <a:pt x="25" y="11"/>
                    <a:pt x="31" y="13"/>
                    <a:pt x="33" y="15"/>
                  </a:cubicBezTo>
                  <a:cubicBezTo>
                    <a:pt x="36" y="17"/>
                    <a:pt x="38" y="20"/>
                    <a:pt x="39" y="24"/>
                  </a:cubicBezTo>
                  <a:cubicBezTo>
                    <a:pt x="40" y="27"/>
                    <a:pt x="41" y="34"/>
                    <a:pt x="41" y="45"/>
                  </a:cubicBezTo>
                  <a:cubicBezTo>
                    <a:pt x="41" y="246"/>
                    <a:pt x="41" y="246"/>
                    <a:pt x="41" y="246"/>
                  </a:cubicBezTo>
                  <a:cubicBezTo>
                    <a:pt x="41" y="256"/>
                    <a:pt x="40" y="264"/>
                    <a:pt x="38" y="271"/>
                  </a:cubicBezTo>
                  <a:cubicBezTo>
                    <a:pt x="36" y="277"/>
                    <a:pt x="32" y="282"/>
                    <a:pt x="27" y="286"/>
                  </a:cubicBezTo>
                  <a:cubicBezTo>
                    <a:pt x="22" y="290"/>
                    <a:pt x="13" y="294"/>
                    <a:pt x="0" y="298"/>
                  </a:cubicBezTo>
                  <a:cubicBezTo>
                    <a:pt x="7" y="314"/>
                    <a:pt x="7" y="314"/>
                    <a:pt x="7" y="314"/>
                  </a:cubicBezTo>
                  <a:cubicBezTo>
                    <a:pt x="27" y="309"/>
                    <a:pt x="41" y="303"/>
                    <a:pt x="52" y="296"/>
                  </a:cubicBezTo>
                  <a:cubicBezTo>
                    <a:pt x="62" y="290"/>
                    <a:pt x="70" y="281"/>
                    <a:pt x="74" y="271"/>
                  </a:cubicBezTo>
                  <a:cubicBezTo>
                    <a:pt x="78" y="261"/>
                    <a:pt x="81" y="248"/>
                    <a:pt x="81" y="232"/>
                  </a:cubicBezTo>
                  <a:cubicBezTo>
                    <a:pt x="81" y="45"/>
                    <a:pt x="81" y="45"/>
                    <a:pt x="81" y="45"/>
                  </a:cubicBezTo>
                  <a:cubicBezTo>
                    <a:pt x="81" y="37"/>
                    <a:pt x="81" y="31"/>
                    <a:pt x="82" y="27"/>
                  </a:cubicBezTo>
                  <a:cubicBezTo>
                    <a:pt x="83" y="23"/>
                    <a:pt x="84" y="20"/>
                    <a:pt x="86" y="18"/>
                  </a:cubicBezTo>
                  <a:cubicBezTo>
                    <a:pt x="87" y="16"/>
                    <a:pt x="89" y="14"/>
                    <a:pt x="92" y="13"/>
                  </a:cubicBezTo>
                  <a:cubicBezTo>
                    <a:pt x="95" y="12"/>
                    <a:pt x="99" y="10"/>
                    <a:pt x="105" y="9"/>
                  </a:cubicBezTo>
                  <a:cubicBezTo>
                    <a:pt x="105" y="0"/>
                    <a:pt x="105" y="0"/>
                    <a:pt x="10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6" name="Freeform 285">
              <a:extLst>
                <a:ext uri="{FF2B5EF4-FFF2-40B4-BE49-F238E27FC236}">
                  <a16:creationId xmlns:a16="http://schemas.microsoft.com/office/drawing/2014/main" id="{248E7A94-BB6A-45F0-8E4E-332542DA180C}"/>
                </a:ext>
              </a:extLst>
            </p:cNvPr>
            <p:cNvSpPr>
              <a:spLocks/>
            </p:cNvSpPr>
            <p:nvPr/>
          </p:nvSpPr>
          <p:spPr bwMode="auto">
            <a:xfrm>
              <a:off x="1989150" y="2122744"/>
              <a:ext cx="32533"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4 w 89"/>
                <a:gd name="T11" fmla="*/ 27 h 244"/>
                <a:gd name="T12" fmla="*/ 25 w 89"/>
                <a:gd name="T13" fmla="*/ 45 h 244"/>
                <a:gd name="T14" fmla="*/ 25 w 89"/>
                <a:gd name="T15" fmla="*/ 199 h 244"/>
                <a:gd name="T16" fmla="*/ 23 w 89"/>
                <a:gd name="T17" fmla="*/ 219 h 244"/>
                <a:gd name="T18" fmla="*/ 18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9 w 89"/>
                <a:gd name="T31" fmla="*/ 226 h 244"/>
                <a:gd name="T32" fmla="*/ 66 w 89"/>
                <a:gd name="T33" fmla="*/ 217 h 244"/>
                <a:gd name="T34" fmla="*/ 65 w 89"/>
                <a:gd name="T35" fmla="*/ 199 h 244"/>
                <a:gd name="T36" fmla="*/ 65 w 89"/>
                <a:gd name="T37" fmla="*/ 45 h 244"/>
                <a:gd name="T38" fmla="*/ 66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1" y="227"/>
                    <a:pt x="18" y="229"/>
                  </a:cubicBezTo>
                  <a:cubicBezTo>
                    <a:pt x="15" y="231"/>
                    <a:pt x="9"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69" y="18"/>
                  </a:cubicBezTo>
                  <a:cubicBezTo>
                    <a:pt x="71" y="16"/>
                    <a:pt x="73" y="14"/>
                    <a:pt x="76" y="13"/>
                  </a:cubicBezTo>
                  <a:cubicBezTo>
                    <a:pt x="79"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7" name="Freeform 286">
              <a:extLst>
                <a:ext uri="{FF2B5EF4-FFF2-40B4-BE49-F238E27FC236}">
                  <a16:creationId xmlns:a16="http://schemas.microsoft.com/office/drawing/2014/main" id="{3E1D123A-F483-4EF5-A20B-AD235784516D}"/>
                </a:ext>
              </a:extLst>
            </p:cNvPr>
            <p:cNvSpPr>
              <a:spLocks/>
            </p:cNvSpPr>
            <p:nvPr/>
          </p:nvSpPr>
          <p:spPr bwMode="auto">
            <a:xfrm>
              <a:off x="2040389"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7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2" y="12"/>
                    <a:pt x="184" y="13"/>
                  </a:cubicBezTo>
                  <a:cubicBezTo>
                    <a:pt x="187" y="14"/>
                    <a:pt x="189" y="16"/>
                    <a:pt x="190" y="18"/>
                  </a:cubicBezTo>
                  <a:cubicBezTo>
                    <a:pt x="192" y="20"/>
                    <a:pt x="193" y="23"/>
                    <a:pt x="193"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2"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7"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0" y="51"/>
                    <a:pt x="50"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9"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8" name="Freeform 287">
              <a:extLst>
                <a:ext uri="{FF2B5EF4-FFF2-40B4-BE49-F238E27FC236}">
                  <a16:creationId xmlns:a16="http://schemas.microsoft.com/office/drawing/2014/main" id="{144989E4-8926-4CD9-8E38-27AD6C4E2013}"/>
                </a:ext>
              </a:extLst>
            </p:cNvPr>
            <p:cNvSpPr>
              <a:spLocks/>
            </p:cNvSpPr>
            <p:nvPr/>
          </p:nvSpPr>
          <p:spPr bwMode="auto">
            <a:xfrm>
              <a:off x="2147749" y="2121525"/>
              <a:ext cx="81740" cy="91499"/>
            </a:xfrm>
            <a:custGeom>
              <a:avLst/>
              <a:gdLst>
                <a:gd name="T0" fmla="*/ 123 w 224"/>
                <a:gd name="T1" fmla="*/ 0 h 250"/>
                <a:gd name="T2" fmla="*/ 58 w 224"/>
                <a:gd name="T3" fmla="*/ 16 h 250"/>
                <a:gd name="T4" fmla="*/ 15 w 224"/>
                <a:gd name="T5" fmla="*/ 60 h 250"/>
                <a:gd name="T6" fmla="*/ 0 w 224"/>
                <a:gd name="T7" fmla="*/ 127 h 250"/>
                <a:gd name="T8" fmla="*/ 28 w 224"/>
                <a:gd name="T9" fmla="*/ 219 h 250"/>
                <a:gd name="T10" fmla="*/ 108 w 224"/>
                <a:gd name="T11" fmla="*/ 250 h 250"/>
                <a:gd name="T12" fmla="*/ 143 w 224"/>
                <a:gd name="T13" fmla="*/ 246 h 250"/>
                <a:gd name="T14" fmla="*/ 172 w 224"/>
                <a:gd name="T15" fmla="*/ 236 h 250"/>
                <a:gd name="T16" fmla="*/ 187 w 224"/>
                <a:gd name="T17" fmla="*/ 250 h 250"/>
                <a:gd name="T18" fmla="*/ 204 w 224"/>
                <a:gd name="T19" fmla="*/ 246 h 250"/>
                <a:gd name="T20" fmla="*/ 204 w 224"/>
                <a:gd name="T21" fmla="*/ 184 h 250"/>
                <a:gd name="T22" fmla="*/ 204 w 224"/>
                <a:gd name="T23" fmla="*/ 167 h 250"/>
                <a:gd name="T24" fmla="*/ 207 w 224"/>
                <a:gd name="T25" fmla="*/ 157 h 250"/>
                <a:gd name="T26" fmla="*/ 213 w 224"/>
                <a:gd name="T27" fmla="*/ 150 h 250"/>
                <a:gd name="T28" fmla="*/ 224 w 224"/>
                <a:gd name="T29" fmla="*/ 145 h 250"/>
                <a:gd name="T30" fmla="*/ 224 w 224"/>
                <a:gd name="T31" fmla="*/ 136 h 250"/>
                <a:gd name="T32" fmla="*/ 139 w 224"/>
                <a:gd name="T33" fmla="*/ 136 h 250"/>
                <a:gd name="T34" fmla="*/ 139 w 224"/>
                <a:gd name="T35" fmla="*/ 145 h 250"/>
                <a:gd name="T36" fmla="*/ 155 w 224"/>
                <a:gd name="T37" fmla="*/ 152 h 250"/>
                <a:gd name="T38" fmla="*/ 163 w 224"/>
                <a:gd name="T39" fmla="*/ 163 h 250"/>
                <a:gd name="T40" fmla="*/ 165 w 224"/>
                <a:gd name="T41" fmla="*/ 186 h 250"/>
                <a:gd name="T42" fmla="*/ 165 w 224"/>
                <a:gd name="T43" fmla="*/ 197 h 250"/>
                <a:gd name="T44" fmla="*/ 153 w 224"/>
                <a:gd name="T45" fmla="*/ 225 h 250"/>
                <a:gd name="T46" fmla="*/ 115 w 224"/>
                <a:gd name="T47" fmla="*/ 234 h 250"/>
                <a:gd name="T48" fmla="*/ 76 w 224"/>
                <a:gd name="T49" fmla="*/ 222 h 250"/>
                <a:gd name="T50" fmla="*/ 52 w 224"/>
                <a:gd name="T51" fmla="*/ 184 h 250"/>
                <a:gd name="T52" fmla="*/ 43 w 224"/>
                <a:gd name="T53" fmla="*/ 124 h 250"/>
                <a:gd name="T54" fmla="*/ 53 w 224"/>
                <a:gd name="T55" fmla="*/ 65 h 250"/>
                <a:gd name="T56" fmla="*/ 80 w 224"/>
                <a:gd name="T57" fmla="*/ 29 h 250"/>
                <a:gd name="T58" fmla="*/ 121 w 224"/>
                <a:gd name="T59" fmla="*/ 16 h 250"/>
                <a:gd name="T60" fmla="*/ 148 w 224"/>
                <a:gd name="T61" fmla="*/ 20 h 250"/>
                <a:gd name="T62" fmla="*/ 167 w 224"/>
                <a:gd name="T63" fmla="*/ 33 h 250"/>
                <a:gd name="T64" fmla="*/ 181 w 224"/>
                <a:gd name="T65" fmla="*/ 58 h 250"/>
                <a:gd name="T66" fmla="*/ 201 w 224"/>
                <a:gd name="T67" fmla="*/ 58 h 250"/>
                <a:gd name="T68" fmla="*/ 201 w 224"/>
                <a:gd name="T69" fmla="*/ 9 h 250"/>
                <a:gd name="T70" fmla="*/ 161 w 224"/>
                <a:gd name="T71" fmla="*/ 2 h 250"/>
                <a:gd name="T72" fmla="*/ 123 w 224"/>
                <a:gd name="T73"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4" h="250">
                  <a:moveTo>
                    <a:pt x="123" y="0"/>
                  </a:moveTo>
                  <a:cubicBezTo>
                    <a:pt x="98" y="0"/>
                    <a:pt x="76" y="5"/>
                    <a:pt x="58" y="16"/>
                  </a:cubicBezTo>
                  <a:cubicBezTo>
                    <a:pt x="39" y="26"/>
                    <a:pt x="25" y="41"/>
                    <a:pt x="15" y="60"/>
                  </a:cubicBezTo>
                  <a:cubicBezTo>
                    <a:pt x="5" y="79"/>
                    <a:pt x="0" y="101"/>
                    <a:pt x="0" y="127"/>
                  </a:cubicBezTo>
                  <a:cubicBezTo>
                    <a:pt x="0" y="168"/>
                    <a:pt x="9" y="198"/>
                    <a:pt x="28" y="219"/>
                  </a:cubicBezTo>
                  <a:cubicBezTo>
                    <a:pt x="46" y="240"/>
                    <a:pt x="72" y="250"/>
                    <a:pt x="108" y="250"/>
                  </a:cubicBezTo>
                  <a:cubicBezTo>
                    <a:pt x="121" y="250"/>
                    <a:pt x="133" y="249"/>
                    <a:pt x="143" y="246"/>
                  </a:cubicBezTo>
                  <a:cubicBezTo>
                    <a:pt x="153" y="244"/>
                    <a:pt x="162" y="241"/>
                    <a:pt x="172" y="236"/>
                  </a:cubicBezTo>
                  <a:cubicBezTo>
                    <a:pt x="187" y="250"/>
                    <a:pt x="187" y="250"/>
                    <a:pt x="187" y="250"/>
                  </a:cubicBezTo>
                  <a:cubicBezTo>
                    <a:pt x="204" y="246"/>
                    <a:pt x="204" y="246"/>
                    <a:pt x="204" y="246"/>
                  </a:cubicBezTo>
                  <a:cubicBezTo>
                    <a:pt x="204" y="184"/>
                    <a:pt x="204" y="184"/>
                    <a:pt x="204" y="184"/>
                  </a:cubicBezTo>
                  <a:cubicBezTo>
                    <a:pt x="204" y="177"/>
                    <a:pt x="204" y="171"/>
                    <a:pt x="204" y="167"/>
                  </a:cubicBezTo>
                  <a:cubicBezTo>
                    <a:pt x="205" y="163"/>
                    <a:pt x="206" y="160"/>
                    <a:pt x="207" y="157"/>
                  </a:cubicBezTo>
                  <a:cubicBezTo>
                    <a:pt x="208" y="154"/>
                    <a:pt x="210" y="152"/>
                    <a:pt x="213" y="150"/>
                  </a:cubicBezTo>
                  <a:cubicBezTo>
                    <a:pt x="216" y="148"/>
                    <a:pt x="219" y="147"/>
                    <a:pt x="224" y="145"/>
                  </a:cubicBezTo>
                  <a:cubicBezTo>
                    <a:pt x="224" y="136"/>
                    <a:pt x="224" y="136"/>
                    <a:pt x="224" y="136"/>
                  </a:cubicBezTo>
                  <a:cubicBezTo>
                    <a:pt x="139" y="136"/>
                    <a:pt x="139" y="136"/>
                    <a:pt x="139" y="136"/>
                  </a:cubicBezTo>
                  <a:cubicBezTo>
                    <a:pt x="139" y="145"/>
                    <a:pt x="139" y="145"/>
                    <a:pt x="139" y="145"/>
                  </a:cubicBezTo>
                  <a:cubicBezTo>
                    <a:pt x="146" y="147"/>
                    <a:pt x="152" y="149"/>
                    <a:pt x="155" y="152"/>
                  </a:cubicBezTo>
                  <a:cubicBezTo>
                    <a:pt x="159" y="154"/>
                    <a:pt x="161" y="158"/>
                    <a:pt x="163" y="163"/>
                  </a:cubicBezTo>
                  <a:cubicBezTo>
                    <a:pt x="164" y="167"/>
                    <a:pt x="165" y="175"/>
                    <a:pt x="165" y="186"/>
                  </a:cubicBezTo>
                  <a:cubicBezTo>
                    <a:pt x="165" y="197"/>
                    <a:pt x="165" y="197"/>
                    <a:pt x="165" y="197"/>
                  </a:cubicBezTo>
                  <a:cubicBezTo>
                    <a:pt x="165" y="209"/>
                    <a:pt x="161" y="219"/>
                    <a:pt x="153" y="225"/>
                  </a:cubicBezTo>
                  <a:cubicBezTo>
                    <a:pt x="144" y="231"/>
                    <a:pt x="132" y="234"/>
                    <a:pt x="115" y="234"/>
                  </a:cubicBezTo>
                  <a:cubicBezTo>
                    <a:pt x="100" y="234"/>
                    <a:pt x="87" y="230"/>
                    <a:pt x="76" y="222"/>
                  </a:cubicBezTo>
                  <a:cubicBezTo>
                    <a:pt x="65" y="213"/>
                    <a:pt x="57" y="201"/>
                    <a:pt x="52" y="184"/>
                  </a:cubicBezTo>
                  <a:cubicBezTo>
                    <a:pt x="46" y="168"/>
                    <a:pt x="43" y="148"/>
                    <a:pt x="43" y="124"/>
                  </a:cubicBezTo>
                  <a:cubicBezTo>
                    <a:pt x="43" y="101"/>
                    <a:pt x="47" y="82"/>
                    <a:pt x="53" y="65"/>
                  </a:cubicBezTo>
                  <a:cubicBezTo>
                    <a:pt x="60" y="49"/>
                    <a:pt x="69" y="37"/>
                    <a:pt x="80" y="29"/>
                  </a:cubicBezTo>
                  <a:cubicBezTo>
                    <a:pt x="92" y="20"/>
                    <a:pt x="105" y="16"/>
                    <a:pt x="121" y="16"/>
                  </a:cubicBezTo>
                  <a:cubicBezTo>
                    <a:pt x="132" y="16"/>
                    <a:pt x="141" y="17"/>
                    <a:pt x="148" y="20"/>
                  </a:cubicBezTo>
                  <a:cubicBezTo>
                    <a:pt x="155" y="22"/>
                    <a:pt x="162" y="27"/>
                    <a:pt x="167" y="33"/>
                  </a:cubicBezTo>
                  <a:cubicBezTo>
                    <a:pt x="172" y="39"/>
                    <a:pt x="177" y="47"/>
                    <a:pt x="181" y="58"/>
                  </a:cubicBezTo>
                  <a:cubicBezTo>
                    <a:pt x="201" y="58"/>
                    <a:pt x="201" y="58"/>
                    <a:pt x="201" y="58"/>
                  </a:cubicBezTo>
                  <a:cubicBezTo>
                    <a:pt x="201" y="9"/>
                    <a:pt x="201" y="9"/>
                    <a:pt x="201" y="9"/>
                  </a:cubicBezTo>
                  <a:cubicBezTo>
                    <a:pt x="187" y="6"/>
                    <a:pt x="173" y="3"/>
                    <a:pt x="161" y="2"/>
                  </a:cubicBezTo>
                  <a:cubicBezTo>
                    <a:pt x="149" y="1"/>
                    <a:pt x="136" y="0"/>
                    <a:pt x="12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9" name="Freeform 288">
              <a:extLst>
                <a:ext uri="{FF2B5EF4-FFF2-40B4-BE49-F238E27FC236}">
                  <a16:creationId xmlns:a16="http://schemas.microsoft.com/office/drawing/2014/main" id="{2A23B524-BD70-49E8-97C1-396FA56E1658}"/>
                </a:ext>
              </a:extLst>
            </p:cNvPr>
            <p:cNvSpPr>
              <a:spLocks/>
            </p:cNvSpPr>
            <p:nvPr/>
          </p:nvSpPr>
          <p:spPr bwMode="auto">
            <a:xfrm>
              <a:off x="2291708" y="2122744"/>
              <a:ext cx="110613" cy="89060"/>
            </a:xfrm>
            <a:custGeom>
              <a:avLst/>
              <a:gdLst>
                <a:gd name="T0" fmla="*/ 304 w 304"/>
                <a:gd name="T1" fmla="*/ 0 h 244"/>
                <a:gd name="T2" fmla="*/ 232 w 304"/>
                <a:gd name="T3" fmla="*/ 0 h 244"/>
                <a:gd name="T4" fmla="*/ 150 w 304"/>
                <a:gd name="T5" fmla="*/ 174 h 244"/>
                <a:gd name="T6" fmla="*/ 76 w 304"/>
                <a:gd name="T7" fmla="*/ 0 h 244"/>
                <a:gd name="T8" fmla="*/ 0 w 304"/>
                <a:gd name="T9" fmla="*/ 0 h 244"/>
                <a:gd name="T10" fmla="*/ 0 w 304"/>
                <a:gd name="T11" fmla="*/ 9 h 244"/>
                <a:gd name="T12" fmla="*/ 14 w 304"/>
                <a:gd name="T13" fmla="*/ 13 h 244"/>
                <a:gd name="T14" fmla="*/ 21 w 304"/>
                <a:gd name="T15" fmla="*/ 18 h 244"/>
                <a:gd name="T16" fmla="*/ 24 w 304"/>
                <a:gd name="T17" fmla="*/ 27 h 244"/>
                <a:gd name="T18" fmla="*/ 25 w 304"/>
                <a:gd name="T19" fmla="*/ 45 h 244"/>
                <a:gd name="T20" fmla="*/ 25 w 304"/>
                <a:gd name="T21" fmla="*/ 199 h 244"/>
                <a:gd name="T22" fmla="*/ 24 w 304"/>
                <a:gd name="T23" fmla="*/ 219 h 244"/>
                <a:gd name="T24" fmla="*/ 18 w 304"/>
                <a:gd name="T25" fmla="*/ 229 h 244"/>
                <a:gd name="T26" fmla="*/ 0 w 304"/>
                <a:gd name="T27" fmla="*/ 235 h 244"/>
                <a:gd name="T28" fmla="*/ 0 w 304"/>
                <a:gd name="T29" fmla="*/ 244 h 244"/>
                <a:gd name="T30" fmla="*/ 77 w 304"/>
                <a:gd name="T31" fmla="*/ 244 h 244"/>
                <a:gd name="T32" fmla="*/ 77 w 304"/>
                <a:gd name="T33" fmla="*/ 235 h 244"/>
                <a:gd name="T34" fmla="*/ 64 w 304"/>
                <a:gd name="T35" fmla="*/ 231 h 244"/>
                <a:gd name="T36" fmla="*/ 57 w 304"/>
                <a:gd name="T37" fmla="*/ 226 h 244"/>
                <a:gd name="T38" fmla="*/ 54 w 304"/>
                <a:gd name="T39" fmla="*/ 217 h 244"/>
                <a:gd name="T40" fmla="*/ 53 w 304"/>
                <a:gd name="T41" fmla="*/ 199 h 244"/>
                <a:gd name="T42" fmla="*/ 53 w 304"/>
                <a:gd name="T43" fmla="*/ 134 h 244"/>
                <a:gd name="T44" fmla="*/ 52 w 304"/>
                <a:gd name="T45" fmla="*/ 75 h 244"/>
                <a:gd name="T46" fmla="*/ 50 w 304"/>
                <a:gd name="T47" fmla="*/ 36 h 244"/>
                <a:gd name="T48" fmla="*/ 53 w 304"/>
                <a:gd name="T49" fmla="*/ 36 h 244"/>
                <a:gd name="T50" fmla="*/ 131 w 304"/>
                <a:gd name="T51" fmla="*/ 216 h 244"/>
                <a:gd name="T52" fmla="*/ 156 w 304"/>
                <a:gd name="T53" fmla="*/ 216 h 244"/>
                <a:gd name="T54" fmla="*/ 240 w 304"/>
                <a:gd name="T55" fmla="*/ 39 h 244"/>
                <a:gd name="T56" fmla="*/ 243 w 304"/>
                <a:gd name="T57" fmla="*/ 39 h 244"/>
                <a:gd name="T58" fmla="*/ 241 w 304"/>
                <a:gd name="T59" fmla="*/ 76 h 244"/>
                <a:gd name="T60" fmla="*/ 240 w 304"/>
                <a:gd name="T61" fmla="*/ 131 h 244"/>
                <a:gd name="T62" fmla="*/ 240 w 304"/>
                <a:gd name="T63" fmla="*/ 199 h 244"/>
                <a:gd name="T64" fmla="*/ 239 w 304"/>
                <a:gd name="T65" fmla="*/ 220 h 244"/>
                <a:gd name="T66" fmla="*/ 232 w 304"/>
                <a:gd name="T67" fmla="*/ 230 h 244"/>
                <a:gd name="T68" fmla="*/ 215 w 304"/>
                <a:gd name="T69" fmla="*/ 235 h 244"/>
                <a:gd name="T70" fmla="*/ 215 w 304"/>
                <a:gd name="T71" fmla="*/ 244 h 244"/>
                <a:gd name="T72" fmla="*/ 304 w 304"/>
                <a:gd name="T73" fmla="*/ 244 h 244"/>
                <a:gd name="T74" fmla="*/ 304 w 304"/>
                <a:gd name="T75" fmla="*/ 235 h 244"/>
                <a:gd name="T76" fmla="*/ 289 w 304"/>
                <a:gd name="T77" fmla="*/ 231 h 244"/>
                <a:gd name="T78" fmla="*/ 283 w 304"/>
                <a:gd name="T79" fmla="*/ 226 h 244"/>
                <a:gd name="T80" fmla="*/ 280 w 304"/>
                <a:gd name="T81" fmla="*/ 217 h 244"/>
                <a:gd name="T82" fmla="*/ 279 w 304"/>
                <a:gd name="T83" fmla="*/ 199 h 244"/>
                <a:gd name="T84" fmla="*/ 279 w 304"/>
                <a:gd name="T85" fmla="*/ 45 h 244"/>
                <a:gd name="T86" fmla="*/ 280 w 304"/>
                <a:gd name="T87" fmla="*/ 27 h 244"/>
                <a:gd name="T88" fmla="*/ 284 w 304"/>
                <a:gd name="T89" fmla="*/ 18 h 244"/>
                <a:gd name="T90" fmla="*/ 290 w 304"/>
                <a:gd name="T91" fmla="*/ 13 h 244"/>
                <a:gd name="T92" fmla="*/ 304 w 304"/>
                <a:gd name="T93" fmla="*/ 9 h 244"/>
                <a:gd name="T94" fmla="*/ 304 w 304"/>
                <a:gd name="T9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4" h="244">
                  <a:moveTo>
                    <a:pt x="304" y="0"/>
                  </a:moveTo>
                  <a:cubicBezTo>
                    <a:pt x="232" y="0"/>
                    <a:pt x="232" y="0"/>
                    <a:pt x="232" y="0"/>
                  </a:cubicBezTo>
                  <a:cubicBezTo>
                    <a:pt x="150" y="174"/>
                    <a:pt x="150" y="174"/>
                    <a:pt x="150" y="174"/>
                  </a:cubicBezTo>
                  <a:cubicBezTo>
                    <a:pt x="76" y="0"/>
                    <a:pt x="76" y="0"/>
                    <a:pt x="76"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4" y="231"/>
                  </a:cubicBezTo>
                  <a:cubicBezTo>
                    <a:pt x="61" y="230"/>
                    <a:pt x="58" y="228"/>
                    <a:pt x="57" y="226"/>
                  </a:cubicBezTo>
                  <a:cubicBezTo>
                    <a:pt x="56" y="223"/>
                    <a:pt x="54" y="221"/>
                    <a:pt x="54" y="217"/>
                  </a:cubicBezTo>
                  <a:cubicBezTo>
                    <a:pt x="53" y="213"/>
                    <a:pt x="53" y="207"/>
                    <a:pt x="53" y="199"/>
                  </a:cubicBezTo>
                  <a:cubicBezTo>
                    <a:pt x="53" y="134"/>
                    <a:pt x="53" y="134"/>
                    <a:pt x="53" y="134"/>
                  </a:cubicBezTo>
                  <a:cubicBezTo>
                    <a:pt x="53" y="114"/>
                    <a:pt x="52" y="94"/>
                    <a:pt x="52" y="75"/>
                  </a:cubicBezTo>
                  <a:cubicBezTo>
                    <a:pt x="51" y="56"/>
                    <a:pt x="51" y="43"/>
                    <a:pt x="50" y="36"/>
                  </a:cubicBezTo>
                  <a:cubicBezTo>
                    <a:pt x="53" y="36"/>
                    <a:pt x="53" y="36"/>
                    <a:pt x="53" y="36"/>
                  </a:cubicBezTo>
                  <a:cubicBezTo>
                    <a:pt x="131" y="216"/>
                    <a:pt x="131" y="216"/>
                    <a:pt x="131" y="216"/>
                  </a:cubicBezTo>
                  <a:cubicBezTo>
                    <a:pt x="156" y="216"/>
                    <a:pt x="156" y="216"/>
                    <a:pt x="156" y="216"/>
                  </a:cubicBezTo>
                  <a:cubicBezTo>
                    <a:pt x="240" y="39"/>
                    <a:pt x="240" y="39"/>
                    <a:pt x="240" y="39"/>
                  </a:cubicBezTo>
                  <a:cubicBezTo>
                    <a:pt x="243" y="39"/>
                    <a:pt x="243" y="39"/>
                    <a:pt x="243" y="39"/>
                  </a:cubicBezTo>
                  <a:cubicBezTo>
                    <a:pt x="242" y="45"/>
                    <a:pt x="242" y="58"/>
                    <a:pt x="241" y="76"/>
                  </a:cubicBezTo>
                  <a:cubicBezTo>
                    <a:pt x="240" y="95"/>
                    <a:pt x="240" y="113"/>
                    <a:pt x="240" y="131"/>
                  </a:cubicBezTo>
                  <a:cubicBezTo>
                    <a:pt x="240" y="199"/>
                    <a:pt x="240" y="199"/>
                    <a:pt x="240" y="199"/>
                  </a:cubicBezTo>
                  <a:cubicBezTo>
                    <a:pt x="240" y="209"/>
                    <a:pt x="239" y="216"/>
                    <a:pt x="239" y="220"/>
                  </a:cubicBezTo>
                  <a:cubicBezTo>
                    <a:pt x="237" y="224"/>
                    <a:pt x="235" y="227"/>
                    <a:pt x="232" y="230"/>
                  </a:cubicBezTo>
                  <a:cubicBezTo>
                    <a:pt x="229" y="232"/>
                    <a:pt x="223" y="234"/>
                    <a:pt x="215" y="235"/>
                  </a:cubicBezTo>
                  <a:cubicBezTo>
                    <a:pt x="215" y="244"/>
                    <a:pt x="215" y="244"/>
                    <a:pt x="215" y="244"/>
                  </a:cubicBezTo>
                  <a:cubicBezTo>
                    <a:pt x="304" y="244"/>
                    <a:pt x="304" y="244"/>
                    <a:pt x="304" y="244"/>
                  </a:cubicBezTo>
                  <a:cubicBezTo>
                    <a:pt x="304" y="235"/>
                    <a:pt x="304" y="235"/>
                    <a:pt x="304" y="235"/>
                  </a:cubicBezTo>
                  <a:cubicBezTo>
                    <a:pt x="297" y="234"/>
                    <a:pt x="292" y="232"/>
                    <a:pt x="289" y="231"/>
                  </a:cubicBezTo>
                  <a:cubicBezTo>
                    <a:pt x="287" y="230"/>
                    <a:pt x="284" y="228"/>
                    <a:pt x="283" y="226"/>
                  </a:cubicBezTo>
                  <a:cubicBezTo>
                    <a:pt x="282" y="223"/>
                    <a:pt x="280" y="221"/>
                    <a:pt x="280" y="217"/>
                  </a:cubicBezTo>
                  <a:cubicBezTo>
                    <a:pt x="279" y="213"/>
                    <a:pt x="279" y="207"/>
                    <a:pt x="279" y="199"/>
                  </a:cubicBezTo>
                  <a:cubicBezTo>
                    <a:pt x="279" y="45"/>
                    <a:pt x="279" y="45"/>
                    <a:pt x="279" y="45"/>
                  </a:cubicBezTo>
                  <a:cubicBezTo>
                    <a:pt x="279" y="37"/>
                    <a:pt x="279" y="31"/>
                    <a:pt x="280" y="27"/>
                  </a:cubicBezTo>
                  <a:cubicBezTo>
                    <a:pt x="281" y="23"/>
                    <a:pt x="282" y="20"/>
                    <a:pt x="284" y="18"/>
                  </a:cubicBezTo>
                  <a:cubicBezTo>
                    <a:pt x="285" y="16"/>
                    <a:pt x="287" y="14"/>
                    <a:pt x="290" y="13"/>
                  </a:cubicBezTo>
                  <a:cubicBezTo>
                    <a:pt x="293" y="12"/>
                    <a:pt x="297" y="10"/>
                    <a:pt x="304" y="9"/>
                  </a:cubicBezTo>
                  <a:cubicBezTo>
                    <a:pt x="304" y="0"/>
                    <a:pt x="304" y="0"/>
                    <a:pt x="3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0" name="Freeform 289">
              <a:extLst>
                <a:ext uri="{FF2B5EF4-FFF2-40B4-BE49-F238E27FC236}">
                  <a16:creationId xmlns:a16="http://schemas.microsoft.com/office/drawing/2014/main" id="{A9575708-21BC-4C54-BC12-46F77890C4B4}"/>
                </a:ext>
              </a:extLst>
            </p:cNvPr>
            <p:cNvSpPr>
              <a:spLocks/>
            </p:cNvSpPr>
            <p:nvPr/>
          </p:nvSpPr>
          <p:spPr bwMode="auto">
            <a:xfrm>
              <a:off x="2421027"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3 w 200"/>
                <a:gd name="T17" fmla="*/ 219 h 244"/>
                <a:gd name="T18" fmla="*/ 17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2 w 200"/>
                <a:gd name="T31" fmla="*/ 200 h 244"/>
                <a:gd name="T32" fmla="*/ 166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5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6" y="189"/>
                    <a:pt x="174" y="196"/>
                    <a:pt x="172" y="200"/>
                  </a:cubicBezTo>
                  <a:cubicBezTo>
                    <a:pt x="171" y="204"/>
                    <a:pt x="169" y="208"/>
                    <a:pt x="166" y="212"/>
                  </a:cubicBezTo>
                  <a:cubicBezTo>
                    <a:pt x="164" y="216"/>
                    <a:pt x="161" y="219"/>
                    <a:pt x="158" y="222"/>
                  </a:cubicBezTo>
                  <a:cubicBezTo>
                    <a:pt x="155" y="224"/>
                    <a:pt x="151"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6" y="125"/>
                    <a:pt x="121"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5" y="17"/>
                  </a:cubicBezTo>
                  <a:cubicBezTo>
                    <a:pt x="149" y="18"/>
                    <a:pt x="153" y="19"/>
                    <a:pt x="156" y="21"/>
                  </a:cubicBezTo>
                  <a:cubicBezTo>
                    <a:pt x="159" y="22"/>
                    <a:pt x="161" y="25"/>
                    <a:pt x="164" y="28"/>
                  </a:cubicBezTo>
                  <a:cubicBezTo>
                    <a:pt x="166" y="31"/>
                    <a:pt x="168"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1" name="Freeform 290">
              <a:extLst>
                <a:ext uri="{FF2B5EF4-FFF2-40B4-BE49-F238E27FC236}">
                  <a16:creationId xmlns:a16="http://schemas.microsoft.com/office/drawing/2014/main" id="{5666E107-BAC0-45BD-A8A1-C263F7A1BCFA}"/>
                </a:ext>
              </a:extLst>
            </p:cNvPr>
            <p:cNvSpPr>
              <a:spLocks noEditPoints="1"/>
            </p:cNvSpPr>
            <p:nvPr/>
          </p:nvSpPr>
          <p:spPr bwMode="auto">
            <a:xfrm>
              <a:off x="2511713" y="2122744"/>
              <a:ext cx="86213" cy="89060"/>
            </a:xfrm>
            <a:custGeom>
              <a:avLst/>
              <a:gdLst>
                <a:gd name="T0" fmla="*/ 90 w 237"/>
                <a:gd name="T1" fmla="*/ 228 h 244"/>
                <a:gd name="T2" fmla="*/ 65 w 237"/>
                <a:gd name="T3" fmla="*/ 227 h 244"/>
                <a:gd name="T4" fmla="*/ 65 w 237"/>
                <a:gd name="T5" fmla="*/ 16 h 244"/>
                <a:gd name="T6" fmla="*/ 92 w 237"/>
                <a:gd name="T7" fmla="*/ 16 h 244"/>
                <a:gd name="T8" fmla="*/ 146 w 237"/>
                <a:gd name="T9" fmla="*/ 26 h 244"/>
                <a:gd name="T10" fmla="*/ 181 w 237"/>
                <a:gd name="T11" fmla="*/ 60 h 244"/>
                <a:gd name="T12" fmla="*/ 193 w 237"/>
                <a:gd name="T13" fmla="*/ 120 h 244"/>
                <a:gd name="T14" fmla="*/ 191 w 237"/>
                <a:gd name="T15" fmla="*/ 153 h 244"/>
                <a:gd name="T16" fmla="*/ 182 w 237"/>
                <a:gd name="T17" fmla="*/ 181 h 244"/>
                <a:gd name="T18" fmla="*/ 168 w 237"/>
                <a:gd name="T19" fmla="*/ 203 h 244"/>
                <a:gd name="T20" fmla="*/ 147 w 237"/>
                <a:gd name="T21" fmla="*/ 218 h 244"/>
                <a:gd name="T22" fmla="*/ 122 w 237"/>
                <a:gd name="T23" fmla="*/ 226 h 244"/>
                <a:gd name="T24" fmla="*/ 90 w 237"/>
                <a:gd name="T25" fmla="*/ 228 h 244"/>
                <a:gd name="T26" fmla="*/ 93 w 237"/>
                <a:gd name="T27" fmla="*/ 0 h 244"/>
                <a:gd name="T28" fmla="*/ 0 w 237"/>
                <a:gd name="T29" fmla="*/ 0 h 244"/>
                <a:gd name="T30" fmla="*/ 0 w 237"/>
                <a:gd name="T31" fmla="*/ 9 h 244"/>
                <a:gd name="T32" fmla="*/ 14 w 237"/>
                <a:gd name="T33" fmla="*/ 13 h 244"/>
                <a:gd name="T34" fmla="*/ 21 w 237"/>
                <a:gd name="T35" fmla="*/ 18 h 244"/>
                <a:gd name="T36" fmla="*/ 24 w 237"/>
                <a:gd name="T37" fmla="*/ 27 h 244"/>
                <a:gd name="T38" fmla="*/ 25 w 237"/>
                <a:gd name="T39" fmla="*/ 45 h 244"/>
                <a:gd name="T40" fmla="*/ 25 w 237"/>
                <a:gd name="T41" fmla="*/ 199 h 244"/>
                <a:gd name="T42" fmla="*/ 24 w 237"/>
                <a:gd name="T43" fmla="*/ 217 h 244"/>
                <a:gd name="T44" fmla="*/ 21 w 237"/>
                <a:gd name="T45" fmla="*/ 226 h 244"/>
                <a:gd name="T46" fmla="*/ 14 w 237"/>
                <a:gd name="T47" fmla="*/ 231 h 244"/>
                <a:gd name="T48" fmla="*/ 0 w 237"/>
                <a:gd name="T49" fmla="*/ 235 h 244"/>
                <a:gd name="T50" fmla="*/ 0 w 237"/>
                <a:gd name="T51" fmla="*/ 244 h 244"/>
                <a:gd name="T52" fmla="*/ 77 w 237"/>
                <a:gd name="T53" fmla="*/ 244 h 244"/>
                <a:gd name="T54" fmla="*/ 134 w 237"/>
                <a:gd name="T55" fmla="*/ 241 h 244"/>
                <a:gd name="T56" fmla="*/ 171 w 237"/>
                <a:gd name="T57" fmla="*/ 231 h 244"/>
                <a:gd name="T58" fmla="*/ 205 w 237"/>
                <a:gd name="T59" fmla="*/ 208 h 244"/>
                <a:gd name="T60" fmla="*/ 228 w 237"/>
                <a:gd name="T61" fmla="*/ 170 h 244"/>
                <a:gd name="T62" fmla="*/ 237 w 237"/>
                <a:gd name="T63" fmla="*/ 117 h 244"/>
                <a:gd name="T64" fmla="*/ 228 w 237"/>
                <a:gd name="T65" fmla="*/ 65 h 244"/>
                <a:gd name="T66" fmla="*/ 202 w 237"/>
                <a:gd name="T67" fmla="*/ 29 h 244"/>
                <a:gd name="T68" fmla="*/ 158 w 237"/>
                <a:gd name="T69" fmla="*/ 8 h 244"/>
                <a:gd name="T70" fmla="*/ 93 w 237"/>
                <a:gd name="T7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244">
                  <a:moveTo>
                    <a:pt x="90" y="228"/>
                  </a:moveTo>
                  <a:cubicBezTo>
                    <a:pt x="79" y="228"/>
                    <a:pt x="70" y="228"/>
                    <a:pt x="65" y="227"/>
                  </a:cubicBezTo>
                  <a:cubicBezTo>
                    <a:pt x="65" y="16"/>
                    <a:pt x="65" y="16"/>
                    <a:pt x="65" y="16"/>
                  </a:cubicBezTo>
                  <a:cubicBezTo>
                    <a:pt x="73" y="16"/>
                    <a:pt x="83" y="16"/>
                    <a:pt x="92" y="16"/>
                  </a:cubicBezTo>
                  <a:cubicBezTo>
                    <a:pt x="113" y="16"/>
                    <a:pt x="131" y="19"/>
                    <a:pt x="146" y="26"/>
                  </a:cubicBezTo>
                  <a:cubicBezTo>
                    <a:pt x="161" y="34"/>
                    <a:pt x="173" y="45"/>
                    <a:pt x="181" y="60"/>
                  </a:cubicBezTo>
                  <a:cubicBezTo>
                    <a:pt x="189" y="76"/>
                    <a:pt x="193" y="96"/>
                    <a:pt x="193" y="120"/>
                  </a:cubicBezTo>
                  <a:cubicBezTo>
                    <a:pt x="193" y="132"/>
                    <a:pt x="192" y="143"/>
                    <a:pt x="191" y="153"/>
                  </a:cubicBezTo>
                  <a:cubicBezTo>
                    <a:pt x="189" y="163"/>
                    <a:pt x="186" y="173"/>
                    <a:pt x="182" y="181"/>
                  </a:cubicBezTo>
                  <a:cubicBezTo>
                    <a:pt x="179" y="189"/>
                    <a:pt x="174" y="196"/>
                    <a:pt x="168" y="203"/>
                  </a:cubicBezTo>
                  <a:cubicBezTo>
                    <a:pt x="162" y="209"/>
                    <a:pt x="155" y="214"/>
                    <a:pt x="147" y="218"/>
                  </a:cubicBezTo>
                  <a:cubicBezTo>
                    <a:pt x="139" y="221"/>
                    <a:pt x="131" y="224"/>
                    <a:pt x="122" y="226"/>
                  </a:cubicBezTo>
                  <a:cubicBezTo>
                    <a:pt x="112" y="227"/>
                    <a:pt x="102" y="228"/>
                    <a:pt x="90" y="228"/>
                  </a:cubicBezTo>
                  <a:moveTo>
                    <a:pt x="93"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0"/>
                    <a:pt x="25" y="36"/>
                    <a:pt x="25" y="45"/>
                  </a:cubicBezTo>
                  <a:cubicBezTo>
                    <a:pt x="25" y="199"/>
                    <a:pt x="25" y="199"/>
                    <a:pt x="25" y="199"/>
                  </a:cubicBezTo>
                  <a:cubicBezTo>
                    <a:pt x="25" y="208"/>
                    <a:pt x="25" y="214"/>
                    <a:pt x="24" y="217"/>
                  </a:cubicBezTo>
                  <a:cubicBezTo>
                    <a:pt x="23" y="221"/>
                    <a:pt x="22" y="224"/>
                    <a:pt x="21" y="226"/>
                  </a:cubicBezTo>
                  <a:cubicBezTo>
                    <a:pt x="19" y="228"/>
                    <a:pt x="17" y="230"/>
                    <a:pt x="14" y="231"/>
                  </a:cubicBezTo>
                  <a:cubicBezTo>
                    <a:pt x="11" y="233"/>
                    <a:pt x="7" y="234"/>
                    <a:pt x="0" y="235"/>
                  </a:cubicBezTo>
                  <a:cubicBezTo>
                    <a:pt x="0" y="244"/>
                    <a:pt x="0" y="244"/>
                    <a:pt x="0" y="244"/>
                  </a:cubicBezTo>
                  <a:cubicBezTo>
                    <a:pt x="77" y="244"/>
                    <a:pt x="77" y="244"/>
                    <a:pt x="77" y="244"/>
                  </a:cubicBezTo>
                  <a:cubicBezTo>
                    <a:pt x="100" y="244"/>
                    <a:pt x="119" y="243"/>
                    <a:pt x="134" y="241"/>
                  </a:cubicBezTo>
                  <a:cubicBezTo>
                    <a:pt x="148" y="239"/>
                    <a:pt x="160" y="236"/>
                    <a:pt x="171" y="231"/>
                  </a:cubicBezTo>
                  <a:cubicBezTo>
                    <a:pt x="185" y="225"/>
                    <a:pt x="195" y="218"/>
                    <a:pt x="205" y="208"/>
                  </a:cubicBezTo>
                  <a:cubicBezTo>
                    <a:pt x="215" y="198"/>
                    <a:pt x="223" y="185"/>
                    <a:pt x="228" y="170"/>
                  </a:cubicBezTo>
                  <a:cubicBezTo>
                    <a:pt x="234" y="155"/>
                    <a:pt x="237" y="137"/>
                    <a:pt x="237" y="117"/>
                  </a:cubicBezTo>
                  <a:cubicBezTo>
                    <a:pt x="237" y="97"/>
                    <a:pt x="234" y="80"/>
                    <a:pt x="228" y="65"/>
                  </a:cubicBezTo>
                  <a:cubicBezTo>
                    <a:pt x="222" y="51"/>
                    <a:pt x="213" y="39"/>
                    <a:pt x="202" y="29"/>
                  </a:cubicBezTo>
                  <a:cubicBezTo>
                    <a:pt x="190" y="20"/>
                    <a:pt x="175" y="13"/>
                    <a:pt x="158" y="8"/>
                  </a:cubicBezTo>
                  <a:cubicBezTo>
                    <a:pt x="141" y="3"/>
                    <a:pt x="120" y="0"/>
                    <a:pt x="9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2" name="Freeform 291">
              <a:extLst>
                <a:ext uri="{FF2B5EF4-FFF2-40B4-BE49-F238E27FC236}">
                  <a16:creationId xmlns:a16="http://schemas.microsoft.com/office/drawing/2014/main" id="{98FA8848-67B6-41E3-B327-D092A856937A}"/>
                </a:ext>
              </a:extLst>
            </p:cNvPr>
            <p:cNvSpPr>
              <a:spLocks/>
            </p:cNvSpPr>
            <p:nvPr/>
          </p:nvSpPr>
          <p:spPr bwMode="auto">
            <a:xfrm>
              <a:off x="2616632" y="2122744"/>
              <a:ext cx="32533" cy="89060"/>
            </a:xfrm>
            <a:custGeom>
              <a:avLst/>
              <a:gdLst>
                <a:gd name="T0" fmla="*/ 89 w 89"/>
                <a:gd name="T1" fmla="*/ 0 h 244"/>
                <a:gd name="T2" fmla="*/ 0 w 89"/>
                <a:gd name="T3" fmla="*/ 0 h 244"/>
                <a:gd name="T4" fmla="*/ 0 w 89"/>
                <a:gd name="T5" fmla="*/ 9 h 244"/>
                <a:gd name="T6" fmla="*/ 13 w 89"/>
                <a:gd name="T7" fmla="*/ 13 h 244"/>
                <a:gd name="T8" fmla="*/ 20 w 89"/>
                <a:gd name="T9" fmla="*/ 18 h 244"/>
                <a:gd name="T10" fmla="*/ 23 w 89"/>
                <a:gd name="T11" fmla="*/ 27 h 244"/>
                <a:gd name="T12" fmla="*/ 24 w 89"/>
                <a:gd name="T13" fmla="*/ 45 h 244"/>
                <a:gd name="T14" fmla="*/ 24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5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3" y="13"/>
                  </a:cubicBezTo>
                  <a:cubicBezTo>
                    <a:pt x="16" y="14"/>
                    <a:pt x="18" y="16"/>
                    <a:pt x="20" y="18"/>
                  </a:cubicBezTo>
                  <a:cubicBezTo>
                    <a:pt x="21" y="20"/>
                    <a:pt x="22"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2" y="234"/>
                    <a:pt x="78" y="232"/>
                    <a:pt x="75" y="231"/>
                  </a:cubicBezTo>
                  <a:cubicBezTo>
                    <a:pt x="72" y="230"/>
                    <a:pt x="70" y="228"/>
                    <a:pt x="68" y="226"/>
                  </a:cubicBezTo>
                  <a:cubicBezTo>
                    <a:pt x="67" y="223"/>
                    <a:pt x="66" y="221"/>
                    <a:pt x="65" y="217"/>
                  </a:cubicBezTo>
                  <a:cubicBezTo>
                    <a:pt x="64" y="213"/>
                    <a:pt x="64" y="207"/>
                    <a:pt x="64" y="199"/>
                  </a:cubicBezTo>
                  <a:cubicBezTo>
                    <a:pt x="64" y="45"/>
                    <a:pt x="64" y="45"/>
                    <a:pt x="64" y="45"/>
                  </a:cubicBezTo>
                  <a:cubicBezTo>
                    <a:pt x="64" y="37"/>
                    <a:pt x="64" y="31"/>
                    <a:pt x="65" y="27"/>
                  </a:cubicBezTo>
                  <a:cubicBezTo>
                    <a:pt x="66" y="23"/>
                    <a:pt x="67" y="20"/>
                    <a:pt x="69" y="18"/>
                  </a:cubicBezTo>
                  <a:cubicBezTo>
                    <a:pt x="71" y="16"/>
                    <a:pt x="73" y="14"/>
                    <a:pt x="75"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3" name="Freeform 292">
              <a:extLst>
                <a:ext uri="{FF2B5EF4-FFF2-40B4-BE49-F238E27FC236}">
                  <a16:creationId xmlns:a16="http://schemas.microsoft.com/office/drawing/2014/main" id="{CC31BDE9-031F-4A5E-A5C1-E61AD29DBCCE}"/>
                </a:ext>
              </a:extLst>
            </p:cNvPr>
            <p:cNvSpPr>
              <a:spLocks/>
            </p:cNvSpPr>
            <p:nvPr/>
          </p:nvSpPr>
          <p:spPr bwMode="auto">
            <a:xfrm>
              <a:off x="2667466" y="2121525"/>
              <a:ext cx="71167" cy="91499"/>
            </a:xfrm>
            <a:custGeom>
              <a:avLst/>
              <a:gdLst>
                <a:gd name="T0" fmla="*/ 122 w 195"/>
                <a:gd name="T1" fmla="*/ 0 h 250"/>
                <a:gd name="T2" fmla="*/ 56 w 195"/>
                <a:gd name="T3" fmla="*/ 16 h 250"/>
                <a:gd name="T4" fmla="*/ 14 w 195"/>
                <a:gd name="T5" fmla="*/ 60 h 250"/>
                <a:gd name="T6" fmla="*/ 0 w 195"/>
                <a:gd name="T7" fmla="*/ 128 h 250"/>
                <a:gd name="T8" fmla="*/ 27 w 195"/>
                <a:gd name="T9" fmla="*/ 219 h 250"/>
                <a:gd name="T10" fmla="*/ 109 w 195"/>
                <a:gd name="T11" fmla="*/ 250 h 250"/>
                <a:gd name="T12" fmla="*/ 155 w 195"/>
                <a:gd name="T13" fmla="*/ 248 h 250"/>
                <a:gd name="T14" fmla="*/ 195 w 195"/>
                <a:gd name="T15" fmla="*/ 241 h 250"/>
                <a:gd name="T16" fmla="*/ 195 w 195"/>
                <a:gd name="T17" fmla="*/ 190 h 250"/>
                <a:gd name="T18" fmla="*/ 174 w 195"/>
                <a:gd name="T19" fmla="*/ 190 h 250"/>
                <a:gd name="T20" fmla="*/ 160 w 195"/>
                <a:gd name="T21" fmla="*/ 217 h 250"/>
                <a:gd name="T22" fmla="*/ 141 w 195"/>
                <a:gd name="T23" fmla="*/ 230 h 250"/>
                <a:gd name="T24" fmla="*/ 113 w 195"/>
                <a:gd name="T25" fmla="*/ 234 h 250"/>
                <a:gd name="T26" fmla="*/ 74 w 195"/>
                <a:gd name="T27" fmla="*/ 222 h 250"/>
                <a:gd name="T28" fmla="*/ 51 w 195"/>
                <a:gd name="T29" fmla="*/ 184 h 250"/>
                <a:gd name="T30" fmla="*/ 42 w 195"/>
                <a:gd name="T31" fmla="*/ 124 h 250"/>
                <a:gd name="T32" fmla="*/ 52 w 195"/>
                <a:gd name="T33" fmla="*/ 65 h 250"/>
                <a:gd name="T34" fmla="*/ 79 w 195"/>
                <a:gd name="T35" fmla="*/ 28 h 250"/>
                <a:gd name="T36" fmla="*/ 118 w 195"/>
                <a:gd name="T37" fmla="*/ 16 h 250"/>
                <a:gd name="T38" fmla="*/ 143 w 195"/>
                <a:gd name="T39" fmla="*/ 20 h 250"/>
                <a:gd name="T40" fmla="*/ 161 w 195"/>
                <a:gd name="T41" fmla="*/ 33 h 250"/>
                <a:gd name="T42" fmla="*/ 174 w 195"/>
                <a:gd name="T43" fmla="*/ 58 h 250"/>
                <a:gd name="T44" fmla="*/ 195 w 195"/>
                <a:gd name="T45" fmla="*/ 58 h 250"/>
                <a:gd name="T46" fmla="*/ 195 w 195"/>
                <a:gd name="T47" fmla="*/ 8 h 250"/>
                <a:gd name="T48" fmla="*/ 158 w 195"/>
                <a:gd name="T49" fmla="*/ 2 h 250"/>
                <a:gd name="T50" fmla="*/ 122 w 195"/>
                <a:gd name="T51"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5" h="250">
                  <a:moveTo>
                    <a:pt x="122" y="0"/>
                  </a:moveTo>
                  <a:cubicBezTo>
                    <a:pt x="97" y="0"/>
                    <a:pt x="75" y="6"/>
                    <a:pt x="56" y="16"/>
                  </a:cubicBezTo>
                  <a:cubicBezTo>
                    <a:pt x="37" y="27"/>
                    <a:pt x="23" y="41"/>
                    <a:pt x="14" y="60"/>
                  </a:cubicBezTo>
                  <a:cubicBezTo>
                    <a:pt x="4" y="80"/>
                    <a:pt x="0" y="102"/>
                    <a:pt x="0" y="128"/>
                  </a:cubicBezTo>
                  <a:cubicBezTo>
                    <a:pt x="0" y="168"/>
                    <a:pt x="9" y="199"/>
                    <a:pt x="27" y="219"/>
                  </a:cubicBezTo>
                  <a:cubicBezTo>
                    <a:pt x="45" y="240"/>
                    <a:pt x="73" y="250"/>
                    <a:pt x="109" y="250"/>
                  </a:cubicBezTo>
                  <a:cubicBezTo>
                    <a:pt x="125" y="250"/>
                    <a:pt x="140" y="249"/>
                    <a:pt x="155" y="248"/>
                  </a:cubicBezTo>
                  <a:cubicBezTo>
                    <a:pt x="168" y="246"/>
                    <a:pt x="182" y="244"/>
                    <a:pt x="195" y="241"/>
                  </a:cubicBezTo>
                  <a:cubicBezTo>
                    <a:pt x="195" y="190"/>
                    <a:pt x="195" y="190"/>
                    <a:pt x="195" y="190"/>
                  </a:cubicBezTo>
                  <a:cubicBezTo>
                    <a:pt x="174" y="190"/>
                    <a:pt x="174" y="190"/>
                    <a:pt x="174" y="190"/>
                  </a:cubicBezTo>
                  <a:cubicBezTo>
                    <a:pt x="170" y="202"/>
                    <a:pt x="165" y="211"/>
                    <a:pt x="160" y="217"/>
                  </a:cubicBezTo>
                  <a:cubicBezTo>
                    <a:pt x="155" y="223"/>
                    <a:pt x="149" y="227"/>
                    <a:pt x="141" y="230"/>
                  </a:cubicBezTo>
                  <a:cubicBezTo>
                    <a:pt x="134" y="233"/>
                    <a:pt x="124" y="234"/>
                    <a:pt x="113" y="234"/>
                  </a:cubicBezTo>
                  <a:cubicBezTo>
                    <a:pt x="98" y="234"/>
                    <a:pt x="85" y="230"/>
                    <a:pt x="74" y="222"/>
                  </a:cubicBezTo>
                  <a:cubicBezTo>
                    <a:pt x="64" y="213"/>
                    <a:pt x="56" y="201"/>
                    <a:pt x="51" y="184"/>
                  </a:cubicBezTo>
                  <a:cubicBezTo>
                    <a:pt x="45" y="168"/>
                    <a:pt x="42" y="148"/>
                    <a:pt x="42" y="124"/>
                  </a:cubicBezTo>
                  <a:cubicBezTo>
                    <a:pt x="42" y="101"/>
                    <a:pt x="46" y="81"/>
                    <a:pt x="52" y="65"/>
                  </a:cubicBezTo>
                  <a:cubicBezTo>
                    <a:pt x="59" y="49"/>
                    <a:pt x="68" y="36"/>
                    <a:pt x="79" y="28"/>
                  </a:cubicBezTo>
                  <a:cubicBezTo>
                    <a:pt x="90" y="20"/>
                    <a:pt x="104" y="16"/>
                    <a:pt x="118" y="16"/>
                  </a:cubicBezTo>
                  <a:cubicBezTo>
                    <a:pt x="128" y="16"/>
                    <a:pt x="136" y="17"/>
                    <a:pt x="143" y="20"/>
                  </a:cubicBezTo>
                  <a:cubicBezTo>
                    <a:pt x="150" y="23"/>
                    <a:pt x="156" y="27"/>
                    <a:pt x="161" y="33"/>
                  </a:cubicBezTo>
                  <a:cubicBezTo>
                    <a:pt x="166" y="39"/>
                    <a:pt x="171" y="47"/>
                    <a:pt x="174" y="58"/>
                  </a:cubicBezTo>
                  <a:cubicBezTo>
                    <a:pt x="195" y="58"/>
                    <a:pt x="195" y="58"/>
                    <a:pt x="195" y="58"/>
                  </a:cubicBezTo>
                  <a:cubicBezTo>
                    <a:pt x="195" y="8"/>
                    <a:pt x="195" y="8"/>
                    <a:pt x="195" y="8"/>
                  </a:cubicBezTo>
                  <a:cubicBezTo>
                    <a:pt x="181" y="5"/>
                    <a:pt x="169" y="3"/>
                    <a:pt x="158" y="2"/>
                  </a:cubicBezTo>
                  <a:cubicBezTo>
                    <a:pt x="147" y="1"/>
                    <a:pt x="135" y="0"/>
                    <a:pt x="12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4" name="Freeform 293">
              <a:extLst>
                <a:ext uri="{FF2B5EF4-FFF2-40B4-BE49-F238E27FC236}">
                  <a16:creationId xmlns:a16="http://schemas.microsoft.com/office/drawing/2014/main" id="{DA263056-D0BD-4D73-9321-8E3CBE133021}"/>
                </a:ext>
              </a:extLst>
            </p:cNvPr>
            <p:cNvSpPr>
              <a:spLocks noEditPoints="1"/>
            </p:cNvSpPr>
            <p:nvPr/>
          </p:nvSpPr>
          <p:spPr bwMode="auto">
            <a:xfrm>
              <a:off x="2747579" y="2121525"/>
              <a:ext cx="96786" cy="90280"/>
            </a:xfrm>
            <a:custGeom>
              <a:avLst/>
              <a:gdLst>
                <a:gd name="T0" fmla="*/ 86 w 265"/>
                <a:gd name="T1" fmla="*/ 151 h 247"/>
                <a:gd name="T2" fmla="*/ 134 w 265"/>
                <a:gd name="T3" fmla="*/ 35 h 247"/>
                <a:gd name="T4" fmla="*/ 174 w 265"/>
                <a:gd name="T5" fmla="*/ 151 h 247"/>
                <a:gd name="T6" fmla="*/ 86 w 265"/>
                <a:gd name="T7" fmla="*/ 151 h 247"/>
                <a:gd name="T8" fmla="*/ 159 w 265"/>
                <a:gd name="T9" fmla="*/ 0 h 247"/>
                <a:gd name="T10" fmla="*/ 126 w 265"/>
                <a:gd name="T11" fmla="*/ 0 h 247"/>
                <a:gd name="T12" fmla="*/ 37 w 265"/>
                <a:gd name="T13" fmla="*/ 198 h 247"/>
                <a:gd name="T14" fmla="*/ 20 w 265"/>
                <a:gd name="T15" fmla="*/ 227 h 247"/>
                <a:gd name="T16" fmla="*/ 0 w 265"/>
                <a:gd name="T17" fmla="*/ 238 h 247"/>
                <a:gd name="T18" fmla="*/ 0 w 265"/>
                <a:gd name="T19" fmla="*/ 247 h 247"/>
                <a:gd name="T20" fmla="*/ 90 w 265"/>
                <a:gd name="T21" fmla="*/ 247 h 247"/>
                <a:gd name="T22" fmla="*/ 90 w 265"/>
                <a:gd name="T23" fmla="*/ 238 h 247"/>
                <a:gd name="T24" fmla="*/ 70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1 w 265"/>
                <a:gd name="T39" fmla="*/ 205 h 247"/>
                <a:gd name="T40" fmla="*/ 193 w 265"/>
                <a:gd name="T41" fmla="*/ 218 h 247"/>
                <a:gd name="T42" fmla="*/ 190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0 w 265"/>
                <a:gd name="T57" fmla="*/ 221 h 247"/>
                <a:gd name="T58" fmla="*/ 231 w 265"/>
                <a:gd name="T59" fmla="*/ 200 h 247"/>
                <a:gd name="T60" fmla="*/ 159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4" y="35"/>
                    <a:pt x="134" y="35"/>
                    <a:pt x="134" y="35"/>
                  </a:cubicBezTo>
                  <a:cubicBezTo>
                    <a:pt x="174" y="151"/>
                    <a:pt x="174" y="151"/>
                    <a:pt x="174" y="151"/>
                  </a:cubicBezTo>
                  <a:cubicBezTo>
                    <a:pt x="86" y="151"/>
                    <a:pt x="86" y="151"/>
                    <a:pt x="86" y="151"/>
                  </a:cubicBezTo>
                  <a:moveTo>
                    <a:pt x="159" y="0"/>
                  </a:moveTo>
                  <a:cubicBezTo>
                    <a:pt x="126" y="0"/>
                    <a:pt x="126" y="0"/>
                    <a:pt x="126" y="0"/>
                  </a:cubicBezTo>
                  <a:cubicBezTo>
                    <a:pt x="37" y="198"/>
                    <a:pt x="37" y="198"/>
                    <a:pt x="37" y="198"/>
                  </a:cubicBezTo>
                  <a:cubicBezTo>
                    <a:pt x="32" y="211"/>
                    <a:pt x="26" y="220"/>
                    <a:pt x="20" y="227"/>
                  </a:cubicBezTo>
                  <a:cubicBezTo>
                    <a:pt x="15" y="233"/>
                    <a:pt x="8" y="237"/>
                    <a:pt x="0" y="238"/>
                  </a:cubicBezTo>
                  <a:cubicBezTo>
                    <a:pt x="0" y="247"/>
                    <a:pt x="0" y="247"/>
                    <a:pt x="0" y="247"/>
                  </a:cubicBezTo>
                  <a:cubicBezTo>
                    <a:pt x="90" y="247"/>
                    <a:pt x="90" y="247"/>
                    <a:pt x="90" y="247"/>
                  </a:cubicBezTo>
                  <a:cubicBezTo>
                    <a:pt x="90" y="238"/>
                    <a:pt x="90" y="238"/>
                    <a:pt x="90" y="238"/>
                  </a:cubicBezTo>
                  <a:cubicBezTo>
                    <a:pt x="81" y="237"/>
                    <a:pt x="75" y="235"/>
                    <a:pt x="70" y="232"/>
                  </a:cubicBezTo>
                  <a:cubicBezTo>
                    <a:pt x="66" y="228"/>
                    <a:pt x="64" y="223"/>
                    <a:pt x="64" y="216"/>
                  </a:cubicBezTo>
                  <a:cubicBezTo>
                    <a:pt x="64" y="212"/>
                    <a:pt x="64"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0" y="200"/>
                    <a:pt x="191" y="205"/>
                  </a:cubicBezTo>
                  <a:cubicBezTo>
                    <a:pt x="193" y="210"/>
                    <a:pt x="193" y="214"/>
                    <a:pt x="193" y="218"/>
                  </a:cubicBezTo>
                  <a:cubicBezTo>
                    <a:pt x="193" y="222"/>
                    <a:pt x="192" y="226"/>
                    <a:pt x="190" y="228"/>
                  </a:cubicBezTo>
                  <a:cubicBezTo>
                    <a:pt x="189" y="231"/>
                    <a:pt x="186" y="233"/>
                    <a:pt x="183" y="234"/>
                  </a:cubicBezTo>
                  <a:cubicBezTo>
                    <a:pt x="179" y="236"/>
                    <a:pt x="174" y="237"/>
                    <a:pt x="167" y="238"/>
                  </a:cubicBezTo>
                  <a:cubicBezTo>
                    <a:pt x="167" y="247"/>
                    <a:pt x="167" y="247"/>
                    <a:pt x="167" y="247"/>
                  </a:cubicBezTo>
                  <a:cubicBezTo>
                    <a:pt x="265" y="247"/>
                    <a:pt x="265" y="247"/>
                    <a:pt x="265" y="247"/>
                  </a:cubicBezTo>
                  <a:cubicBezTo>
                    <a:pt x="265" y="238"/>
                    <a:pt x="265" y="238"/>
                    <a:pt x="265" y="238"/>
                  </a:cubicBezTo>
                  <a:cubicBezTo>
                    <a:pt x="258" y="237"/>
                    <a:pt x="253" y="235"/>
                    <a:pt x="250" y="232"/>
                  </a:cubicBezTo>
                  <a:cubicBezTo>
                    <a:pt x="246" y="230"/>
                    <a:pt x="243" y="226"/>
                    <a:pt x="240" y="221"/>
                  </a:cubicBezTo>
                  <a:cubicBezTo>
                    <a:pt x="238" y="216"/>
                    <a:pt x="235" y="209"/>
                    <a:pt x="231" y="200"/>
                  </a:cubicBezTo>
                  <a:cubicBezTo>
                    <a:pt x="159" y="0"/>
                    <a:pt x="159" y="0"/>
                    <a:pt x="1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5" name="Freeform 294">
              <a:extLst>
                <a:ext uri="{FF2B5EF4-FFF2-40B4-BE49-F238E27FC236}">
                  <a16:creationId xmlns:a16="http://schemas.microsoft.com/office/drawing/2014/main" id="{24EF628C-E50D-47D9-8E28-C30F93EB6130}"/>
                </a:ext>
              </a:extLst>
            </p:cNvPr>
            <p:cNvSpPr>
              <a:spLocks/>
            </p:cNvSpPr>
            <p:nvPr/>
          </p:nvSpPr>
          <p:spPr bwMode="auto">
            <a:xfrm>
              <a:off x="2854939" y="2122744"/>
              <a:ext cx="70760" cy="89060"/>
            </a:xfrm>
            <a:custGeom>
              <a:avLst/>
              <a:gdLst>
                <a:gd name="T0" fmla="*/ 90 w 195"/>
                <a:gd name="T1" fmla="*/ 0 h 244"/>
                <a:gd name="T2" fmla="*/ 0 w 195"/>
                <a:gd name="T3" fmla="*/ 0 h 244"/>
                <a:gd name="T4" fmla="*/ 0 w 195"/>
                <a:gd name="T5" fmla="*/ 9 h 244"/>
                <a:gd name="T6" fmla="*/ 14 w 195"/>
                <a:gd name="T7" fmla="*/ 13 h 244"/>
                <a:gd name="T8" fmla="*/ 21 w 195"/>
                <a:gd name="T9" fmla="*/ 18 h 244"/>
                <a:gd name="T10" fmla="*/ 24 w 195"/>
                <a:gd name="T11" fmla="*/ 27 h 244"/>
                <a:gd name="T12" fmla="*/ 25 w 195"/>
                <a:gd name="T13" fmla="*/ 45 h 244"/>
                <a:gd name="T14" fmla="*/ 25 w 195"/>
                <a:gd name="T15" fmla="*/ 199 h 244"/>
                <a:gd name="T16" fmla="*/ 24 w 195"/>
                <a:gd name="T17" fmla="*/ 219 h 244"/>
                <a:gd name="T18" fmla="*/ 18 w 195"/>
                <a:gd name="T19" fmla="*/ 229 h 244"/>
                <a:gd name="T20" fmla="*/ 0 w 195"/>
                <a:gd name="T21" fmla="*/ 235 h 244"/>
                <a:gd name="T22" fmla="*/ 0 w 195"/>
                <a:gd name="T23" fmla="*/ 244 h 244"/>
                <a:gd name="T24" fmla="*/ 191 w 195"/>
                <a:gd name="T25" fmla="*/ 244 h 244"/>
                <a:gd name="T26" fmla="*/ 195 w 195"/>
                <a:gd name="T27" fmla="*/ 172 h 244"/>
                <a:gd name="T28" fmla="*/ 174 w 195"/>
                <a:gd name="T29" fmla="*/ 172 h 244"/>
                <a:gd name="T30" fmla="*/ 167 w 195"/>
                <a:gd name="T31" fmla="*/ 197 h 244"/>
                <a:gd name="T32" fmla="*/ 160 w 195"/>
                <a:gd name="T33" fmla="*/ 210 h 244"/>
                <a:gd name="T34" fmla="*/ 154 w 195"/>
                <a:gd name="T35" fmla="*/ 219 h 244"/>
                <a:gd name="T36" fmla="*/ 146 w 195"/>
                <a:gd name="T37" fmla="*/ 224 h 244"/>
                <a:gd name="T38" fmla="*/ 135 w 195"/>
                <a:gd name="T39" fmla="*/ 227 h 244"/>
                <a:gd name="T40" fmla="*/ 120 w 195"/>
                <a:gd name="T41" fmla="*/ 228 h 244"/>
                <a:gd name="T42" fmla="*/ 65 w 195"/>
                <a:gd name="T43" fmla="*/ 228 h 244"/>
                <a:gd name="T44" fmla="*/ 65 w 195"/>
                <a:gd name="T45" fmla="*/ 45 h 244"/>
                <a:gd name="T46" fmla="*/ 66 w 195"/>
                <a:gd name="T47" fmla="*/ 26 h 244"/>
                <a:gd name="T48" fmla="*/ 70 w 195"/>
                <a:gd name="T49" fmla="*/ 17 h 244"/>
                <a:gd name="T50" fmla="*/ 76 w 195"/>
                <a:gd name="T51" fmla="*/ 13 h 244"/>
                <a:gd name="T52" fmla="*/ 90 w 195"/>
                <a:gd name="T53" fmla="*/ 9 h 244"/>
                <a:gd name="T54" fmla="*/ 90 w 195"/>
                <a:gd name="T5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5" h="244">
                  <a:moveTo>
                    <a:pt x="90"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1" y="244"/>
                    <a:pt x="191" y="244"/>
                    <a:pt x="191" y="244"/>
                  </a:cubicBezTo>
                  <a:cubicBezTo>
                    <a:pt x="195" y="172"/>
                    <a:pt x="195" y="172"/>
                    <a:pt x="195" y="172"/>
                  </a:cubicBezTo>
                  <a:cubicBezTo>
                    <a:pt x="174" y="172"/>
                    <a:pt x="174" y="172"/>
                    <a:pt x="174" y="172"/>
                  </a:cubicBezTo>
                  <a:cubicBezTo>
                    <a:pt x="171" y="183"/>
                    <a:pt x="169" y="191"/>
                    <a:pt x="167" y="197"/>
                  </a:cubicBezTo>
                  <a:cubicBezTo>
                    <a:pt x="165" y="202"/>
                    <a:pt x="163" y="207"/>
                    <a:pt x="160" y="210"/>
                  </a:cubicBezTo>
                  <a:cubicBezTo>
                    <a:pt x="159" y="214"/>
                    <a:pt x="156" y="217"/>
                    <a:pt x="154" y="219"/>
                  </a:cubicBezTo>
                  <a:cubicBezTo>
                    <a:pt x="152" y="221"/>
                    <a:pt x="149" y="223"/>
                    <a:pt x="146" y="224"/>
                  </a:cubicBezTo>
                  <a:cubicBezTo>
                    <a:pt x="143" y="225"/>
                    <a:pt x="140" y="226"/>
                    <a:pt x="135" y="227"/>
                  </a:cubicBezTo>
                  <a:cubicBezTo>
                    <a:pt x="131" y="227"/>
                    <a:pt x="126" y="228"/>
                    <a:pt x="120" y="228"/>
                  </a:cubicBezTo>
                  <a:cubicBezTo>
                    <a:pt x="65" y="228"/>
                    <a:pt x="65" y="228"/>
                    <a:pt x="65" y="228"/>
                  </a:cubicBezTo>
                  <a:cubicBezTo>
                    <a:pt x="65" y="45"/>
                    <a:pt x="65" y="45"/>
                    <a:pt x="65" y="45"/>
                  </a:cubicBezTo>
                  <a:cubicBezTo>
                    <a:pt x="65" y="36"/>
                    <a:pt x="65" y="30"/>
                    <a:pt x="66" y="26"/>
                  </a:cubicBezTo>
                  <a:cubicBezTo>
                    <a:pt x="67" y="22"/>
                    <a:pt x="68" y="19"/>
                    <a:pt x="70" y="17"/>
                  </a:cubicBezTo>
                  <a:cubicBezTo>
                    <a:pt x="72" y="15"/>
                    <a:pt x="74"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6" name="Freeform 295">
              <a:extLst>
                <a:ext uri="{FF2B5EF4-FFF2-40B4-BE49-F238E27FC236}">
                  <a16:creationId xmlns:a16="http://schemas.microsoft.com/office/drawing/2014/main" id="{FA97783A-8EB0-4782-B07C-0F2B7A9DAEFB}"/>
                </a:ext>
              </a:extLst>
            </p:cNvPr>
            <p:cNvSpPr>
              <a:spLocks/>
            </p:cNvSpPr>
            <p:nvPr/>
          </p:nvSpPr>
          <p:spPr bwMode="auto">
            <a:xfrm>
              <a:off x="2984663" y="2122744"/>
              <a:ext cx="89060" cy="90280"/>
            </a:xfrm>
            <a:custGeom>
              <a:avLst/>
              <a:gdLst>
                <a:gd name="T0" fmla="*/ 244 w 244"/>
                <a:gd name="T1" fmla="*/ 0 h 247"/>
                <a:gd name="T2" fmla="*/ 159 w 244"/>
                <a:gd name="T3" fmla="*/ 0 h 247"/>
                <a:gd name="T4" fmla="*/ 159 w 244"/>
                <a:gd name="T5" fmla="*/ 9 h 247"/>
                <a:gd name="T6" fmla="*/ 176 w 244"/>
                <a:gd name="T7" fmla="*/ 15 h 247"/>
                <a:gd name="T8" fmla="*/ 182 w 244"/>
                <a:gd name="T9" fmla="*/ 24 h 247"/>
                <a:gd name="T10" fmla="*/ 184 w 244"/>
                <a:gd name="T11" fmla="*/ 45 h 247"/>
                <a:gd name="T12" fmla="*/ 184 w 244"/>
                <a:gd name="T13" fmla="*/ 157 h 247"/>
                <a:gd name="T14" fmla="*/ 181 w 244"/>
                <a:gd name="T15" fmla="*/ 191 h 247"/>
                <a:gd name="T16" fmla="*/ 171 w 244"/>
                <a:gd name="T17" fmla="*/ 214 h 247"/>
                <a:gd name="T18" fmla="*/ 152 w 244"/>
                <a:gd name="T19" fmla="*/ 227 h 247"/>
                <a:gd name="T20" fmla="*/ 126 w 244"/>
                <a:gd name="T21" fmla="*/ 231 h 247"/>
                <a:gd name="T22" fmla="*/ 99 w 244"/>
                <a:gd name="T23" fmla="*/ 228 h 247"/>
                <a:gd name="T24" fmla="*/ 81 w 244"/>
                <a:gd name="T25" fmla="*/ 219 h 247"/>
                <a:gd name="T26" fmla="*/ 68 w 244"/>
                <a:gd name="T27" fmla="*/ 200 h 247"/>
                <a:gd name="T28" fmla="*/ 64 w 244"/>
                <a:gd name="T29" fmla="*/ 171 h 247"/>
                <a:gd name="T30" fmla="*/ 64 w 244"/>
                <a:gd name="T31" fmla="*/ 45 h 247"/>
                <a:gd name="T32" fmla="*/ 66 w 244"/>
                <a:gd name="T33" fmla="*/ 24 h 247"/>
                <a:gd name="T34" fmla="*/ 72 w 244"/>
                <a:gd name="T35" fmla="*/ 15 h 247"/>
                <a:gd name="T36" fmla="*/ 89 w 244"/>
                <a:gd name="T37" fmla="*/ 9 h 247"/>
                <a:gd name="T38" fmla="*/ 89 w 244"/>
                <a:gd name="T39" fmla="*/ 0 h 247"/>
                <a:gd name="T40" fmla="*/ 0 w 244"/>
                <a:gd name="T41" fmla="*/ 0 h 247"/>
                <a:gd name="T42" fmla="*/ 0 w 244"/>
                <a:gd name="T43" fmla="*/ 9 h 247"/>
                <a:gd name="T44" fmla="*/ 14 w 244"/>
                <a:gd name="T45" fmla="*/ 13 h 247"/>
                <a:gd name="T46" fmla="*/ 20 w 244"/>
                <a:gd name="T47" fmla="*/ 18 h 247"/>
                <a:gd name="T48" fmla="*/ 23 w 244"/>
                <a:gd name="T49" fmla="*/ 26 h 247"/>
                <a:gd name="T50" fmla="*/ 24 w 244"/>
                <a:gd name="T51" fmla="*/ 45 h 247"/>
                <a:gd name="T52" fmla="*/ 24 w 244"/>
                <a:gd name="T53" fmla="*/ 162 h 247"/>
                <a:gd name="T54" fmla="*/ 29 w 244"/>
                <a:gd name="T55" fmla="*/ 200 h 247"/>
                <a:gd name="T56" fmla="*/ 46 w 244"/>
                <a:gd name="T57" fmla="*/ 226 h 247"/>
                <a:gd name="T58" fmla="*/ 77 w 244"/>
                <a:gd name="T59" fmla="*/ 242 h 247"/>
                <a:gd name="T60" fmla="*/ 121 w 244"/>
                <a:gd name="T61" fmla="*/ 247 h 247"/>
                <a:gd name="T62" fmla="*/ 158 w 244"/>
                <a:gd name="T63" fmla="*/ 243 h 247"/>
                <a:gd name="T64" fmla="*/ 184 w 244"/>
                <a:gd name="T65" fmla="*/ 233 h 247"/>
                <a:gd name="T66" fmla="*/ 203 w 244"/>
                <a:gd name="T67" fmla="*/ 217 h 247"/>
                <a:gd name="T68" fmla="*/ 215 w 244"/>
                <a:gd name="T69" fmla="*/ 193 h 247"/>
                <a:gd name="T70" fmla="*/ 219 w 244"/>
                <a:gd name="T71" fmla="*/ 160 h 247"/>
                <a:gd name="T72" fmla="*/ 219 w 244"/>
                <a:gd name="T73" fmla="*/ 45 h 247"/>
                <a:gd name="T74" fmla="*/ 221 w 244"/>
                <a:gd name="T75" fmla="*/ 24 h 247"/>
                <a:gd name="T76" fmla="*/ 227 w 244"/>
                <a:gd name="T77" fmla="*/ 15 h 247"/>
                <a:gd name="T78" fmla="*/ 244 w 244"/>
                <a:gd name="T79" fmla="*/ 9 h 247"/>
                <a:gd name="T80" fmla="*/ 244 w 244"/>
                <a:gd name="T8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4" h="247">
                  <a:moveTo>
                    <a:pt x="244" y="0"/>
                  </a:moveTo>
                  <a:cubicBezTo>
                    <a:pt x="159" y="0"/>
                    <a:pt x="159" y="0"/>
                    <a:pt x="159" y="0"/>
                  </a:cubicBezTo>
                  <a:cubicBezTo>
                    <a:pt x="159" y="9"/>
                    <a:pt x="159" y="9"/>
                    <a:pt x="159" y="9"/>
                  </a:cubicBezTo>
                  <a:cubicBezTo>
                    <a:pt x="168" y="11"/>
                    <a:pt x="174" y="13"/>
                    <a:pt x="176" y="15"/>
                  </a:cubicBezTo>
                  <a:cubicBezTo>
                    <a:pt x="179" y="17"/>
                    <a:pt x="181" y="20"/>
                    <a:pt x="182" y="24"/>
                  </a:cubicBezTo>
                  <a:cubicBezTo>
                    <a:pt x="183" y="27"/>
                    <a:pt x="184" y="34"/>
                    <a:pt x="184" y="45"/>
                  </a:cubicBezTo>
                  <a:cubicBezTo>
                    <a:pt x="184" y="157"/>
                    <a:pt x="184" y="157"/>
                    <a:pt x="184" y="157"/>
                  </a:cubicBezTo>
                  <a:cubicBezTo>
                    <a:pt x="184" y="171"/>
                    <a:pt x="183" y="183"/>
                    <a:pt x="181" y="191"/>
                  </a:cubicBezTo>
                  <a:cubicBezTo>
                    <a:pt x="180" y="200"/>
                    <a:pt x="176" y="208"/>
                    <a:pt x="171" y="214"/>
                  </a:cubicBezTo>
                  <a:cubicBezTo>
                    <a:pt x="166" y="219"/>
                    <a:pt x="160" y="224"/>
                    <a:pt x="152" y="227"/>
                  </a:cubicBezTo>
                  <a:cubicBezTo>
                    <a:pt x="145" y="230"/>
                    <a:pt x="136" y="231"/>
                    <a:pt x="126" y="231"/>
                  </a:cubicBezTo>
                  <a:cubicBezTo>
                    <a:pt x="116" y="231"/>
                    <a:pt x="107" y="230"/>
                    <a:pt x="99" y="228"/>
                  </a:cubicBezTo>
                  <a:cubicBezTo>
                    <a:pt x="92" y="226"/>
                    <a:pt x="86" y="223"/>
                    <a:pt x="81" y="219"/>
                  </a:cubicBezTo>
                  <a:cubicBezTo>
                    <a:pt x="75" y="214"/>
                    <a:pt x="71" y="208"/>
                    <a:pt x="68" y="200"/>
                  </a:cubicBezTo>
                  <a:cubicBezTo>
                    <a:pt x="66" y="193"/>
                    <a:pt x="64" y="183"/>
                    <a:pt x="64" y="171"/>
                  </a:cubicBezTo>
                  <a:cubicBezTo>
                    <a:pt x="64" y="45"/>
                    <a:pt x="64" y="45"/>
                    <a:pt x="64" y="45"/>
                  </a:cubicBezTo>
                  <a:cubicBezTo>
                    <a:pt x="64" y="35"/>
                    <a:pt x="65" y="28"/>
                    <a:pt x="66" y="24"/>
                  </a:cubicBezTo>
                  <a:cubicBezTo>
                    <a:pt x="67" y="20"/>
                    <a:pt x="69" y="17"/>
                    <a:pt x="72" y="15"/>
                  </a:cubicBezTo>
                  <a:cubicBezTo>
                    <a:pt x="75" y="12"/>
                    <a:pt x="81" y="11"/>
                    <a:pt x="89" y="9"/>
                  </a:cubicBezTo>
                  <a:cubicBezTo>
                    <a:pt x="89" y="0"/>
                    <a:pt x="89" y="0"/>
                    <a:pt x="89" y="0"/>
                  </a:cubicBezTo>
                  <a:cubicBezTo>
                    <a:pt x="0" y="0"/>
                    <a:pt x="0" y="0"/>
                    <a:pt x="0" y="0"/>
                  </a:cubicBezTo>
                  <a:cubicBezTo>
                    <a:pt x="0" y="9"/>
                    <a:pt x="0" y="9"/>
                    <a:pt x="0" y="9"/>
                  </a:cubicBezTo>
                  <a:cubicBezTo>
                    <a:pt x="7" y="10"/>
                    <a:pt x="11" y="12"/>
                    <a:pt x="14" y="13"/>
                  </a:cubicBezTo>
                  <a:cubicBezTo>
                    <a:pt x="17" y="15"/>
                    <a:pt x="18" y="16"/>
                    <a:pt x="20" y="18"/>
                  </a:cubicBezTo>
                  <a:cubicBezTo>
                    <a:pt x="21" y="20"/>
                    <a:pt x="22" y="23"/>
                    <a:pt x="23" y="26"/>
                  </a:cubicBezTo>
                  <a:cubicBezTo>
                    <a:pt x="24" y="29"/>
                    <a:pt x="24" y="36"/>
                    <a:pt x="24" y="45"/>
                  </a:cubicBezTo>
                  <a:cubicBezTo>
                    <a:pt x="24" y="162"/>
                    <a:pt x="24" y="162"/>
                    <a:pt x="24" y="162"/>
                  </a:cubicBezTo>
                  <a:cubicBezTo>
                    <a:pt x="24" y="178"/>
                    <a:pt x="26" y="190"/>
                    <a:pt x="29" y="200"/>
                  </a:cubicBezTo>
                  <a:cubicBezTo>
                    <a:pt x="33" y="210"/>
                    <a:pt x="38" y="219"/>
                    <a:pt x="46" y="226"/>
                  </a:cubicBezTo>
                  <a:cubicBezTo>
                    <a:pt x="54" y="234"/>
                    <a:pt x="64" y="239"/>
                    <a:pt x="77" y="242"/>
                  </a:cubicBezTo>
                  <a:cubicBezTo>
                    <a:pt x="89" y="245"/>
                    <a:pt x="104" y="247"/>
                    <a:pt x="121" y="247"/>
                  </a:cubicBezTo>
                  <a:cubicBezTo>
                    <a:pt x="135" y="247"/>
                    <a:pt x="147" y="246"/>
                    <a:pt x="158" y="243"/>
                  </a:cubicBezTo>
                  <a:cubicBezTo>
                    <a:pt x="168" y="241"/>
                    <a:pt x="177" y="237"/>
                    <a:pt x="184" y="233"/>
                  </a:cubicBezTo>
                  <a:cubicBezTo>
                    <a:pt x="192" y="229"/>
                    <a:pt x="198" y="223"/>
                    <a:pt x="203" y="217"/>
                  </a:cubicBezTo>
                  <a:cubicBezTo>
                    <a:pt x="208" y="210"/>
                    <a:pt x="212" y="202"/>
                    <a:pt x="215" y="193"/>
                  </a:cubicBezTo>
                  <a:cubicBezTo>
                    <a:pt x="218" y="184"/>
                    <a:pt x="219" y="173"/>
                    <a:pt x="219" y="160"/>
                  </a:cubicBezTo>
                  <a:cubicBezTo>
                    <a:pt x="219" y="45"/>
                    <a:pt x="219" y="45"/>
                    <a:pt x="219" y="45"/>
                  </a:cubicBezTo>
                  <a:cubicBezTo>
                    <a:pt x="219" y="35"/>
                    <a:pt x="220" y="28"/>
                    <a:pt x="221" y="24"/>
                  </a:cubicBezTo>
                  <a:cubicBezTo>
                    <a:pt x="222" y="20"/>
                    <a:pt x="224" y="17"/>
                    <a:pt x="227" y="15"/>
                  </a:cubicBezTo>
                  <a:cubicBezTo>
                    <a:pt x="230" y="13"/>
                    <a:pt x="236" y="11"/>
                    <a:pt x="244" y="9"/>
                  </a:cubicBezTo>
                  <a:cubicBezTo>
                    <a:pt x="244" y="0"/>
                    <a:pt x="244" y="0"/>
                    <a:pt x="24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7" name="Freeform 296">
              <a:extLst>
                <a:ext uri="{FF2B5EF4-FFF2-40B4-BE49-F238E27FC236}">
                  <a16:creationId xmlns:a16="http://schemas.microsoft.com/office/drawing/2014/main" id="{7DC8E89F-DFFF-4364-A061-73942081AB67}"/>
                </a:ext>
              </a:extLst>
            </p:cNvPr>
            <p:cNvSpPr>
              <a:spLocks/>
            </p:cNvSpPr>
            <p:nvPr/>
          </p:nvSpPr>
          <p:spPr bwMode="auto">
            <a:xfrm>
              <a:off x="3089583"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3 w 247"/>
                <a:gd name="T23" fmla="*/ 166 h 245"/>
                <a:gd name="T24" fmla="*/ 170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1 w 247"/>
                <a:gd name="T65" fmla="*/ 91 h 245"/>
                <a:gd name="T66" fmla="*/ 49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1" y="12"/>
                    <a:pt x="184" y="13"/>
                  </a:cubicBezTo>
                  <a:cubicBezTo>
                    <a:pt x="186" y="14"/>
                    <a:pt x="189" y="16"/>
                    <a:pt x="190" y="18"/>
                  </a:cubicBezTo>
                  <a:cubicBezTo>
                    <a:pt x="192" y="20"/>
                    <a:pt x="193" y="23"/>
                    <a:pt x="193" y="27"/>
                  </a:cubicBezTo>
                  <a:cubicBezTo>
                    <a:pt x="194" y="31"/>
                    <a:pt x="194" y="37"/>
                    <a:pt x="194" y="45"/>
                  </a:cubicBezTo>
                  <a:cubicBezTo>
                    <a:pt x="194" y="82"/>
                    <a:pt x="194" y="82"/>
                    <a:pt x="194" y="82"/>
                  </a:cubicBezTo>
                  <a:cubicBezTo>
                    <a:pt x="194" y="100"/>
                    <a:pt x="194" y="119"/>
                    <a:pt x="195" y="141"/>
                  </a:cubicBezTo>
                  <a:cubicBezTo>
                    <a:pt x="195" y="163"/>
                    <a:pt x="196" y="177"/>
                    <a:pt x="197" y="184"/>
                  </a:cubicBezTo>
                  <a:cubicBezTo>
                    <a:pt x="194" y="184"/>
                    <a:pt x="194" y="184"/>
                    <a:pt x="194" y="184"/>
                  </a:cubicBezTo>
                  <a:cubicBezTo>
                    <a:pt x="190" y="178"/>
                    <a:pt x="187" y="171"/>
                    <a:pt x="183" y="166"/>
                  </a:cubicBezTo>
                  <a:cubicBezTo>
                    <a:pt x="180" y="161"/>
                    <a:pt x="176" y="155"/>
                    <a:pt x="170"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77" y="244"/>
                    <a:pt x="77" y="244"/>
                    <a:pt x="77" y="244"/>
                  </a:cubicBezTo>
                  <a:cubicBezTo>
                    <a:pt x="77" y="235"/>
                    <a:pt x="77" y="235"/>
                    <a:pt x="77" y="235"/>
                  </a:cubicBezTo>
                  <a:cubicBezTo>
                    <a:pt x="70" y="234"/>
                    <a:pt x="66" y="232"/>
                    <a:pt x="63" y="231"/>
                  </a:cubicBezTo>
                  <a:cubicBezTo>
                    <a:pt x="60" y="230"/>
                    <a:pt x="58" y="228"/>
                    <a:pt x="56" y="226"/>
                  </a:cubicBezTo>
                  <a:cubicBezTo>
                    <a:pt x="55" y="223"/>
                    <a:pt x="54" y="221"/>
                    <a:pt x="53" y="217"/>
                  </a:cubicBezTo>
                  <a:cubicBezTo>
                    <a:pt x="52" y="213"/>
                    <a:pt x="52" y="207"/>
                    <a:pt x="52" y="199"/>
                  </a:cubicBezTo>
                  <a:cubicBezTo>
                    <a:pt x="52" y="163"/>
                    <a:pt x="52" y="163"/>
                    <a:pt x="52" y="163"/>
                  </a:cubicBezTo>
                  <a:cubicBezTo>
                    <a:pt x="52" y="139"/>
                    <a:pt x="52" y="115"/>
                    <a:pt x="51" y="91"/>
                  </a:cubicBezTo>
                  <a:cubicBezTo>
                    <a:pt x="51" y="67"/>
                    <a:pt x="50" y="51"/>
                    <a:pt x="49"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8"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8" name="Freeform 297">
              <a:extLst>
                <a:ext uri="{FF2B5EF4-FFF2-40B4-BE49-F238E27FC236}">
                  <a16:creationId xmlns:a16="http://schemas.microsoft.com/office/drawing/2014/main" id="{F7A42A8A-C312-4C4A-B016-D9A769236604}"/>
                </a:ext>
              </a:extLst>
            </p:cNvPr>
            <p:cNvSpPr>
              <a:spLocks/>
            </p:cNvSpPr>
            <p:nvPr/>
          </p:nvSpPr>
          <p:spPr bwMode="auto">
            <a:xfrm>
              <a:off x="3197349" y="2122744"/>
              <a:ext cx="32127"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3 w 89"/>
                <a:gd name="T11" fmla="*/ 27 h 244"/>
                <a:gd name="T12" fmla="*/ 25 w 89"/>
                <a:gd name="T13" fmla="*/ 45 h 244"/>
                <a:gd name="T14" fmla="*/ 25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8" y="16"/>
                    <a:pt x="20" y="18"/>
                  </a:cubicBezTo>
                  <a:cubicBezTo>
                    <a:pt x="22" y="20"/>
                    <a:pt x="23" y="23"/>
                    <a:pt x="23"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8" y="226"/>
                  </a:cubicBezTo>
                  <a:cubicBezTo>
                    <a:pt x="67" y="223"/>
                    <a:pt x="66" y="221"/>
                    <a:pt x="65" y="217"/>
                  </a:cubicBezTo>
                  <a:cubicBezTo>
                    <a:pt x="65" y="213"/>
                    <a:pt x="64" y="207"/>
                    <a:pt x="64" y="199"/>
                  </a:cubicBezTo>
                  <a:cubicBezTo>
                    <a:pt x="64" y="45"/>
                    <a:pt x="64" y="45"/>
                    <a:pt x="64" y="45"/>
                  </a:cubicBezTo>
                  <a:cubicBezTo>
                    <a:pt x="64" y="37"/>
                    <a:pt x="65" y="31"/>
                    <a:pt x="65" y="27"/>
                  </a:cubicBezTo>
                  <a:cubicBezTo>
                    <a:pt x="66" y="23"/>
                    <a:pt x="67" y="20"/>
                    <a:pt x="69" y="18"/>
                  </a:cubicBezTo>
                  <a:cubicBezTo>
                    <a:pt x="71" y="16"/>
                    <a:pt x="73" y="14"/>
                    <a:pt x="76"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9" name="Freeform 298">
              <a:extLst>
                <a:ext uri="{FF2B5EF4-FFF2-40B4-BE49-F238E27FC236}">
                  <a16:creationId xmlns:a16="http://schemas.microsoft.com/office/drawing/2014/main" id="{6E2D8CD9-84DA-4F71-8575-CDB039AC3595}"/>
                </a:ext>
              </a:extLst>
            </p:cNvPr>
            <p:cNvSpPr>
              <a:spLocks/>
            </p:cNvSpPr>
            <p:nvPr/>
          </p:nvSpPr>
          <p:spPr bwMode="auto">
            <a:xfrm>
              <a:off x="3240456" y="2122744"/>
              <a:ext cx="93940" cy="90280"/>
            </a:xfrm>
            <a:custGeom>
              <a:avLst/>
              <a:gdLst>
                <a:gd name="T0" fmla="*/ 258 w 258"/>
                <a:gd name="T1" fmla="*/ 0 h 247"/>
                <a:gd name="T2" fmla="*/ 169 w 258"/>
                <a:gd name="T3" fmla="*/ 0 h 247"/>
                <a:gd name="T4" fmla="*/ 169 w 258"/>
                <a:gd name="T5" fmla="*/ 9 h 247"/>
                <a:gd name="T6" fmla="*/ 189 w 258"/>
                <a:gd name="T7" fmla="*/ 16 h 247"/>
                <a:gd name="T8" fmla="*/ 194 w 258"/>
                <a:gd name="T9" fmla="*/ 31 h 247"/>
                <a:gd name="T10" fmla="*/ 194 w 258"/>
                <a:gd name="T11" fmla="*/ 36 h 247"/>
                <a:gd name="T12" fmla="*/ 193 w 258"/>
                <a:gd name="T13" fmla="*/ 42 h 247"/>
                <a:gd name="T14" fmla="*/ 190 w 258"/>
                <a:gd name="T15" fmla="*/ 50 h 247"/>
                <a:gd name="T16" fmla="*/ 188 w 258"/>
                <a:gd name="T17" fmla="*/ 57 h 247"/>
                <a:gd name="T18" fmla="*/ 127 w 258"/>
                <a:gd name="T19" fmla="*/ 204 h 247"/>
                <a:gd name="T20" fmla="*/ 78 w 258"/>
                <a:gd name="T21" fmla="*/ 58 h 247"/>
                <a:gd name="T22" fmla="*/ 73 w 258"/>
                <a:gd name="T23" fmla="*/ 42 h 247"/>
                <a:gd name="T24" fmla="*/ 71 w 258"/>
                <a:gd name="T25" fmla="*/ 29 h 247"/>
                <a:gd name="T26" fmla="*/ 74 w 258"/>
                <a:gd name="T27" fmla="*/ 19 h 247"/>
                <a:gd name="T28" fmla="*/ 81 w 258"/>
                <a:gd name="T29" fmla="*/ 12 h 247"/>
                <a:gd name="T30" fmla="*/ 96 w 258"/>
                <a:gd name="T31" fmla="*/ 9 h 247"/>
                <a:gd name="T32" fmla="*/ 96 w 258"/>
                <a:gd name="T33" fmla="*/ 0 h 247"/>
                <a:gd name="T34" fmla="*/ 0 w 258"/>
                <a:gd name="T35" fmla="*/ 0 h 247"/>
                <a:gd name="T36" fmla="*/ 0 w 258"/>
                <a:gd name="T37" fmla="*/ 9 h 247"/>
                <a:gd name="T38" fmla="*/ 14 w 258"/>
                <a:gd name="T39" fmla="*/ 14 h 247"/>
                <a:gd name="T40" fmla="*/ 24 w 258"/>
                <a:gd name="T41" fmla="*/ 25 h 247"/>
                <a:gd name="T42" fmla="*/ 34 w 258"/>
                <a:gd name="T43" fmla="*/ 48 h 247"/>
                <a:gd name="T44" fmla="*/ 105 w 258"/>
                <a:gd name="T45" fmla="*/ 247 h 247"/>
                <a:gd name="T46" fmla="*/ 133 w 258"/>
                <a:gd name="T47" fmla="*/ 247 h 247"/>
                <a:gd name="T48" fmla="*/ 221 w 258"/>
                <a:gd name="T49" fmla="*/ 49 h 247"/>
                <a:gd name="T50" fmla="*/ 233 w 258"/>
                <a:gd name="T51" fmla="*/ 25 h 247"/>
                <a:gd name="T52" fmla="*/ 244 w 258"/>
                <a:gd name="T53" fmla="*/ 14 h 247"/>
                <a:gd name="T54" fmla="*/ 258 w 258"/>
                <a:gd name="T55" fmla="*/ 9 h 247"/>
                <a:gd name="T56" fmla="*/ 258 w 258"/>
                <a:gd name="T57"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8" h="247">
                  <a:moveTo>
                    <a:pt x="258" y="0"/>
                  </a:moveTo>
                  <a:cubicBezTo>
                    <a:pt x="169" y="0"/>
                    <a:pt x="169" y="0"/>
                    <a:pt x="169" y="0"/>
                  </a:cubicBezTo>
                  <a:cubicBezTo>
                    <a:pt x="169" y="9"/>
                    <a:pt x="169" y="9"/>
                    <a:pt x="169" y="9"/>
                  </a:cubicBezTo>
                  <a:cubicBezTo>
                    <a:pt x="178" y="10"/>
                    <a:pt x="185" y="12"/>
                    <a:pt x="189" y="16"/>
                  </a:cubicBezTo>
                  <a:cubicBezTo>
                    <a:pt x="192" y="19"/>
                    <a:pt x="194" y="24"/>
                    <a:pt x="194" y="31"/>
                  </a:cubicBezTo>
                  <a:cubicBezTo>
                    <a:pt x="194" y="33"/>
                    <a:pt x="194" y="34"/>
                    <a:pt x="194" y="36"/>
                  </a:cubicBezTo>
                  <a:cubicBezTo>
                    <a:pt x="194" y="38"/>
                    <a:pt x="193" y="40"/>
                    <a:pt x="193" y="42"/>
                  </a:cubicBezTo>
                  <a:cubicBezTo>
                    <a:pt x="192" y="45"/>
                    <a:pt x="191" y="47"/>
                    <a:pt x="190" y="50"/>
                  </a:cubicBezTo>
                  <a:cubicBezTo>
                    <a:pt x="190" y="52"/>
                    <a:pt x="189" y="55"/>
                    <a:pt x="188" y="57"/>
                  </a:cubicBezTo>
                  <a:cubicBezTo>
                    <a:pt x="127" y="204"/>
                    <a:pt x="127" y="204"/>
                    <a:pt x="127" y="204"/>
                  </a:cubicBezTo>
                  <a:cubicBezTo>
                    <a:pt x="78" y="58"/>
                    <a:pt x="78" y="58"/>
                    <a:pt x="78" y="58"/>
                  </a:cubicBezTo>
                  <a:cubicBezTo>
                    <a:pt x="75" y="52"/>
                    <a:pt x="74" y="47"/>
                    <a:pt x="73" y="42"/>
                  </a:cubicBezTo>
                  <a:cubicBezTo>
                    <a:pt x="72" y="38"/>
                    <a:pt x="71" y="33"/>
                    <a:pt x="71" y="29"/>
                  </a:cubicBezTo>
                  <a:cubicBezTo>
                    <a:pt x="71" y="25"/>
                    <a:pt x="72" y="21"/>
                    <a:pt x="74" y="19"/>
                  </a:cubicBezTo>
                  <a:cubicBezTo>
                    <a:pt x="75" y="16"/>
                    <a:pt x="78" y="14"/>
                    <a:pt x="81" y="12"/>
                  </a:cubicBezTo>
                  <a:cubicBezTo>
                    <a:pt x="85" y="11"/>
                    <a:pt x="90" y="10"/>
                    <a:pt x="96" y="9"/>
                  </a:cubicBezTo>
                  <a:cubicBezTo>
                    <a:pt x="96" y="0"/>
                    <a:pt x="96" y="0"/>
                    <a:pt x="96" y="0"/>
                  </a:cubicBezTo>
                  <a:cubicBezTo>
                    <a:pt x="0" y="0"/>
                    <a:pt x="0" y="0"/>
                    <a:pt x="0" y="0"/>
                  </a:cubicBezTo>
                  <a:cubicBezTo>
                    <a:pt x="0" y="9"/>
                    <a:pt x="0" y="9"/>
                    <a:pt x="0" y="9"/>
                  </a:cubicBezTo>
                  <a:cubicBezTo>
                    <a:pt x="6" y="10"/>
                    <a:pt x="11" y="12"/>
                    <a:pt x="14" y="14"/>
                  </a:cubicBezTo>
                  <a:cubicBezTo>
                    <a:pt x="18" y="16"/>
                    <a:pt x="21" y="20"/>
                    <a:pt x="24" y="25"/>
                  </a:cubicBezTo>
                  <a:cubicBezTo>
                    <a:pt x="26" y="29"/>
                    <a:pt x="30" y="37"/>
                    <a:pt x="34" y="48"/>
                  </a:cubicBezTo>
                  <a:cubicBezTo>
                    <a:pt x="105" y="247"/>
                    <a:pt x="105" y="247"/>
                    <a:pt x="105" y="247"/>
                  </a:cubicBezTo>
                  <a:cubicBezTo>
                    <a:pt x="133" y="247"/>
                    <a:pt x="133" y="247"/>
                    <a:pt x="133" y="247"/>
                  </a:cubicBezTo>
                  <a:cubicBezTo>
                    <a:pt x="221" y="49"/>
                    <a:pt x="221" y="49"/>
                    <a:pt x="221" y="49"/>
                  </a:cubicBezTo>
                  <a:cubicBezTo>
                    <a:pt x="226" y="38"/>
                    <a:pt x="230" y="30"/>
                    <a:pt x="233" y="25"/>
                  </a:cubicBezTo>
                  <a:cubicBezTo>
                    <a:pt x="237" y="20"/>
                    <a:pt x="240" y="16"/>
                    <a:pt x="244" y="14"/>
                  </a:cubicBezTo>
                  <a:cubicBezTo>
                    <a:pt x="247" y="12"/>
                    <a:pt x="252" y="10"/>
                    <a:pt x="258" y="9"/>
                  </a:cubicBezTo>
                  <a:cubicBezTo>
                    <a:pt x="258" y="0"/>
                    <a:pt x="258" y="0"/>
                    <a:pt x="25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0" name="Freeform 299">
              <a:extLst>
                <a:ext uri="{FF2B5EF4-FFF2-40B4-BE49-F238E27FC236}">
                  <a16:creationId xmlns:a16="http://schemas.microsoft.com/office/drawing/2014/main" id="{EFC587E9-ABEF-43E0-AB44-4A051A8F490F}"/>
                </a:ext>
              </a:extLst>
            </p:cNvPr>
            <p:cNvSpPr>
              <a:spLocks/>
            </p:cNvSpPr>
            <p:nvPr/>
          </p:nvSpPr>
          <p:spPr bwMode="auto">
            <a:xfrm>
              <a:off x="3343749"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4 w 200"/>
                <a:gd name="T17" fmla="*/ 219 h 244"/>
                <a:gd name="T18" fmla="*/ 18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3 w 200"/>
                <a:gd name="T31" fmla="*/ 200 h 244"/>
                <a:gd name="T32" fmla="*/ 167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6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7" y="189"/>
                    <a:pt x="174" y="196"/>
                    <a:pt x="173" y="200"/>
                  </a:cubicBezTo>
                  <a:cubicBezTo>
                    <a:pt x="171" y="204"/>
                    <a:pt x="169" y="208"/>
                    <a:pt x="167" y="212"/>
                  </a:cubicBezTo>
                  <a:cubicBezTo>
                    <a:pt x="164" y="216"/>
                    <a:pt x="162" y="219"/>
                    <a:pt x="158" y="222"/>
                  </a:cubicBezTo>
                  <a:cubicBezTo>
                    <a:pt x="155" y="224"/>
                    <a:pt x="152"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7" y="125"/>
                    <a:pt x="122"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6" y="17"/>
                  </a:cubicBezTo>
                  <a:cubicBezTo>
                    <a:pt x="150" y="18"/>
                    <a:pt x="153" y="19"/>
                    <a:pt x="156" y="21"/>
                  </a:cubicBezTo>
                  <a:cubicBezTo>
                    <a:pt x="159" y="22"/>
                    <a:pt x="162" y="25"/>
                    <a:pt x="164" y="28"/>
                  </a:cubicBezTo>
                  <a:cubicBezTo>
                    <a:pt x="166" y="31"/>
                    <a:pt x="169"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300">
              <a:extLst>
                <a:ext uri="{FF2B5EF4-FFF2-40B4-BE49-F238E27FC236}">
                  <a16:creationId xmlns:a16="http://schemas.microsoft.com/office/drawing/2014/main" id="{60FE6542-D13A-44CC-97EF-409C6DF1337C}"/>
                </a:ext>
              </a:extLst>
            </p:cNvPr>
            <p:cNvSpPr>
              <a:spLocks noEditPoints="1"/>
            </p:cNvSpPr>
            <p:nvPr/>
          </p:nvSpPr>
          <p:spPr bwMode="auto">
            <a:xfrm>
              <a:off x="3434842" y="2122744"/>
              <a:ext cx="88246" cy="89060"/>
            </a:xfrm>
            <a:custGeom>
              <a:avLst/>
              <a:gdLst>
                <a:gd name="T0" fmla="*/ 64 w 243"/>
                <a:gd name="T1" fmla="*/ 123 h 244"/>
                <a:gd name="T2" fmla="*/ 64 w 243"/>
                <a:gd name="T3" fmla="*/ 17 h 244"/>
                <a:gd name="T4" fmla="*/ 95 w 243"/>
                <a:gd name="T5" fmla="*/ 16 h 244"/>
                <a:gd name="T6" fmla="*/ 133 w 243"/>
                <a:gd name="T7" fmla="*/ 22 h 244"/>
                <a:gd name="T8" fmla="*/ 154 w 243"/>
                <a:gd name="T9" fmla="*/ 39 h 244"/>
                <a:gd name="T10" fmla="*/ 161 w 243"/>
                <a:gd name="T11" fmla="*/ 67 h 244"/>
                <a:gd name="T12" fmla="*/ 155 w 243"/>
                <a:gd name="T13" fmla="*/ 95 h 244"/>
                <a:gd name="T14" fmla="*/ 139 w 243"/>
                <a:gd name="T15" fmla="*/ 112 h 244"/>
                <a:gd name="T16" fmla="*/ 118 w 243"/>
                <a:gd name="T17" fmla="*/ 120 h 244"/>
                <a:gd name="T18" fmla="*/ 88 w 243"/>
                <a:gd name="T19" fmla="*/ 123 h 244"/>
                <a:gd name="T20" fmla="*/ 64 w 243"/>
                <a:gd name="T21" fmla="*/ 123 h 244"/>
                <a:gd name="T22" fmla="*/ 104 w 243"/>
                <a:gd name="T23" fmla="*/ 0 h 244"/>
                <a:gd name="T24" fmla="*/ 0 w 243"/>
                <a:gd name="T25" fmla="*/ 0 h 244"/>
                <a:gd name="T26" fmla="*/ 0 w 243"/>
                <a:gd name="T27" fmla="*/ 9 h 244"/>
                <a:gd name="T28" fmla="*/ 13 w 243"/>
                <a:gd name="T29" fmla="*/ 13 h 244"/>
                <a:gd name="T30" fmla="*/ 20 w 243"/>
                <a:gd name="T31" fmla="*/ 18 h 244"/>
                <a:gd name="T32" fmla="*/ 23 w 243"/>
                <a:gd name="T33" fmla="*/ 27 h 244"/>
                <a:gd name="T34" fmla="*/ 24 w 243"/>
                <a:gd name="T35" fmla="*/ 45 h 244"/>
                <a:gd name="T36" fmla="*/ 24 w 243"/>
                <a:gd name="T37" fmla="*/ 199 h 244"/>
                <a:gd name="T38" fmla="*/ 23 w 243"/>
                <a:gd name="T39" fmla="*/ 219 h 244"/>
                <a:gd name="T40" fmla="*/ 17 w 243"/>
                <a:gd name="T41" fmla="*/ 229 h 244"/>
                <a:gd name="T42" fmla="*/ 0 w 243"/>
                <a:gd name="T43" fmla="*/ 235 h 244"/>
                <a:gd name="T44" fmla="*/ 0 w 243"/>
                <a:gd name="T45" fmla="*/ 244 h 244"/>
                <a:gd name="T46" fmla="*/ 89 w 243"/>
                <a:gd name="T47" fmla="*/ 244 h 244"/>
                <a:gd name="T48" fmla="*/ 89 w 243"/>
                <a:gd name="T49" fmla="*/ 235 h 244"/>
                <a:gd name="T50" fmla="*/ 75 w 243"/>
                <a:gd name="T51" fmla="*/ 231 h 244"/>
                <a:gd name="T52" fmla="*/ 69 w 243"/>
                <a:gd name="T53" fmla="*/ 226 h 244"/>
                <a:gd name="T54" fmla="*/ 66 w 243"/>
                <a:gd name="T55" fmla="*/ 218 h 244"/>
                <a:gd name="T56" fmla="*/ 64 w 243"/>
                <a:gd name="T57" fmla="*/ 199 h 244"/>
                <a:gd name="T58" fmla="*/ 64 w 243"/>
                <a:gd name="T59" fmla="*/ 138 h 244"/>
                <a:gd name="T60" fmla="*/ 87 w 243"/>
                <a:gd name="T61" fmla="*/ 138 h 244"/>
                <a:gd name="T62" fmla="*/ 103 w 243"/>
                <a:gd name="T63" fmla="*/ 139 h 244"/>
                <a:gd name="T64" fmla="*/ 113 w 243"/>
                <a:gd name="T65" fmla="*/ 143 h 244"/>
                <a:gd name="T66" fmla="*/ 123 w 243"/>
                <a:gd name="T67" fmla="*/ 152 h 244"/>
                <a:gd name="T68" fmla="*/ 137 w 243"/>
                <a:gd name="T69" fmla="*/ 172 h 244"/>
                <a:gd name="T70" fmla="*/ 155 w 243"/>
                <a:gd name="T71" fmla="*/ 201 h 244"/>
                <a:gd name="T72" fmla="*/ 169 w 243"/>
                <a:gd name="T73" fmla="*/ 224 h 244"/>
                <a:gd name="T74" fmla="*/ 185 w 243"/>
                <a:gd name="T75" fmla="*/ 244 h 244"/>
                <a:gd name="T76" fmla="*/ 243 w 243"/>
                <a:gd name="T77" fmla="*/ 244 h 244"/>
                <a:gd name="T78" fmla="*/ 243 w 243"/>
                <a:gd name="T79" fmla="*/ 235 h 244"/>
                <a:gd name="T80" fmla="*/ 227 w 243"/>
                <a:gd name="T81" fmla="*/ 230 h 244"/>
                <a:gd name="T82" fmla="*/ 215 w 243"/>
                <a:gd name="T83" fmla="*/ 220 h 244"/>
                <a:gd name="T84" fmla="*/ 201 w 243"/>
                <a:gd name="T85" fmla="*/ 200 h 244"/>
                <a:gd name="T86" fmla="*/ 182 w 243"/>
                <a:gd name="T87" fmla="*/ 171 h 244"/>
                <a:gd name="T88" fmla="*/ 161 w 243"/>
                <a:gd name="T89" fmla="*/ 145 h 244"/>
                <a:gd name="T90" fmla="*/ 139 w 243"/>
                <a:gd name="T91" fmla="*/ 132 h 244"/>
                <a:gd name="T92" fmla="*/ 139 w 243"/>
                <a:gd name="T93" fmla="*/ 131 h 244"/>
                <a:gd name="T94" fmla="*/ 187 w 243"/>
                <a:gd name="T95" fmla="*/ 104 h 244"/>
                <a:gd name="T96" fmla="*/ 203 w 243"/>
                <a:gd name="T97" fmla="*/ 63 h 244"/>
                <a:gd name="T98" fmla="*/ 178 w 243"/>
                <a:gd name="T99" fmla="*/ 15 h 244"/>
                <a:gd name="T100" fmla="*/ 104 w 243"/>
                <a:gd name="T10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244">
                  <a:moveTo>
                    <a:pt x="64" y="123"/>
                  </a:moveTo>
                  <a:cubicBezTo>
                    <a:pt x="64" y="17"/>
                    <a:pt x="64" y="17"/>
                    <a:pt x="64" y="17"/>
                  </a:cubicBezTo>
                  <a:cubicBezTo>
                    <a:pt x="72" y="16"/>
                    <a:pt x="82" y="16"/>
                    <a:pt x="95" y="16"/>
                  </a:cubicBezTo>
                  <a:cubicBezTo>
                    <a:pt x="111" y="16"/>
                    <a:pt x="123" y="18"/>
                    <a:pt x="133" y="22"/>
                  </a:cubicBezTo>
                  <a:cubicBezTo>
                    <a:pt x="142" y="26"/>
                    <a:pt x="149" y="31"/>
                    <a:pt x="154" y="39"/>
                  </a:cubicBezTo>
                  <a:cubicBezTo>
                    <a:pt x="158" y="46"/>
                    <a:pt x="161" y="56"/>
                    <a:pt x="161" y="67"/>
                  </a:cubicBezTo>
                  <a:cubicBezTo>
                    <a:pt x="161" y="78"/>
                    <a:pt x="159" y="87"/>
                    <a:pt x="155" y="95"/>
                  </a:cubicBezTo>
                  <a:cubicBezTo>
                    <a:pt x="151" y="102"/>
                    <a:pt x="146" y="108"/>
                    <a:pt x="139" y="112"/>
                  </a:cubicBezTo>
                  <a:cubicBezTo>
                    <a:pt x="133" y="116"/>
                    <a:pt x="126" y="119"/>
                    <a:pt x="118" y="120"/>
                  </a:cubicBezTo>
                  <a:cubicBezTo>
                    <a:pt x="111" y="122"/>
                    <a:pt x="100" y="123"/>
                    <a:pt x="88" y="123"/>
                  </a:cubicBezTo>
                  <a:cubicBezTo>
                    <a:pt x="64" y="123"/>
                    <a:pt x="64" y="123"/>
                    <a:pt x="64" y="123"/>
                  </a:cubicBezTo>
                  <a:moveTo>
                    <a:pt x="104" y="0"/>
                  </a:move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3" y="230"/>
                    <a:pt x="70" y="228"/>
                    <a:pt x="69" y="226"/>
                  </a:cubicBezTo>
                  <a:cubicBezTo>
                    <a:pt x="67" y="224"/>
                    <a:pt x="66" y="221"/>
                    <a:pt x="66" y="218"/>
                  </a:cubicBezTo>
                  <a:cubicBezTo>
                    <a:pt x="65" y="214"/>
                    <a:pt x="64" y="207"/>
                    <a:pt x="64" y="199"/>
                  </a:cubicBezTo>
                  <a:cubicBezTo>
                    <a:pt x="64" y="138"/>
                    <a:pt x="64" y="138"/>
                    <a:pt x="64" y="138"/>
                  </a:cubicBezTo>
                  <a:cubicBezTo>
                    <a:pt x="87" y="138"/>
                    <a:pt x="87" y="138"/>
                    <a:pt x="87" y="138"/>
                  </a:cubicBezTo>
                  <a:cubicBezTo>
                    <a:pt x="94" y="138"/>
                    <a:pt x="100" y="138"/>
                    <a:pt x="103" y="139"/>
                  </a:cubicBezTo>
                  <a:cubicBezTo>
                    <a:pt x="107" y="140"/>
                    <a:pt x="110" y="141"/>
                    <a:pt x="113" y="143"/>
                  </a:cubicBezTo>
                  <a:cubicBezTo>
                    <a:pt x="116" y="144"/>
                    <a:pt x="119" y="147"/>
                    <a:pt x="123" y="152"/>
                  </a:cubicBezTo>
                  <a:cubicBezTo>
                    <a:pt x="126" y="156"/>
                    <a:pt x="131" y="163"/>
                    <a:pt x="137" y="172"/>
                  </a:cubicBezTo>
                  <a:cubicBezTo>
                    <a:pt x="155" y="201"/>
                    <a:pt x="155" y="201"/>
                    <a:pt x="155" y="201"/>
                  </a:cubicBezTo>
                  <a:cubicBezTo>
                    <a:pt x="160" y="209"/>
                    <a:pt x="165" y="216"/>
                    <a:pt x="169" y="224"/>
                  </a:cubicBezTo>
                  <a:cubicBezTo>
                    <a:pt x="174" y="231"/>
                    <a:pt x="179" y="238"/>
                    <a:pt x="185" y="244"/>
                  </a:cubicBezTo>
                  <a:cubicBezTo>
                    <a:pt x="243" y="244"/>
                    <a:pt x="243" y="244"/>
                    <a:pt x="243" y="244"/>
                  </a:cubicBezTo>
                  <a:cubicBezTo>
                    <a:pt x="243" y="235"/>
                    <a:pt x="243" y="235"/>
                    <a:pt x="243" y="235"/>
                  </a:cubicBezTo>
                  <a:cubicBezTo>
                    <a:pt x="237" y="234"/>
                    <a:pt x="231" y="233"/>
                    <a:pt x="227" y="230"/>
                  </a:cubicBezTo>
                  <a:cubicBezTo>
                    <a:pt x="223" y="228"/>
                    <a:pt x="219" y="224"/>
                    <a:pt x="215" y="220"/>
                  </a:cubicBezTo>
                  <a:cubicBezTo>
                    <a:pt x="211" y="215"/>
                    <a:pt x="206" y="209"/>
                    <a:pt x="201" y="200"/>
                  </a:cubicBezTo>
                  <a:cubicBezTo>
                    <a:pt x="182" y="171"/>
                    <a:pt x="182" y="171"/>
                    <a:pt x="182" y="171"/>
                  </a:cubicBezTo>
                  <a:cubicBezTo>
                    <a:pt x="174" y="159"/>
                    <a:pt x="167" y="151"/>
                    <a:pt x="161" y="145"/>
                  </a:cubicBezTo>
                  <a:cubicBezTo>
                    <a:pt x="155" y="140"/>
                    <a:pt x="148" y="135"/>
                    <a:pt x="139" y="132"/>
                  </a:cubicBezTo>
                  <a:cubicBezTo>
                    <a:pt x="139" y="131"/>
                    <a:pt x="139" y="131"/>
                    <a:pt x="139" y="131"/>
                  </a:cubicBezTo>
                  <a:cubicBezTo>
                    <a:pt x="161" y="125"/>
                    <a:pt x="176" y="116"/>
                    <a:pt x="187" y="104"/>
                  </a:cubicBezTo>
                  <a:cubicBezTo>
                    <a:pt x="198" y="93"/>
                    <a:pt x="203" y="79"/>
                    <a:pt x="203" y="63"/>
                  </a:cubicBezTo>
                  <a:cubicBezTo>
                    <a:pt x="203" y="41"/>
                    <a:pt x="195" y="25"/>
                    <a:pt x="178" y="15"/>
                  </a:cubicBezTo>
                  <a:cubicBezTo>
                    <a:pt x="162" y="5"/>
                    <a:pt x="138" y="0"/>
                    <a:pt x="1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301">
              <a:extLst>
                <a:ext uri="{FF2B5EF4-FFF2-40B4-BE49-F238E27FC236}">
                  <a16:creationId xmlns:a16="http://schemas.microsoft.com/office/drawing/2014/main" id="{A89EF4FF-067C-49B9-BC17-B676D3BD9B88}"/>
                </a:ext>
              </a:extLst>
            </p:cNvPr>
            <p:cNvSpPr>
              <a:spLocks/>
            </p:cNvSpPr>
            <p:nvPr/>
          </p:nvSpPr>
          <p:spPr bwMode="auto">
            <a:xfrm>
              <a:off x="3532035" y="2121525"/>
              <a:ext cx="62219" cy="91499"/>
            </a:xfrm>
            <a:custGeom>
              <a:avLst/>
              <a:gdLst>
                <a:gd name="T0" fmla="*/ 96 w 171"/>
                <a:gd name="T1" fmla="*/ 0 h 250"/>
                <a:gd name="T2" fmla="*/ 46 w 171"/>
                <a:gd name="T3" fmla="*/ 8 h 250"/>
                <a:gd name="T4" fmla="*/ 14 w 171"/>
                <a:gd name="T5" fmla="*/ 31 h 250"/>
                <a:gd name="T6" fmla="*/ 3 w 171"/>
                <a:gd name="T7" fmla="*/ 66 h 250"/>
                <a:gd name="T8" fmla="*/ 10 w 171"/>
                <a:gd name="T9" fmla="*/ 91 h 250"/>
                <a:gd name="T10" fmla="*/ 31 w 171"/>
                <a:gd name="T11" fmla="*/ 113 h 250"/>
                <a:gd name="T12" fmla="*/ 71 w 171"/>
                <a:gd name="T13" fmla="*/ 133 h 250"/>
                <a:gd name="T14" fmla="*/ 109 w 171"/>
                <a:gd name="T15" fmla="*/ 152 h 250"/>
                <a:gd name="T16" fmla="*/ 126 w 171"/>
                <a:gd name="T17" fmla="*/ 169 h 250"/>
                <a:gd name="T18" fmla="*/ 132 w 171"/>
                <a:gd name="T19" fmla="*/ 192 h 250"/>
                <a:gd name="T20" fmla="*/ 119 w 171"/>
                <a:gd name="T21" fmla="*/ 223 h 250"/>
                <a:gd name="T22" fmla="*/ 81 w 171"/>
                <a:gd name="T23" fmla="*/ 234 h 250"/>
                <a:gd name="T24" fmla="*/ 51 w 171"/>
                <a:gd name="T25" fmla="*/ 230 h 250"/>
                <a:gd name="T26" fmla="*/ 33 w 171"/>
                <a:gd name="T27" fmla="*/ 216 h 250"/>
                <a:gd name="T28" fmla="*/ 21 w 171"/>
                <a:gd name="T29" fmla="*/ 192 h 250"/>
                <a:gd name="T30" fmla="*/ 0 w 171"/>
                <a:gd name="T31" fmla="*/ 192 h 250"/>
                <a:gd name="T32" fmla="*/ 0 w 171"/>
                <a:gd name="T33" fmla="*/ 241 h 250"/>
                <a:gd name="T34" fmla="*/ 77 w 171"/>
                <a:gd name="T35" fmla="*/ 250 h 250"/>
                <a:gd name="T36" fmla="*/ 115 w 171"/>
                <a:gd name="T37" fmla="*/ 246 h 250"/>
                <a:gd name="T38" fmla="*/ 144 w 171"/>
                <a:gd name="T39" fmla="*/ 234 h 250"/>
                <a:gd name="T40" fmla="*/ 164 w 171"/>
                <a:gd name="T41" fmla="*/ 213 h 250"/>
                <a:gd name="T42" fmla="*/ 171 w 171"/>
                <a:gd name="T43" fmla="*/ 182 h 250"/>
                <a:gd name="T44" fmla="*/ 162 w 171"/>
                <a:gd name="T45" fmla="*/ 152 h 250"/>
                <a:gd name="T46" fmla="*/ 139 w 171"/>
                <a:gd name="T47" fmla="*/ 130 h 250"/>
                <a:gd name="T48" fmla="*/ 97 w 171"/>
                <a:gd name="T49" fmla="*/ 109 h 250"/>
                <a:gd name="T50" fmla="*/ 63 w 171"/>
                <a:gd name="T51" fmla="*/ 92 h 250"/>
                <a:gd name="T52" fmla="*/ 46 w 171"/>
                <a:gd name="T53" fmla="*/ 75 h 250"/>
                <a:gd name="T54" fmla="*/ 41 w 171"/>
                <a:gd name="T55" fmla="*/ 54 h 250"/>
                <a:gd name="T56" fmla="*/ 47 w 171"/>
                <a:gd name="T57" fmla="*/ 33 h 250"/>
                <a:gd name="T58" fmla="*/ 64 w 171"/>
                <a:gd name="T59" fmla="*/ 21 h 250"/>
                <a:gd name="T60" fmla="*/ 89 w 171"/>
                <a:gd name="T61" fmla="*/ 16 h 250"/>
                <a:gd name="T62" fmla="*/ 115 w 171"/>
                <a:gd name="T63" fmla="*/ 20 h 250"/>
                <a:gd name="T64" fmla="*/ 132 w 171"/>
                <a:gd name="T65" fmla="*/ 32 h 250"/>
                <a:gd name="T66" fmla="*/ 144 w 171"/>
                <a:gd name="T67" fmla="*/ 56 h 250"/>
                <a:gd name="T68" fmla="*/ 166 w 171"/>
                <a:gd name="T69" fmla="*/ 56 h 250"/>
                <a:gd name="T70" fmla="*/ 166 w 171"/>
                <a:gd name="T71" fmla="*/ 8 h 250"/>
                <a:gd name="T72" fmla="*/ 127 w 171"/>
                <a:gd name="T73" fmla="*/ 2 h 250"/>
                <a:gd name="T74" fmla="*/ 96 w 171"/>
                <a:gd name="T7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1" h="250">
                  <a:moveTo>
                    <a:pt x="96" y="0"/>
                  </a:moveTo>
                  <a:cubicBezTo>
                    <a:pt x="77" y="0"/>
                    <a:pt x="61" y="3"/>
                    <a:pt x="46" y="8"/>
                  </a:cubicBezTo>
                  <a:cubicBezTo>
                    <a:pt x="32" y="14"/>
                    <a:pt x="21" y="21"/>
                    <a:pt x="14" y="31"/>
                  </a:cubicBezTo>
                  <a:cubicBezTo>
                    <a:pt x="6" y="41"/>
                    <a:pt x="3" y="52"/>
                    <a:pt x="3" y="66"/>
                  </a:cubicBezTo>
                  <a:cubicBezTo>
                    <a:pt x="3" y="75"/>
                    <a:pt x="5" y="84"/>
                    <a:pt x="10" y="91"/>
                  </a:cubicBezTo>
                  <a:cubicBezTo>
                    <a:pt x="15" y="99"/>
                    <a:pt x="22" y="106"/>
                    <a:pt x="31" y="113"/>
                  </a:cubicBezTo>
                  <a:cubicBezTo>
                    <a:pt x="41" y="119"/>
                    <a:pt x="54" y="126"/>
                    <a:pt x="71" y="133"/>
                  </a:cubicBezTo>
                  <a:cubicBezTo>
                    <a:pt x="88" y="140"/>
                    <a:pt x="100" y="147"/>
                    <a:pt x="109" y="152"/>
                  </a:cubicBezTo>
                  <a:cubicBezTo>
                    <a:pt x="117" y="157"/>
                    <a:pt x="123" y="163"/>
                    <a:pt x="126" y="169"/>
                  </a:cubicBezTo>
                  <a:cubicBezTo>
                    <a:pt x="130" y="175"/>
                    <a:pt x="132" y="182"/>
                    <a:pt x="132" y="192"/>
                  </a:cubicBezTo>
                  <a:cubicBezTo>
                    <a:pt x="132" y="205"/>
                    <a:pt x="128" y="216"/>
                    <a:pt x="119" y="223"/>
                  </a:cubicBezTo>
                  <a:cubicBezTo>
                    <a:pt x="110" y="231"/>
                    <a:pt x="97" y="234"/>
                    <a:pt x="81" y="234"/>
                  </a:cubicBezTo>
                  <a:cubicBezTo>
                    <a:pt x="69" y="234"/>
                    <a:pt x="59" y="233"/>
                    <a:pt x="51" y="230"/>
                  </a:cubicBezTo>
                  <a:cubicBezTo>
                    <a:pt x="44" y="227"/>
                    <a:pt x="38" y="222"/>
                    <a:pt x="33" y="216"/>
                  </a:cubicBezTo>
                  <a:cubicBezTo>
                    <a:pt x="28" y="210"/>
                    <a:pt x="24" y="202"/>
                    <a:pt x="21" y="192"/>
                  </a:cubicBezTo>
                  <a:cubicBezTo>
                    <a:pt x="0" y="192"/>
                    <a:pt x="0" y="192"/>
                    <a:pt x="0" y="192"/>
                  </a:cubicBezTo>
                  <a:cubicBezTo>
                    <a:pt x="0" y="241"/>
                    <a:pt x="0" y="241"/>
                    <a:pt x="0" y="241"/>
                  </a:cubicBezTo>
                  <a:cubicBezTo>
                    <a:pt x="29" y="247"/>
                    <a:pt x="55" y="250"/>
                    <a:pt x="77" y="250"/>
                  </a:cubicBezTo>
                  <a:cubicBezTo>
                    <a:pt x="91" y="250"/>
                    <a:pt x="103" y="249"/>
                    <a:pt x="115" y="246"/>
                  </a:cubicBezTo>
                  <a:cubicBezTo>
                    <a:pt x="126" y="244"/>
                    <a:pt x="136" y="240"/>
                    <a:pt x="144" y="234"/>
                  </a:cubicBezTo>
                  <a:cubicBezTo>
                    <a:pt x="153" y="229"/>
                    <a:pt x="159" y="222"/>
                    <a:pt x="164" y="213"/>
                  </a:cubicBezTo>
                  <a:cubicBezTo>
                    <a:pt x="168" y="205"/>
                    <a:pt x="171" y="194"/>
                    <a:pt x="171" y="182"/>
                  </a:cubicBezTo>
                  <a:cubicBezTo>
                    <a:pt x="171" y="170"/>
                    <a:pt x="168" y="161"/>
                    <a:pt x="162" y="152"/>
                  </a:cubicBezTo>
                  <a:cubicBezTo>
                    <a:pt x="157" y="144"/>
                    <a:pt x="149" y="136"/>
                    <a:pt x="139" y="130"/>
                  </a:cubicBezTo>
                  <a:cubicBezTo>
                    <a:pt x="129" y="123"/>
                    <a:pt x="115" y="116"/>
                    <a:pt x="97" y="109"/>
                  </a:cubicBezTo>
                  <a:cubicBezTo>
                    <a:pt x="82" y="102"/>
                    <a:pt x="71" y="97"/>
                    <a:pt x="63" y="92"/>
                  </a:cubicBezTo>
                  <a:cubicBezTo>
                    <a:pt x="55" y="87"/>
                    <a:pt x="50" y="81"/>
                    <a:pt x="46" y="75"/>
                  </a:cubicBezTo>
                  <a:cubicBezTo>
                    <a:pt x="43" y="70"/>
                    <a:pt x="41" y="62"/>
                    <a:pt x="41" y="54"/>
                  </a:cubicBezTo>
                  <a:cubicBezTo>
                    <a:pt x="41" y="46"/>
                    <a:pt x="43" y="39"/>
                    <a:pt x="47" y="33"/>
                  </a:cubicBezTo>
                  <a:cubicBezTo>
                    <a:pt x="51" y="28"/>
                    <a:pt x="57" y="23"/>
                    <a:pt x="64" y="21"/>
                  </a:cubicBezTo>
                  <a:cubicBezTo>
                    <a:pt x="72" y="18"/>
                    <a:pt x="80" y="16"/>
                    <a:pt x="89" y="16"/>
                  </a:cubicBezTo>
                  <a:cubicBezTo>
                    <a:pt x="100" y="16"/>
                    <a:pt x="108" y="17"/>
                    <a:pt x="115" y="20"/>
                  </a:cubicBezTo>
                  <a:cubicBezTo>
                    <a:pt x="122" y="22"/>
                    <a:pt x="127" y="26"/>
                    <a:pt x="132" y="32"/>
                  </a:cubicBezTo>
                  <a:cubicBezTo>
                    <a:pt x="137" y="38"/>
                    <a:pt x="141" y="46"/>
                    <a:pt x="144" y="56"/>
                  </a:cubicBezTo>
                  <a:cubicBezTo>
                    <a:pt x="166" y="56"/>
                    <a:pt x="166" y="56"/>
                    <a:pt x="166" y="56"/>
                  </a:cubicBezTo>
                  <a:cubicBezTo>
                    <a:pt x="166" y="8"/>
                    <a:pt x="166" y="8"/>
                    <a:pt x="166" y="8"/>
                  </a:cubicBezTo>
                  <a:cubicBezTo>
                    <a:pt x="150" y="5"/>
                    <a:pt x="137" y="3"/>
                    <a:pt x="127" y="2"/>
                  </a:cubicBezTo>
                  <a:cubicBezTo>
                    <a:pt x="117" y="1"/>
                    <a:pt x="106" y="0"/>
                    <a:pt x="9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302">
              <a:extLst>
                <a:ext uri="{FF2B5EF4-FFF2-40B4-BE49-F238E27FC236}">
                  <a16:creationId xmlns:a16="http://schemas.microsoft.com/office/drawing/2014/main" id="{99553689-E11F-4C66-A76D-0A8FF710F1EB}"/>
                </a:ext>
              </a:extLst>
            </p:cNvPr>
            <p:cNvSpPr>
              <a:spLocks/>
            </p:cNvSpPr>
            <p:nvPr/>
          </p:nvSpPr>
          <p:spPr bwMode="auto">
            <a:xfrm>
              <a:off x="3610927" y="2122744"/>
              <a:ext cx="32939" cy="89060"/>
            </a:xfrm>
            <a:custGeom>
              <a:avLst/>
              <a:gdLst>
                <a:gd name="T0" fmla="*/ 90 w 90"/>
                <a:gd name="T1" fmla="*/ 0 h 244"/>
                <a:gd name="T2" fmla="*/ 0 w 90"/>
                <a:gd name="T3" fmla="*/ 0 h 244"/>
                <a:gd name="T4" fmla="*/ 0 w 90"/>
                <a:gd name="T5" fmla="*/ 9 h 244"/>
                <a:gd name="T6" fmla="*/ 14 w 90"/>
                <a:gd name="T7" fmla="*/ 13 h 244"/>
                <a:gd name="T8" fmla="*/ 20 w 90"/>
                <a:gd name="T9" fmla="*/ 18 h 244"/>
                <a:gd name="T10" fmla="*/ 24 w 90"/>
                <a:gd name="T11" fmla="*/ 27 h 244"/>
                <a:gd name="T12" fmla="*/ 25 w 90"/>
                <a:gd name="T13" fmla="*/ 45 h 244"/>
                <a:gd name="T14" fmla="*/ 25 w 90"/>
                <a:gd name="T15" fmla="*/ 199 h 244"/>
                <a:gd name="T16" fmla="*/ 24 w 90"/>
                <a:gd name="T17" fmla="*/ 219 h 244"/>
                <a:gd name="T18" fmla="*/ 18 w 90"/>
                <a:gd name="T19" fmla="*/ 229 h 244"/>
                <a:gd name="T20" fmla="*/ 0 w 90"/>
                <a:gd name="T21" fmla="*/ 235 h 244"/>
                <a:gd name="T22" fmla="*/ 0 w 90"/>
                <a:gd name="T23" fmla="*/ 244 h 244"/>
                <a:gd name="T24" fmla="*/ 90 w 90"/>
                <a:gd name="T25" fmla="*/ 244 h 244"/>
                <a:gd name="T26" fmla="*/ 90 w 90"/>
                <a:gd name="T27" fmla="*/ 235 h 244"/>
                <a:gd name="T28" fmla="*/ 75 w 90"/>
                <a:gd name="T29" fmla="*/ 231 h 244"/>
                <a:gd name="T30" fmla="*/ 69 w 90"/>
                <a:gd name="T31" fmla="*/ 226 h 244"/>
                <a:gd name="T32" fmla="*/ 66 w 90"/>
                <a:gd name="T33" fmla="*/ 217 h 244"/>
                <a:gd name="T34" fmla="*/ 65 w 90"/>
                <a:gd name="T35" fmla="*/ 199 h 244"/>
                <a:gd name="T36" fmla="*/ 65 w 90"/>
                <a:gd name="T37" fmla="*/ 45 h 244"/>
                <a:gd name="T38" fmla="*/ 66 w 90"/>
                <a:gd name="T39" fmla="*/ 27 h 244"/>
                <a:gd name="T40" fmla="*/ 70 w 90"/>
                <a:gd name="T41" fmla="*/ 18 h 244"/>
                <a:gd name="T42" fmla="*/ 76 w 90"/>
                <a:gd name="T43" fmla="*/ 13 h 244"/>
                <a:gd name="T44" fmla="*/ 90 w 90"/>
                <a:gd name="T45" fmla="*/ 9 h 244"/>
                <a:gd name="T46" fmla="*/ 90 w 90"/>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0" h="244">
                  <a:moveTo>
                    <a:pt x="90"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90" y="244"/>
                    <a:pt x="90" y="244"/>
                    <a:pt x="90" y="244"/>
                  </a:cubicBezTo>
                  <a:cubicBezTo>
                    <a:pt x="90" y="235"/>
                    <a:pt x="90" y="235"/>
                    <a:pt x="90" y="235"/>
                  </a:cubicBezTo>
                  <a:cubicBezTo>
                    <a:pt x="83" y="234"/>
                    <a:pt x="78" y="232"/>
                    <a:pt x="75" y="231"/>
                  </a:cubicBezTo>
                  <a:cubicBezTo>
                    <a:pt x="73" y="230"/>
                    <a:pt x="71"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70" y="18"/>
                  </a:cubicBezTo>
                  <a:cubicBezTo>
                    <a:pt x="71" y="16"/>
                    <a:pt x="73"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4" name="Freeform 303">
              <a:extLst>
                <a:ext uri="{FF2B5EF4-FFF2-40B4-BE49-F238E27FC236}">
                  <a16:creationId xmlns:a16="http://schemas.microsoft.com/office/drawing/2014/main" id="{655225EB-6C55-49B1-A41B-A23287069730}"/>
                </a:ext>
              </a:extLst>
            </p:cNvPr>
            <p:cNvSpPr>
              <a:spLocks/>
            </p:cNvSpPr>
            <p:nvPr/>
          </p:nvSpPr>
          <p:spPr bwMode="auto">
            <a:xfrm>
              <a:off x="3658100" y="2122744"/>
              <a:ext cx="83367" cy="89060"/>
            </a:xfrm>
            <a:custGeom>
              <a:avLst/>
              <a:gdLst>
                <a:gd name="T0" fmla="*/ 229 w 229"/>
                <a:gd name="T1" fmla="*/ 0 h 244"/>
                <a:gd name="T2" fmla="*/ 0 w 229"/>
                <a:gd name="T3" fmla="*/ 0 h 244"/>
                <a:gd name="T4" fmla="*/ 0 w 229"/>
                <a:gd name="T5" fmla="*/ 62 h 244"/>
                <a:gd name="T6" fmla="*/ 21 w 229"/>
                <a:gd name="T7" fmla="*/ 62 h 244"/>
                <a:gd name="T8" fmla="*/ 30 w 229"/>
                <a:gd name="T9" fmla="*/ 39 h 244"/>
                <a:gd name="T10" fmla="*/ 40 w 229"/>
                <a:gd name="T11" fmla="*/ 24 h 244"/>
                <a:gd name="T12" fmla="*/ 52 w 229"/>
                <a:gd name="T13" fmla="*/ 18 h 244"/>
                <a:gd name="T14" fmla="*/ 68 w 229"/>
                <a:gd name="T15" fmla="*/ 16 h 244"/>
                <a:gd name="T16" fmla="*/ 95 w 229"/>
                <a:gd name="T17" fmla="*/ 16 h 244"/>
                <a:gd name="T18" fmla="*/ 95 w 229"/>
                <a:gd name="T19" fmla="*/ 199 h 244"/>
                <a:gd name="T20" fmla="*/ 94 w 229"/>
                <a:gd name="T21" fmla="*/ 215 h 244"/>
                <a:gd name="T22" fmla="*/ 91 w 229"/>
                <a:gd name="T23" fmla="*/ 224 h 244"/>
                <a:gd name="T24" fmla="*/ 85 w 229"/>
                <a:gd name="T25" fmla="*/ 229 h 244"/>
                <a:gd name="T26" fmla="*/ 78 w 229"/>
                <a:gd name="T27" fmla="*/ 233 h 244"/>
                <a:gd name="T28" fmla="*/ 66 w 229"/>
                <a:gd name="T29" fmla="*/ 235 h 244"/>
                <a:gd name="T30" fmla="*/ 66 w 229"/>
                <a:gd name="T31" fmla="*/ 244 h 244"/>
                <a:gd name="T32" fmla="*/ 163 w 229"/>
                <a:gd name="T33" fmla="*/ 244 h 244"/>
                <a:gd name="T34" fmla="*/ 163 w 229"/>
                <a:gd name="T35" fmla="*/ 235 h 244"/>
                <a:gd name="T36" fmla="*/ 148 w 229"/>
                <a:gd name="T37" fmla="*/ 231 h 244"/>
                <a:gd name="T38" fmla="*/ 140 w 229"/>
                <a:gd name="T39" fmla="*/ 226 h 244"/>
                <a:gd name="T40" fmla="*/ 136 w 229"/>
                <a:gd name="T41" fmla="*/ 216 h 244"/>
                <a:gd name="T42" fmla="*/ 135 w 229"/>
                <a:gd name="T43" fmla="*/ 199 h 244"/>
                <a:gd name="T44" fmla="*/ 135 w 229"/>
                <a:gd name="T45" fmla="*/ 16 h 244"/>
                <a:gd name="T46" fmla="*/ 161 w 229"/>
                <a:gd name="T47" fmla="*/ 16 h 244"/>
                <a:gd name="T48" fmla="*/ 179 w 229"/>
                <a:gd name="T49" fmla="*/ 18 h 244"/>
                <a:gd name="T50" fmla="*/ 190 w 229"/>
                <a:gd name="T51" fmla="*/ 25 h 244"/>
                <a:gd name="T52" fmla="*/ 199 w 229"/>
                <a:gd name="T53" fmla="*/ 38 h 244"/>
                <a:gd name="T54" fmla="*/ 208 w 229"/>
                <a:gd name="T55" fmla="*/ 62 h 244"/>
                <a:gd name="T56" fmla="*/ 229 w 229"/>
                <a:gd name="T57" fmla="*/ 62 h 244"/>
                <a:gd name="T58" fmla="*/ 229 w 229"/>
                <a:gd name="T5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9" h="244">
                  <a:moveTo>
                    <a:pt x="229" y="0"/>
                  </a:moveTo>
                  <a:cubicBezTo>
                    <a:pt x="0" y="0"/>
                    <a:pt x="0" y="0"/>
                    <a:pt x="0" y="0"/>
                  </a:cubicBezTo>
                  <a:cubicBezTo>
                    <a:pt x="0" y="62"/>
                    <a:pt x="0" y="62"/>
                    <a:pt x="0" y="62"/>
                  </a:cubicBezTo>
                  <a:cubicBezTo>
                    <a:pt x="21" y="62"/>
                    <a:pt x="21" y="62"/>
                    <a:pt x="21" y="62"/>
                  </a:cubicBezTo>
                  <a:cubicBezTo>
                    <a:pt x="24" y="53"/>
                    <a:pt x="27" y="45"/>
                    <a:pt x="30" y="39"/>
                  </a:cubicBezTo>
                  <a:cubicBezTo>
                    <a:pt x="33" y="32"/>
                    <a:pt x="36" y="28"/>
                    <a:pt x="40" y="24"/>
                  </a:cubicBezTo>
                  <a:cubicBezTo>
                    <a:pt x="44" y="21"/>
                    <a:pt x="47" y="19"/>
                    <a:pt x="52" y="18"/>
                  </a:cubicBezTo>
                  <a:cubicBezTo>
                    <a:pt x="56" y="16"/>
                    <a:pt x="62" y="16"/>
                    <a:pt x="68" y="16"/>
                  </a:cubicBezTo>
                  <a:cubicBezTo>
                    <a:pt x="95" y="16"/>
                    <a:pt x="95" y="16"/>
                    <a:pt x="95" y="16"/>
                  </a:cubicBezTo>
                  <a:cubicBezTo>
                    <a:pt x="95" y="199"/>
                    <a:pt x="95" y="199"/>
                    <a:pt x="95" y="199"/>
                  </a:cubicBezTo>
                  <a:cubicBezTo>
                    <a:pt x="95" y="206"/>
                    <a:pt x="94" y="211"/>
                    <a:pt x="94" y="215"/>
                  </a:cubicBezTo>
                  <a:cubicBezTo>
                    <a:pt x="93" y="219"/>
                    <a:pt x="92" y="222"/>
                    <a:pt x="91" y="224"/>
                  </a:cubicBezTo>
                  <a:cubicBezTo>
                    <a:pt x="89" y="226"/>
                    <a:pt x="88" y="228"/>
                    <a:pt x="85" y="229"/>
                  </a:cubicBezTo>
                  <a:cubicBezTo>
                    <a:pt x="83" y="231"/>
                    <a:pt x="81" y="232"/>
                    <a:pt x="78" y="233"/>
                  </a:cubicBezTo>
                  <a:cubicBezTo>
                    <a:pt x="74" y="234"/>
                    <a:pt x="71" y="234"/>
                    <a:pt x="66" y="235"/>
                  </a:cubicBezTo>
                  <a:cubicBezTo>
                    <a:pt x="66" y="244"/>
                    <a:pt x="66" y="244"/>
                    <a:pt x="66" y="244"/>
                  </a:cubicBezTo>
                  <a:cubicBezTo>
                    <a:pt x="163" y="244"/>
                    <a:pt x="163" y="244"/>
                    <a:pt x="163" y="244"/>
                  </a:cubicBezTo>
                  <a:cubicBezTo>
                    <a:pt x="163" y="235"/>
                    <a:pt x="163" y="235"/>
                    <a:pt x="163" y="235"/>
                  </a:cubicBezTo>
                  <a:cubicBezTo>
                    <a:pt x="156" y="234"/>
                    <a:pt x="151" y="233"/>
                    <a:pt x="148" y="231"/>
                  </a:cubicBezTo>
                  <a:cubicBezTo>
                    <a:pt x="145" y="230"/>
                    <a:pt x="142" y="228"/>
                    <a:pt x="140" y="226"/>
                  </a:cubicBezTo>
                  <a:cubicBezTo>
                    <a:pt x="138" y="223"/>
                    <a:pt x="137" y="220"/>
                    <a:pt x="136" y="216"/>
                  </a:cubicBezTo>
                  <a:cubicBezTo>
                    <a:pt x="135" y="211"/>
                    <a:pt x="135" y="206"/>
                    <a:pt x="135" y="199"/>
                  </a:cubicBezTo>
                  <a:cubicBezTo>
                    <a:pt x="135" y="16"/>
                    <a:pt x="135" y="16"/>
                    <a:pt x="135" y="16"/>
                  </a:cubicBezTo>
                  <a:cubicBezTo>
                    <a:pt x="161" y="16"/>
                    <a:pt x="161" y="16"/>
                    <a:pt x="161" y="16"/>
                  </a:cubicBezTo>
                  <a:cubicBezTo>
                    <a:pt x="169" y="16"/>
                    <a:pt x="175" y="16"/>
                    <a:pt x="179" y="18"/>
                  </a:cubicBezTo>
                  <a:cubicBezTo>
                    <a:pt x="183" y="19"/>
                    <a:pt x="186" y="21"/>
                    <a:pt x="190" y="25"/>
                  </a:cubicBezTo>
                  <a:cubicBezTo>
                    <a:pt x="193" y="28"/>
                    <a:pt x="196" y="32"/>
                    <a:pt x="199" y="38"/>
                  </a:cubicBezTo>
                  <a:cubicBezTo>
                    <a:pt x="202" y="44"/>
                    <a:pt x="205" y="52"/>
                    <a:pt x="208" y="62"/>
                  </a:cubicBezTo>
                  <a:cubicBezTo>
                    <a:pt x="229" y="62"/>
                    <a:pt x="229" y="62"/>
                    <a:pt x="229" y="62"/>
                  </a:cubicBezTo>
                  <a:cubicBezTo>
                    <a:pt x="229" y="0"/>
                    <a:pt x="229" y="0"/>
                    <a:pt x="22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5" name="Freeform 304">
              <a:extLst>
                <a:ext uri="{FF2B5EF4-FFF2-40B4-BE49-F238E27FC236}">
                  <a16:creationId xmlns:a16="http://schemas.microsoft.com/office/drawing/2014/main" id="{AC47CAD8-A10C-4991-BAAD-22DFEB1BF4AC}"/>
                </a:ext>
              </a:extLst>
            </p:cNvPr>
            <p:cNvSpPr>
              <a:spLocks/>
            </p:cNvSpPr>
            <p:nvPr/>
          </p:nvSpPr>
          <p:spPr bwMode="auto">
            <a:xfrm>
              <a:off x="3747974" y="2122744"/>
              <a:ext cx="89467" cy="89060"/>
            </a:xfrm>
            <a:custGeom>
              <a:avLst/>
              <a:gdLst>
                <a:gd name="T0" fmla="*/ 245 w 245"/>
                <a:gd name="T1" fmla="*/ 0 h 244"/>
                <a:gd name="T2" fmla="*/ 165 w 245"/>
                <a:gd name="T3" fmla="*/ 0 h 244"/>
                <a:gd name="T4" fmla="*/ 165 w 245"/>
                <a:gd name="T5" fmla="*/ 9 h 244"/>
                <a:gd name="T6" fmla="*/ 179 w 245"/>
                <a:gd name="T7" fmla="*/ 13 h 244"/>
                <a:gd name="T8" fmla="*/ 183 w 245"/>
                <a:gd name="T9" fmla="*/ 23 h 244"/>
                <a:gd name="T10" fmla="*/ 180 w 245"/>
                <a:gd name="T11" fmla="*/ 38 h 244"/>
                <a:gd name="T12" fmla="*/ 168 w 245"/>
                <a:gd name="T13" fmla="*/ 59 h 244"/>
                <a:gd name="T14" fmla="*/ 126 w 245"/>
                <a:gd name="T15" fmla="*/ 121 h 244"/>
                <a:gd name="T16" fmla="*/ 83 w 245"/>
                <a:gd name="T17" fmla="*/ 53 h 244"/>
                <a:gd name="T18" fmla="*/ 73 w 245"/>
                <a:gd name="T19" fmla="*/ 35 h 244"/>
                <a:gd name="T20" fmla="*/ 70 w 245"/>
                <a:gd name="T21" fmla="*/ 23 h 244"/>
                <a:gd name="T22" fmla="*/ 90 w 245"/>
                <a:gd name="T23" fmla="*/ 9 h 244"/>
                <a:gd name="T24" fmla="*/ 90 w 245"/>
                <a:gd name="T25" fmla="*/ 0 h 244"/>
                <a:gd name="T26" fmla="*/ 0 w 245"/>
                <a:gd name="T27" fmla="*/ 0 h 244"/>
                <a:gd name="T28" fmla="*/ 0 w 245"/>
                <a:gd name="T29" fmla="*/ 9 h 244"/>
                <a:gd name="T30" fmla="*/ 13 w 245"/>
                <a:gd name="T31" fmla="*/ 15 h 244"/>
                <a:gd name="T32" fmla="*/ 24 w 245"/>
                <a:gd name="T33" fmla="*/ 26 h 244"/>
                <a:gd name="T34" fmla="*/ 40 w 245"/>
                <a:gd name="T35" fmla="*/ 50 h 244"/>
                <a:gd name="T36" fmla="*/ 98 w 245"/>
                <a:gd name="T37" fmla="*/ 142 h 244"/>
                <a:gd name="T38" fmla="*/ 98 w 245"/>
                <a:gd name="T39" fmla="*/ 199 h 244"/>
                <a:gd name="T40" fmla="*/ 97 w 245"/>
                <a:gd name="T41" fmla="*/ 216 h 244"/>
                <a:gd name="T42" fmla="*/ 93 w 245"/>
                <a:gd name="T43" fmla="*/ 226 h 244"/>
                <a:gd name="T44" fmla="*/ 85 w 245"/>
                <a:gd name="T45" fmla="*/ 231 h 244"/>
                <a:gd name="T46" fmla="*/ 70 w 245"/>
                <a:gd name="T47" fmla="*/ 235 h 244"/>
                <a:gd name="T48" fmla="*/ 70 w 245"/>
                <a:gd name="T49" fmla="*/ 244 h 244"/>
                <a:gd name="T50" fmla="*/ 167 w 245"/>
                <a:gd name="T51" fmla="*/ 244 h 244"/>
                <a:gd name="T52" fmla="*/ 167 w 245"/>
                <a:gd name="T53" fmla="*/ 235 h 244"/>
                <a:gd name="T54" fmla="*/ 151 w 245"/>
                <a:gd name="T55" fmla="*/ 231 h 244"/>
                <a:gd name="T56" fmla="*/ 144 w 245"/>
                <a:gd name="T57" fmla="*/ 225 h 244"/>
                <a:gd name="T58" fmla="*/ 139 w 245"/>
                <a:gd name="T59" fmla="*/ 215 h 244"/>
                <a:gd name="T60" fmla="*/ 138 w 245"/>
                <a:gd name="T61" fmla="*/ 199 h 244"/>
                <a:gd name="T62" fmla="*/ 138 w 245"/>
                <a:gd name="T63" fmla="*/ 141 h 244"/>
                <a:gd name="T64" fmla="*/ 197 w 245"/>
                <a:gd name="T65" fmla="*/ 56 h 244"/>
                <a:gd name="T66" fmla="*/ 217 w 245"/>
                <a:gd name="T67" fmla="*/ 29 h 244"/>
                <a:gd name="T68" fmla="*/ 230 w 245"/>
                <a:gd name="T69" fmla="*/ 16 h 244"/>
                <a:gd name="T70" fmla="*/ 245 w 245"/>
                <a:gd name="T71" fmla="*/ 9 h 244"/>
                <a:gd name="T72" fmla="*/ 245 w 245"/>
                <a:gd name="T7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244">
                  <a:moveTo>
                    <a:pt x="245" y="0"/>
                  </a:moveTo>
                  <a:cubicBezTo>
                    <a:pt x="165" y="0"/>
                    <a:pt x="165" y="0"/>
                    <a:pt x="165" y="0"/>
                  </a:cubicBezTo>
                  <a:cubicBezTo>
                    <a:pt x="165" y="9"/>
                    <a:pt x="165" y="9"/>
                    <a:pt x="165" y="9"/>
                  </a:cubicBezTo>
                  <a:cubicBezTo>
                    <a:pt x="171" y="9"/>
                    <a:pt x="176" y="11"/>
                    <a:pt x="179" y="13"/>
                  </a:cubicBezTo>
                  <a:cubicBezTo>
                    <a:pt x="182" y="16"/>
                    <a:pt x="183" y="19"/>
                    <a:pt x="183" y="23"/>
                  </a:cubicBezTo>
                  <a:cubicBezTo>
                    <a:pt x="183" y="28"/>
                    <a:pt x="182" y="33"/>
                    <a:pt x="180" y="38"/>
                  </a:cubicBezTo>
                  <a:cubicBezTo>
                    <a:pt x="177" y="44"/>
                    <a:pt x="173" y="51"/>
                    <a:pt x="168" y="59"/>
                  </a:cubicBezTo>
                  <a:cubicBezTo>
                    <a:pt x="126" y="121"/>
                    <a:pt x="126" y="121"/>
                    <a:pt x="126" y="121"/>
                  </a:cubicBezTo>
                  <a:cubicBezTo>
                    <a:pt x="83" y="53"/>
                    <a:pt x="83" y="53"/>
                    <a:pt x="83" y="53"/>
                  </a:cubicBezTo>
                  <a:cubicBezTo>
                    <a:pt x="78" y="45"/>
                    <a:pt x="75" y="39"/>
                    <a:pt x="73" y="35"/>
                  </a:cubicBezTo>
                  <a:cubicBezTo>
                    <a:pt x="71" y="31"/>
                    <a:pt x="70" y="27"/>
                    <a:pt x="70" y="23"/>
                  </a:cubicBezTo>
                  <a:cubicBezTo>
                    <a:pt x="70" y="15"/>
                    <a:pt x="77" y="10"/>
                    <a:pt x="90" y="9"/>
                  </a:cubicBezTo>
                  <a:cubicBezTo>
                    <a:pt x="90" y="0"/>
                    <a:pt x="90" y="0"/>
                    <a:pt x="90" y="0"/>
                  </a:cubicBezTo>
                  <a:cubicBezTo>
                    <a:pt x="0" y="0"/>
                    <a:pt x="0" y="0"/>
                    <a:pt x="0" y="0"/>
                  </a:cubicBezTo>
                  <a:cubicBezTo>
                    <a:pt x="0" y="9"/>
                    <a:pt x="0" y="9"/>
                    <a:pt x="0" y="9"/>
                  </a:cubicBezTo>
                  <a:cubicBezTo>
                    <a:pt x="5" y="10"/>
                    <a:pt x="9" y="12"/>
                    <a:pt x="13" y="15"/>
                  </a:cubicBezTo>
                  <a:cubicBezTo>
                    <a:pt x="16" y="18"/>
                    <a:pt x="20" y="21"/>
                    <a:pt x="24" y="26"/>
                  </a:cubicBezTo>
                  <a:cubicBezTo>
                    <a:pt x="28" y="31"/>
                    <a:pt x="33" y="39"/>
                    <a:pt x="40" y="50"/>
                  </a:cubicBezTo>
                  <a:cubicBezTo>
                    <a:pt x="98" y="142"/>
                    <a:pt x="98" y="142"/>
                    <a:pt x="98" y="142"/>
                  </a:cubicBezTo>
                  <a:cubicBezTo>
                    <a:pt x="98" y="199"/>
                    <a:pt x="98" y="199"/>
                    <a:pt x="98" y="199"/>
                  </a:cubicBezTo>
                  <a:cubicBezTo>
                    <a:pt x="98" y="206"/>
                    <a:pt x="98" y="211"/>
                    <a:pt x="97" y="216"/>
                  </a:cubicBezTo>
                  <a:cubicBezTo>
                    <a:pt x="96" y="220"/>
                    <a:pt x="95" y="223"/>
                    <a:pt x="93" y="226"/>
                  </a:cubicBezTo>
                  <a:cubicBezTo>
                    <a:pt x="91" y="228"/>
                    <a:pt x="88" y="230"/>
                    <a:pt x="85" y="231"/>
                  </a:cubicBezTo>
                  <a:cubicBezTo>
                    <a:pt x="82" y="233"/>
                    <a:pt x="77" y="234"/>
                    <a:pt x="70" y="235"/>
                  </a:cubicBezTo>
                  <a:cubicBezTo>
                    <a:pt x="70" y="244"/>
                    <a:pt x="70" y="244"/>
                    <a:pt x="70" y="244"/>
                  </a:cubicBezTo>
                  <a:cubicBezTo>
                    <a:pt x="167" y="244"/>
                    <a:pt x="167" y="244"/>
                    <a:pt x="167" y="244"/>
                  </a:cubicBezTo>
                  <a:cubicBezTo>
                    <a:pt x="167" y="235"/>
                    <a:pt x="167" y="235"/>
                    <a:pt x="167" y="235"/>
                  </a:cubicBezTo>
                  <a:cubicBezTo>
                    <a:pt x="160" y="234"/>
                    <a:pt x="155" y="233"/>
                    <a:pt x="151" y="231"/>
                  </a:cubicBezTo>
                  <a:cubicBezTo>
                    <a:pt x="148" y="230"/>
                    <a:pt x="145" y="228"/>
                    <a:pt x="144" y="225"/>
                  </a:cubicBezTo>
                  <a:cubicBezTo>
                    <a:pt x="142" y="223"/>
                    <a:pt x="140" y="219"/>
                    <a:pt x="139" y="215"/>
                  </a:cubicBezTo>
                  <a:cubicBezTo>
                    <a:pt x="139" y="211"/>
                    <a:pt x="138" y="206"/>
                    <a:pt x="138" y="199"/>
                  </a:cubicBezTo>
                  <a:cubicBezTo>
                    <a:pt x="138" y="141"/>
                    <a:pt x="138" y="141"/>
                    <a:pt x="138" y="141"/>
                  </a:cubicBezTo>
                  <a:cubicBezTo>
                    <a:pt x="197" y="56"/>
                    <a:pt x="197" y="56"/>
                    <a:pt x="197" y="56"/>
                  </a:cubicBezTo>
                  <a:cubicBezTo>
                    <a:pt x="206" y="43"/>
                    <a:pt x="212" y="34"/>
                    <a:pt x="217" y="29"/>
                  </a:cubicBezTo>
                  <a:cubicBezTo>
                    <a:pt x="221" y="24"/>
                    <a:pt x="226" y="20"/>
                    <a:pt x="230" y="16"/>
                  </a:cubicBezTo>
                  <a:cubicBezTo>
                    <a:pt x="235" y="13"/>
                    <a:pt x="240" y="11"/>
                    <a:pt x="245" y="9"/>
                  </a:cubicBezTo>
                  <a:cubicBezTo>
                    <a:pt x="245" y="0"/>
                    <a:pt x="245" y="0"/>
                    <a:pt x="24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pic>
          <p:nvPicPr>
            <p:cNvPr id="86" name="图片 85">
              <a:extLst>
                <a:ext uri="{FF2B5EF4-FFF2-40B4-BE49-F238E27FC236}">
                  <a16:creationId xmlns:a16="http://schemas.microsoft.com/office/drawing/2014/main" id="{D3EF5A83-2443-4241-9277-443E492EA7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3386" y="1446438"/>
              <a:ext cx="630731" cy="835719"/>
            </a:xfrm>
            <a:prstGeom prst="rect">
              <a:avLst/>
            </a:prstGeom>
          </p:spPr>
        </p:pic>
      </p:grpSp>
      <p:sp>
        <p:nvSpPr>
          <p:cNvPr id="10" name="图片占位符 9">
            <a:extLst>
              <a:ext uri="{FF2B5EF4-FFF2-40B4-BE49-F238E27FC236}">
                <a16:creationId xmlns:a16="http://schemas.microsoft.com/office/drawing/2014/main" id="{3DAC64D1-314E-4BCE-9FC6-4824083A1CD7}"/>
              </a:ext>
            </a:extLst>
          </p:cNvPr>
          <p:cNvSpPr>
            <a:spLocks noGrp="1"/>
          </p:cNvSpPr>
          <p:nvPr>
            <p:ph type="pic" sz="quarter" idx="13"/>
          </p:nvPr>
        </p:nvSpPr>
        <p:spPr>
          <a:xfrm>
            <a:off x="1241425" y="1854507"/>
            <a:ext cx="2159000" cy="3822393"/>
          </a:xfrm>
          <a:prstGeom prst="roundRect">
            <a:avLst>
              <a:gd name="adj" fmla="val 431"/>
            </a:avLst>
          </a:prstGeom>
        </p:spPr>
        <p:txBody>
          <a:bodyPr/>
          <a:lstStyle/>
          <a:p>
            <a:endParaRPr lang="zh-CN" altLang="en-US" dirty="0"/>
          </a:p>
        </p:txBody>
      </p:sp>
      <p:pic>
        <p:nvPicPr>
          <p:cNvPr id="89" name="Picture 4">
            <a:extLst>
              <a:ext uri="{FF2B5EF4-FFF2-40B4-BE49-F238E27FC236}">
                <a16:creationId xmlns:a16="http://schemas.microsoft.com/office/drawing/2014/main" id="{8E33CCEA-9E77-4A0C-845F-2B1214CA778D}"/>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0" b="100000" l="0" r="100000">
                        <a14:foregroundMark x1="8100" y1="5979" x2="97938" y2="5979"/>
                        <a14:foregroundMark x1="5155" y1="93871" x2="99558" y2="95665"/>
                        <a14:foregroundMark x1="9867" y1="93572" x2="0" y2="87145"/>
                        <a14:foregroundMark x1="2946" y1="82810" x2="4124" y2="10912"/>
                        <a14:foregroundMark x1="96760" y1="10613" x2="97938" y2="92152"/>
                        <a14:foregroundMark x1="12371" y1="97534" x2="6775" y2="99701"/>
                        <a14:foregroundMark x1="6038" y1="8819" x2="295" y2="8595"/>
                        <a14:foregroundMark x1="94404" y1="7848" x2="99705" y2="4783"/>
                        <a14:foregroundMark x1="86745" y1="4559" x2="92931" y2="149"/>
                        <a14:backgroundMark x1="38586" y1="11211" x2="73638" y2="83109"/>
                        <a14:backgroundMark x1="17231" y1="15919" x2="44919" y2="80194"/>
                        <a14:backgroundMark x1="63034" y1="20703" x2="67894" y2="41779"/>
                      </a14:backgroundRemoval>
                    </a14:imgEffect>
                  </a14:imgLayer>
                </a14:imgProps>
              </a:ext>
              <a:ext uri="{28A0092B-C50C-407E-A947-70E740481C1C}">
                <a14:useLocalDpi xmlns:a14="http://schemas.microsoft.com/office/drawing/2010/main" val="0"/>
              </a:ext>
            </a:extLst>
          </a:blip>
          <a:stretch>
            <a:fillRect/>
          </a:stretch>
        </p:blipFill>
        <p:spPr>
          <a:xfrm>
            <a:off x="1058744" y="1280834"/>
            <a:ext cx="2521688" cy="5031618"/>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847875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A80E99-CFCF-43B0-B784-147975B12AB5}" type="datetime1">
              <a:rPr lang="zh-CN" altLang="en-US" smtClean="0"/>
              <a:t>2025/11/23</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CN"/>
              <a:t>——   </a:t>
            </a:r>
            <a:r>
              <a:rPr lang="zh-CN" altLang="en-US"/>
              <a:t>博学至精  明德至善   </a:t>
            </a:r>
            <a:r>
              <a:rPr lang="en-US" altLang="zh-CN"/>
              <a:t>——</a:t>
            </a:r>
            <a:endParaRPr lang="zh-CN" alt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4335CC-B077-4EFF-BFF9-2EFEE3F838E2}" type="slidenum">
              <a:rPr lang="zh-CN" altLang="en-US" smtClean="0"/>
              <a:pPr/>
              <a:t>‹#›</a:t>
            </a:fld>
            <a:endParaRPr lang="zh-CN" altLang="en-US"/>
          </a:p>
        </p:txBody>
      </p:sp>
      <p:pic>
        <p:nvPicPr>
          <p:cNvPr id="7" name="图片 6">
            <a:extLst>
              <a:ext uri="{FF2B5EF4-FFF2-40B4-BE49-F238E27FC236}">
                <a16:creationId xmlns:a16="http://schemas.microsoft.com/office/drawing/2014/main" id="{2B8B85F6-51F7-EDC1-5A07-0A33FD784EE4}"/>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351" r="351" b="16216"/>
          <a:stretch/>
        </p:blipFill>
        <p:spPr>
          <a:xfrm>
            <a:off x="0" y="0"/>
            <a:ext cx="12192000" cy="6858000"/>
          </a:xfrm>
          <a:prstGeom prst="rect">
            <a:avLst/>
          </a:prstGeom>
        </p:spPr>
      </p:pic>
      <p:sp>
        <p:nvSpPr>
          <p:cNvPr id="8" name="矩形 7">
            <a:extLst>
              <a:ext uri="{FF2B5EF4-FFF2-40B4-BE49-F238E27FC236}">
                <a16:creationId xmlns:a16="http://schemas.microsoft.com/office/drawing/2014/main" id="{085DC24B-1042-135C-FD3C-7752A2B19A3F}"/>
              </a:ext>
            </a:extLst>
          </p:cNvPr>
          <p:cNvSpPr/>
          <p:nvPr userDrawn="1"/>
        </p:nvSpPr>
        <p:spPr>
          <a:xfrm>
            <a:off x="0" y="0"/>
            <a:ext cx="12192000" cy="6858000"/>
          </a:xfrm>
          <a:prstGeom prst="rect">
            <a:avLst/>
          </a:prstGeom>
          <a:solidFill>
            <a:schemeClr val="bg1">
              <a:alpha val="92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Tree>
    <p:extLst>
      <p:ext uri="{BB962C8B-B14F-4D97-AF65-F5344CB8AC3E}">
        <p14:creationId xmlns:p14="http://schemas.microsoft.com/office/powerpoint/2010/main" val="4241784286"/>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5" r:id="rId3"/>
    <p:sldLayoutId id="2147483672" r:id="rId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5" userDrawn="1">
          <p15:clr>
            <a:srgbClr val="F26B43"/>
          </p15:clr>
        </p15:guide>
        <p15:guide id="2" pos="7265" userDrawn="1">
          <p15:clr>
            <a:srgbClr val="F26B43"/>
          </p15:clr>
        </p15:guide>
        <p15:guide id="3" orient="horz" pos="640" userDrawn="1">
          <p15:clr>
            <a:srgbClr val="F26B43"/>
          </p15:clr>
        </p15:guide>
        <p15:guide id="4" orient="horz" pos="709" userDrawn="1">
          <p15:clr>
            <a:srgbClr val="F26B43"/>
          </p15:clr>
        </p15:guide>
        <p15:guide id="5" orient="horz" pos="3929" userDrawn="1">
          <p15:clr>
            <a:srgbClr val="F26B43"/>
          </p15:clr>
        </p15:guide>
        <p15:guide id="6" orient="horz" pos="386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3.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3.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3.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标题 1">
            <a:extLst>
              <a:ext uri="{FF2B5EF4-FFF2-40B4-BE49-F238E27FC236}">
                <a16:creationId xmlns:a16="http://schemas.microsoft.com/office/drawing/2014/main" id="{C6B3EA26-E452-4E7D-8C5F-EA642BED2248}"/>
              </a:ext>
            </a:extLst>
          </p:cNvPr>
          <p:cNvSpPr txBox="1">
            <a:spLocks/>
          </p:cNvSpPr>
          <p:nvPr/>
        </p:nvSpPr>
        <p:spPr>
          <a:xfrm>
            <a:off x="666750" y="1959682"/>
            <a:ext cx="10858500" cy="2704458"/>
          </a:xfrm>
          <a:prstGeom prst="rect">
            <a:avLst/>
          </a:prstGeom>
        </p:spPr>
        <p:txBody>
          <a:bodyPr vert="horz" wrap="square" lIns="91440" tIns="45720" rIns="91440" bIns="45720" rtlCol="0" anchor="ctr">
            <a:spAutoFit/>
          </a:bodyPr>
          <a:lstStyle>
            <a:lvl1pPr algn="ctr" defTabSz="914400" rtl="0" eaLnBrk="1" latinLnBrk="0" hangingPunct="1">
              <a:lnSpc>
                <a:spcPct val="100000"/>
              </a:lnSpc>
              <a:spcBef>
                <a:spcPct val="0"/>
              </a:spcBef>
              <a:buNone/>
              <a:defRPr sz="4000" b="1" kern="1200" spc="600">
                <a:solidFill>
                  <a:schemeClr val="bg1"/>
                </a:solidFill>
                <a:latin typeface="+mj-lt"/>
                <a:ea typeface="+mj-ea"/>
                <a:cs typeface="+mj-cs"/>
              </a:defRPr>
            </a:lvl1pPr>
          </a:lstStyle>
          <a:p>
            <a:pPr>
              <a:lnSpc>
                <a:spcPct val="150000"/>
              </a:lnSpc>
            </a:pPr>
            <a:r>
              <a:rPr lang="zh-CN" altLang="zh-CN" sz="3600" dirty="0"/>
              <a:t>基于大语言模型的社交媒体青少年生殖健康</a:t>
            </a:r>
            <a:br>
              <a:rPr lang="en-US" altLang="zh-CN" sz="3600" dirty="0"/>
            </a:br>
            <a:r>
              <a:rPr lang="zh-CN" altLang="zh-CN" sz="3600" dirty="0"/>
              <a:t>评论分类分析与问答生成研究</a:t>
            </a:r>
            <a:endParaRPr lang="en-US" altLang="zh-CN" sz="3600" dirty="0"/>
          </a:p>
          <a:p>
            <a:pPr>
              <a:lnSpc>
                <a:spcPts val="1200"/>
              </a:lnSpc>
            </a:pPr>
            <a:endParaRPr lang="en-US" altLang="zh-CN" sz="3600" spc="600" dirty="0"/>
          </a:p>
          <a:p>
            <a:pPr>
              <a:lnSpc>
                <a:spcPct val="150000"/>
              </a:lnSpc>
            </a:pPr>
            <a:r>
              <a:rPr lang="zh-CN" altLang="en-US" sz="3600" dirty="0"/>
              <a:t>中期报告</a:t>
            </a:r>
            <a:endParaRPr lang="zh-CN" altLang="en-US" sz="3600" spc="600" dirty="0"/>
          </a:p>
        </p:txBody>
      </p:sp>
      <p:sp>
        <p:nvSpPr>
          <p:cNvPr id="9" name="等腰三角形 8">
            <a:extLst>
              <a:ext uri="{FF2B5EF4-FFF2-40B4-BE49-F238E27FC236}">
                <a16:creationId xmlns:a16="http://schemas.microsoft.com/office/drawing/2014/main" id="{840A8DA7-8FF0-4E4C-BA04-BA833EF3BCF5}"/>
              </a:ext>
            </a:extLst>
          </p:cNvPr>
          <p:cNvSpPr/>
          <p:nvPr/>
        </p:nvSpPr>
        <p:spPr>
          <a:xfrm rot="10800000">
            <a:off x="5903763" y="4664140"/>
            <a:ext cx="653762" cy="563588"/>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 name="文本占位符 5">
            <a:extLst>
              <a:ext uri="{FF2B5EF4-FFF2-40B4-BE49-F238E27FC236}">
                <a16:creationId xmlns:a16="http://schemas.microsoft.com/office/drawing/2014/main" id="{13A5A2E5-FFA1-4A32-A67F-0FA7FD143D2C}"/>
              </a:ext>
            </a:extLst>
          </p:cNvPr>
          <p:cNvSpPr>
            <a:spLocks noGrp="1"/>
          </p:cNvSpPr>
          <p:nvPr>
            <p:ph type="body" sz="quarter" idx="13"/>
          </p:nvPr>
        </p:nvSpPr>
        <p:spPr/>
        <p:txBody>
          <a:bodyPr/>
          <a:lstStyle/>
          <a:p>
            <a:r>
              <a:rPr lang="zh-CN" altLang="en-US" dirty="0"/>
              <a:t>汇报人：周子轩 </a:t>
            </a:r>
            <a:r>
              <a:rPr lang="en-US" altLang="zh-CN" dirty="0"/>
              <a:t>| </a:t>
            </a:r>
            <a:r>
              <a:rPr lang="zh-CN" altLang="en-US" dirty="0"/>
              <a:t>导师：黄若尘</a:t>
            </a:r>
          </a:p>
        </p:txBody>
      </p:sp>
    </p:spTree>
    <p:extLst>
      <p:ext uri="{BB962C8B-B14F-4D97-AF65-F5344CB8AC3E}">
        <p14:creationId xmlns:p14="http://schemas.microsoft.com/office/powerpoint/2010/main" val="2464015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a:extLst>
              <a:ext uri="{FF2B5EF4-FFF2-40B4-BE49-F238E27FC236}">
                <a16:creationId xmlns:a16="http://schemas.microsoft.com/office/drawing/2014/main" id="{4154C12F-C00F-46E1-8B19-F18333913578}"/>
              </a:ext>
            </a:extLst>
          </p:cNvPr>
          <p:cNvPicPr>
            <a:picLocks noChangeAspect="1"/>
          </p:cNvPicPr>
          <p:nvPr/>
        </p:nvPicPr>
        <p:blipFill rotWithShape="1">
          <a:blip r:embed="rId3">
            <a:extLst>
              <a:ext uri="{28A0092B-C50C-407E-A947-70E740481C1C}">
                <a14:useLocalDpi xmlns:a14="http://schemas.microsoft.com/office/drawing/2010/main" val="0"/>
              </a:ext>
            </a:extLst>
          </a:blip>
          <a:srcRect l="88" t="35784" r="-88" b="35298"/>
          <a:stretch/>
        </p:blipFill>
        <p:spPr>
          <a:xfrm>
            <a:off x="0" y="0"/>
            <a:ext cx="12192000" cy="2350434"/>
          </a:xfrm>
          <a:prstGeom prst="rect">
            <a:avLst/>
          </a:prstGeom>
        </p:spPr>
      </p:pic>
      <p:sp>
        <p:nvSpPr>
          <p:cNvPr id="54" name="矩形 53">
            <a:extLst>
              <a:ext uri="{FF2B5EF4-FFF2-40B4-BE49-F238E27FC236}">
                <a16:creationId xmlns:a16="http://schemas.microsoft.com/office/drawing/2014/main" id="{D6021900-FA18-4C27-8B37-ADBC9FE76AB7}"/>
              </a:ext>
            </a:extLst>
          </p:cNvPr>
          <p:cNvSpPr/>
          <p:nvPr/>
        </p:nvSpPr>
        <p:spPr>
          <a:xfrm>
            <a:off x="0" y="1"/>
            <a:ext cx="12192000" cy="235043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a:extLst>
              <a:ext uri="{FF2B5EF4-FFF2-40B4-BE49-F238E27FC236}">
                <a16:creationId xmlns:a16="http://schemas.microsoft.com/office/drawing/2014/main" id="{39B8F1BE-B6FA-47F8-97B0-4DF37A700491}"/>
              </a:ext>
            </a:extLst>
          </p:cNvPr>
          <p:cNvSpPr txBox="1"/>
          <p:nvPr/>
        </p:nvSpPr>
        <p:spPr>
          <a:xfrm>
            <a:off x="5080338" y="377620"/>
            <a:ext cx="2031325" cy="1350819"/>
          </a:xfrm>
          <a:prstGeom prst="rect">
            <a:avLst/>
          </a:prstGeom>
          <a:noFill/>
        </p:spPr>
        <p:txBody>
          <a:bodyPr wrap="none" rtlCol="0">
            <a:spAutoFit/>
          </a:bodyPr>
          <a:lstStyle/>
          <a:p>
            <a:pPr algn="ctr">
              <a:lnSpc>
                <a:spcPct val="125000"/>
              </a:lnSpc>
            </a:pPr>
            <a:r>
              <a:rPr lang="zh-CN" altLang="en-US" sz="7200" dirty="0">
                <a:solidFill>
                  <a:schemeClr val="bg1"/>
                </a:solidFill>
                <a:latin typeface="+mj-ea"/>
                <a:ea typeface="+mj-ea"/>
              </a:rPr>
              <a:t>目录</a:t>
            </a:r>
          </a:p>
        </p:txBody>
      </p:sp>
      <p:grpSp>
        <p:nvGrpSpPr>
          <p:cNvPr id="60" name="组合 59">
            <a:extLst>
              <a:ext uri="{FF2B5EF4-FFF2-40B4-BE49-F238E27FC236}">
                <a16:creationId xmlns:a16="http://schemas.microsoft.com/office/drawing/2014/main" id="{0E8B1032-F139-4929-A621-75DD8E0F93C1}"/>
              </a:ext>
            </a:extLst>
          </p:cNvPr>
          <p:cNvGrpSpPr/>
          <p:nvPr/>
        </p:nvGrpSpPr>
        <p:grpSpPr>
          <a:xfrm>
            <a:off x="1903280" y="1175217"/>
            <a:ext cx="8385440" cy="0"/>
            <a:chOff x="1804330" y="1175217"/>
            <a:chExt cx="8385440" cy="0"/>
          </a:xfrm>
        </p:grpSpPr>
        <p:cxnSp>
          <p:nvCxnSpPr>
            <p:cNvPr id="57" name="直接连接符 56">
              <a:extLst>
                <a:ext uri="{FF2B5EF4-FFF2-40B4-BE49-F238E27FC236}">
                  <a16:creationId xmlns:a16="http://schemas.microsoft.com/office/drawing/2014/main" id="{4C8FD4FB-B394-4911-BDDF-391BC191E1F1}"/>
                </a:ext>
              </a:extLst>
            </p:cNvPr>
            <p:cNvCxnSpPr>
              <a:cxnSpLocks/>
            </p:cNvCxnSpPr>
            <p:nvPr/>
          </p:nvCxnSpPr>
          <p:spPr>
            <a:xfrm>
              <a:off x="1804330" y="1175217"/>
              <a:ext cx="267141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9B51537C-62E0-4965-A85E-E63E3B4BE76F}"/>
                </a:ext>
              </a:extLst>
            </p:cNvPr>
            <p:cNvCxnSpPr>
              <a:cxnSpLocks/>
            </p:cNvCxnSpPr>
            <p:nvPr/>
          </p:nvCxnSpPr>
          <p:spPr>
            <a:xfrm>
              <a:off x="7518353" y="1175217"/>
              <a:ext cx="267141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6" name="组合 15">
            <a:extLst>
              <a:ext uri="{FF2B5EF4-FFF2-40B4-BE49-F238E27FC236}">
                <a16:creationId xmlns:a16="http://schemas.microsoft.com/office/drawing/2014/main" id="{E2230861-893C-E880-E622-54E5ED891E9F}"/>
              </a:ext>
            </a:extLst>
          </p:cNvPr>
          <p:cNvGrpSpPr/>
          <p:nvPr/>
        </p:nvGrpSpPr>
        <p:grpSpPr>
          <a:xfrm>
            <a:off x="660400" y="3758144"/>
            <a:ext cx="1917482" cy="1408967"/>
            <a:chOff x="660400" y="3909694"/>
            <a:chExt cx="1917482" cy="1408967"/>
          </a:xfrm>
        </p:grpSpPr>
        <p:sp>
          <p:nvSpPr>
            <p:cNvPr id="17" name="矩形 16">
              <a:extLst>
                <a:ext uri="{FF2B5EF4-FFF2-40B4-BE49-F238E27FC236}">
                  <a16:creationId xmlns:a16="http://schemas.microsoft.com/office/drawing/2014/main" id="{2739079D-C84E-907B-DFBB-569CA24EA7D5}"/>
                </a:ext>
              </a:extLst>
            </p:cNvPr>
            <p:cNvSpPr/>
            <p:nvPr/>
          </p:nvSpPr>
          <p:spPr>
            <a:xfrm>
              <a:off x="912537" y="4856996"/>
              <a:ext cx="1413207" cy="461665"/>
            </a:xfrm>
            <a:prstGeom prst="rect">
              <a:avLst/>
            </a:prstGeom>
          </p:spPr>
          <p:txBody>
            <a:bodyPr wrap="none">
              <a:spAutoFit/>
            </a:bodyPr>
            <a:lstStyle/>
            <a:p>
              <a:pPr algn="ctr"/>
              <a:r>
                <a:rPr lang="zh-CN" altLang="en-US" sz="2400" b="1" spc="-5" dirty="0">
                  <a:solidFill>
                    <a:schemeClr val="accent1"/>
                  </a:solidFill>
                  <a:latin typeface="+mj-ea"/>
                  <a:ea typeface="+mj-ea"/>
                </a:rPr>
                <a:t>课题概述</a:t>
              </a:r>
            </a:p>
          </p:txBody>
        </p:sp>
        <p:cxnSp>
          <p:nvCxnSpPr>
            <p:cNvPr id="18" name="直接连接符 17">
              <a:extLst>
                <a:ext uri="{FF2B5EF4-FFF2-40B4-BE49-F238E27FC236}">
                  <a16:creationId xmlns:a16="http://schemas.microsoft.com/office/drawing/2014/main" id="{5465996A-3758-B394-B75D-B30846809EF9}"/>
                </a:ext>
              </a:extLst>
            </p:cNvPr>
            <p:cNvCxnSpPr>
              <a:cxnSpLocks/>
            </p:cNvCxnSpPr>
            <p:nvPr/>
          </p:nvCxnSpPr>
          <p:spPr>
            <a:xfrm>
              <a:off x="660400" y="4750166"/>
              <a:ext cx="191748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FB539261-CD3F-3C80-5D75-B14191648A1E}"/>
                </a:ext>
              </a:extLst>
            </p:cNvPr>
            <p:cNvSpPr/>
            <p:nvPr/>
          </p:nvSpPr>
          <p:spPr>
            <a:xfrm>
              <a:off x="1268621" y="3909694"/>
              <a:ext cx="701040" cy="6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mj-lt"/>
                </a:rPr>
                <a:t>01</a:t>
              </a:r>
              <a:endParaRPr lang="zh-CN" altLang="en-US" sz="2800" b="1" dirty="0">
                <a:latin typeface="+mj-lt"/>
              </a:endParaRPr>
            </a:p>
          </p:txBody>
        </p:sp>
      </p:grpSp>
      <p:grpSp>
        <p:nvGrpSpPr>
          <p:cNvPr id="20" name="组合 19">
            <a:extLst>
              <a:ext uri="{FF2B5EF4-FFF2-40B4-BE49-F238E27FC236}">
                <a16:creationId xmlns:a16="http://schemas.microsoft.com/office/drawing/2014/main" id="{5CA2007F-FCED-7926-9289-C423DC30E980}"/>
              </a:ext>
            </a:extLst>
          </p:cNvPr>
          <p:cNvGrpSpPr/>
          <p:nvPr/>
        </p:nvGrpSpPr>
        <p:grpSpPr>
          <a:xfrm>
            <a:off x="3498852" y="3758144"/>
            <a:ext cx="2027478" cy="1408967"/>
            <a:chOff x="3101061" y="3933287"/>
            <a:chExt cx="2027478" cy="1408967"/>
          </a:xfrm>
        </p:grpSpPr>
        <p:sp>
          <p:nvSpPr>
            <p:cNvPr id="21" name="矩形 20">
              <a:extLst>
                <a:ext uri="{FF2B5EF4-FFF2-40B4-BE49-F238E27FC236}">
                  <a16:creationId xmlns:a16="http://schemas.microsoft.com/office/drawing/2014/main" id="{70C15502-9F2F-8DDF-E5F9-2C16AE1372AE}"/>
                </a:ext>
              </a:extLst>
            </p:cNvPr>
            <p:cNvSpPr/>
            <p:nvPr/>
          </p:nvSpPr>
          <p:spPr>
            <a:xfrm>
              <a:off x="3101061" y="4880589"/>
              <a:ext cx="2027478" cy="461665"/>
            </a:xfrm>
            <a:prstGeom prst="rect">
              <a:avLst/>
            </a:prstGeom>
          </p:spPr>
          <p:txBody>
            <a:bodyPr wrap="none">
              <a:spAutoFit/>
            </a:bodyPr>
            <a:lstStyle/>
            <a:p>
              <a:pPr algn="ctr">
                <a:lnSpc>
                  <a:spcPct val="100000"/>
                </a:lnSpc>
              </a:pPr>
              <a:r>
                <a:rPr lang="zh-CN" altLang="en-US" sz="2400" b="1" spc="-5" dirty="0">
                  <a:solidFill>
                    <a:schemeClr val="accent1"/>
                  </a:solidFill>
                  <a:latin typeface="+mj-ea"/>
                  <a:ea typeface="+mj-ea"/>
                  <a:cs typeface="宋体" panose="02010600030101010101" pitchFamily="2" charset="-122"/>
                </a:rPr>
                <a:t>中期研究进展</a:t>
              </a:r>
            </a:p>
          </p:txBody>
        </p:sp>
        <p:cxnSp>
          <p:nvCxnSpPr>
            <p:cNvPr id="22" name="直接连接符 21">
              <a:extLst>
                <a:ext uri="{FF2B5EF4-FFF2-40B4-BE49-F238E27FC236}">
                  <a16:creationId xmlns:a16="http://schemas.microsoft.com/office/drawing/2014/main" id="{231140F5-1D89-382E-4A04-A04492BFEB32}"/>
                </a:ext>
              </a:extLst>
            </p:cNvPr>
            <p:cNvCxnSpPr>
              <a:cxnSpLocks/>
            </p:cNvCxnSpPr>
            <p:nvPr/>
          </p:nvCxnSpPr>
          <p:spPr>
            <a:xfrm>
              <a:off x="3156059" y="4773759"/>
              <a:ext cx="191748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21436998-73D1-EA22-0B7B-CD9FF9187A71}"/>
                </a:ext>
              </a:extLst>
            </p:cNvPr>
            <p:cNvSpPr/>
            <p:nvPr/>
          </p:nvSpPr>
          <p:spPr>
            <a:xfrm>
              <a:off x="3774980" y="3933287"/>
              <a:ext cx="701040" cy="6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mj-lt"/>
                </a:rPr>
                <a:t>02</a:t>
              </a:r>
              <a:endParaRPr lang="zh-CN" altLang="en-US" sz="2800" b="1" dirty="0">
                <a:latin typeface="+mj-lt"/>
              </a:endParaRPr>
            </a:p>
          </p:txBody>
        </p:sp>
      </p:grpSp>
      <p:grpSp>
        <p:nvGrpSpPr>
          <p:cNvPr id="24" name="组合 23">
            <a:extLst>
              <a:ext uri="{FF2B5EF4-FFF2-40B4-BE49-F238E27FC236}">
                <a16:creationId xmlns:a16="http://schemas.microsoft.com/office/drawing/2014/main" id="{295109D5-2B25-071E-664F-89CBDDE254CB}"/>
              </a:ext>
            </a:extLst>
          </p:cNvPr>
          <p:cNvGrpSpPr/>
          <p:nvPr/>
        </p:nvGrpSpPr>
        <p:grpSpPr>
          <a:xfrm>
            <a:off x="6447300" y="3758144"/>
            <a:ext cx="1917482" cy="1778299"/>
            <a:chOff x="5905139" y="3933287"/>
            <a:chExt cx="1917482" cy="1778299"/>
          </a:xfrm>
        </p:grpSpPr>
        <p:sp>
          <p:nvSpPr>
            <p:cNvPr id="25" name="矩形 24">
              <a:extLst>
                <a:ext uri="{FF2B5EF4-FFF2-40B4-BE49-F238E27FC236}">
                  <a16:creationId xmlns:a16="http://schemas.microsoft.com/office/drawing/2014/main" id="{283718A1-9565-F160-82EE-415E199CD309}"/>
                </a:ext>
              </a:extLst>
            </p:cNvPr>
            <p:cNvSpPr/>
            <p:nvPr/>
          </p:nvSpPr>
          <p:spPr>
            <a:xfrm>
              <a:off x="6002107" y="4880589"/>
              <a:ext cx="1723549" cy="830997"/>
            </a:xfrm>
            <a:prstGeom prst="rect">
              <a:avLst/>
            </a:prstGeom>
          </p:spPr>
          <p:txBody>
            <a:bodyPr wrap="none">
              <a:spAutoFit/>
            </a:bodyPr>
            <a:lstStyle/>
            <a:p>
              <a:pPr algn="ctr">
                <a:lnSpc>
                  <a:spcPct val="100000"/>
                </a:lnSpc>
              </a:pPr>
              <a:r>
                <a:rPr lang="zh-CN" altLang="en-US" sz="2400" b="1" dirty="0">
                  <a:solidFill>
                    <a:schemeClr val="accent1"/>
                  </a:solidFill>
                  <a:latin typeface="+mj-ea"/>
                  <a:ea typeface="+mj-ea"/>
                  <a:cs typeface="微软雅黑" panose="020B0503020204020204" pitchFamily="34" charset="-122"/>
                </a:rPr>
                <a:t>遇到的问题</a:t>
              </a:r>
              <a:endParaRPr lang="en-US" altLang="zh-CN" sz="2400" b="1" dirty="0">
                <a:solidFill>
                  <a:schemeClr val="accent1"/>
                </a:solidFill>
                <a:latin typeface="+mj-ea"/>
                <a:ea typeface="+mj-ea"/>
                <a:cs typeface="微软雅黑" panose="020B0503020204020204" pitchFamily="34" charset="-122"/>
              </a:endParaRPr>
            </a:p>
            <a:p>
              <a:pPr algn="ctr">
                <a:lnSpc>
                  <a:spcPct val="100000"/>
                </a:lnSpc>
              </a:pPr>
              <a:r>
                <a:rPr lang="zh-CN" altLang="en-US" sz="2400" b="1" dirty="0">
                  <a:solidFill>
                    <a:schemeClr val="accent1"/>
                  </a:solidFill>
                  <a:latin typeface="+mj-ea"/>
                  <a:ea typeface="+mj-ea"/>
                  <a:cs typeface="微软雅黑" panose="020B0503020204020204" pitchFamily="34" charset="-122"/>
                </a:rPr>
                <a:t>及解决方案</a:t>
              </a:r>
            </a:p>
          </p:txBody>
        </p:sp>
        <p:cxnSp>
          <p:nvCxnSpPr>
            <p:cNvPr id="26" name="直接连接符 25">
              <a:extLst>
                <a:ext uri="{FF2B5EF4-FFF2-40B4-BE49-F238E27FC236}">
                  <a16:creationId xmlns:a16="http://schemas.microsoft.com/office/drawing/2014/main" id="{A9FC4E80-786E-3BD5-FE39-83ABC01F171F}"/>
                </a:ext>
              </a:extLst>
            </p:cNvPr>
            <p:cNvCxnSpPr>
              <a:cxnSpLocks/>
            </p:cNvCxnSpPr>
            <p:nvPr/>
          </p:nvCxnSpPr>
          <p:spPr>
            <a:xfrm>
              <a:off x="5905139" y="4773759"/>
              <a:ext cx="191748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5C798EF6-A092-07C0-5540-E3489EB1E748}"/>
                </a:ext>
              </a:extLst>
            </p:cNvPr>
            <p:cNvSpPr/>
            <p:nvPr/>
          </p:nvSpPr>
          <p:spPr>
            <a:xfrm>
              <a:off x="6513360" y="3933287"/>
              <a:ext cx="701040" cy="6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mj-lt"/>
                </a:rPr>
                <a:t>03</a:t>
              </a:r>
              <a:endParaRPr lang="zh-CN" altLang="en-US" sz="2800" b="1" dirty="0">
                <a:latin typeface="+mj-lt"/>
              </a:endParaRPr>
            </a:p>
          </p:txBody>
        </p:sp>
      </p:grpSp>
      <p:grpSp>
        <p:nvGrpSpPr>
          <p:cNvPr id="28" name="组合 27">
            <a:extLst>
              <a:ext uri="{FF2B5EF4-FFF2-40B4-BE49-F238E27FC236}">
                <a16:creationId xmlns:a16="http://schemas.microsoft.com/office/drawing/2014/main" id="{5AB0F6E4-22F6-FF7D-3A8C-F0A69131D7D3}"/>
              </a:ext>
            </a:extLst>
          </p:cNvPr>
          <p:cNvGrpSpPr/>
          <p:nvPr/>
        </p:nvGrpSpPr>
        <p:grpSpPr>
          <a:xfrm>
            <a:off x="9016719" y="3729708"/>
            <a:ext cx="2641749" cy="1443849"/>
            <a:chOff x="698059" y="4765934"/>
            <a:chExt cx="2641749" cy="1443849"/>
          </a:xfrm>
        </p:grpSpPr>
        <p:sp>
          <p:nvSpPr>
            <p:cNvPr id="29" name="矩形 28">
              <a:extLst>
                <a:ext uri="{FF2B5EF4-FFF2-40B4-BE49-F238E27FC236}">
                  <a16:creationId xmlns:a16="http://schemas.microsoft.com/office/drawing/2014/main" id="{4192297B-5892-43CE-A07A-EB0AEAD8112B}"/>
                </a:ext>
              </a:extLst>
            </p:cNvPr>
            <p:cNvSpPr/>
            <p:nvPr/>
          </p:nvSpPr>
          <p:spPr>
            <a:xfrm>
              <a:off x="698059" y="5748118"/>
              <a:ext cx="2641749" cy="461665"/>
            </a:xfrm>
            <a:prstGeom prst="rect">
              <a:avLst/>
            </a:prstGeom>
          </p:spPr>
          <p:txBody>
            <a:bodyPr wrap="none">
              <a:spAutoFit/>
            </a:bodyPr>
            <a:lstStyle/>
            <a:p>
              <a:pPr algn="ctr">
                <a:lnSpc>
                  <a:spcPct val="100000"/>
                </a:lnSpc>
              </a:pPr>
              <a:r>
                <a:rPr lang="zh-CN" altLang="en-US" sz="2400" b="1" spc="-5" dirty="0">
                  <a:solidFill>
                    <a:schemeClr val="accent1"/>
                  </a:solidFill>
                  <a:latin typeface="+mj-ea"/>
                  <a:ea typeface="+mj-ea"/>
                  <a:cs typeface="宋体" panose="02010600030101010101" pitchFamily="2" charset="-122"/>
                </a:rPr>
                <a:t>下一阶段研究计划</a:t>
              </a:r>
            </a:p>
          </p:txBody>
        </p:sp>
        <p:cxnSp>
          <p:nvCxnSpPr>
            <p:cNvPr id="30" name="直接连接符 29">
              <a:extLst>
                <a:ext uri="{FF2B5EF4-FFF2-40B4-BE49-F238E27FC236}">
                  <a16:creationId xmlns:a16="http://schemas.microsoft.com/office/drawing/2014/main" id="{4DD55869-38D4-E350-5F42-50E88448AA20}"/>
                </a:ext>
              </a:extLst>
            </p:cNvPr>
            <p:cNvCxnSpPr>
              <a:cxnSpLocks/>
            </p:cNvCxnSpPr>
            <p:nvPr/>
          </p:nvCxnSpPr>
          <p:spPr>
            <a:xfrm>
              <a:off x="1022089" y="5657444"/>
              <a:ext cx="191748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2287FE05-B2E2-BF24-53E6-70817B058197}"/>
                </a:ext>
              </a:extLst>
            </p:cNvPr>
            <p:cNvSpPr/>
            <p:nvPr/>
          </p:nvSpPr>
          <p:spPr>
            <a:xfrm>
              <a:off x="1630310" y="4765934"/>
              <a:ext cx="701040" cy="6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mj-lt"/>
                </a:rPr>
                <a:t>04</a:t>
              </a:r>
              <a:endParaRPr lang="zh-CN" altLang="en-US" sz="2800" b="1" dirty="0">
                <a:latin typeface="+mj-lt"/>
              </a:endParaRPr>
            </a:p>
          </p:txBody>
        </p:sp>
      </p:grpSp>
    </p:spTree>
    <p:extLst>
      <p:ext uri="{BB962C8B-B14F-4D97-AF65-F5344CB8AC3E}">
        <p14:creationId xmlns:p14="http://schemas.microsoft.com/office/powerpoint/2010/main" val="3854735689"/>
      </p:ext>
    </p:extLst>
  </p:cSld>
  <p:clrMapOvr>
    <a:masterClrMapping/>
  </p:clrMapOvr>
  <p:transition>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a:extLst>
              <a:ext uri="{FF2B5EF4-FFF2-40B4-BE49-F238E27FC236}">
                <a16:creationId xmlns:a16="http://schemas.microsoft.com/office/drawing/2014/main" id="{8B7E39DD-90CA-4DEA-81BA-5D2BC52B566C}"/>
              </a:ext>
            </a:extLst>
          </p:cNvPr>
          <p:cNvGrpSpPr/>
          <p:nvPr/>
        </p:nvGrpSpPr>
        <p:grpSpPr>
          <a:xfrm>
            <a:off x="8724345" y="6346398"/>
            <a:ext cx="2861167" cy="323274"/>
            <a:chOff x="1140917" y="2107893"/>
            <a:chExt cx="9910167" cy="1119718"/>
          </a:xfrm>
          <a:solidFill>
            <a:schemeClr val="tx1">
              <a:lumMod val="85000"/>
              <a:lumOff val="15000"/>
            </a:schemeClr>
          </a:solidFill>
        </p:grpSpPr>
        <p:grpSp>
          <p:nvGrpSpPr>
            <p:cNvPr id="59" name="组合 58">
              <a:extLst>
                <a:ext uri="{FF2B5EF4-FFF2-40B4-BE49-F238E27FC236}">
                  <a16:creationId xmlns:a16="http://schemas.microsoft.com/office/drawing/2014/main" id="{6B2B5E86-8289-457A-BA77-283C7FE632EE}"/>
                </a:ext>
              </a:extLst>
            </p:cNvPr>
            <p:cNvGrpSpPr/>
            <p:nvPr userDrawn="1"/>
          </p:nvGrpSpPr>
          <p:grpSpPr>
            <a:xfrm>
              <a:off x="1140917" y="2107893"/>
              <a:ext cx="9910167" cy="1119718"/>
              <a:chOff x="1140917" y="2107893"/>
              <a:chExt cx="9910167" cy="1119718"/>
            </a:xfrm>
            <a:grpFill/>
          </p:grpSpPr>
          <p:sp>
            <p:nvSpPr>
              <p:cNvPr id="69" name="Freeform 5">
                <a:extLst>
                  <a:ext uri="{FF2B5EF4-FFF2-40B4-BE49-F238E27FC236}">
                    <a16:creationId xmlns:a16="http://schemas.microsoft.com/office/drawing/2014/main" id="{848C8CBA-C060-4219-A864-D2EFE5E6339E}"/>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0" name="Freeform 6">
                <a:extLst>
                  <a:ext uri="{FF2B5EF4-FFF2-40B4-BE49-F238E27FC236}">
                    <a16:creationId xmlns:a16="http://schemas.microsoft.com/office/drawing/2014/main" id="{EC62725B-59B3-46DA-A09F-CC7933E09E77}"/>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Freeform 7">
                <a:extLst>
                  <a:ext uri="{FF2B5EF4-FFF2-40B4-BE49-F238E27FC236}">
                    <a16:creationId xmlns:a16="http://schemas.microsoft.com/office/drawing/2014/main" id="{465BA2A1-5AA3-4462-8923-92D719EDDE62}"/>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Freeform 8">
                <a:extLst>
                  <a:ext uri="{FF2B5EF4-FFF2-40B4-BE49-F238E27FC236}">
                    <a16:creationId xmlns:a16="http://schemas.microsoft.com/office/drawing/2014/main" id="{44551824-628B-4AE7-8C54-15C23EC578FA}"/>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Freeform 9">
                <a:extLst>
                  <a:ext uri="{FF2B5EF4-FFF2-40B4-BE49-F238E27FC236}">
                    <a16:creationId xmlns:a16="http://schemas.microsoft.com/office/drawing/2014/main" id="{4C9BDE5A-C6C1-4BE9-9AA5-39AA99931BDB}"/>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10">
                <a:extLst>
                  <a:ext uri="{FF2B5EF4-FFF2-40B4-BE49-F238E27FC236}">
                    <a16:creationId xmlns:a16="http://schemas.microsoft.com/office/drawing/2014/main" id="{CFFE499D-1CAE-4A71-9EA4-BBA4381C3B7C}"/>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Freeform 11">
                <a:extLst>
                  <a:ext uri="{FF2B5EF4-FFF2-40B4-BE49-F238E27FC236}">
                    <a16:creationId xmlns:a16="http://schemas.microsoft.com/office/drawing/2014/main" id="{7DBBF0FA-2436-4E86-8214-51E02E37E28B}"/>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12">
                <a:extLst>
                  <a:ext uri="{FF2B5EF4-FFF2-40B4-BE49-F238E27FC236}">
                    <a16:creationId xmlns:a16="http://schemas.microsoft.com/office/drawing/2014/main" id="{1C56CD22-3049-4940-80AF-BC4411748867}"/>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0" name="组合 59">
              <a:extLst>
                <a:ext uri="{FF2B5EF4-FFF2-40B4-BE49-F238E27FC236}">
                  <a16:creationId xmlns:a16="http://schemas.microsoft.com/office/drawing/2014/main" id="{11612C97-67DC-497C-A7E0-0624FE277E2D}"/>
                </a:ext>
              </a:extLst>
            </p:cNvPr>
            <p:cNvGrpSpPr/>
            <p:nvPr userDrawn="1"/>
          </p:nvGrpSpPr>
          <p:grpSpPr>
            <a:xfrm>
              <a:off x="1140917" y="2107893"/>
              <a:ext cx="9910167" cy="1119718"/>
              <a:chOff x="1140917" y="2107893"/>
              <a:chExt cx="9910167" cy="1119718"/>
            </a:xfrm>
            <a:grpFill/>
          </p:grpSpPr>
          <p:sp>
            <p:nvSpPr>
              <p:cNvPr id="61" name="Freeform 5">
                <a:extLst>
                  <a:ext uri="{FF2B5EF4-FFF2-40B4-BE49-F238E27FC236}">
                    <a16:creationId xmlns:a16="http://schemas.microsoft.com/office/drawing/2014/main" id="{CCD0FB03-355B-42FF-B78A-15227377DCD0}"/>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Freeform 6">
                <a:extLst>
                  <a:ext uri="{FF2B5EF4-FFF2-40B4-BE49-F238E27FC236}">
                    <a16:creationId xmlns:a16="http://schemas.microsoft.com/office/drawing/2014/main" id="{F46AECDB-A982-4207-8A52-C0C4AC6AF89D}"/>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Freeform 7">
                <a:extLst>
                  <a:ext uri="{FF2B5EF4-FFF2-40B4-BE49-F238E27FC236}">
                    <a16:creationId xmlns:a16="http://schemas.microsoft.com/office/drawing/2014/main" id="{D6D8FD02-751C-47A5-A7CF-88040CAD5C1F}"/>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8">
                <a:extLst>
                  <a:ext uri="{FF2B5EF4-FFF2-40B4-BE49-F238E27FC236}">
                    <a16:creationId xmlns:a16="http://schemas.microsoft.com/office/drawing/2014/main" id="{430E9514-B568-4AA9-B9D1-BCC870E7AC38}"/>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9">
                <a:extLst>
                  <a:ext uri="{FF2B5EF4-FFF2-40B4-BE49-F238E27FC236}">
                    <a16:creationId xmlns:a16="http://schemas.microsoft.com/office/drawing/2014/main" id="{2E62BCA1-0943-4E11-832D-C27B592A4A02}"/>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10">
                <a:extLst>
                  <a:ext uri="{FF2B5EF4-FFF2-40B4-BE49-F238E27FC236}">
                    <a16:creationId xmlns:a16="http://schemas.microsoft.com/office/drawing/2014/main" id="{89D1CB5E-2A9A-4DDD-B333-2BC658C03081}"/>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Freeform 11">
                <a:extLst>
                  <a:ext uri="{FF2B5EF4-FFF2-40B4-BE49-F238E27FC236}">
                    <a16:creationId xmlns:a16="http://schemas.microsoft.com/office/drawing/2014/main" id="{05135DB6-8D27-4195-A4BC-88BB8264A357}"/>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Freeform 12">
                <a:extLst>
                  <a:ext uri="{FF2B5EF4-FFF2-40B4-BE49-F238E27FC236}">
                    <a16:creationId xmlns:a16="http://schemas.microsoft.com/office/drawing/2014/main" id="{7E3BC780-DEE9-49FD-A276-CAB22D1CC978}"/>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100" name="文本框 99">
            <a:extLst>
              <a:ext uri="{FF2B5EF4-FFF2-40B4-BE49-F238E27FC236}">
                <a16:creationId xmlns:a16="http://schemas.microsoft.com/office/drawing/2014/main" id="{5804DB85-4D9F-4322-A594-80FBCCFA75D6}"/>
              </a:ext>
            </a:extLst>
          </p:cNvPr>
          <p:cNvSpPr txBox="1"/>
          <p:nvPr/>
        </p:nvSpPr>
        <p:spPr>
          <a:xfrm>
            <a:off x="8719255" y="3617144"/>
            <a:ext cx="1406953" cy="2295715"/>
          </a:xfrm>
          <a:custGeom>
            <a:avLst/>
            <a:gdLst/>
            <a:ahLst/>
            <a:cxnLst/>
            <a:rect l="l" t="t" r="r" b="b"/>
            <a:pathLst>
              <a:path w="692305" h="1129629">
                <a:moveTo>
                  <a:pt x="385116" y="307"/>
                </a:moveTo>
                <a:lnTo>
                  <a:pt x="555804" y="28349"/>
                </a:lnTo>
                <a:cubicBezTo>
                  <a:pt x="559004" y="28603"/>
                  <a:pt x="561443" y="30228"/>
                  <a:pt x="563119" y="33226"/>
                </a:cubicBezTo>
                <a:cubicBezTo>
                  <a:pt x="564795" y="36223"/>
                  <a:pt x="564795" y="39068"/>
                  <a:pt x="563119" y="41760"/>
                </a:cubicBezTo>
                <a:cubicBezTo>
                  <a:pt x="554991" y="53952"/>
                  <a:pt x="546253" y="62486"/>
                  <a:pt x="536906" y="67363"/>
                </a:cubicBezTo>
                <a:cubicBezTo>
                  <a:pt x="527559" y="72240"/>
                  <a:pt x="522479" y="77117"/>
                  <a:pt x="521666" y="81994"/>
                </a:cubicBezTo>
                <a:lnTo>
                  <a:pt x="521666" y="674525"/>
                </a:lnTo>
                <a:cubicBezTo>
                  <a:pt x="521666" y="678741"/>
                  <a:pt x="522580" y="681586"/>
                  <a:pt x="524409" y="683059"/>
                </a:cubicBezTo>
                <a:cubicBezTo>
                  <a:pt x="526238" y="684533"/>
                  <a:pt x="528981" y="684939"/>
                  <a:pt x="532639" y="684279"/>
                </a:cubicBezTo>
                <a:lnTo>
                  <a:pt x="681381" y="659894"/>
                </a:lnTo>
                <a:cubicBezTo>
                  <a:pt x="686842" y="658371"/>
                  <a:pt x="690245" y="659590"/>
                  <a:pt x="691592" y="663552"/>
                </a:cubicBezTo>
                <a:cubicBezTo>
                  <a:pt x="692938" y="667515"/>
                  <a:pt x="692379" y="672391"/>
                  <a:pt x="689916" y="678183"/>
                </a:cubicBezTo>
                <a:lnTo>
                  <a:pt x="530201" y="705005"/>
                </a:lnTo>
                <a:cubicBezTo>
                  <a:pt x="524308" y="706427"/>
                  <a:pt x="521463" y="709679"/>
                  <a:pt x="521666" y="714759"/>
                </a:cubicBezTo>
                <a:lnTo>
                  <a:pt x="522885" y="1089053"/>
                </a:lnTo>
                <a:cubicBezTo>
                  <a:pt x="522885" y="1092507"/>
                  <a:pt x="521666" y="1095352"/>
                  <a:pt x="519228" y="1097587"/>
                </a:cubicBezTo>
                <a:cubicBezTo>
                  <a:pt x="502464" y="1108966"/>
                  <a:pt x="484176" y="1116993"/>
                  <a:pt x="464364" y="1121666"/>
                </a:cubicBezTo>
                <a:cubicBezTo>
                  <a:pt x="444552" y="1126340"/>
                  <a:pt x="425045" y="1128880"/>
                  <a:pt x="405842" y="1129287"/>
                </a:cubicBezTo>
                <a:cubicBezTo>
                  <a:pt x="400254" y="1129744"/>
                  <a:pt x="393752" y="1129744"/>
                  <a:pt x="386335" y="1129287"/>
                </a:cubicBezTo>
                <a:cubicBezTo>
                  <a:pt x="378918" y="1128829"/>
                  <a:pt x="374854" y="1125172"/>
                  <a:pt x="374143" y="1118314"/>
                </a:cubicBezTo>
                <a:lnTo>
                  <a:pt x="374143" y="741581"/>
                </a:lnTo>
                <a:cubicBezTo>
                  <a:pt x="373991" y="739016"/>
                  <a:pt x="372771" y="736831"/>
                  <a:pt x="370485" y="735028"/>
                </a:cubicBezTo>
                <a:cubicBezTo>
                  <a:pt x="368199" y="733224"/>
                  <a:pt x="365761" y="732564"/>
                  <a:pt x="363170" y="733046"/>
                </a:cubicBezTo>
                <a:lnTo>
                  <a:pt x="4725" y="792787"/>
                </a:lnTo>
                <a:cubicBezTo>
                  <a:pt x="1550" y="789536"/>
                  <a:pt x="-24" y="785980"/>
                  <a:pt x="1" y="782119"/>
                </a:cubicBezTo>
                <a:cubicBezTo>
                  <a:pt x="26" y="778258"/>
                  <a:pt x="2414" y="775312"/>
                  <a:pt x="7164" y="773280"/>
                </a:cubicBezTo>
                <a:lnTo>
                  <a:pt x="365609" y="713539"/>
                </a:lnTo>
                <a:cubicBezTo>
                  <a:pt x="371501" y="712117"/>
                  <a:pt x="374346" y="708866"/>
                  <a:pt x="374143" y="703786"/>
                </a:cubicBezTo>
                <a:lnTo>
                  <a:pt x="374143" y="10061"/>
                </a:lnTo>
                <a:cubicBezTo>
                  <a:pt x="374143" y="5844"/>
                  <a:pt x="375057" y="3000"/>
                  <a:pt x="376886" y="1526"/>
                </a:cubicBezTo>
                <a:cubicBezTo>
                  <a:pt x="378715" y="53"/>
                  <a:pt x="381458" y="-353"/>
                  <a:pt x="385116" y="307"/>
                </a:cubicBezTo>
                <a:close/>
              </a:path>
            </a:pathLst>
          </a:custGeom>
          <a:solidFill>
            <a:schemeClr val="bg1">
              <a:lumMod val="95000"/>
            </a:schemeClr>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zh-CN" altLang="en-US" sz="9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77" name="矩形: 圆角 76">
            <a:extLst>
              <a:ext uri="{FF2B5EF4-FFF2-40B4-BE49-F238E27FC236}">
                <a16:creationId xmlns:a16="http://schemas.microsoft.com/office/drawing/2014/main" id="{7B0BCA21-6B30-4EAE-B77D-1D78E8ACC065}"/>
              </a:ext>
            </a:extLst>
          </p:cNvPr>
          <p:cNvSpPr/>
          <p:nvPr/>
        </p:nvSpPr>
        <p:spPr>
          <a:xfrm>
            <a:off x="4608177" y="2543175"/>
            <a:ext cx="5710752" cy="1771650"/>
          </a:xfrm>
          <a:prstGeom prst="roundRect">
            <a:avLst>
              <a:gd name="adj" fmla="val 1021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961B8B40-6836-415A-A2C3-0561312D077A}"/>
              </a:ext>
            </a:extLst>
          </p:cNvPr>
          <p:cNvSpPr txBox="1"/>
          <p:nvPr/>
        </p:nvSpPr>
        <p:spPr>
          <a:xfrm>
            <a:off x="1873071" y="2105561"/>
            <a:ext cx="2137124" cy="2646878"/>
          </a:xfrm>
          <a:prstGeom prst="rect">
            <a:avLst/>
          </a:prstGeom>
          <a:noFill/>
        </p:spPr>
        <p:txBody>
          <a:bodyPr wrap="none" rtlCol="0">
            <a:spAutoFit/>
          </a:bodyPr>
          <a:lstStyle/>
          <a:p>
            <a:pPr algn="l"/>
            <a:r>
              <a:rPr lang="en-US" altLang="zh-CN" sz="16600" dirty="0">
                <a:solidFill>
                  <a:schemeClr val="accent1"/>
                </a:solidFill>
                <a:latin typeface="Impact" panose="020B0806030902050204" pitchFamily="34" charset="0"/>
              </a:rPr>
              <a:t>01</a:t>
            </a:r>
            <a:endParaRPr lang="zh-CN" altLang="en-US" sz="16600" dirty="0">
              <a:solidFill>
                <a:schemeClr val="accent1"/>
              </a:solidFill>
              <a:latin typeface="Impact" panose="020B0806030902050204" pitchFamily="34" charset="0"/>
            </a:endParaRPr>
          </a:p>
        </p:txBody>
      </p:sp>
      <p:sp>
        <p:nvSpPr>
          <p:cNvPr id="12" name="文本占位符 1">
            <a:extLst>
              <a:ext uri="{FF2B5EF4-FFF2-40B4-BE49-F238E27FC236}">
                <a16:creationId xmlns:a16="http://schemas.microsoft.com/office/drawing/2014/main" id="{0317F167-8B43-43E5-9025-4259C3621979}"/>
              </a:ext>
            </a:extLst>
          </p:cNvPr>
          <p:cNvSpPr txBox="1">
            <a:spLocks/>
          </p:cNvSpPr>
          <p:nvPr/>
        </p:nvSpPr>
        <p:spPr>
          <a:xfrm>
            <a:off x="5222839" y="2979648"/>
            <a:ext cx="2257028" cy="701731"/>
          </a:xfrm>
          <a:prstGeom prst="rect">
            <a:avLst/>
          </a:prstGeom>
        </p:spPr>
        <p:txBody>
          <a:bodyPr wrap="none" lIns="0" r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4400" b="1" dirty="0">
                <a:solidFill>
                  <a:schemeClr val="bg1"/>
                </a:solidFill>
              </a:rPr>
              <a:t>课题概述</a:t>
            </a:r>
          </a:p>
        </p:txBody>
      </p:sp>
      <p:cxnSp>
        <p:nvCxnSpPr>
          <p:cNvPr id="80" name="直接连接符 79">
            <a:extLst>
              <a:ext uri="{FF2B5EF4-FFF2-40B4-BE49-F238E27FC236}">
                <a16:creationId xmlns:a16="http://schemas.microsoft.com/office/drawing/2014/main" id="{947FBFA7-3C0F-44EA-95D9-5946A0B64346}"/>
              </a:ext>
            </a:extLst>
          </p:cNvPr>
          <p:cNvCxnSpPr>
            <a:cxnSpLocks/>
          </p:cNvCxnSpPr>
          <p:nvPr/>
        </p:nvCxnSpPr>
        <p:spPr>
          <a:xfrm>
            <a:off x="5222839" y="3750051"/>
            <a:ext cx="419989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8" name="组合 77">
            <a:extLst>
              <a:ext uri="{FF2B5EF4-FFF2-40B4-BE49-F238E27FC236}">
                <a16:creationId xmlns:a16="http://schemas.microsoft.com/office/drawing/2014/main" id="{2E8E066F-9D33-42A2-80B7-FDAA58AE691A}"/>
              </a:ext>
            </a:extLst>
          </p:cNvPr>
          <p:cNvGrpSpPr/>
          <p:nvPr/>
        </p:nvGrpSpPr>
        <p:grpSpPr>
          <a:xfrm>
            <a:off x="654092" y="6223000"/>
            <a:ext cx="2053789" cy="544591"/>
            <a:chOff x="713386" y="1446438"/>
            <a:chExt cx="3151707" cy="835719"/>
          </a:xfrm>
        </p:grpSpPr>
        <p:sp>
          <p:nvSpPr>
            <p:cNvPr id="79" name="Freeform 270">
              <a:extLst>
                <a:ext uri="{FF2B5EF4-FFF2-40B4-BE49-F238E27FC236}">
                  <a16:creationId xmlns:a16="http://schemas.microsoft.com/office/drawing/2014/main" id="{A9B04132-E049-48F9-96DF-25D5CDF90525}"/>
                </a:ext>
              </a:extLst>
            </p:cNvPr>
            <p:cNvSpPr>
              <a:spLocks/>
            </p:cNvSpPr>
            <p:nvPr/>
          </p:nvSpPr>
          <p:spPr bwMode="auto">
            <a:xfrm>
              <a:off x="1607698" y="1539588"/>
              <a:ext cx="425371" cy="449771"/>
            </a:xfrm>
            <a:custGeom>
              <a:avLst/>
              <a:gdLst>
                <a:gd name="T0" fmla="*/ 441 w 1168"/>
                <a:gd name="T1" fmla="*/ 51 h 1232"/>
                <a:gd name="T2" fmla="*/ 449 w 1168"/>
                <a:gd name="T3" fmla="*/ 189 h 1232"/>
                <a:gd name="T4" fmla="*/ 358 w 1168"/>
                <a:gd name="T5" fmla="*/ 244 h 1232"/>
                <a:gd name="T6" fmla="*/ 240 w 1168"/>
                <a:gd name="T7" fmla="*/ 284 h 1232"/>
                <a:gd name="T8" fmla="*/ 206 w 1168"/>
                <a:gd name="T9" fmla="*/ 384 h 1232"/>
                <a:gd name="T10" fmla="*/ 423 w 1168"/>
                <a:gd name="T11" fmla="*/ 459 h 1232"/>
                <a:gd name="T12" fmla="*/ 436 w 1168"/>
                <a:gd name="T13" fmla="*/ 568 h 1232"/>
                <a:gd name="T14" fmla="*/ 355 w 1168"/>
                <a:gd name="T15" fmla="*/ 509 h 1232"/>
                <a:gd name="T16" fmla="*/ 286 w 1168"/>
                <a:gd name="T17" fmla="*/ 589 h 1232"/>
                <a:gd name="T18" fmla="*/ 178 w 1168"/>
                <a:gd name="T19" fmla="*/ 651 h 1232"/>
                <a:gd name="T20" fmla="*/ 118 w 1168"/>
                <a:gd name="T21" fmla="*/ 686 h 1232"/>
                <a:gd name="T22" fmla="*/ 48 w 1168"/>
                <a:gd name="T23" fmla="*/ 643 h 1232"/>
                <a:gd name="T24" fmla="*/ 2 w 1168"/>
                <a:gd name="T25" fmla="*/ 745 h 1232"/>
                <a:gd name="T26" fmla="*/ 4 w 1168"/>
                <a:gd name="T27" fmla="*/ 967 h 1232"/>
                <a:gd name="T28" fmla="*/ 32 w 1168"/>
                <a:gd name="T29" fmla="*/ 1075 h 1232"/>
                <a:gd name="T30" fmla="*/ 130 w 1168"/>
                <a:gd name="T31" fmla="*/ 1163 h 1232"/>
                <a:gd name="T32" fmla="*/ 157 w 1168"/>
                <a:gd name="T33" fmla="*/ 996 h 1232"/>
                <a:gd name="T34" fmla="*/ 122 w 1168"/>
                <a:gd name="T35" fmla="*/ 855 h 1232"/>
                <a:gd name="T36" fmla="*/ 134 w 1168"/>
                <a:gd name="T37" fmla="*/ 766 h 1232"/>
                <a:gd name="T38" fmla="*/ 278 w 1168"/>
                <a:gd name="T39" fmla="*/ 679 h 1232"/>
                <a:gd name="T40" fmla="*/ 326 w 1168"/>
                <a:gd name="T41" fmla="*/ 763 h 1232"/>
                <a:gd name="T42" fmla="*/ 220 w 1168"/>
                <a:gd name="T43" fmla="*/ 850 h 1232"/>
                <a:gd name="T44" fmla="*/ 328 w 1168"/>
                <a:gd name="T45" fmla="*/ 901 h 1232"/>
                <a:gd name="T46" fmla="*/ 423 w 1168"/>
                <a:gd name="T47" fmla="*/ 879 h 1232"/>
                <a:gd name="T48" fmla="*/ 355 w 1168"/>
                <a:gd name="T49" fmla="*/ 948 h 1232"/>
                <a:gd name="T50" fmla="*/ 323 w 1168"/>
                <a:gd name="T51" fmla="*/ 1076 h 1232"/>
                <a:gd name="T52" fmla="*/ 405 w 1168"/>
                <a:gd name="T53" fmla="*/ 1080 h 1232"/>
                <a:gd name="T54" fmla="*/ 479 w 1168"/>
                <a:gd name="T55" fmla="*/ 1139 h 1232"/>
                <a:gd name="T56" fmla="*/ 535 w 1168"/>
                <a:gd name="T57" fmla="*/ 1232 h 1232"/>
                <a:gd name="T58" fmla="*/ 594 w 1168"/>
                <a:gd name="T59" fmla="*/ 1075 h 1232"/>
                <a:gd name="T60" fmla="*/ 699 w 1168"/>
                <a:gd name="T61" fmla="*/ 985 h 1232"/>
                <a:gd name="T62" fmla="*/ 679 w 1168"/>
                <a:gd name="T63" fmla="*/ 883 h 1232"/>
                <a:gd name="T64" fmla="*/ 761 w 1168"/>
                <a:gd name="T65" fmla="*/ 785 h 1232"/>
                <a:gd name="T66" fmla="*/ 698 w 1168"/>
                <a:gd name="T67" fmla="*/ 686 h 1232"/>
                <a:gd name="T68" fmla="*/ 647 w 1168"/>
                <a:gd name="T69" fmla="*/ 674 h 1232"/>
                <a:gd name="T70" fmla="*/ 761 w 1168"/>
                <a:gd name="T71" fmla="*/ 578 h 1232"/>
                <a:gd name="T72" fmla="*/ 827 w 1168"/>
                <a:gd name="T73" fmla="*/ 580 h 1232"/>
                <a:gd name="T74" fmla="*/ 960 w 1168"/>
                <a:gd name="T75" fmla="*/ 616 h 1232"/>
                <a:gd name="T76" fmla="*/ 987 w 1168"/>
                <a:gd name="T77" fmla="*/ 702 h 1232"/>
                <a:gd name="T78" fmla="*/ 963 w 1168"/>
                <a:gd name="T79" fmla="*/ 887 h 1232"/>
                <a:gd name="T80" fmla="*/ 909 w 1168"/>
                <a:gd name="T81" fmla="*/ 1033 h 1232"/>
                <a:gd name="T82" fmla="*/ 806 w 1168"/>
                <a:gd name="T83" fmla="*/ 1036 h 1232"/>
                <a:gd name="T84" fmla="*/ 856 w 1168"/>
                <a:gd name="T85" fmla="*/ 1151 h 1232"/>
                <a:gd name="T86" fmla="*/ 922 w 1168"/>
                <a:gd name="T87" fmla="*/ 1220 h 1232"/>
                <a:gd name="T88" fmla="*/ 1037 w 1168"/>
                <a:gd name="T89" fmla="*/ 1168 h 1232"/>
                <a:gd name="T90" fmla="*/ 1131 w 1168"/>
                <a:gd name="T91" fmla="*/ 1015 h 1232"/>
                <a:gd name="T92" fmla="*/ 1141 w 1168"/>
                <a:gd name="T93" fmla="*/ 841 h 1232"/>
                <a:gd name="T94" fmla="*/ 1160 w 1168"/>
                <a:gd name="T95" fmla="*/ 687 h 1232"/>
                <a:gd name="T96" fmla="*/ 1149 w 1168"/>
                <a:gd name="T97" fmla="*/ 595 h 1232"/>
                <a:gd name="T98" fmla="*/ 1051 w 1168"/>
                <a:gd name="T99" fmla="*/ 519 h 1232"/>
                <a:gd name="T100" fmla="*/ 966 w 1168"/>
                <a:gd name="T101" fmla="*/ 497 h 1232"/>
                <a:gd name="T102" fmla="*/ 830 w 1168"/>
                <a:gd name="T103" fmla="*/ 496 h 1232"/>
                <a:gd name="T104" fmla="*/ 701 w 1168"/>
                <a:gd name="T105" fmla="*/ 455 h 1232"/>
                <a:gd name="T106" fmla="*/ 614 w 1168"/>
                <a:gd name="T107" fmla="*/ 498 h 1232"/>
                <a:gd name="T108" fmla="*/ 559 w 1168"/>
                <a:gd name="T109" fmla="*/ 526 h 1232"/>
                <a:gd name="T110" fmla="*/ 619 w 1168"/>
                <a:gd name="T111" fmla="*/ 417 h 1232"/>
                <a:gd name="T112" fmla="*/ 820 w 1168"/>
                <a:gd name="T113" fmla="*/ 321 h 1232"/>
                <a:gd name="T114" fmla="*/ 762 w 1168"/>
                <a:gd name="T115" fmla="*/ 187 h 1232"/>
                <a:gd name="T116" fmla="*/ 681 w 1168"/>
                <a:gd name="T117" fmla="*/ 181 h 1232"/>
                <a:gd name="T118" fmla="*/ 581 w 1168"/>
                <a:gd name="T119" fmla="*/ 7 h 1232"/>
                <a:gd name="T120" fmla="*/ 533 w 1168"/>
                <a:gd name="T121" fmla="*/ 3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68" h="1232">
                  <a:moveTo>
                    <a:pt x="507" y="0"/>
                  </a:moveTo>
                  <a:cubicBezTo>
                    <a:pt x="505" y="0"/>
                    <a:pt x="503" y="0"/>
                    <a:pt x="502" y="1"/>
                  </a:cubicBezTo>
                  <a:cubicBezTo>
                    <a:pt x="489" y="3"/>
                    <a:pt x="476" y="7"/>
                    <a:pt x="467" y="14"/>
                  </a:cubicBezTo>
                  <a:cubicBezTo>
                    <a:pt x="456" y="24"/>
                    <a:pt x="449" y="38"/>
                    <a:pt x="441" y="51"/>
                  </a:cubicBezTo>
                  <a:cubicBezTo>
                    <a:pt x="438" y="56"/>
                    <a:pt x="434" y="63"/>
                    <a:pt x="435" y="69"/>
                  </a:cubicBezTo>
                  <a:cubicBezTo>
                    <a:pt x="436" y="83"/>
                    <a:pt x="440" y="97"/>
                    <a:pt x="442" y="111"/>
                  </a:cubicBezTo>
                  <a:cubicBezTo>
                    <a:pt x="444" y="124"/>
                    <a:pt x="446" y="137"/>
                    <a:pt x="447" y="150"/>
                  </a:cubicBezTo>
                  <a:cubicBezTo>
                    <a:pt x="448" y="163"/>
                    <a:pt x="446" y="177"/>
                    <a:pt x="449" y="189"/>
                  </a:cubicBezTo>
                  <a:cubicBezTo>
                    <a:pt x="454" y="211"/>
                    <a:pt x="450" y="226"/>
                    <a:pt x="430" y="235"/>
                  </a:cubicBezTo>
                  <a:cubicBezTo>
                    <a:pt x="428" y="236"/>
                    <a:pt x="425" y="236"/>
                    <a:pt x="422" y="236"/>
                  </a:cubicBezTo>
                  <a:cubicBezTo>
                    <a:pt x="410" y="238"/>
                    <a:pt x="398" y="239"/>
                    <a:pt x="386" y="241"/>
                  </a:cubicBezTo>
                  <a:cubicBezTo>
                    <a:pt x="377" y="242"/>
                    <a:pt x="368" y="243"/>
                    <a:pt x="358" y="244"/>
                  </a:cubicBezTo>
                  <a:cubicBezTo>
                    <a:pt x="355" y="245"/>
                    <a:pt x="350" y="246"/>
                    <a:pt x="345" y="248"/>
                  </a:cubicBezTo>
                  <a:cubicBezTo>
                    <a:pt x="334" y="252"/>
                    <a:pt x="323" y="256"/>
                    <a:pt x="312" y="260"/>
                  </a:cubicBezTo>
                  <a:cubicBezTo>
                    <a:pt x="295" y="265"/>
                    <a:pt x="278" y="271"/>
                    <a:pt x="262" y="276"/>
                  </a:cubicBezTo>
                  <a:cubicBezTo>
                    <a:pt x="254" y="279"/>
                    <a:pt x="247" y="282"/>
                    <a:pt x="240" y="284"/>
                  </a:cubicBezTo>
                  <a:cubicBezTo>
                    <a:pt x="230" y="287"/>
                    <a:pt x="218" y="289"/>
                    <a:pt x="209" y="294"/>
                  </a:cubicBezTo>
                  <a:cubicBezTo>
                    <a:pt x="197" y="300"/>
                    <a:pt x="176" y="298"/>
                    <a:pt x="178" y="320"/>
                  </a:cubicBezTo>
                  <a:cubicBezTo>
                    <a:pt x="179" y="325"/>
                    <a:pt x="179" y="330"/>
                    <a:pt x="179" y="334"/>
                  </a:cubicBezTo>
                  <a:cubicBezTo>
                    <a:pt x="179" y="356"/>
                    <a:pt x="191" y="371"/>
                    <a:pt x="206" y="384"/>
                  </a:cubicBezTo>
                  <a:cubicBezTo>
                    <a:pt x="219" y="394"/>
                    <a:pt x="234" y="402"/>
                    <a:pt x="248" y="410"/>
                  </a:cubicBezTo>
                  <a:cubicBezTo>
                    <a:pt x="269" y="420"/>
                    <a:pt x="290" y="430"/>
                    <a:pt x="311" y="437"/>
                  </a:cubicBezTo>
                  <a:cubicBezTo>
                    <a:pt x="342" y="445"/>
                    <a:pt x="373" y="452"/>
                    <a:pt x="405" y="453"/>
                  </a:cubicBezTo>
                  <a:cubicBezTo>
                    <a:pt x="411" y="453"/>
                    <a:pt x="418" y="456"/>
                    <a:pt x="423" y="459"/>
                  </a:cubicBezTo>
                  <a:cubicBezTo>
                    <a:pt x="426" y="461"/>
                    <a:pt x="425" y="468"/>
                    <a:pt x="425" y="472"/>
                  </a:cubicBezTo>
                  <a:cubicBezTo>
                    <a:pt x="430" y="494"/>
                    <a:pt x="434" y="517"/>
                    <a:pt x="438" y="540"/>
                  </a:cubicBezTo>
                  <a:cubicBezTo>
                    <a:pt x="440" y="547"/>
                    <a:pt x="441" y="554"/>
                    <a:pt x="441" y="560"/>
                  </a:cubicBezTo>
                  <a:cubicBezTo>
                    <a:pt x="441" y="563"/>
                    <a:pt x="437" y="568"/>
                    <a:pt x="436" y="568"/>
                  </a:cubicBezTo>
                  <a:cubicBezTo>
                    <a:pt x="436" y="568"/>
                    <a:pt x="436" y="568"/>
                    <a:pt x="436" y="567"/>
                  </a:cubicBezTo>
                  <a:cubicBezTo>
                    <a:pt x="422" y="565"/>
                    <a:pt x="406" y="565"/>
                    <a:pt x="395" y="557"/>
                  </a:cubicBezTo>
                  <a:cubicBezTo>
                    <a:pt x="384" y="549"/>
                    <a:pt x="378" y="534"/>
                    <a:pt x="370" y="522"/>
                  </a:cubicBezTo>
                  <a:cubicBezTo>
                    <a:pt x="366" y="517"/>
                    <a:pt x="361" y="510"/>
                    <a:pt x="355" y="509"/>
                  </a:cubicBezTo>
                  <a:cubicBezTo>
                    <a:pt x="352" y="508"/>
                    <a:pt x="349" y="508"/>
                    <a:pt x="346" y="508"/>
                  </a:cubicBezTo>
                  <a:cubicBezTo>
                    <a:pt x="329" y="508"/>
                    <a:pt x="307" y="515"/>
                    <a:pt x="301" y="533"/>
                  </a:cubicBezTo>
                  <a:cubicBezTo>
                    <a:pt x="297" y="544"/>
                    <a:pt x="295" y="555"/>
                    <a:pt x="292" y="566"/>
                  </a:cubicBezTo>
                  <a:cubicBezTo>
                    <a:pt x="290" y="574"/>
                    <a:pt x="287" y="581"/>
                    <a:pt x="286" y="589"/>
                  </a:cubicBezTo>
                  <a:cubicBezTo>
                    <a:pt x="284" y="609"/>
                    <a:pt x="282" y="613"/>
                    <a:pt x="262" y="617"/>
                  </a:cubicBezTo>
                  <a:cubicBezTo>
                    <a:pt x="259" y="618"/>
                    <a:pt x="256" y="620"/>
                    <a:pt x="253" y="622"/>
                  </a:cubicBezTo>
                  <a:cubicBezTo>
                    <a:pt x="249" y="624"/>
                    <a:pt x="246" y="627"/>
                    <a:pt x="243" y="628"/>
                  </a:cubicBezTo>
                  <a:cubicBezTo>
                    <a:pt x="219" y="630"/>
                    <a:pt x="199" y="643"/>
                    <a:pt x="178" y="651"/>
                  </a:cubicBezTo>
                  <a:cubicBezTo>
                    <a:pt x="163" y="657"/>
                    <a:pt x="151" y="667"/>
                    <a:pt x="137" y="675"/>
                  </a:cubicBezTo>
                  <a:cubicBezTo>
                    <a:pt x="134" y="677"/>
                    <a:pt x="130" y="677"/>
                    <a:pt x="126" y="678"/>
                  </a:cubicBezTo>
                  <a:cubicBezTo>
                    <a:pt x="123" y="681"/>
                    <a:pt x="120" y="686"/>
                    <a:pt x="118" y="686"/>
                  </a:cubicBezTo>
                  <a:cubicBezTo>
                    <a:pt x="118" y="686"/>
                    <a:pt x="118" y="686"/>
                    <a:pt x="118" y="686"/>
                  </a:cubicBezTo>
                  <a:cubicBezTo>
                    <a:pt x="114" y="686"/>
                    <a:pt x="109" y="683"/>
                    <a:pt x="107" y="680"/>
                  </a:cubicBezTo>
                  <a:cubicBezTo>
                    <a:pt x="97" y="666"/>
                    <a:pt x="87" y="654"/>
                    <a:pt x="70" y="649"/>
                  </a:cubicBezTo>
                  <a:cubicBezTo>
                    <a:pt x="65" y="647"/>
                    <a:pt x="60" y="646"/>
                    <a:pt x="54" y="644"/>
                  </a:cubicBezTo>
                  <a:cubicBezTo>
                    <a:pt x="52" y="644"/>
                    <a:pt x="50" y="643"/>
                    <a:pt x="48" y="643"/>
                  </a:cubicBezTo>
                  <a:cubicBezTo>
                    <a:pt x="38" y="643"/>
                    <a:pt x="26" y="649"/>
                    <a:pt x="22" y="655"/>
                  </a:cubicBezTo>
                  <a:cubicBezTo>
                    <a:pt x="20" y="660"/>
                    <a:pt x="17" y="665"/>
                    <a:pt x="15" y="670"/>
                  </a:cubicBezTo>
                  <a:cubicBezTo>
                    <a:pt x="11" y="680"/>
                    <a:pt x="1" y="686"/>
                    <a:pt x="2" y="699"/>
                  </a:cubicBezTo>
                  <a:cubicBezTo>
                    <a:pt x="4" y="714"/>
                    <a:pt x="2" y="730"/>
                    <a:pt x="2" y="745"/>
                  </a:cubicBezTo>
                  <a:cubicBezTo>
                    <a:pt x="2" y="754"/>
                    <a:pt x="3" y="762"/>
                    <a:pt x="2" y="770"/>
                  </a:cubicBezTo>
                  <a:cubicBezTo>
                    <a:pt x="2" y="797"/>
                    <a:pt x="0" y="824"/>
                    <a:pt x="0" y="850"/>
                  </a:cubicBezTo>
                  <a:cubicBezTo>
                    <a:pt x="0" y="880"/>
                    <a:pt x="1" y="910"/>
                    <a:pt x="2" y="940"/>
                  </a:cubicBezTo>
                  <a:cubicBezTo>
                    <a:pt x="2" y="949"/>
                    <a:pt x="3" y="958"/>
                    <a:pt x="4" y="967"/>
                  </a:cubicBezTo>
                  <a:cubicBezTo>
                    <a:pt x="5" y="983"/>
                    <a:pt x="7" y="998"/>
                    <a:pt x="8" y="1013"/>
                  </a:cubicBezTo>
                  <a:cubicBezTo>
                    <a:pt x="9" y="1018"/>
                    <a:pt x="7" y="1022"/>
                    <a:pt x="8" y="1026"/>
                  </a:cubicBezTo>
                  <a:cubicBezTo>
                    <a:pt x="11" y="1039"/>
                    <a:pt x="14" y="1052"/>
                    <a:pt x="24" y="1062"/>
                  </a:cubicBezTo>
                  <a:cubicBezTo>
                    <a:pt x="28" y="1065"/>
                    <a:pt x="30" y="1070"/>
                    <a:pt x="32" y="1075"/>
                  </a:cubicBezTo>
                  <a:cubicBezTo>
                    <a:pt x="37" y="1084"/>
                    <a:pt x="40" y="1095"/>
                    <a:pt x="46" y="1103"/>
                  </a:cubicBezTo>
                  <a:cubicBezTo>
                    <a:pt x="59" y="1118"/>
                    <a:pt x="73" y="1132"/>
                    <a:pt x="87" y="1147"/>
                  </a:cubicBezTo>
                  <a:cubicBezTo>
                    <a:pt x="95" y="1156"/>
                    <a:pt x="103" y="1167"/>
                    <a:pt x="116" y="1167"/>
                  </a:cubicBezTo>
                  <a:cubicBezTo>
                    <a:pt x="120" y="1167"/>
                    <a:pt x="125" y="1166"/>
                    <a:pt x="130" y="1163"/>
                  </a:cubicBezTo>
                  <a:cubicBezTo>
                    <a:pt x="141" y="1158"/>
                    <a:pt x="149" y="1150"/>
                    <a:pt x="151" y="1137"/>
                  </a:cubicBezTo>
                  <a:cubicBezTo>
                    <a:pt x="152" y="1118"/>
                    <a:pt x="152" y="1097"/>
                    <a:pt x="158" y="1078"/>
                  </a:cubicBezTo>
                  <a:cubicBezTo>
                    <a:pt x="166" y="1055"/>
                    <a:pt x="153" y="1034"/>
                    <a:pt x="156" y="1012"/>
                  </a:cubicBezTo>
                  <a:cubicBezTo>
                    <a:pt x="157" y="1007"/>
                    <a:pt x="158" y="1001"/>
                    <a:pt x="157" y="996"/>
                  </a:cubicBezTo>
                  <a:cubicBezTo>
                    <a:pt x="153" y="974"/>
                    <a:pt x="149" y="952"/>
                    <a:pt x="143" y="931"/>
                  </a:cubicBezTo>
                  <a:cubicBezTo>
                    <a:pt x="138" y="910"/>
                    <a:pt x="123" y="891"/>
                    <a:pt x="128" y="868"/>
                  </a:cubicBezTo>
                  <a:cubicBezTo>
                    <a:pt x="128" y="866"/>
                    <a:pt x="125" y="864"/>
                    <a:pt x="124" y="862"/>
                  </a:cubicBezTo>
                  <a:cubicBezTo>
                    <a:pt x="123" y="860"/>
                    <a:pt x="122" y="858"/>
                    <a:pt x="122" y="855"/>
                  </a:cubicBezTo>
                  <a:cubicBezTo>
                    <a:pt x="122" y="850"/>
                    <a:pt x="122" y="844"/>
                    <a:pt x="122" y="839"/>
                  </a:cubicBezTo>
                  <a:cubicBezTo>
                    <a:pt x="123" y="830"/>
                    <a:pt x="124" y="821"/>
                    <a:pt x="125" y="812"/>
                  </a:cubicBezTo>
                  <a:cubicBezTo>
                    <a:pt x="125" y="806"/>
                    <a:pt x="125" y="799"/>
                    <a:pt x="126" y="792"/>
                  </a:cubicBezTo>
                  <a:cubicBezTo>
                    <a:pt x="128" y="783"/>
                    <a:pt x="129" y="774"/>
                    <a:pt x="134" y="766"/>
                  </a:cubicBezTo>
                  <a:cubicBezTo>
                    <a:pt x="137" y="759"/>
                    <a:pt x="144" y="753"/>
                    <a:pt x="150" y="747"/>
                  </a:cubicBezTo>
                  <a:cubicBezTo>
                    <a:pt x="161" y="736"/>
                    <a:pt x="172" y="724"/>
                    <a:pt x="184" y="715"/>
                  </a:cubicBezTo>
                  <a:cubicBezTo>
                    <a:pt x="200" y="705"/>
                    <a:pt x="219" y="699"/>
                    <a:pt x="235" y="690"/>
                  </a:cubicBezTo>
                  <a:cubicBezTo>
                    <a:pt x="249" y="682"/>
                    <a:pt x="263" y="680"/>
                    <a:pt x="278" y="679"/>
                  </a:cubicBezTo>
                  <a:cubicBezTo>
                    <a:pt x="283" y="679"/>
                    <a:pt x="290" y="683"/>
                    <a:pt x="293" y="686"/>
                  </a:cubicBezTo>
                  <a:cubicBezTo>
                    <a:pt x="308" y="701"/>
                    <a:pt x="323" y="716"/>
                    <a:pt x="337" y="732"/>
                  </a:cubicBezTo>
                  <a:cubicBezTo>
                    <a:pt x="340" y="736"/>
                    <a:pt x="342" y="744"/>
                    <a:pt x="340" y="748"/>
                  </a:cubicBezTo>
                  <a:cubicBezTo>
                    <a:pt x="338" y="754"/>
                    <a:pt x="332" y="760"/>
                    <a:pt x="326" y="763"/>
                  </a:cubicBezTo>
                  <a:cubicBezTo>
                    <a:pt x="314" y="768"/>
                    <a:pt x="302" y="772"/>
                    <a:pt x="290" y="777"/>
                  </a:cubicBezTo>
                  <a:cubicBezTo>
                    <a:pt x="283" y="780"/>
                    <a:pt x="274" y="783"/>
                    <a:pt x="269" y="789"/>
                  </a:cubicBezTo>
                  <a:cubicBezTo>
                    <a:pt x="256" y="802"/>
                    <a:pt x="244" y="816"/>
                    <a:pt x="232" y="831"/>
                  </a:cubicBezTo>
                  <a:cubicBezTo>
                    <a:pt x="228" y="837"/>
                    <a:pt x="222" y="842"/>
                    <a:pt x="220" y="850"/>
                  </a:cubicBezTo>
                  <a:cubicBezTo>
                    <a:pt x="214" y="870"/>
                    <a:pt x="229" y="893"/>
                    <a:pt x="250" y="899"/>
                  </a:cubicBezTo>
                  <a:cubicBezTo>
                    <a:pt x="264" y="902"/>
                    <a:pt x="277" y="907"/>
                    <a:pt x="288" y="910"/>
                  </a:cubicBezTo>
                  <a:cubicBezTo>
                    <a:pt x="295" y="908"/>
                    <a:pt x="301" y="904"/>
                    <a:pt x="307" y="903"/>
                  </a:cubicBezTo>
                  <a:cubicBezTo>
                    <a:pt x="314" y="902"/>
                    <a:pt x="321" y="902"/>
                    <a:pt x="328" y="901"/>
                  </a:cubicBezTo>
                  <a:cubicBezTo>
                    <a:pt x="336" y="900"/>
                    <a:pt x="345" y="898"/>
                    <a:pt x="353" y="896"/>
                  </a:cubicBezTo>
                  <a:cubicBezTo>
                    <a:pt x="357" y="896"/>
                    <a:pt x="360" y="895"/>
                    <a:pt x="364" y="894"/>
                  </a:cubicBezTo>
                  <a:cubicBezTo>
                    <a:pt x="374" y="891"/>
                    <a:pt x="385" y="888"/>
                    <a:pt x="396" y="885"/>
                  </a:cubicBezTo>
                  <a:cubicBezTo>
                    <a:pt x="405" y="883"/>
                    <a:pt x="414" y="882"/>
                    <a:pt x="423" y="879"/>
                  </a:cubicBezTo>
                  <a:cubicBezTo>
                    <a:pt x="435" y="877"/>
                    <a:pt x="447" y="873"/>
                    <a:pt x="461" y="870"/>
                  </a:cubicBezTo>
                  <a:cubicBezTo>
                    <a:pt x="461" y="890"/>
                    <a:pt x="446" y="895"/>
                    <a:pt x="436" y="902"/>
                  </a:cubicBezTo>
                  <a:cubicBezTo>
                    <a:pt x="416" y="914"/>
                    <a:pt x="395" y="921"/>
                    <a:pt x="374" y="932"/>
                  </a:cubicBezTo>
                  <a:cubicBezTo>
                    <a:pt x="367" y="936"/>
                    <a:pt x="360" y="942"/>
                    <a:pt x="355" y="948"/>
                  </a:cubicBezTo>
                  <a:cubicBezTo>
                    <a:pt x="349" y="954"/>
                    <a:pt x="347" y="963"/>
                    <a:pt x="341" y="967"/>
                  </a:cubicBezTo>
                  <a:cubicBezTo>
                    <a:pt x="317" y="981"/>
                    <a:pt x="308" y="1004"/>
                    <a:pt x="300" y="1028"/>
                  </a:cubicBezTo>
                  <a:cubicBezTo>
                    <a:pt x="297" y="1036"/>
                    <a:pt x="296" y="1046"/>
                    <a:pt x="297" y="1054"/>
                  </a:cubicBezTo>
                  <a:cubicBezTo>
                    <a:pt x="299" y="1068"/>
                    <a:pt x="311" y="1072"/>
                    <a:pt x="323" y="1076"/>
                  </a:cubicBezTo>
                  <a:cubicBezTo>
                    <a:pt x="333" y="1078"/>
                    <a:pt x="344" y="1079"/>
                    <a:pt x="355" y="1080"/>
                  </a:cubicBezTo>
                  <a:cubicBezTo>
                    <a:pt x="365" y="1082"/>
                    <a:pt x="374" y="1084"/>
                    <a:pt x="384" y="1084"/>
                  </a:cubicBezTo>
                  <a:cubicBezTo>
                    <a:pt x="384" y="1084"/>
                    <a:pt x="384" y="1084"/>
                    <a:pt x="385" y="1084"/>
                  </a:cubicBezTo>
                  <a:cubicBezTo>
                    <a:pt x="391" y="1084"/>
                    <a:pt x="398" y="1081"/>
                    <a:pt x="405" y="1080"/>
                  </a:cubicBezTo>
                  <a:cubicBezTo>
                    <a:pt x="423" y="1078"/>
                    <a:pt x="441" y="1077"/>
                    <a:pt x="459" y="1074"/>
                  </a:cubicBezTo>
                  <a:cubicBezTo>
                    <a:pt x="461" y="1074"/>
                    <a:pt x="463" y="1074"/>
                    <a:pt x="464" y="1074"/>
                  </a:cubicBezTo>
                  <a:cubicBezTo>
                    <a:pt x="472" y="1074"/>
                    <a:pt x="476" y="1078"/>
                    <a:pt x="476" y="1088"/>
                  </a:cubicBezTo>
                  <a:cubicBezTo>
                    <a:pt x="477" y="1105"/>
                    <a:pt x="478" y="1122"/>
                    <a:pt x="479" y="1139"/>
                  </a:cubicBezTo>
                  <a:cubicBezTo>
                    <a:pt x="479" y="1142"/>
                    <a:pt x="480" y="1145"/>
                    <a:pt x="481" y="1147"/>
                  </a:cubicBezTo>
                  <a:cubicBezTo>
                    <a:pt x="487" y="1163"/>
                    <a:pt x="492" y="1179"/>
                    <a:pt x="499" y="1194"/>
                  </a:cubicBezTo>
                  <a:cubicBezTo>
                    <a:pt x="504" y="1205"/>
                    <a:pt x="511" y="1215"/>
                    <a:pt x="520" y="1224"/>
                  </a:cubicBezTo>
                  <a:cubicBezTo>
                    <a:pt x="524" y="1228"/>
                    <a:pt x="529" y="1232"/>
                    <a:pt x="535" y="1232"/>
                  </a:cubicBezTo>
                  <a:cubicBezTo>
                    <a:pt x="538" y="1232"/>
                    <a:pt x="541" y="1231"/>
                    <a:pt x="544" y="1229"/>
                  </a:cubicBezTo>
                  <a:cubicBezTo>
                    <a:pt x="554" y="1223"/>
                    <a:pt x="567" y="1216"/>
                    <a:pt x="571" y="1203"/>
                  </a:cubicBezTo>
                  <a:cubicBezTo>
                    <a:pt x="579" y="1180"/>
                    <a:pt x="587" y="1157"/>
                    <a:pt x="591" y="1133"/>
                  </a:cubicBezTo>
                  <a:cubicBezTo>
                    <a:pt x="595" y="1114"/>
                    <a:pt x="593" y="1094"/>
                    <a:pt x="594" y="1075"/>
                  </a:cubicBezTo>
                  <a:cubicBezTo>
                    <a:pt x="594" y="1065"/>
                    <a:pt x="595" y="1055"/>
                    <a:pt x="597" y="1046"/>
                  </a:cubicBezTo>
                  <a:cubicBezTo>
                    <a:pt x="599" y="1038"/>
                    <a:pt x="604" y="1029"/>
                    <a:pt x="610" y="1025"/>
                  </a:cubicBezTo>
                  <a:cubicBezTo>
                    <a:pt x="622" y="1018"/>
                    <a:pt x="635" y="1013"/>
                    <a:pt x="648" y="1007"/>
                  </a:cubicBezTo>
                  <a:cubicBezTo>
                    <a:pt x="665" y="1000"/>
                    <a:pt x="682" y="993"/>
                    <a:pt x="699" y="985"/>
                  </a:cubicBezTo>
                  <a:cubicBezTo>
                    <a:pt x="704" y="983"/>
                    <a:pt x="709" y="979"/>
                    <a:pt x="714" y="975"/>
                  </a:cubicBezTo>
                  <a:cubicBezTo>
                    <a:pt x="729" y="963"/>
                    <a:pt x="735" y="947"/>
                    <a:pt x="738" y="929"/>
                  </a:cubicBezTo>
                  <a:cubicBezTo>
                    <a:pt x="739" y="920"/>
                    <a:pt x="741" y="909"/>
                    <a:pt x="732" y="902"/>
                  </a:cubicBezTo>
                  <a:cubicBezTo>
                    <a:pt x="717" y="889"/>
                    <a:pt x="697" y="888"/>
                    <a:pt x="679" y="883"/>
                  </a:cubicBezTo>
                  <a:cubicBezTo>
                    <a:pt x="671" y="880"/>
                    <a:pt x="662" y="878"/>
                    <a:pt x="654" y="875"/>
                  </a:cubicBezTo>
                  <a:cubicBezTo>
                    <a:pt x="659" y="867"/>
                    <a:pt x="662" y="858"/>
                    <a:pt x="669" y="852"/>
                  </a:cubicBezTo>
                  <a:cubicBezTo>
                    <a:pt x="685" y="839"/>
                    <a:pt x="703" y="827"/>
                    <a:pt x="720" y="814"/>
                  </a:cubicBezTo>
                  <a:cubicBezTo>
                    <a:pt x="734" y="805"/>
                    <a:pt x="748" y="796"/>
                    <a:pt x="761" y="785"/>
                  </a:cubicBezTo>
                  <a:cubicBezTo>
                    <a:pt x="788" y="764"/>
                    <a:pt x="786" y="719"/>
                    <a:pt x="757" y="700"/>
                  </a:cubicBezTo>
                  <a:cubicBezTo>
                    <a:pt x="749" y="694"/>
                    <a:pt x="738" y="691"/>
                    <a:pt x="727" y="688"/>
                  </a:cubicBezTo>
                  <a:cubicBezTo>
                    <a:pt x="718" y="686"/>
                    <a:pt x="708" y="686"/>
                    <a:pt x="698" y="686"/>
                  </a:cubicBezTo>
                  <a:cubicBezTo>
                    <a:pt x="698" y="686"/>
                    <a:pt x="698" y="686"/>
                    <a:pt x="698" y="686"/>
                  </a:cubicBezTo>
                  <a:cubicBezTo>
                    <a:pt x="692" y="686"/>
                    <a:pt x="687" y="687"/>
                    <a:pt x="682" y="688"/>
                  </a:cubicBezTo>
                  <a:cubicBezTo>
                    <a:pt x="674" y="689"/>
                    <a:pt x="666" y="691"/>
                    <a:pt x="659" y="691"/>
                  </a:cubicBezTo>
                  <a:cubicBezTo>
                    <a:pt x="652" y="691"/>
                    <a:pt x="646" y="690"/>
                    <a:pt x="640" y="686"/>
                  </a:cubicBezTo>
                  <a:cubicBezTo>
                    <a:pt x="642" y="682"/>
                    <a:pt x="645" y="678"/>
                    <a:pt x="647" y="674"/>
                  </a:cubicBezTo>
                  <a:cubicBezTo>
                    <a:pt x="655" y="660"/>
                    <a:pt x="665" y="651"/>
                    <a:pt x="677" y="641"/>
                  </a:cubicBezTo>
                  <a:cubicBezTo>
                    <a:pt x="699" y="622"/>
                    <a:pt x="719" y="602"/>
                    <a:pt x="740" y="583"/>
                  </a:cubicBezTo>
                  <a:cubicBezTo>
                    <a:pt x="744" y="579"/>
                    <a:pt x="749" y="577"/>
                    <a:pt x="754" y="577"/>
                  </a:cubicBezTo>
                  <a:cubicBezTo>
                    <a:pt x="756" y="577"/>
                    <a:pt x="758" y="577"/>
                    <a:pt x="761" y="578"/>
                  </a:cubicBezTo>
                  <a:cubicBezTo>
                    <a:pt x="770" y="581"/>
                    <a:pt x="780" y="583"/>
                    <a:pt x="790" y="583"/>
                  </a:cubicBezTo>
                  <a:cubicBezTo>
                    <a:pt x="791" y="583"/>
                    <a:pt x="791" y="583"/>
                    <a:pt x="791" y="583"/>
                  </a:cubicBezTo>
                  <a:cubicBezTo>
                    <a:pt x="797" y="583"/>
                    <a:pt x="803" y="582"/>
                    <a:pt x="809" y="581"/>
                  </a:cubicBezTo>
                  <a:cubicBezTo>
                    <a:pt x="815" y="580"/>
                    <a:pt x="821" y="580"/>
                    <a:pt x="827" y="580"/>
                  </a:cubicBezTo>
                  <a:cubicBezTo>
                    <a:pt x="827" y="580"/>
                    <a:pt x="827" y="580"/>
                    <a:pt x="827" y="580"/>
                  </a:cubicBezTo>
                  <a:cubicBezTo>
                    <a:pt x="837" y="580"/>
                    <a:pt x="846" y="582"/>
                    <a:pt x="855" y="584"/>
                  </a:cubicBezTo>
                  <a:cubicBezTo>
                    <a:pt x="870" y="587"/>
                    <a:pt x="886" y="590"/>
                    <a:pt x="901" y="594"/>
                  </a:cubicBezTo>
                  <a:cubicBezTo>
                    <a:pt x="921" y="601"/>
                    <a:pt x="940" y="608"/>
                    <a:pt x="960" y="616"/>
                  </a:cubicBezTo>
                  <a:cubicBezTo>
                    <a:pt x="970" y="620"/>
                    <a:pt x="979" y="625"/>
                    <a:pt x="988" y="631"/>
                  </a:cubicBezTo>
                  <a:cubicBezTo>
                    <a:pt x="990" y="632"/>
                    <a:pt x="991" y="636"/>
                    <a:pt x="991" y="639"/>
                  </a:cubicBezTo>
                  <a:cubicBezTo>
                    <a:pt x="990" y="658"/>
                    <a:pt x="995" y="679"/>
                    <a:pt x="987" y="698"/>
                  </a:cubicBezTo>
                  <a:cubicBezTo>
                    <a:pt x="987" y="699"/>
                    <a:pt x="987" y="701"/>
                    <a:pt x="987" y="702"/>
                  </a:cubicBezTo>
                  <a:cubicBezTo>
                    <a:pt x="987" y="713"/>
                    <a:pt x="989" y="725"/>
                    <a:pt x="988" y="736"/>
                  </a:cubicBezTo>
                  <a:cubicBezTo>
                    <a:pt x="987" y="749"/>
                    <a:pt x="982" y="761"/>
                    <a:pt x="980" y="774"/>
                  </a:cubicBezTo>
                  <a:cubicBezTo>
                    <a:pt x="978" y="786"/>
                    <a:pt x="978" y="799"/>
                    <a:pt x="977" y="811"/>
                  </a:cubicBezTo>
                  <a:cubicBezTo>
                    <a:pt x="974" y="837"/>
                    <a:pt x="971" y="862"/>
                    <a:pt x="963" y="887"/>
                  </a:cubicBezTo>
                  <a:cubicBezTo>
                    <a:pt x="957" y="906"/>
                    <a:pt x="949" y="924"/>
                    <a:pt x="942" y="943"/>
                  </a:cubicBezTo>
                  <a:cubicBezTo>
                    <a:pt x="937" y="957"/>
                    <a:pt x="931" y="970"/>
                    <a:pt x="928" y="984"/>
                  </a:cubicBezTo>
                  <a:cubicBezTo>
                    <a:pt x="925" y="993"/>
                    <a:pt x="920" y="1002"/>
                    <a:pt x="921" y="1014"/>
                  </a:cubicBezTo>
                  <a:cubicBezTo>
                    <a:pt x="922" y="1021"/>
                    <a:pt x="919" y="1033"/>
                    <a:pt x="909" y="1033"/>
                  </a:cubicBezTo>
                  <a:cubicBezTo>
                    <a:pt x="899" y="1034"/>
                    <a:pt x="888" y="1035"/>
                    <a:pt x="878" y="1035"/>
                  </a:cubicBezTo>
                  <a:cubicBezTo>
                    <a:pt x="871" y="1035"/>
                    <a:pt x="863" y="1035"/>
                    <a:pt x="856" y="1033"/>
                  </a:cubicBezTo>
                  <a:cubicBezTo>
                    <a:pt x="850" y="1031"/>
                    <a:pt x="844" y="1030"/>
                    <a:pt x="838" y="1030"/>
                  </a:cubicBezTo>
                  <a:cubicBezTo>
                    <a:pt x="827" y="1030"/>
                    <a:pt x="816" y="1033"/>
                    <a:pt x="806" y="1036"/>
                  </a:cubicBezTo>
                  <a:cubicBezTo>
                    <a:pt x="803" y="1037"/>
                    <a:pt x="799" y="1040"/>
                    <a:pt x="798" y="1042"/>
                  </a:cubicBezTo>
                  <a:cubicBezTo>
                    <a:pt x="797" y="1054"/>
                    <a:pt x="796" y="1065"/>
                    <a:pt x="797" y="1076"/>
                  </a:cubicBezTo>
                  <a:cubicBezTo>
                    <a:pt x="798" y="1083"/>
                    <a:pt x="801" y="1092"/>
                    <a:pt x="806" y="1097"/>
                  </a:cubicBezTo>
                  <a:cubicBezTo>
                    <a:pt x="822" y="1116"/>
                    <a:pt x="840" y="1133"/>
                    <a:pt x="856" y="1151"/>
                  </a:cubicBezTo>
                  <a:cubicBezTo>
                    <a:pt x="862" y="1157"/>
                    <a:pt x="866" y="1164"/>
                    <a:pt x="871" y="1170"/>
                  </a:cubicBezTo>
                  <a:cubicBezTo>
                    <a:pt x="880" y="1182"/>
                    <a:pt x="889" y="1194"/>
                    <a:pt x="900" y="1205"/>
                  </a:cubicBezTo>
                  <a:cubicBezTo>
                    <a:pt x="906" y="1212"/>
                    <a:pt x="914" y="1220"/>
                    <a:pt x="922" y="1220"/>
                  </a:cubicBezTo>
                  <a:cubicBezTo>
                    <a:pt x="922" y="1220"/>
                    <a:pt x="922" y="1220"/>
                    <a:pt x="922" y="1220"/>
                  </a:cubicBezTo>
                  <a:cubicBezTo>
                    <a:pt x="936" y="1220"/>
                    <a:pt x="950" y="1215"/>
                    <a:pt x="964" y="1211"/>
                  </a:cubicBezTo>
                  <a:cubicBezTo>
                    <a:pt x="983" y="1206"/>
                    <a:pt x="997" y="1190"/>
                    <a:pt x="1017" y="1186"/>
                  </a:cubicBezTo>
                  <a:cubicBezTo>
                    <a:pt x="1018" y="1186"/>
                    <a:pt x="1019" y="1185"/>
                    <a:pt x="1020" y="1184"/>
                  </a:cubicBezTo>
                  <a:cubicBezTo>
                    <a:pt x="1023" y="1175"/>
                    <a:pt x="1030" y="1171"/>
                    <a:pt x="1037" y="1168"/>
                  </a:cubicBezTo>
                  <a:cubicBezTo>
                    <a:pt x="1044" y="1165"/>
                    <a:pt x="1050" y="1161"/>
                    <a:pt x="1056" y="1156"/>
                  </a:cubicBezTo>
                  <a:cubicBezTo>
                    <a:pt x="1069" y="1144"/>
                    <a:pt x="1080" y="1130"/>
                    <a:pt x="1094" y="1119"/>
                  </a:cubicBezTo>
                  <a:cubicBezTo>
                    <a:pt x="1107" y="1107"/>
                    <a:pt x="1111" y="1092"/>
                    <a:pt x="1115" y="1076"/>
                  </a:cubicBezTo>
                  <a:cubicBezTo>
                    <a:pt x="1120" y="1056"/>
                    <a:pt x="1125" y="1035"/>
                    <a:pt x="1131" y="1015"/>
                  </a:cubicBezTo>
                  <a:cubicBezTo>
                    <a:pt x="1135" y="1004"/>
                    <a:pt x="1136" y="992"/>
                    <a:pt x="1134" y="980"/>
                  </a:cubicBezTo>
                  <a:cubicBezTo>
                    <a:pt x="1134" y="979"/>
                    <a:pt x="1134" y="977"/>
                    <a:pt x="1134" y="976"/>
                  </a:cubicBezTo>
                  <a:cubicBezTo>
                    <a:pt x="1136" y="954"/>
                    <a:pt x="1138" y="931"/>
                    <a:pt x="1139" y="908"/>
                  </a:cubicBezTo>
                  <a:cubicBezTo>
                    <a:pt x="1140" y="886"/>
                    <a:pt x="1140" y="864"/>
                    <a:pt x="1141" y="841"/>
                  </a:cubicBezTo>
                  <a:cubicBezTo>
                    <a:pt x="1141" y="821"/>
                    <a:pt x="1143" y="800"/>
                    <a:pt x="1144" y="779"/>
                  </a:cubicBezTo>
                  <a:cubicBezTo>
                    <a:pt x="1145" y="772"/>
                    <a:pt x="1147" y="765"/>
                    <a:pt x="1148" y="758"/>
                  </a:cubicBezTo>
                  <a:cubicBezTo>
                    <a:pt x="1149" y="744"/>
                    <a:pt x="1150" y="730"/>
                    <a:pt x="1152" y="717"/>
                  </a:cubicBezTo>
                  <a:cubicBezTo>
                    <a:pt x="1153" y="706"/>
                    <a:pt x="1155" y="695"/>
                    <a:pt x="1160" y="687"/>
                  </a:cubicBezTo>
                  <a:cubicBezTo>
                    <a:pt x="1168" y="675"/>
                    <a:pt x="1167" y="662"/>
                    <a:pt x="1165" y="650"/>
                  </a:cubicBezTo>
                  <a:cubicBezTo>
                    <a:pt x="1163" y="637"/>
                    <a:pt x="1164" y="622"/>
                    <a:pt x="1153" y="611"/>
                  </a:cubicBezTo>
                  <a:cubicBezTo>
                    <a:pt x="1152" y="610"/>
                    <a:pt x="1153" y="607"/>
                    <a:pt x="1153" y="605"/>
                  </a:cubicBezTo>
                  <a:cubicBezTo>
                    <a:pt x="1152" y="601"/>
                    <a:pt x="1151" y="597"/>
                    <a:pt x="1149" y="595"/>
                  </a:cubicBezTo>
                  <a:cubicBezTo>
                    <a:pt x="1137" y="579"/>
                    <a:pt x="1127" y="562"/>
                    <a:pt x="1108" y="555"/>
                  </a:cubicBezTo>
                  <a:cubicBezTo>
                    <a:pt x="1107" y="554"/>
                    <a:pt x="1106" y="553"/>
                    <a:pt x="1105" y="552"/>
                  </a:cubicBezTo>
                  <a:cubicBezTo>
                    <a:pt x="1094" y="537"/>
                    <a:pt x="1081" y="526"/>
                    <a:pt x="1061" y="526"/>
                  </a:cubicBezTo>
                  <a:cubicBezTo>
                    <a:pt x="1057" y="525"/>
                    <a:pt x="1054" y="521"/>
                    <a:pt x="1051" y="519"/>
                  </a:cubicBezTo>
                  <a:cubicBezTo>
                    <a:pt x="1050" y="518"/>
                    <a:pt x="1049" y="517"/>
                    <a:pt x="1048" y="517"/>
                  </a:cubicBezTo>
                  <a:cubicBezTo>
                    <a:pt x="1030" y="511"/>
                    <a:pt x="1012" y="506"/>
                    <a:pt x="994" y="501"/>
                  </a:cubicBezTo>
                  <a:cubicBezTo>
                    <a:pt x="985" y="499"/>
                    <a:pt x="976" y="498"/>
                    <a:pt x="967" y="497"/>
                  </a:cubicBezTo>
                  <a:cubicBezTo>
                    <a:pt x="967" y="497"/>
                    <a:pt x="966" y="497"/>
                    <a:pt x="966" y="497"/>
                  </a:cubicBezTo>
                  <a:cubicBezTo>
                    <a:pt x="959" y="497"/>
                    <a:pt x="952" y="499"/>
                    <a:pt x="945" y="499"/>
                  </a:cubicBezTo>
                  <a:cubicBezTo>
                    <a:pt x="933" y="499"/>
                    <a:pt x="921" y="499"/>
                    <a:pt x="909" y="499"/>
                  </a:cubicBezTo>
                  <a:cubicBezTo>
                    <a:pt x="899" y="499"/>
                    <a:pt x="889" y="499"/>
                    <a:pt x="879" y="499"/>
                  </a:cubicBezTo>
                  <a:cubicBezTo>
                    <a:pt x="863" y="499"/>
                    <a:pt x="846" y="497"/>
                    <a:pt x="830" y="496"/>
                  </a:cubicBezTo>
                  <a:cubicBezTo>
                    <a:pt x="825" y="496"/>
                    <a:pt x="821" y="494"/>
                    <a:pt x="817" y="493"/>
                  </a:cubicBezTo>
                  <a:cubicBezTo>
                    <a:pt x="811" y="491"/>
                    <a:pt x="805" y="488"/>
                    <a:pt x="798" y="486"/>
                  </a:cubicBezTo>
                  <a:cubicBezTo>
                    <a:pt x="784" y="481"/>
                    <a:pt x="768" y="480"/>
                    <a:pt x="757" y="471"/>
                  </a:cubicBezTo>
                  <a:cubicBezTo>
                    <a:pt x="740" y="457"/>
                    <a:pt x="721" y="455"/>
                    <a:pt x="701" y="455"/>
                  </a:cubicBezTo>
                  <a:cubicBezTo>
                    <a:pt x="701" y="455"/>
                    <a:pt x="700" y="455"/>
                    <a:pt x="700" y="455"/>
                  </a:cubicBezTo>
                  <a:cubicBezTo>
                    <a:pt x="682" y="455"/>
                    <a:pt x="666" y="464"/>
                    <a:pt x="648" y="467"/>
                  </a:cubicBezTo>
                  <a:cubicBezTo>
                    <a:pt x="639" y="469"/>
                    <a:pt x="630" y="471"/>
                    <a:pt x="624" y="479"/>
                  </a:cubicBezTo>
                  <a:cubicBezTo>
                    <a:pt x="620" y="485"/>
                    <a:pt x="618" y="492"/>
                    <a:pt x="614" y="498"/>
                  </a:cubicBezTo>
                  <a:cubicBezTo>
                    <a:pt x="611" y="502"/>
                    <a:pt x="608" y="505"/>
                    <a:pt x="604" y="508"/>
                  </a:cubicBezTo>
                  <a:cubicBezTo>
                    <a:pt x="596" y="515"/>
                    <a:pt x="588" y="522"/>
                    <a:pt x="578" y="528"/>
                  </a:cubicBezTo>
                  <a:cubicBezTo>
                    <a:pt x="575" y="529"/>
                    <a:pt x="571" y="531"/>
                    <a:pt x="567" y="531"/>
                  </a:cubicBezTo>
                  <a:cubicBezTo>
                    <a:pt x="564" y="531"/>
                    <a:pt x="561" y="530"/>
                    <a:pt x="559" y="526"/>
                  </a:cubicBezTo>
                  <a:cubicBezTo>
                    <a:pt x="556" y="518"/>
                    <a:pt x="554" y="506"/>
                    <a:pt x="558" y="500"/>
                  </a:cubicBezTo>
                  <a:cubicBezTo>
                    <a:pt x="565" y="488"/>
                    <a:pt x="576" y="478"/>
                    <a:pt x="586" y="469"/>
                  </a:cubicBezTo>
                  <a:cubicBezTo>
                    <a:pt x="594" y="462"/>
                    <a:pt x="599" y="455"/>
                    <a:pt x="601" y="445"/>
                  </a:cubicBezTo>
                  <a:cubicBezTo>
                    <a:pt x="603" y="433"/>
                    <a:pt x="607" y="422"/>
                    <a:pt x="619" y="417"/>
                  </a:cubicBezTo>
                  <a:cubicBezTo>
                    <a:pt x="630" y="413"/>
                    <a:pt x="643" y="411"/>
                    <a:pt x="654" y="406"/>
                  </a:cubicBezTo>
                  <a:cubicBezTo>
                    <a:pt x="672" y="399"/>
                    <a:pt x="689" y="389"/>
                    <a:pt x="707" y="382"/>
                  </a:cubicBezTo>
                  <a:cubicBezTo>
                    <a:pt x="735" y="372"/>
                    <a:pt x="765" y="368"/>
                    <a:pt x="789" y="348"/>
                  </a:cubicBezTo>
                  <a:cubicBezTo>
                    <a:pt x="800" y="340"/>
                    <a:pt x="811" y="331"/>
                    <a:pt x="820" y="321"/>
                  </a:cubicBezTo>
                  <a:cubicBezTo>
                    <a:pt x="836" y="303"/>
                    <a:pt x="836" y="280"/>
                    <a:pt x="833" y="258"/>
                  </a:cubicBezTo>
                  <a:cubicBezTo>
                    <a:pt x="831" y="245"/>
                    <a:pt x="826" y="231"/>
                    <a:pt x="809" y="224"/>
                  </a:cubicBezTo>
                  <a:cubicBezTo>
                    <a:pt x="793" y="218"/>
                    <a:pt x="777" y="211"/>
                    <a:pt x="771" y="192"/>
                  </a:cubicBezTo>
                  <a:cubicBezTo>
                    <a:pt x="770" y="190"/>
                    <a:pt x="766" y="187"/>
                    <a:pt x="762" y="187"/>
                  </a:cubicBezTo>
                  <a:cubicBezTo>
                    <a:pt x="762" y="187"/>
                    <a:pt x="762" y="187"/>
                    <a:pt x="762" y="187"/>
                  </a:cubicBezTo>
                  <a:cubicBezTo>
                    <a:pt x="739" y="188"/>
                    <a:pt x="715" y="188"/>
                    <a:pt x="691" y="191"/>
                  </a:cubicBezTo>
                  <a:cubicBezTo>
                    <a:pt x="690" y="191"/>
                    <a:pt x="689" y="191"/>
                    <a:pt x="688" y="191"/>
                  </a:cubicBezTo>
                  <a:cubicBezTo>
                    <a:pt x="682" y="191"/>
                    <a:pt x="680" y="188"/>
                    <a:pt x="681" y="181"/>
                  </a:cubicBezTo>
                  <a:cubicBezTo>
                    <a:pt x="682" y="169"/>
                    <a:pt x="684" y="156"/>
                    <a:pt x="686" y="144"/>
                  </a:cubicBezTo>
                  <a:cubicBezTo>
                    <a:pt x="690" y="125"/>
                    <a:pt x="695" y="108"/>
                    <a:pt x="690" y="88"/>
                  </a:cubicBezTo>
                  <a:cubicBezTo>
                    <a:pt x="681" y="54"/>
                    <a:pt x="660" y="31"/>
                    <a:pt x="629" y="18"/>
                  </a:cubicBezTo>
                  <a:cubicBezTo>
                    <a:pt x="614" y="11"/>
                    <a:pt x="597" y="10"/>
                    <a:pt x="581" y="7"/>
                  </a:cubicBezTo>
                  <a:cubicBezTo>
                    <a:pt x="570" y="5"/>
                    <a:pt x="560" y="4"/>
                    <a:pt x="549" y="3"/>
                  </a:cubicBezTo>
                  <a:cubicBezTo>
                    <a:pt x="547" y="3"/>
                    <a:pt x="545" y="3"/>
                    <a:pt x="543" y="3"/>
                  </a:cubicBezTo>
                  <a:cubicBezTo>
                    <a:pt x="541" y="3"/>
                    <a:pt x="540" y="3"/>
                    <a:pt x="538" y="3"/>
                  </a:cubicBezTo>
                  <a:cubicBezTo>
                    <a:pt x="536" y="3"/>
                    <a:pt x="535" y="3"/>
                    <a:pt x="533" y="3"/>
                  </a:cubicBezTo>
                  <a:cubicBezTo>
                    <a:pt x="531" y="3"/>
                    <a:pt x="529" y="3"/>
                    <a:pt x="527" y="2"/>
                  </a:cubicBezTo>
                  <a:cubicBezTo>
                    <a:pt x="520" y="2"/>
                    <a:pt x="513" y="0"/>
                    <a:pt x="50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271">
              <a:extLst>
                <a:ext uri="{FF2B5EF4-FFF2-40B4-BE49-F238E27FC236}">
                  <a16:creationId xmlns:a16="http://schemas.microsoft.com/office/drawing/2014/main" id="{50F648D7-0E47-4328-8BB3-70C273ACC3F4}"/>
                </a:ext>
              </a:extLst>
            </p:cNvPr>
            <p:cNvSpPr>
              <a:spLocks/>
            </p:cNvSpPr>
            <p:nvPr/>
          </p:nvSpPr>
          <p:spPr bwMode="auto">
            <a:xfrm>
              <a:off x="2434447" y="1567648"/>
              <a:ext cx="301745" cy="393652"/>
            </a:xfrm>
            <a:custGeom>
              <a:avLst/>
              <a:gdLst>
                <a:gd name="T0" fmla="*/ 553 w 828"/>
                <a:gd name="T1" fmla="*/ 29 h 1078"/>
                <a:gd name="T2" fmla="*/ 334 w 828"/>
                <a:gd name="T3" fmla="*/ 98 h 1078"/>
                <a:gd name="T4" fmla="*/ 188 w 828"/>
                <a:gd name="T5" fmla="*/ 125 h 1078"/>
                <a:gd name="T6" fmla="*/ 131 w 828"/>
                <a:gd name="T7" fmla="*/ 124 h 1078"/>
                <a:gd name="T8" fmla="*/ 118 w 828"/>
                <a:gd name="T9" fmla="*/ 173 h 1078"/>
                <a:gd name="T10" fmla="*/ 186 w 828"/>
                <a:gd name="T11" fmla="*/ 238 h 1078"/>
                <a:gd name="T12" fmla="*/ 230 w 828"/>
                <a:gd name="T13" fmla="*/ 358 h 1078"/>
                <a:gd name="T14" fmla="*/ 225 w 828"/>
                <a:gd name="T15" fmla="*/ 456 h 1078"/>
                <a:gd name="T16" fmla="*/ 314 w 828"/>
                <a:gd name="T17" fmla="*/ 478 h 1078"/>
                <a:gd name="T18" fmla="*/ 308 w 828"/>
                <a:gd name="T19" fmla="*/ 498 h 1078"/>
                <a:gd name="T20" fmla="*/ 193 w 828"/>
                <a:gd name="T21" fmla="*/ 654 h 1078"/>
                <a:gd name="T22" fmla="*/ 184 w 828"/>
                <a:gd name="T23" fmla="*/ 799 h 1078"/>
                <a:gd name="T24" fmla="*/ 195 w 828"/>
                <a:gd name="T25" fmla="*/ 911 h 1078"/>
                <a:gd name="T26" fmla="*/ 386 w 828"/>
                <a:gd name="T27" fmla="*/ 810 h 1078"/>
                <a:gd name="T28" fmla="*/ 459 w 828"/>
                <a:gd name="T29" fmla="*/ 749 h 1078"/>
                <a:gd name="T30" fmla="*/ 599 w 828"/>
                <a:gd name="T31" fmla="*/ 906 h 1078"/>
                <a:gd name="T32" fmla="*/ 563 w 828"/>
                <a:gd name="T33" fmla="*/ 933 h 1078"/>
                <a:gd name="T34" fmla="*/ 407 w 828"/>
                <a:gd name="T35" fmla="*/ 954 h 1078"/>
                <a:gd name="T36" fmla="*/ 389 w 828"/>
                <a:gd name="T37" fmla="*/ 954 h 1078"/>
                <a:gd name="T38" fmla="*/ 269 w 828"/>
                <a:gd name="T39" fmla="*/ 966 h 1078"/>
                <a:gd name="T40" fmla="*/ 183 w 828"/>
                <a:gd name="T41" fmla="*/ 974 h 1078"/>
                <a:gd name="T42" fmla="*/ 104 w 828"/>
                <a:gd name="T43" fmla="*/ 970 h 1078"/>
                <a:gd name="T44" fmla="*/ 108 w 828"/>
                <a:gd name="T45" fmla="*/ 886 h 1078"/>
                <a:gd name="T46" fmla="*/ 106 w 828"/>
                <a:gd name="T47" fmla="*/ 779 h 1078"/>
                <a:gd name="T48" fmla="*/ 103 w 828"/>
                <a:gd name="T49" fmla="*/ 634 h 1078"/>
                <a:gd name="T50" fmla="*/ 106 w 828"/>
                <a:gd name="T51" fmla="*/ 408 h 1078"/>
                <a:gd name="T52" fmla="*/ 137 w 828"/>
                <a:gd name="T53" fmla="*/ 335 h 1078"/>
                <a:gd name="T54" fmla="*/ 163 w 828"/>
                <a:gd name="T55" fmla="*/ 279 h 1078"/>
                <a:gd name="T56" fmla="*/ 70 w 828"/>
                <a:gd name="T57" fmla="*/ 262 h 1078"/>
                <a:gd name="T58" fmla="*/ 34 w 828"/>
                <a:gd name="T59" fmla="*/ 434 h 1078"/>
                <a:gd name="T60" fmla="*/ 18 w 828"/>
                <a:gd name="T61" fmla="*/ 608 h 1078"/>
                <a:gd name="T62" fmla="*/ 11 w 828"/>
                <a:gd name="T63" fmla="*/ 832 h 1078"/>
                <a:gd name="T64" fmla="*/ 7 w 828"/>
                <a:gd name="T65" fmla="*/ 995 h 1078"/>
                <a:gd name="T66" fmla="*/ 167 w 828"/>
                <a:gd name="T67" fmla="*/ 1071 h 1078"/>
                <a:gd name="T68" fmla="*/ 296 w 828"/>
                <a:gd name="T69" fmla="*/ 1060 h 1078"/>
                <a:gd name="T70" fmla="*/ 436 w 828"/>
                <a:gd name="T71" fmla="*/ 1047 h 1078"/>
                <a:gd name="T72" fmla="*/ 549 w 828"/>
                <a:gd name="T73" fmla="*/ 1045 h 1078"/>
                <a:gd name="T74" fmla="*/ 729 w 828"/>
                <a:gd name="T75" fmla="*/ 1056 h 1078"/>
                <a:gd name="T76" fmla="*/ 814 w 828"/>
                <a:gd name="T77" fmla="*/ 1034 h 1078"/>
                <a:gd name="T78" fmla="*/ 705 w 828"/>
                <a:gd name="T79" fmla="*/ 915 h 1078"/>
                <a:gd name="T80" fmla="*/ 655 w 828"/>
                <a:gd name="T81" fmla="*/ 762 h 1078"/>
                <a:gd name="T82" fmla="*/ 480 w 828"/>
                <a:gd name="T83" fmla="*/ 706 h 1078"/>
                <a:gd name="T84" fmla="*/ 584 w 828"/>
                <a:gd name="T85" fmla="*/ 545 h 1078"/>
                <a:gd name="T86" fmla="*/ 585 w 828"/>
                <a:gd name="T87" fmla="*/ 446 h 1078"/>
                <a:gd name="T88" fmla="*/ 634 w 828"/>
                <a:gd name="T89" fmla="*/ 344 h 1078"/>
                <a:gd name="T90" fmla="*/ 548 w 828"/>
                <a:gd name="T91" fmla="*/ 274 h 1078"/>
                <a:gd name="T92" fmla="*/ 473 w 828"/>
                <a:gd name="T93" fmla="*/ 265 h 1078"/>
                <a:gd name="T94" fmla="*/ 565 w 828"/>
                <a:gd name="T95" fmla="*/ 209 h 1078"/>
                <a:gd name="T96" fmla="*/ 753 w 828"/>
                <a:gd name="T97" fmla="*/ 44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28" h="1078">
                  <a:moveTo>
                    <a:pt x="659" y="0"/>
                  </a:moveTo>
                  <a:cubicBezTo>
                    <a:pt x="657" y="0"/>
                    <a:pt x="655" y="0"/>
                    <a:pt x="653" y="0"/>
                  </a:cubicBezTo>
                  <a:cubicBezTo>
                    <a:pt x="643" y="3"/>
                    <a:pt x="634" y="6"/>
                    <a:pt x="624" y="9"/>
                  </a:cubicBezTo>
                  <a:cubicBezTo>
                    <a:pt x="600" y="16"/>
                    <a:pt x="576" y="22"/>
                    <a:pt x="553" y="29"/>
                  </a:cubicBezTo>
                  <a:cubicBezTo>
                    <a:pt x="528" y="36"/>
                    <a:pt x="503" y="43"/>
                    <a:pt x="479" y="51"/>
                  </a:cubicBezTo>
                  <a:cubicBezTo>
                    <a:pt x="472" y="53"/>
                    <a:pt x="466" y="60"/>
                    <a:pt x="458" y="62"/>
                  </a:cubicBezTo>
                  <a:cubicBezTo>
                    <a:pt x="443" y="67"/>
                    <a:pt x="427" y="70"/>
                    <a:pt x="411" y="75"/>
                  </a:cubicBezTo>
                  <a:cubicBezTo>
                    <a:pt x="385" y="82"/>
                    <a:pt x="360" y="91"/>
                    <a:pt x="334" y="98"/>
                  </a:cubicBezTo>
                  <a:cubicBezTo>
                    <a:pt x="316" y="103"/>
                    <a:pt x="297" y="107"/>
                    <a:pt x="278" y="111"/>
                  </a:cubicBezTo>
                  <a:cubicBezTo>
                    <a:pt x="271" y="112"/>
                    <a:pt x="262" y="110"/>
                    <a:pt x="256" y="114"/>
                  </a:cubicBezTo>
                  <a:cubicBezTo>
                    <a:pt x="238" y="126"/>
                    <a:pt x="218" y="124"/>
                    <a:pt x="198" y="125"/>
                  </a:cubicBezTo>
                  <a:cubicBezTo>
                    <a:pt x="195" y="125"/>
                    <a:pt x="192" y="125"/>
                    <a:pt x="188" y="125"/>
                  </a:cubicBezTo>
                  <a:cubicBezTo>
                    <a:pt x="179" y="125"/>
                    <a:pt x="170" y="125"/>
                    <a:pt x="161" y="124"/>
                  </a:cubicBezTo>
                  <a:cubicBezTo>
                    <a:pt x="151" y="124"/>
                    <a:pt x="142" y="124"/>
                    <a:pt x="133" y="124"/>
                  </a:cubicBezTo>
                  <a:cubicBezTo>
                    <a:pt x="132" y="124"/>
                    <a:pt x="132" y="124"/>
                    <a:pt x="131" y="124"/>
                  </a:cubicBezTo>
                  <a:cubicBezTo>
                    <a:pt x="131" y="124"/>
                    <a:pt x="131" y="124"/>
                    <a:pt x="131" y="124"/>
                  </a:cubicBezTo>
                  <a:cubicBezTo>
                    <a:pt x="130" y="124"/>
                    <a:pt x="129" y="124"/>
                    <a:pt x="128" y="124"/>
                  </a:cubicBezTo>
                  <a:cubicBezTo>
                    <a:pt x="128" y="124"/>
                    <a:pt x="127" y="124"/>
                    <a:pt x="126" y="124"/>
                  </a:cubicBezTo>
                  <a:cubicBezTo>
                    <a:pt x="119" y="124"/>
                    <a:pt x="111" y="125"/>
                    <a:pt x="108" y="134"/>
                  </a:cubicBezTo>
                  <a:cubicBezTo>
                    <a:pt x="103" y="149"/>
                    <a:pt x="106" y="162"/>
                    <a:pt x="118" y="173"/>
                  </a:cubicBezTo>
                  <a:cubicBezTo>
                    <a:pt x="129" y="182"/>
                    <a:pt x="139" y="192"/>
                    <a:pt x="148" y="202"/>
                  </a:cubicBezTo>
                  <a:cubicBezTo>
                    <a:pt x="152" y="205"/>
                    <a:pt x="154" y="210"/>
                    <a:pt x="156" y="214"/>
                  </a:cubicBezTo>
                  <a:cubicBezTo>
                    <a:pt x="157" y="216"/>
                    <a:pt x="158" y="219"/>
                    <a:pt x="160" y="221"/>
                  </a:cubicBezTo>
                  <a:cubicBezTo>
                    <a:pt x="168" y="227"/>
                    <a:pt x="176" y="234"/>
                    <a:pt x="186" y="238"/>
                  </a:cubicBezTo>
                  <a:cubicBezTo>
                    <a:pt x="212" y="248"/>
                    <a:pt x="237" y="258"/>
                    <a:pt x="264" y="266"/>
                  </a:cubicBezTo>
                  <a:cubicBezTo>
                    <a:pt x="273" y="269"/>
                    <a:pt x="276" y="274"/>
                    <a:pt x="272" y="281"/>
                  </a:cubicBezTo>
                  <a:cubicBezTo>
                    <a:pt x="262" y="301"/>
                    <a:pt x="250" y="321"/>
                    <a:pt x="239" y="341"/>
                  </a:cubicBezTo>
                  <a:cubicBezTo>
                    <a:pt x="236" y="347"/>
                    <a:pt x="233" y="352"/>
                    <a:pt x="230" y="358"/>
                  </a:cubicBezTo>
                  <a:cubicBezTo>
                    <a:pt x="226" y="363"/>
                    <a:pt x="224" y="369"/>
                    <a:pt x="221" y="375"/>
                  </a:cubicBezTo>
                  <a:cubicBezTo>
                    <a:pt x="214" y="386"/>
                    <a:pt x="206" y="397"/>
                    <a:pt x="213" y="412"/>
                  </a:cubicBezTo>
                  <a:cubicBezTo>
                    <a:pt x="214" y="413"/>
                    <a:pt x="214" y="414"/>
                    <a:pt x="214" y="415"/>
                  </a:cubicBezTo>
                  <a:cubicBezTo>
                    <a:pt x="213" y="430"/>
                    <a:pt x="216" y="444"/>
                    <a:pt x="225" y="456"/>
                  </a:cubicBezTo>
                  <a:cubicBezTo>
                    <a:pt x="233" y="468"/>
                    <a:pt x="259" y="481"/>
                    <a:pt x="275" y="481"/>
                  </a:cubicBezTo>
                  <a:cubicBezTo>
                    <a:pt x="277" y="481"/>
                    <a:pt x="279" y="480"/>
                    <a:pt x="281" y="480"/>
                  </a:cubicBezTo>
                  <a:cubicBezTo>
                    <a:pt x="287" y="478"/>
                    <a:pt x="295" y="478"/>
                    <a:pt x="302" y="478"/>
                  </a:cubicBezTo>
                  <a:cubicBezTo>
                    <a:pt x="306" y="478"/>
                    <a:pt x="310" y="478"/>
                    <a:pt x="314" y="478"/>
                  </a:cubicBezTo>
                  <a:cubicBezTo>
                    <a:pt x="315" y="478"/>
                    <a:pt x="317" y="478"/>
                    <a:pt x="318" y="478"/>
                  </a:cubicBezTo>
                  <a:cubicBezTo>
                    <a:pt x="323" y="478"/>
                    <a:pt x="327" y="479"/>
                    <a:pt x="332" y="480"/>
                  </a:cubicBezTo>
                  <a:cubicBezTo>
                    <a:pt x="331" y="481"/>
                    <a:pt x="331" y="483"/>
                    <a:pt x="331" y="484"/>
                  </a:cubicBezTo>
                  <a:cubicBezTo>
                    <a:pt x="323" y="488"/>
                    <a:pt x="315" y="492"/>
                    <a:pt x="308" y="498"/>
                  </a:cubicBezTo>
                  <a:cubicBezTo>
                    <a:pt x="296" y="508"/>
                    <a:pt x="285" y="520"/>
                    <a:pt x="273" y="528"/>
                  </a:cubicBezTo>
                  <a:cubicBezTo>
                    <a:pt x="259" y="538"/>
                    <a:pt x="243" y="544"/>
                    <a:pt x="228" y="553"/>
                  </a:cubicBezTo>
                  <a:cubicBezTo>
                    <a:pt x="209" y="566"/>
                    <a:pt x="197" y="585"/>
                    <a:pt x="192" y="607"/>
                  </a:cubicBezTo>
                  <a:cubicBezTo>
                    <a:pt x="189" y="622"/>
                    <a:pt x="188" y="639"/>
                    <a:pt x="193" y="654"/>
                  </a:cubicBezTo>
                  <a:cubicBezTo>
                    <a:pt x="201" y="677"/>
                    <a:pt x="219" y="694"/>
                    <a:pt x="241" y="706"/>
                  </a:cubicBezTo>
                  <a:cubicBezTo>
                    <a:pt x="250" y="711"/>
                    <a:pt x="252" y="718"/>
                    <a:pt x="246" y="726"/>
                  </a:cubicBezTo>
                  <a:cubicBezTo>
                    <a:pt x="229" y="748"/>
                    <a:pt x="211" y="769"/>
                    <a:pt x="193" y="790"/>
                  </a:cubicBezTo>
                  <a:cubicBezTo>
                    <a:pt x="190" y="793"/>
                    <a:pt x="185" y="795"/>
                    <a:pt x="184" y="799"/>
                  </a:cubicBezTo>
                  <a:cubicBezTo>
                    <a:pt x="179" y="811"/>
                    <a:pt x="170" y="819"/>
                    <a:pt x="159" y="825"/>
                  </a:cubicBezTo>
                  <a:cubicBezTo>
                    <a:pt x="157" y="826"/>
                    <a:pt x="155" y="829"/>
                    <a:pt x="154" y="831"/>
                  </a:cubicBezTo>
                  <a:cubicBezTo>
                    <a:pt x="138" y="858"/>
                    <a:pt x="146" y="884"/>
                    <a:pt x="156" y="909"/>
                  </a:cubicBezTo>
                  <a:cubicBezTo>
                    <a:pt x="169" y="909"/>
                    <a:pt x="183" y="911"/>
                    <a:pt x="195" y="911"/>
                  </a:cubicBezTo>
                  <a:cubicBezTo>
                    <a:pt x="203" y="911"/>
                    <a:pt x="210" y="910"/>
                    <a:pt x="218" y="908"/>
                  </a:cubicBezTo>
                  <a:cubicBezTo>
                    <a:pt x="245" y="903"/>
                    <a:pt x="269" y="890"/>
                    <a:pt x="289" y="870"/>
                  </a:cubicBezTo>
                  <a:cubicBezTo>
                    <a:pt x="295" y="864"/>
                    <a:pt x="303" y="859"/>
                    <a:pt x="311" y="856"/>
                  </a:cubicBezTo>
                  <a:cubicBezTo>
                    <a:pt x="338" y="844"/>
                    <a:pt x="364" y="830"/>
                    <a:pt x="386" y="810"/>
                  </a:cubicBezTo>
                  <a:cubicBezTo>
                    <a:pt x="409" y="790"/>
                    <a:pt x="430" y="768"/>
                    <a:pt x="442" y="740"/>
                  </a:cubicBezTo>
                  <a:cubicBezTo>
                    <a:pt x="444" y="737"/>
                    <a:pt x="449" y="735"/>
                    <a:pt x="452" y="733"/>
                  </a:cubicBezTo>
                  <a:cubicBezTo>
                    <a:pt x="454" y="737"/>
                    <a:pt x="456" y="741"/>
                    <a:pt x="458" y="744"/>
                  </a:cubicBezTo>
                  <a:cubicBezTo>
                    <a:pt x="459" y="746"/>
                    <a:pt x="458" y="748"/>
                    <a:pt x="459" y="749"/>
                  </a:cubicBezTo>
                  <a:cubicBezTo>
                    <a:pt x="467" y="760"/>
                    <a:pt x="475" y="771"/>
                    <a:pt x="482" y="782"/>
                  </a:cubicBezTo>
                  <a:cubicBezTo>
                    <a:pt x="498" y="805"/>
                    <a:pt x="512" y="829"/>
                    <a:pt x="529" y="851"/>
                  </a:cubicBezTo>
                  <a:cubicBezTo>
                    <a:pt x="536" y="862"/>
                    <a:pt x="546" y="872"/>
                    <a:pt x="556" y="879"/>
                  </a:cubicBezTo>
                  <a:cubicBezTo>
                    <a:pt x="569" y="889"/>
                    <a:pt x="585" y="896"/>
                    <a:pt x="599" y="906"/>
                  </a:cubicBezTo>
                  <a:cubicBezTo>
                    <a:pt x="603" y="908"/>
                    <a:pt x="606" y="914"/>
                    <a:pt x="609" y="919"/>
                  </a:cubicBezTo>
                  <a:cubicBezTo>
                    <a:pt x="609" y="920"/>
                    <a:pt x="605" y="924"/>
                    <a:pt x="603" y="925"/>
                  </a:cubicBezTo>
                  <a:cubicBezTo>
                    <a:pt x="595" y="927"/>
                    <a:pt x="588" y="930"/>
                    <a:pt x="581" y="931"/>
                  </a:cubicBezTo>
                  <a:cubicBezTo>
                    <a:pt x="575" y="933"/>
                    <a:pt x="568" y="932"/>
                    <a:pt x="563" y="933"/>
                  </a:cubicBezTo>
                  <a:cubicBezTo>
                    <a:pt x="538" y="938"/>
                    <a:pt x="514" y="944"/>
                    <a:pt x="489" y="949"/>
                  </a:cubicBezTo>
                  <a:cubicBezTo>
                    <a:pt x="475" y="951"/>
                    <a:pt x="461" y="953"/>
                    <a:pt x="447" y="954"/>
                  </a:cubicBezTo>
                  <a:cubicBezTo>
                    <a:pt x="441" y="954"/>
                    <a:pt x="436" y="954"/>
                    <a:pt x="430" y="954"/>
                  </a:cubicBezTo>
                  <a:cubicBezTo>
                    <a:pt x="422" y="954"/>
                    <a:pt x="415" y="954"/>
                    <a:pt x="407" y="954"/>
                  </a:cubicBezTo>
                  <a:cubicBezTo>
                    <a:pt x="405" y="954"/>
                    <a:pt x="404" y="954"/>
                    <a:pt x="403" y="954"/>
                  </a:cubicBezTo>
                  <a:cubicBezTo>
                    <a:pt x="402" y="954"/>
                    <a:pt x="401" y="954"/>
                    <a:pt x="400" y="954"/>
                  </a:cubicBezTo>
                  <a:cubicBezTo>
                    <a:pt x="399" y="954"/>
                    <a:pt x="398" y="954"/>
                    <a:pt x="396" y="954"/>
                  </a:cubicBezTo>
                  <a:cubicBezTo>
                    <a:pt x="394" y="954"/>
                    <a:pt x="391" y="954"/>
                    <a:pt x="389" y="954"/>
                  </a:cubicBezTo>
                  <a:cubicBezTo>
                    <a:pt x="375" y="955"/>
                    <a:pt x="362" y="957"/>
                    <a:pt x="349" y="959"/>
                  </a:cubicBezTo>
                  <a:cubicBezTo>
                    <a:pt x="335" y="960"/>
                    <a:pt x="321" y="962"/>
                    <a:pt x="307" y="963"/>
                  </a:cubicBezTo>
                  <a:cubicBezTo>
                    <a:pt x="295" y="964"/>
                    <a:pt x="284" y="966"/>
                    <a:pt x="272" y="966"/>
                  </a:cubicBezTo>
                  <a:cubicBezTo>
                    <a:pt x="271" y="966"/>
                    <a:pt x="270" y="966"/>
                    <a:pt x="269" y="966"/>
                  </a:cubicBezTo>
                  <a:cubicBezTo>
                    <a:pt x="264" y="965"/>
                    <a:pt x="260" y="965"/>
                    <a:pt x="256" y="965"/>
                  </a:cubicBezTo>
                  <a:cubicBezTo>
                    <a:pt x="249" y="965"/>
                    <a:pt x="241" y="966"/>
                    <a:pt x="234" y="968"/>
                  </a:cubicBezTo>
                  <a:cubicBezTo>
                    <a:pt x="224" y="971"/>
                    <a:pt x="213" y="970"/>
                    <a:pt x="202" y="971"/>
                  </a:cubicBezTo>
                  <a:cubicBezTo>
                    <a:pt x="196" y="972"/>
                    <a:pt x="190" y="973"/>
                    <a:pt x="183" y="974"/>
                  </a:cubicBezTo>
                  <a:cubicBezTo>
                    <a:pt x="178" y="975"/>
                    <a:pt x="173" y="977"/>
                    <a:pt x="168" y="978"/>
                  </a:cubicBezTo>
                  <a:cubicBezTo>
                    <a:pt x="159" y="980"/>
                    <a:pt x="150" y="982"/>
                    <a:pt x="141" y="985"/>
                  </a:cubicBezTo>
                  <a:cubicBezTo>
                    <a:pt x="130" y="989"/>
                    <a:pt x="119" y="994"/>
                    <a:pt x="106" y="999"/>
                  </a:cubicBezTo>
                  <a:cubicBezTo>
                    <a:pt x="105" y="988"/>
                    <a:pt x="104" y="979"/>
                    <a:pt x="104" y="970"/>
                  </a:cubicBezTo>
                  <a:cubicBezTo>
                    <a:pt x="103" y="963"/>
                    <a:pt x="103" y="956"/>
                    <a:pt x="103" y="949"/>
                  </a:cubicBezTo>
                  <a:cubicBezTo>
                    <a:pt x="103" y="944"/>
                    <a:pt x="103" y="939"/>
                    <a:pt x="104" y="935"/>
                  </a:cubicBezTo>
                  <a:cubicBezTo>
                    <a:pt x="106" y="926"/>
                    <a:pt x="109" y="918"/>
                    <a:pt x="109" y="909"/>
                  </a:cubicBezTo>
                  <a:cubicBezTo>
                    <a:pt x="110" y="902"/>
                    <a:pt x="108" y="894"/>
                    <a:pt x="108" y="886"/>
                  </a:cubicBezTo>
                  <a:cubicBezTo>
                    <a:pt x="107" y="879"/>
                    <a:pt x="106" y="873"/>
                    <a:pt x="106" y="866"/>
                  </a:cubicBezTo>
                  <a:cubicBezTo>
                    <a:pt x="105" y="859"/>
                    <a:pt x="104" y="851"/>
                    <a:pt x="106" y="844"/>
                  </a:cubicBezTo>
                  <a:cubicBezTo>
                    <a:pt x="111" y="829"/>
                    <a:pt x="115" y="815"/>
                    <a:pt x="108" y="799"/>
                  </a:cubicBezTo>
                  <a:cubicBezTo>
                    <a:pt x="106" y="793"/>
                    <a:pt x="106" y="786"/>
                    <a:pt x="106" y="779"/>
                  </a:cubicBezTo>
                  <a:cubicBezTo>
                    <a:pt x="106" y="765"/>
                    <a:pt x="106" y="750"/>
                    <a:pt x="106" y="736"/>
                  </a:cubicBezTo>
                  <a:cubicBezTo>
                    <a:pt x="105" y="715"/>
                    <a:pt x="102" y="695"/>
                    <a:pt x="101" y="674"/>
                  </a:cubicBezTo>
                  <a:cubicBezTo>
                    <a:pt x="100" y="668"/>
                    <a:pt x="100" y="661"/>
                    <a:pt x="100" y="655"/>
                  </a:cubicBezTo>
                  <a:cubicBezTo>
                    <a:pt x="101" y="648"/>
                    <a:pt x="102" y="641"/>
                    <a:pt x="103" y="634"/>
                  </a:cubicBezTo>
                  <a:cubicBezTo>
                    <a:pt x="105" y="624"/>
                    <a:pt x="112" y="615"/>
                    <a:pt x="109" y="602"/>
                  </a:cubicBezTo>
                  <a:cubicBezTo>
                    <a:pt x="106" y="584"/>
                    <a:pt x="106" y="566"/>
                    <a:pt x="106" y="548"/>
                  </a:cubicBezTo>
                  <a:cubicBezTo>
                    <a:pt x="105" y="525"/>
                    <a:pt x="108" y="502"/>
                    <a:pt x="108" y="479"/>
                  </a:cubicBezTo>
                  <a:cubicBezTo>
                    <a:pt x="108" y="455"/>
                    <a:pt x="106" y="432"/>
                    <a:pt x="106" y="408"/>
                  </a:cubicBezTo>
                  <a:cubicBezTo>
                    <a:pt x="106" y="402"/>
                    <a:pt x="111" y="395"/>
                    <a:pt x="110" y="390"/>
                  </a:cubicBezTo>
                  <a:cubicBezTo>
                    <a:pt x="105" y="375"/>
                    <a:pt x="109" y="361"/>
                    <a:pt x="113" y="347"/>
                  </a:cubicBezTo>
                  <a:cubicBezTo>
                    <a:pt x="116" y="338"/>
                    <a:pt x="120" y="334"/>
                    <a:pt x="128" y="334"/>
                  </a:cubicBezTo>
                  <a:cubicBezTo>
                    <a:pt x="131" y="334"/>
                    <a:pt x="134" y="334"/>
                    <a:pt x="137" y="335"/>
                  </a:cubicBezTo>
                  <a:cubicBezTo>
                    <a:pt x="142" y="336"/>
                    <a:pt x="148" y="337"/>
                    <a:pt x="153" y="337"/>
                  </a:cubicBezTo>
                  <a:cubicBezTo>
                    <a:pt x="157" y="337"/>
                    <a:pt x="162" y="336"/>
                    <a:pt x="166" y="336"/>
                  </a:cubicBezTo>
                  <a:cubicBezTo>
                    <a:pt x="168" y="336"/>
                    <a:pt x="172" y="332"/>
                    <a:pt x="173" y="330"/>
                  </a:cubicBezTo>
                  <a:cubicBezTo>
                    <a:pt x="174" y="312"/>
                    <a:pt x="174" y="293"/>
                    <a:pt x="163" y="279"/>
                  </a:cubicBezTo>
                  <a:cubicBezTo>
                    <a:pt x="155" y="269"/>
                    <a:pt x="144" y="259"/>
                    <a:pt x="132" y="256"/>
                  </a:cubicBezTo>
                  <a:cubicBezTo>
                    <a:pt x="124" y="253"/>
                    <a:pt x="115" y="252"/>
                    <a:pt x="106" y="252"/>
                  </a:cubicBezTo>
                  <a:cubicBezTo>
                    <a:pt x="100" y="252"/>
                    <a:pt x="94" y="253"/>
                    <a:pt x="88" y="253"/>
                  </a:cubicBezTo>
                  <a:cubicBezTo>
                    <a:pt x="81" y="253"/>
                    <a:pt x="72" y="257"/>
                    <a:pt x="70" y="262"/>
                  </a:cubicBezTo>
                  <a:cubicBezTo>
                    <a:pt x="62" y="276"/>
                    <a:pt x="55" y="292"/>
                    <a:pt x="51" y="308"/>
                  </a:cubicBezTo>
                  <a:cubicBezTo>
                    <a:pt x="46" y="324"/>
                    <a:pt x="45" y="341"/>
                    <a:pt x="42" y="358"/>
                  </a:cubicBezTo>
                  <a:cubicBezTo>
                    <a:pt x="40" y="375"/>
                    <a:pt x="38" y="392"/>
                    <a:pt x="36" y="409"/>
                  </a:cubicBezTo>
                  <a:cubicBezTo>
                    <a:pt x="35" y="417"/>
                    <a:pt x="35" y="426"/>
                    <a:pt x="34" y="434"/>
                  </a:cubicBezTo>
                  <a:cubicBezTo>
                    <a:pt x="31" y="447"/>
                    <a:pt x="26" y="460"/>
                    <a:pt x="24" y="473"/>
                  </a:cubicBezTo>
                  <a:cubicBezTo>
                    <a:pt x="23" y="494"/>
                    <a:pt x="24" y="514"/>
                    <a:pt x="23" y="535"/>
                  </a:cubicBezTo>
                  <a:cubicBezTo>
                    <a:pt x="22" y="556"/>
                    <a:pt x="20" y="577"/>
                    <a:pt x="19" y="598"/>
                  </a:cubicBezTo>
                  <a:cubicBezTo>
                    <a:pt x="19" y="601"/>
                    <a:pt x="18" y="604"/>
                    <a:pt x="18" y="608"/>
                  </a:cubicBezTo>
                  <a:cubicBezTo>
                    <a:pt x="18" y="624"/>
                    <a:pt x="18" y="641"/>
                    <a:pt x="13" y="658"/>
                  </a:cubicBezTo>
                  <a:cubicBezTo>
                    <a:pt x="8" y="672"/>
                    <a:pt x="12" y="690"/>
                    <a:pt x="12" y="706"/>
                  </a:cubicBezTo>
                  <a:cubicBezTo>
                    <a:pt x="12" y="736"/>
                    <a:pt x="12" y="765"/>
                    <a:pt x="12" y="795"/>
                  </a:cubicBezTo>
                  <a:cubicBezTo>
                    <a:pt x="12" y="807"/>
                    <a:pt x="12" y="820"/>
                    <a:pt x="11" y="832"/>
                  </a:cubicBezTo>
                  <a:cubicBezTo>
                    <a:pt x="11" y="844"/>
                    <a:pt x="6" y="856"/>
                    <a:pt x="8" y="868"/>
                  </a:cubicBezTo>
                  <a:cubicBezTo>
                    <a:pt x="10" y="892"/>
                    <a:pt x="0" y="917"/>
                    <a:pt x="9" y="941"/>
                  </a:cubicBezTo>
                  <a:cubicBezTo>
                    <a:pt x="10" y="943"/>
                    <a:pt x="9" y="945"/>
                    <a:pt x="9" y="947"/>
                  </a:cubicBezTo>
                  <a:cubicBezTo>
                    <a:pt x="9" y="963"/>
                    <a:pt x="6" y="979"/>
                    <a:pt x="7" y="995"/>
                  </a:cubicBezTo>
                  <a:cubicBezTo>
                    <a:pt x="8" y="1009"/>
                    <a:pt x="9" y="1025"/>
                    <a:pt x="17" y="1035"/>
                  </a:cubicBezTo>
                  <a:cubicBezTo>
                    <a:pt x="35" y="1062"/>
                    <a:pt x="62" y="1078"/>
                    <a:pt x="95" y="1078"/>
                  </a:cubicBezTo>
                  <a:cubicBezTo>
                    <a:pt x="95" y="1078"/>
                    <a:pt x="96" y="1078"/>
                    <a:pt x="97" y="1078"/>
                  </a:cubicBezTo>
                  <a:cubicBezTo>
                    <a:pt x="121" y="1078"/>
                    <a:pt x="144" y="1073"/>
                    <a:pt x="167" y="1071"/>
                  </a:cubicBezTo>
                  <a:cubicBezTo>
                    <a:pt x="188" y="1068"/>
                    <a:pt x="209" y="1066"/>
                    <a:pt x="230" y="1064"/>
                  </a:cubicBezTo>
                  <a:cubicBezTo>
                    <a:pt x="234" y="1064"/>
                    <a:pt x="238" y="1063"/>
                    <a:pt x="243" y="1063"/>
                  </a:cubicBezTo>
                  <a:cubicBezTo>
                    <a:pt x="257" y="1062"/>
                    <a:pt x="271" y="1062"/>
                    <a:pt x="286" y="1061"/>
                  </a:cubicBezTo>
                  <a:cubicBezTo>
                    <a:pt x="289" y="1061"/>
                    <a:pt x="293" y="1061"/>
                    <a:pt x="296" y="1060"/>
                  </a:cubicBezTo>
                  <a:cubicBezTo>
                    <a:pt x="305" y="1059"/>
                    <a:pt x="315" y="1056"/>
                    <a:pt x="324" y="1055"/>
                  </a:cubicBezTo>
                  <a:cubicBezTo>
                    <a:pt x="341" y="1054"/>
                    <a:pt x="358" y="1054"/>
                    <a:pt x="375" y="1053"/>
                  </a:cubicBezTo>
                  <a:cubicBezTo>
                    <a:pt x="391" y="1052"/>
                    <a:pt x="406" y="1049"/>
                    <a:pt x="422" y="1048"/>
                  </a:cubicBezTo>
                  <a:cubicBezTo>
                    <a:pt x="426" y="1047"/>
                    <a:pt x="431" y="1047"/>
                    <a:pt x="436" y="1047"/>
                  </a:cubicBezTo>
                  <a:cubicBezTo>
                    <a:pt x="440" y="1047"/>
                    <a:pt x="443" y="1047"/>
                    <a:pt x="447" y="1047"/>
                  </a:cubicBezTo>
                  <a:cubicBezTo>
                    <a:pt x="450" y="1047"/>
                    <a:pt x="454" y="1048"/>
                    <a:pt x="457" y="1048"/>
                  </a:cubicBezTo>
                  <a:cubicBezTo>
                    <a:pt x="459" y="1048"/>
                    <a:pt x="461" y="1048"/>
                    <a:pt x="463" y="1047"/>
                  </a:cubicBezTo>
                  <a:cubicBezTo>
                    <a:pt x="492" y="1047"/>
                    <a:pt x="520" y="1046"/>
                    <a:pt x="549" y="1045"/>
                  </a:cubicBezTo>
                  <a:cubicBezTo>
                    <a:pt x="565" y="1045"/>
                    <a:pt x="582" y="1045"/>
                    <a:pt x="599" y="1043"/>
                  </a:cubicBezTo>
                  <a:cubicBezTo>
                    <a:pt x="600" y="1043"/>
                    <a:pt x="602" y="1043"/>
                    <a:pt x="604" y="1043"/>
                  </a:cubicBezTo>
                  <a:cubicBezTo>
                    <a:pt x="616" y="1043"/>
                    <a:pt x="626" y="1048"/>
                    <a:pt x="638" y="1050"/>
                  </a:cubicBezTo>
                  <a:cubicBezTo>
                    <a:pt x="668" y="1053"/>
                    <a:pt x="698" y="1055"/>
                    <a:pt x="729" y="1056"/>
                  </a:cubicBezTo>
                  <a:cubicBezTo>
                    <a:pt x="733" y="1056"/>
                    <a:pt x="738" y="1057"/>
                    <a:pt x="742" y="1057"/>
                  </a:cubicBezTo>
                  <a:cubicBezTo>
                    <a:pt x="750" y="1057"/>
                    <a:pt x="757" y="1056"/>
                    <a:pt x="764" y="1054"/>
                  </a:cubicBezTo>
                  <a:cubicBezTo>
                    <a:pt x="780" y="1050"/>
                    <a:pt x="794" y="1043"/>
                    <a:pt x="809" y="1038"/>
                  </a:cubicBezTo>
                  <a:cubicBezTo>
                    <a:pt x="811" y="1037"/>
                    <a:pt x="813" y="1036"/>
                    <a:pt x="814" y="1034"/>
                  </a:cubicBezTo>
                  <a:cubicBezTo>
                    <a:pt x="825" y="1017"/>
                    <a:pt x="828" y="998"/>
                    <a:pt x="821" y="980"/>
                  </a:cubicBezTo>
                  <a:cubicBezTo>
                    <a:pt x="817" y="970"/>
                    <a:pt x="807" y="961"/>
                    <a:pt x="798" y="954"/>
                  </a:cubicBezTo>
                  <a:cubicBezTo>
                    <a:pt x="776" y="937"/>
                    <a:pt x="751" y="929"/>
                    <a:pt x="724" y="923"/>
                  </a:cubicBezTo>
                  <a:cubicBezTo>
                    <a:pt x="717" y="921"/>
                    <a:pt x="707" y="919"/>
                    <a:pt x="705" y="915"/>
                  </a:cubicBezTo>
                  <a:cubicBezTo>
                    <a:pt x="699" y="905"/>
                    <a:pt x="696" y="894"/>
                    <a:pt x="694" y="883"/>
                  </a:cubicBezTo>
                  <a:cubicBezTo>
                    <a:pt x="690" y="860"/>
                    <a:pt x="693" y="836"/>
                    <a:pt x="684" y="814"/>
                  </a:cubicBezTo>
                  <a:cubicBezTo>
                    <a:pt x="683" y="811"/>
                    <a:pt x="682" y="808"/>
                    <a:pt x="682" y="805"/>
                  </a:cubicBezTo>
                  <a:cubicBezTo>
                    <a:pt x="686" y="782"/>
                    <a:pt x="671" y="771"/>
                    <a:pt x="655" y="762"/>
                  </a:cubicBezTo>
                  <a:cubicBezTo>
                    <a:pt x="638" y="751"/>
                    <a:pt x="620" y="741"/>
                    <a:pt x="601" y="733"/>
                  </a:cubicBezTo>
                  <a:cubicBezTo>
                    <a:pt x="583" y="725"/>
                    <a:pt x="565" y="720"/>
                    <a:pt x="546" y="714"/>
                  </a:cubicBezTo>
                  <a:cubicBezTo>
                    <a:pt x="539" y="711"/>
                    <a:pt x="532" y="708"/>
                    <a:pt x="525" y="707"/>
                  </a:cubicBezTo>
                  <a:cubicBezTo>
                    <a:pt x="510" y="706"/>
                    <a:pt x="495" y="707"/>
                    <a:pt x="480" y="706"/>
                  </a:cubicBezTo>
                  <a:cubicBezTo>
                    <a:pt x="468" y="706"/>
                    <a:pt x="465" y="702"/>
                    <a:pt x="471" y="691"/>
                  </a:cubicBezTo>
                  <a:cubicBezTo>
                    <a:pt x="480" y="674"/>
                    <a:pt x="492" y="658"/>
                    <a:pt x="499" y="640"/>
                  </a:cubicBezTo>
                  <a:cubicBezTo>
                    <a:pt x="509" y="616"/>
                    <a:pt x="531" y="602"/>
                    <a:pt x="547" y="583"/>
                  </a:cubicBezTo>
                  <a:cubicBezTo>
                    <a:pt x="558" y="569"/>
                    <a:pt x="579" y="565"/>
                    <a:pt x="584" y="545"/>
                  </a:cubicBezTo>
                  <a:cubicBezTo>
                    <a:pt x="585" y="541"/>
                    <a:pt x="593" y="537"/>
                    <a:pt x="598" y="534"/>
                  </a:cubicBezTo>
                  <a:cubicBezTo>
                    <a:pt x="615" y="521"/>
                    <a:pt x="635" y="510"/>
                    <a:pt x="640" y="486"/>
                  </a:cubicBezTo>
                  <a:cubicBezTo>
                    <a:pt x="643" y="472"/>
                    <a:pt x="637" y="454"/>
                    <a:pt x="625" y="451"/>
                  </a:cubicBezTo>
                  <a:cubicBezTo>
                    <a:pt x="612" y="448"/>
                    <a:pt x="599" y="448"/>
                    <a:pt x="585" y="446"/>
                  </a:cubicBezTo>
                  <a:cubicBezTo>
                    <a:pt x="581" y="445"/>
                    <a:pt x="575" y="443"/>
                    <a:pt x="572" y="440"/>
                  </a:cubicBezTo>
                  <a:cubicBezTo>
                    <a:pt x="571" y="438"/>
                    <a:pt x="573" y="431"/>
                    <a:pt x="575" y="428"/>
                  </a:cubicBezTo>
                  <a:cubicBezTo>
                    <a:pt x="585" y="412"/>
                    <a:pt x="595" y="396"/>
                    <a:pt x="605" y="381"/>
                  </a:cubicBezTo>
                  <a:cubicBezTo>
                    <a:pt x="614" y="368"/>
                    <a:pt x="624" y="356"/>
                    <a:pt x="634" y="344"/>
                  </a:cubicBezTo>
                  <a:cubicBezTo>
                    <a:pt x="646" y="330"/>
                    <a:pt x="652" y="314"/>
                    <a:pt x="651" y="296"/>
                  </a:cubicBezTo>
                  <a:cubicBezTo>
                    <a:pt x="649" y="279"/>
                    <a:pt x="646" y="270"/>
                    <a:pt x="626" y="270"/>
                  </a:cubicBezTo>
                  <a:cubicBezTo>
                    <a:pt x="625" y="270"/>
                    <a:pt x="624" y="270"/>
                    <a:pt x="623" y="270"/>
                  </a:cubicBezTo>
                  <a:cubicBezTo>
                    <a:pt x="598" y="270"/>
                    <a:pt x="573" y="271"/>
                    <a:pt x="548" y="274"/>
                  </a:cubicBezTo>
                  <a:cubicBezTo>
                    <a:pt x="527" y="277"/>
                    <a:pt x="506" y="282"/>
                    <a:pt x="484" y="285"/>
                  </a:cubicBezTo>
                  <a:cubicBezTo>
                    <a:pt x="483" y="285"/>
                    <a:pt x="481" y="285"/>
                    <a:pt x="479" y="285"/>
                  </a:cubicBezTo>
                  <a:cubicBezTo>
                    <a:pt x="474" y="285"/>
                    <a:pt x="469" y="285"/>
                    <a:pt x="467" y="282"/>
                  </a:cubicBezTo>
                  <a:cubicBezTo>
                    <a:pt x="462" y="276"/>
                    <a:pt x="469" y="271"/>
                    <a:pt x="473" y="265"/>
                  </a:cubicBezTo>
                  <a:cubicBezTo>
                    <a:pt x="481" y="255"/>
                    <a:pt x="500" y="253"/>
                    <a:pt x="499" y="235"/>
                  </a:cubicBezTo>
                  <a:cubicBezTo>
                    <a:pt x="499" y="235"/>
                    <a:pt x="500" y="234"/>
                    <a:pt x="500" y="234"/>
                  </a:cubicBezTo>
                  <a:cubicBezTo>
                    <a:pt x="512" y="229"/>
                    <a:pt x="523" y="223"/>
                    <a:pt x="534" y="219"/>
                  </a:cubicBezTo>
                  <a:cubicBezTo>
                    <a:pt x="545" y="215"/>
                    <a:pt x="555" y="213"/>
                    <a:pt x="565" y="209"/>
                  </a:cubicBezTo>
                  <a:cubicBezTo>
                    <a:pt x="587" y="199"/>
                    <a:pt x="608" y="189"/>
                    <a:pt x="628" y="178"/>
                  </a:cubicBezTo>
                  <a:cubicBezTo>
                    <a:pt x="648" y="168"/>
                    <a:pt x="670" y="160"/>
                    <a:pt x="688" y="146"/>
                  </a:cubicBezTo>
                  <a:cubicBezTo>
                    <a:pt x="707" y="131"/>
                    <a:pt x="723" y="112"/>
                    <a:pt x="740" y="95"/>
                  </a:cubicBezTo>
                  <a:cubicBezTo>
                    <a:pt x="755" y="80"/>
                    <a:pt x="756" y="62"/>
                    <a:pt x="753" y="44"/>
                  </a:cubicBezTo>
                  <a:cubicBezTo>
                    <a:pt x="752" y="38"/>
                    <a:pt x="743" y="30"/>
                    <a:pt x="736" y="27"/>
                  </a:cubicBezTo>
                  <a:cubicBezTo>
                    <a:pt x="723" y="21"/>
                    <a:pt x="709" y="19"/>
                    <a:pt x="695" y="14"/>
                  </a:cubicBezTo>
                  <a:cubicBezTo>
                    <a:pt x="683" y="10"/>
                    <a:pt x="672" y="0"/>
                    <a:pt x="6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272">
              <a:extLst>
                <a:ext uri="{FF2B5EF4-FFF2-40B4-BE49-F238E27FC236}">
                  <a16:creationId xmlns:a16="http://schemas.microsoft.com/office/drawing/2014/main" id="{9AB844E3-9B82-4C00-96ED-208FF56B0F33}"/>
                </a:ext>
              </a:extLst>
            </p:cNvPr>
            <p:cNvSpPr>
              <a:spLocks/>
            </p:cNvSpPr>
            <p:nvPr/>
          </p:nvSpPr>
          <p:spPr bwMode="auto">
            <a:xfrm>
              <a:off x="3183929" y="1612381"/>
              <a:ext cx="293205" cy="333465"/>
            </a:xfrm>
            <a:custGeom>
              <a:avLst/>
              <a:gdLst>
                <a:gd name="T0" fmla="*/ 290 w 805"/>
                <a:gd name="T1" fmla="*/ 60 h 913"/>
                <a:gd name="T2" fmla="*/ 304 w 805"/>
                <a:gd name="T3" fmla="*/ 216 h 913"/>
                <a:gd name="T4" fmla="*/ 292 w 805"/>
                <a:gd name="T5" fmla="*/ 336 h 913"/>
                <a:gd name="T6" fmla="*/ 278 w 805"/>
                <a:gd name="T7" fmla="*/ 420 h 913"/>
                <a:gd name="T8" fmla="*/ 142 w 805"/>
                <a:gd name="T9" fmla="*/ 460 h 913"/>
                <a:gd name="T10" fmla="*/ 130 w 805"/>
                <a:gd name="T11" fmla="*/ 461 h 913"/>
                <a:gd name="T12" fmla="*/ 107 w 805"/>
                <a:gd name="T13" fmla="*/ 466 h 913"/>
                <a:gd name="T14" fmla="*/ 7 w 805"/>
                <a:gd name="T15" fmla="*/ 478 h 913"/>
                <a:gd name="T16" fmla="*/ 42 w 805"/>
                <a:gd name="T17" fmla="*/ 562 h 913"/>
                <a:gd name="T18" fmla="*/ 182 w 805"/>
                <a:gd name="T19" fmla="*/ 563 h 913"/>
                <a:gd name="T20" fmla="*/ 240 w 805"/>
                <a:gd name="T21" fmla="*/ 560 h 913"/>
                <a:gd name="T22" fmla="*/ 195 w 805"/>
                <a:gd name="T23" fmla="*/ 660 h 913"/>
                <a:gd name="T24" fmla="*/ 135 w 805"/>
                <a:gd name="T25" fmla="*/ 729 h 913"/>
                <a:gd name="T26" fmla="*/ 63 w 805"/>
                <a:gd name="T27" fmla="*/ 795 h 913"/>
                <a:gd name="T28" fmla="*/ 16 w 805"/>
                <a:gd name="T29" fmla="*/ 829 h 913"/>
                <a:gd name="T30" fmla="*/ 36 w 805"/>
                <a:gd name="T31" fmla="*/ 883 h 913"/>
                <a:gd name="T32" fmla="*/ 156 w 805"/>
                <a:gd name="T33" fmla="*/ 879 h 913"/>
                <a:gd name="T34" fmla="*/ 295 w 805"/>
                <a:gd name="T35" fmla="*/ 805 h 913"/>
                <a:gd name="T36" fmla="*/ 426 w 805"/>
                <a:gd name="T37" fmla="*/ 646 h 913"/>
                <a:gd name="T38" fmla="*/ 458 w 805"/>
                <a:gd name="T39" fmla="*/ 643 h 913"/>
                <a:gd name="T40" fmla="*/ 553 w 805"/>
                <a:gd name="T41" fmla="*/ 730 h 913"/>
                <a:gd name="T42" fmla="*/ 639 w 805"/>
                <a:gd name="T43" fmla="*/ 829 h 913"/>
                <a:gd name="T44" fmla="*/ 733 w 805"/>
                <a:gd name="T45" fmla="*/ 913 h 913"/>
                <a:gd name="T46" fmla="*/ 781 w 805"/>
                <a:gd name="T47" fmla="*/ 832 h 913"/>
                <a:gd name="T48" fmla="*/ 799 w 805"/>
                <a:gd name="T49" fmla="*/ 733 h 913"/>
                <a:gd name="T50" fmla="*/ 759 w 805"/>
                <a:gd name="T51" fmla="*/ 650 h 913"/>
                <a:gd name="T52" fmla="*/ 668 w 805"/>
                <a:gd name="T53" fmla="*/ 578 h 913"/>
                <a:gd name="T54" fmla="*/ 581 w 805"/>
                <a:gd name="T55" fmla="*/ 547 h 913"/>
                <a:gd name="T56" fmla="*/ 530 w 805"/>
                <a:gd name="T57" fmla="*/ 547 h 913"/>
                <a:gd name="T58" fmla="*/ 486 w 805"/>
                <a:gd name="T59" fmla="*/ 545 h 913"/>
                <a:gd name="T60" fmla="*/ 465 w 805"/>
                <a:gd name="T61" fmla="*/ 507 h 913"/>
                <a:gd name="T62" fmla="*/ 528 w 805"/>
                <a:gd name="T63" fmla="*/ 453 h 913"/>
                <a:gd name="T64" fmla="*/ 681 w 805"/>
                <a:gd name="T65" fmla="*/ 385 h 913"/>
                <a:gd name="T66" fmla="*/ 742 w 805"/>
                <a:gd name="T67" fmla="*/ 367 h 913"/>
                <a:gd name="T68" fmla="*/ 794 w 805"/>
                <a:gd name="T69" fmla="*/ 326 h 913"/>
                <a:gd name="T70" fmla="*/ 779 w 805"/>
                <a:gd name="T71" fmla="*/ 281 h 913"/>
                <a:gd name="T72" fmla="*/ 763 w 805"/>
                <a:gd name="T73" fmla="*/ 217 h 913"/>
                <a:gd name="T74" fmla="*/ 654 w 805"/>
                <a:gd name="T75" fmla="*/ 238 h 913"/>
                <a:gd name="T76" fmla="*/ 612 w 805"/>
                <a:gd name="T77" fmla="*/ 252 h 913"/>
                <a:gd name="T78" fmla="*/ 599 w 805"/>
                <a:gd name="T79" fmla="*/ 256 h 913"/>
                <a:gd name="T80" fmla="*/ 513 w 805"/>
                <a:gd name="T81" fmla="*/ 294 h 913"/>
                <a:gd name="T82" fmla="*/ 497 w 805"/>
                <a:gd name="T83" fmla="*/ 298 h 913"/>
                <a:gd name="T84" fmla="*/ 488 w 805"/>
                <a:gd name="T85" fmla="*/ 239 h 913"/>
                <a:gd name="T86" fmla="*/ 492 w 805"/>
                <a:gd name="T87" fmla="*/ 171 h 913"/>
                <a:gd name="T88" fmla="*/ 461 w 805"/>
                <a:gd name="T89" fmla="*/ 39 h 913"/>
                <a:gd name="T90" fmla="*/ 386 w 805"/>
                <a:gd name="T91"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5" h="913">
                  <a:moveTo>
                    <a:pt x="386" y="0"/>
                  </a:moveTo>
                  <a:cubicBezTo>
                    <a:pt x="370" y="0"/>
                    <a:pt x="355" y="6"/>
                    <a:pt x="341" y="15"/>
                  </a:cubicBezTo>
                  <a:cubicBezTo>
                    <a:pt x="323" y="28"/>
                    <a:pt x="307" y="45"/>
                    <a:pt x="290" y="60"/>
                  </a:cubicBezTo>
                  <a:cubicBezTo>
                    <a:pt x="279" y="70"/>
                    <a:pt x="280" y="79"/>
                    <a:pt x="291" y="88"/>
                  </a:cubicBezTo>
                  <a:cubicBezTo>
                    <a:pt x="295" y="91"/>
                    <a:pt x="300" y="95"/>
                    <a:pt x="300" y="100"/>
                  </a:cubicBezTo>
                  <a:cubicBezTo>
                    <a:pt x="304" y="138"/>
                    <a:pt x="308" y="177"/>
                    <a:pt x="304" y="216"/>
                  </a:cubicBezTo>
                  <a:cubicBezTo>
                    <a:pt x="302" y="226"/>
                    <a:pt x="301" y="235"/>
                    <a:pt x="301" y="245"/>
                  </a:cubicBezTo>
                  <a:cubicBezTo>
                    <a:pt x="301" y="262"/>
                    <a:pt x="299" y="279"/>
                    <a:pt x="296" y="295"/>
                  </a:cubicBezTo>
                  <a:cubicBezTo>
                    <a:pt x="293" y="309"/>
                    <a:pt x="293" y="322"/>
                    <a:pt x="292" y="336"/>
                  </a:cubicBezTo>
                  <a:cubicBezTo>
                    <a:pt x="291" y="348"/>
                    <a:pt x="291" y="360"/>
                    <a:pt x="287" y="371"/>
                  </a:cubicBezTo>
                  <a:cubicBezTo>
                    <a:pt x="285" y="379"/>
                    <a:pt x="283" y="385"/>
                    <a:pt x="284" y="394"/>
                  </a:cubicBezTo>
                  <a:cubicBezTo>
                    <a:pt x="285" y="403"/>
                    <a:pt x="287" y="415"/>
                    <a:pt x="278" y="420"/>
                  </a:cubicBezTo>
                  <a:cubicBezTo>
                    <a:pt x="264" y="427"/>
                    <a:pt x="248" y="432"/>
                    <a:pt x="233" y="437"/>
                  </a:cubicBezTo>
                  <a:cubicBezTo>
                    <a:pt x="218" y="442"/>
                    <a:pt x="203" y="447"/>
                    <a:pt x="189" y="450"/>
                  </a:cubicBezTo>
                  <a:cubicBezTo>
                    <a:pt x="173" y="454"/>
                    <a:pt x="157" y="458"/>
                    <a:pt x="142" y="460"/>
                  </a:cubicBezTo>
                  <a:cubicBezTo>
                    <a:pt x="139" y="461"/>
                    <a:pt x="136" y="461"/>
                    <a:pt x="133" y="461"/>
                  </a:cubicBezTo>
                  <a:cubicBezTo>
                    <a:pt x="132" y="461"/>
                    <a:pt x="132" y="461"/>
                    <a:pt x="132" y="461"/>
                  </a:cubicBezTo>
                  <a:cubicBezTo>
                    <a:pt x="131" y="461"/>
                    <a:pt x="131" y="461"/>
                    <a:pt x="130" y="461"/>
                  </a:cubicBezTo>
                  <a:cubicBezTo>
                    <a:pt x="124" y="461"/>
                    <a:pt x="117" y="461"/>
                    <a:pt x="111" y="466"/>
                  </a:cubicBezTo>
                  <a:cubicBezTo>
                    <a:pt x="110" y="467"/>
                    <a:pt x="110" y="467"/>
                    <a:pt x="109" y="467"/>
                  </a:cubicBezTo>
                  <a:cubicBezTo>
                    <a:pt x="109" y="467"/>
                    <a:pt x="108" y="466"/>
                    <a:pt x="107" y="466"/>
                  </a:cubicBezTo>
                  <a:cubicBezTo>
                    <a:pt x="85" y="457"/>
                    <a:pt x="62" y="455"/>
                    <a:pt x="40" y="455"/>
                  </a:cubicBezTo>
                  <a:cubicBezTo>
                    <a:pt x="36" y="455"/>
                    <a:pt x="33" y="455"/>
                    <a:pt x="29" y="456"/>
                  </a:cubicBezTo>
                  <a:cubicBezTo>
                    <a:pt x="10" y="456"/>
                    <a:pt x="8" y="458"/>
                    <a:pt x="7" y="478"/>
                  </a:cubicBezTo>
                  <a:cubicBezTo>
                    <a:pt x="7" y="480"/>
                    <a:pt x="6" y="482"/>
                    <a:pt x="6" y="484"/>
                  </a:cubicBezTo>
                  <a:cubicBezTo>
                    <a:pt x="5" y="498"/>
                    <a:pt x="0" y="511"/>
                    <a:pt x="5" y="528"/>
                  </a:cubicBezTo>
                  <a:cubicBezTo>
                    <a:pt x="12" y="548"/>
                    <a:pt x="27" y="557"/>
                    <a:pt x="42" y="562"/>
                  </a:cubicBezTo>
                  <a:cubicBezTo>
                    <a:pt x="61" y="568"/>
                    <a:pt x="82" y="570"/>
                    <a:pt x="102" y="570"/>
                  </a:cubicBezTo>
                  <a:cubicBezTo>
                    <a:pt x="104" y="570"/>
                    <a:pt x="105" y="570"/>
                    <a:pt x="107" y="570"/>
                  </a:cubicBezTo>
                  <a:cubicBezTo>
                    <a:pt x="132" y="570"/>
                    <a:pt x="157" y="566"/>
                    <a:pt x="182" y="563"/>
                  </a:cubicBezTo>
                  <a:cubicBezTo>
                    <a:pt x="193" y="562"/>
                    <a:pt x="204" y="560"/>
                    <a:pt x="215" y="559"/>
                  </a:cubicBezTo>
                  <a:cubicBezTo>
                    <a:pt x="218" y="559"/>
                    <a:pt x="221" y="559"/>
                    <a:pt x="225" y="559"/>
                  </a:cubicBezTo>
                  <a:cubicBezTo>
                    <a:pt x="230" y="559"/>
                    <a:pt x="235" y="559"/>
                    <a:pt x="240" y="560"/>
                  </a:cubicBezTo>
                  <a:cubicBezTo>
                    <a:pt x="241" y="560"/>
                    <a:pt x="243" y="565"/>
                    <a:pt x="243" y="568"/>
                  </a:cubicBezTo>
                  <a:cubicBezTo>
                    <a:pt x="240" y="578"/>
                    <a:pt x="238" y="591"/>
                    <a:pt x="231" y="598"/>
                  </a:cubicBezTo>
                  <a:cubicBezTo>
                    <a:pt x="215" y="616"/>
                    <a:pt x="215" y="645"/>
                    <a:pt x="195" y="660"/>
                  </a:cubicBezTo>
                  <a:cubicBezTo>
                    <a:pt x="194" y="661"/>
                    <a:pt x="194" y="663"/>
                    <a:pt x="194" y="664"/>
                  </a:cubicBezTo>
                  <a:cubicBezTo>
                    <a:pt x="188" y="680"/>
                    <a:pt x="176" y="691"/>
                    <a:pt x="164" y="702"/>
                  </a:cubicBezTo>
                  <a:cubicBezTo>
                    <a:pt x="155" y="711"/>
                    <a:pt x="144" y="720"/>
                    <a:pt x="135" y="729"/>
                  </a:cubicBezTo>
                  <a:cubicBezTo>
                    <a:pt x="127" y="737"/>
                    <a:pt x="122" y="748"/>
                    <a:pt x="113" y="754"/>
                  </a:cubicBezTo>
                  <a:cubicBezTo>
                    <a:pt x="100" y="763"/>
                    <a:pt x="92" y="781"/>
                    <a:pt x="76" y="786"/>
                  </a:cubicBezTo>
                  <a:cubicBezTo>
                    <a:pt x="71" y="787"/>
                    <a:pt x="67" y="791"/>
                    <a:pt x="63" y="795"/>
                  </a:cubicBezTo>
                  <a:cubicBezTo>
                    <a:pt x="54" y="802"/>
                    <a:pt x="46" y="810"/>
                    <a:pt x="37" y="817"/>
                  </a:cubicBezTo>
                  <a:cubicBezTo>
                    <a:pt x="35" y="819"/>
                    <a:pt x="31" y="818"/>
                    <a:pt x="28" y="820"/>
                  </a:cubicBezTo>
                  <a:cubicBezTo>
                    <a:pt x="23" y="822"/>
                    <a:pt x="17" y="825"/>
                    <a:pt x="16" y="829"/>
                  </a:cubicBezTo>
                  <a:cubicBezTo>
                    <a:pt x="15" y="835"/>
                    <a:pt x="17" y="846"/>
                    <a:pt x="20" y="848"/>
                  </a:cubicBezTo>
                  <a:cubicBezTo>
                    <a:pt x="30" y="853"/>
                    <a:pt x="29" y="860"/>
                    <a:pt x="27" y="868"/>
                  </a:cubicBezTo>
                  <a:cubicBezTo>
                    <a:pt x="25" y="876"/>
                    <a:pt x="29" y="881"/>
                    <a:pt x="36" y="883"/>
                  </a:cubicBezTo>
                  <a:cubicBezTo>
                    <a:pt x="50" y="888"/>
                    <a:pt x="64" y="894"/>
                    <a:pt x="78" y="896"/>
                  </a:cubicBezTo>
                  <a:cubicBezTo>
                    <a:pt x="84" y="896"/>
                    <a:pt x="89" y="897"/>
                    <a:pt x="95" y="897"/>
                  </a:cubicBezTo>
                  <a:cubicBezTo>
                    <a:pt x="116" y="897"/>
                    <a:pt x="137" y="891"/>
                    <a:pt x="156" y="879"/>
                  </a:cubicBezTo>
                  <a:cubicBezTo>
                    <a:pt x="177" y="867"/>
                    <a:pt x="198" y="855"/>
                    <a:pt x="220" y="844"/>
                  </a:cubicBezTo>
                  <a:cubicBezTo>
                    <a:pt x="227" y="839"/>
                    <a:pt x="236" y="836"/>
                    <a:pt x="244" y="832"/>
                  </a:cubicBezTo>
                  <a:cubicBezTo>
                    <a:pt x="261" y="823"/>
                    <a:pt x="278" y="814"/>
                    <a:pt x="295" y="805"/>
                  </a:cubicBezTo>
                  <a:cubicBezTo>
                    <a:pt x="307" y="799"/>
                    <a:pt x="319" y="794"/>
                    <a:pt x="328" y="785"/>
                  </a:cubicBezTo>
                  <a:cubicBezTo>
                    <a:pt x="350" y="760"/>
                    <a:pt x="375" y="737"/>
                    <a:pt x="391" y="706"/>
                  </a:cubicBezTo>
                  <a:cubicBezTo>
                    <a:pt x="402" y="685"/>
                    <a:pt x="415" y="666"/>
                    <a:pt x="426" y="646"/>
                  </a:cubicBezTo>
                  <a:cubicBezTo>
                    <a:pt x="430" y="639"/>
                    <a:pt x="433" y="636"/>
                    <a:pt x="439" y="636"/>
                  </a:cubicBezTo>
                  <a:cubicBezTo>
                    <a:pt x="440" y="636"/>
                    <a:pt x="441" y="636"/>
                    <a:pt x="442" y="636"/>
                  </a:cubicBezTo>
                  <a:cubicBezTo>
                    <a:pt x="448" y="637"/>
                    <a:pt x="453" y="639"/>
                    <a:pt x="458" y="643"/>
                  </a:cubicBezTo>
                  <a:cubicBezTo>
                    <a:pt x="469" y="651"/>
                    <a:pt x="480" y="660"/>
                    <a:pt x="491" y="669"/>
                  </a:cubicBezTo>
                  <a:cubicBezTo>
                    <a:pt x="503" y="679"/>
                    <a:pt x="516" y="686"/>
                    <a:pt x="525" y="698"/>
                  </a:cubicBezTo>
                  <a:cubicBezTo>
                    <a:pt x="534" y="709"/>
                    <a:pt x="542" y="720"/>
                    <a:pt x="553" y="730"/>
                  </a:cubicBezTo>
                  <a:cubicBezTo>
                    <a:pt x="567" y="742"/>
                    <a:pt x="578" y="760"/>
                    <a:pt x="591" y="774"/>
                  </a:cubicBezTo>
                  <a:cubicBezTo>
                    <a:pt x="598" y="782"/>
                    <a:pt x="607" y="787"/>
                    <a:pt x="614" y="794"/>
                  </a:cubicBezTo>
                  <a:cubicBezTo>
                    <a:pt x="623" y="805"/>
                    <a:pt x="631" y="817"/>
                    <a:pt x="639" y="829"/>
                  </a:cubicBezTo>
                  <a:cubicBezTo>
                    <a:pt x="649" y="841"/>
                    <a:pt x="658" y="855"/>
                    <a:pt x="669" y="865"/>
                  </a:cubicBezTo>
                  <a:cubicBezTo>
                    <a:pt x="684" y="881"/>
                    <a:pt x="700" y="895"/>
                    <a:pt x="718" y="907"/>
                  </a:cubicBezTo>
                  <a:cubicBezTo>
                    <a:pt x="724" y="911"/>
                    <a:pt x="729" y="913"/>
                    <a:pt x="733" y="913"/>
                  </a:cubicBezTo>
                  <a:cubicBezTo>
                    <a:pt x="738" y="913"/>
                    <a:pt x="743" y="910"/>
                    <a:pt x="748" y="903"/>
                  </a:cubicBezTo>
                  <a:cubicBezTo>
                    <a:pt x="755" y="892"/>
                    <a:pt x="761" y="879"/>
                    <a:pt x="766" y="866"/>
                  </a:cubicBezTo>
                  <a:cubicBezTo>
                    <a:pt x="771" y="855"/>
                    <a:pt x="774" y="841"/>
                    <a:pt x="781" y="832"/>
                  </a:cubicBezTo>
                  <a:cubicBezTo>
                    <a:pt x="786" y="824"/>
                    <a:pt x="788" y="817"/>
                    <a:pt x="788" y="808"/>
                  </a:cubicBezTo>
                  <a:cubicBezTo>
                    <a:pt x="788" y="805"/>
                    <a:pt x="790" y="801"/>
                    <a:pt x="791" y="798"/>
                  </a:cubicBezTo>
                  <a:cubicBezTo>
                    <a:pt x="799" y="777"/>
                    <a:pt x="805" y="756"/>
                    <a:pt x="799" y="733"/>
                  </a:cubicBezTo>
                  <a:cubicBezTo>
                    <a:pt x="798" y="728"/>
                    <a:pt x="798" y="723"/>
                    <a:pt x="797" y="718"/>
                  </a:cubicBezTo>
                  <a:cubicBezTo>
                    <a:pt x="793" y="707"/>
                    <a:pt x="790" y="695"/>
                    <a:pt x="784" y="685"/>
                  </a:cubicBezTo>
                  <a:cubicBezTo>
                    <a:pt x="777" y="672"/>
                    <a:pt x="769" y="661"/>
                    <a:pt x="759" y="650"/>
                  </a:cubicBezTo>
                  <a:cubicBezTo>
                    <a:pt x="749" y="637"/>
                    <a:pt x="739" y="625"/>
                    <a:pt x="727" y="615"/>
                  </a:cubicBezTo>
                  <a:cubicBezTo>
                    <a:pt x="713" y="604"/>
                    <a:pt x="697" y="595"/>
                    <a:pt x="682" y="585"/>
                  </a:cubicBezTo>
                  <a:cubicBezTo>
                    <a:pt x="677" y="582"/>
                    <a:pt x="672" y="581"/>
                    <a:pt x="668" y="578"/>
                  </a:cubicBezTo>
                  <a:cubicBezTo>
                    <a:pt x="650" y="565"/>
                    <a:pt x="632" y="553"/>
                    <a:pt x="610" y="550"/>
                  </a:cubicBezTo>
                  <a:cubicBezTo>
                    <a:pt x="601" y="548"/>
                    <a:pt x="591" y="547"/>
                    <a:pt x="581" y="547"/>
                  </a:cubicBezTo>
                  <a:cubicBezTo>
                    <a:pt x="581" y="547"/>
                    <a:pt x="581" y="547"/>
                    <a:pt x="581" y="547"/>
                  </a:cubicBezTo>
                  <a:cubicBezTo>
                    <a:pt x="575" y="547"/>
                    <a:pt x="569" y="548"/>
                    <a:pt x="564" y="549"/>
                  </a:cubicBezTo>
                  <a:cubicBezTo>
                    <a:pt x="558" y="549"/>
                    <a:pt x="552" y="550"/>
                    <a:pt x="546" y="550"/>
                  </a:cubicBezTo>
                  <a:cubicBezTo>
                    <a:pt x="541" y="550"/>
                    <a:pt x="535" y="549"/>
                    <a:pt x="530" y="547"/>
                  </a:cubicBezTo>
                  <a:cubicBezTo>
                    <a:pt x="523" y="544"/>
                    <a:pt x="516" y="544"/>
                    <a:pt x="509" y="544"/>
                  </a:cubicBezTo>
                  <a:cubicBezTo>
                    <a:pt x="505" y="544"/>
                    <a:pt x="501" y="544"/>
                    <a:pt x="497" y="544"/>
                  </a:cubicBezTo>
                  <a:cubicBezTo>
                    <a:pt x="493" y="544"/>
                    <a:pt x="490" y="545"/>
                    <a:pt x="486" y="545"/>
                  </a:cubicBezTo>
                  <a:cubicBezTo>
                    <a:pt x="482" y="545"/>
                    <a:pt x="479" y="544"/>
                    <a:pt x="475" y="544"/>
                  </a:cubicBezTo>
                  <a:cubicBezTo>
                    <a:pt x="465" y="542"/>
                    <a:pt x="463" y="539"/>
                    <a:pt x="463" y="531"/>
                  </a:cubicBezTo>
                  <a:cubicBezTo>
                    <a:pt x="463" y="523"/>
                    <a:pt x="464" y="515"/>
                    <a:pt x="465" y="507"/>
                  </a:cubicBezTo>
                  <a:cubicBezTo>
                    <a:pt x="465" y="504"/>
                    <a:pt x="467" y="502"/>
                    <a:pt x="468" y="500"/>
                  </a:cubicBezTo>
                  <a:cubicBezTo>
                    <a:pt x="477" y="479"/>
                    <a:pt x="496" y="471"/>
                    <a:pt x="513" y="460"/>
                  </a:cubicBezTo>
                  <a:cubicBezTo>
                    <a:pt x="518" y="457"/>
                    <a:pt x="523" y="455"/>
                    <a:pt x="528" y="453"/>
                  </a:cubicBezTo>
                  <a:cubicBezTo>
                    <a:pt x="544" y="448"/>
                    <a:pt x="561" y="446"/>
                    <a:pt x="576" y="439"/>
                  </a:cubicBezTo>
                  <a:cubicBezTo>
                    <a:pt x="595" y="430"/>
                    <a:pt x="612" y="417"/>
                    <a:pt x="630" y="406"/>
                  </a:cubicBezTo>
                  <a:cubicBezTo>
                    <a:pt x="646" y="397"/>
                    <a:pt x="662" y="387"/>
                    <a:pt x="681" y="385"/>
                  </a:cubicBezTo>
                  <a:cubicBezTo>
                    <a:pt x="690" y="384"/>
                    <a:pt x="702" y="382"/>
                    <a:pt x="710" y="376"/>
                  </a:cubicBezTo>
                  <a:cubicBezTo>
                    <a:pt x="719" y="369"/>
                    <a:pt x="728" y="366"/>
                    <a:pt x="738" y="366"/>
                  </a:cubicBezTo>
                  <a:cubicBezTo>
                    <a:pt x="739" y="366"/>
                    <a:pt x="740" y="366"/>
                    <a:pt x="742" y="367"/>
                  </a:cubicBezTo>
                  <a:cubicBezTo>
                    <a:pt x="743" y="367"/>
                    <a:pt x="744" y="367"/>
                    <a:pt x="744" y="367"/>
                  </a:cubicBezTo>
                  <a:cubicBezTo>
                    <a:pt x="754" y="367"/>
                    <a:pt x="760" y="361"/>
                    <a:pt x="766" y="352"/>
                  </a:cubicBezTo>
                  <a:cubicBezTo>
                    <a:pt x="773" y="341"/>
                    <a:pt x="778" y="326"/>
                    <a:pt x="794" y="326"/>
                  </a:cubicBezTo>
                  <a:cubicBezTo>
                    <a:pt x="795" y="326"/>
                    <a:pt x="795" y="326"/>
                    <a:pt x="796" y="326"/>
                  </a:cubicBezTo>
                  <a:cubicBezTo>
                    <a:pt x="797" y="315"/>
                    <a:pt x="796" y="313"/>
                    <a:pt x="785" y="301"/>
                  </a:cubicBezTo>
                  <a:cubicBezTo>
                    <a:pt x="779" y="295"/>
                    <a:pt x="777" y="291"/>
                    <a:pt x="779" y="281"/>
                  </a:cubicBezTo>
                  <a:cubicBezTo>
                    <a:pt x="781" y="276"/>
                    <a:pt x="779" y="266"/>
                    <a:pt x="776" y="262"/>
                  </a:cubicBezTo>
                  <a:cubicBezTo>
                    <a:pt x="766" y="249"/>
                    <a:pt x="764" y="237"/>
                    <a:pt x="774" y="222"/>
                  </a:cubicBezTo>
                  <a:cubicBezTo>
                    <a:pt x="770" y="220"/>
                    <a:pt x="767" y="217"/>
                    <a:pt x="763" y="217"/>
                  </a:cubicBezTo>
                  <a:cubicBezTo>
                    <a:pt x="746" y="217"/>
                    <a:pt x="729" y="217"/>
                    <a:pt x="711" y="218"/>
                  </a:cubicBezTo>
                  <a:cubicBezTo>
                    <a:pt x="707" y="218"/>
                    <a:pt x="703" y="219"/>
                    <a:pt x="699" y="220"/>
                  </a:cubicBezTo>
                  <a:cubicBezTo>
                    <a:pt x="684" y="226"/>
                    <a:pt x="669" y="232"/>
                    <a:pt x="654" y="238"/>
                  </a:cubicBezTo>
                  <a:cubicBezTo>
                    <a:pt x="641" y="243"/>
                    <a:pt x="624" y="234"/>
                    <a:pt x="615" y="251"/>
                  </a:cubicBezTo>
                  <a:cubicBezTo>
                    <a:pt x="614" y="252"/>
                    <a:pt x="614" y="252"/>
                    <a:pt x="613" y="252"/>
                  </a:cubicBezTo>
                  <a:cubicBezTo>
                    <a:pt x="613" y="252"/>
                    <a:pt x="612" y="252"/>
                    <a:pt x="612" y="252"/>
                  </a:cubicBezTo>
                  <a:cubicBezTo>
                    <a:pt x="611" y="252"/>
                    <a:pt x="611" y="252"/>
                    <a:pt x="610" y="252"/>
                  </a:cubicBezTo>
                  <a:cubicBezTo>
                    <a:pt x="610" y="252"/>
                    <a:pt x="610" y="252"/>
                    <a:pt x="609" y="252"/>
                  </a:cubicBezTo>
                  <a:cubicBezTo>
                    <a:pt x="606" y="253"/>
                    <a:pt x="601" y="253"/>
                    <a:pt x="599" y="256"/>
                  </a:cubicBezTo>
                  <a:cubicBezTo>
                    <a:pt x="576" y="276"/>
                    <a:pt x="548" y="283"/>
                    <a:pt x="522" y="293"/>
                  </a:cubicBezTo>
                  <a:cubicBezTo>
                    <a:pt x="520" y="294"/>
                    <a:pt x="518" y="294"/>
                    <a:pt x="516" y="294"/>
                  </a:cubicBezTo>
                  <a:cubicBezTo>
                    <a:pt x="515" y="294"/>
                    <a:pt x="514" y="294"/>
                    <a:pt x="513" y="294"/>
                  </a:cubicBezTo>
                  <a:cubicBezTo>
                    <a:pt x="512" y="294"/>
                    <a:pt x="511" y="294"/>
                    <a:pt x="510" y="294"/>
                  </a:cubicBezTo>
                  <a:cubicBezTo>
                    <a:pt x="508" y="294"/>
                    <a:pt x="506" y="294"/>
                    <a:pt x="504" y="295"/>
                  </a:cubicBezTo>
                  <a:cubicBezTo>
                    <a:pt x="501" y="297"/>
                    <a:pt x="499" y="298"/>
                    <a:pt x="497" y="298"/>
                  </a:cubicBezTo>
                  <a:cubicBezTo>
                    <a:pt x="493" y="298"/>
                    <a:pt x="491" y="296"/>
                    <a:pt x="489" y="294"/>
                  </a:cubicBezTo>
                  <a:cubicBezTo>
                    <a:pt x="486" y="292"/>
                    <a:pt x="487" y="285"/>
                    <a:pt x="487" y="280"/>
                  </a:cubicBezTo>
                  <a:cubicBezTo>
                    <a:pt x="487" y="266"/>
                    <a:pt x="487" y="253"/>
                    <a:pt x="488" y="239"/>
                  </a:cubicBezTo>
                  <a:cubicBezTo>
                    <a:pt x="489" y="229"/>
                    <a:pt x="491" y="218"/>
                    <a:pt x="493" y="207"/>
                  </a:cubicBezTo>
                  <a:cubicBezTo>
                    <a:pt x="492" y="205"/>
                    <a:pt x="490" y="201"/>
                    <a:pt x="490" y="198"/>
                  </a:cubicBezTo>
                  <a:cubicBezTo>
                    <a:pt x="490" y="189"/>
                    <a:pt x="492" y="180"/>
                    <a:pt x="492" y="171"/>
                  </a:cubicBezTo>
                  <a:cubicBezTo>
                    <a:pt x="491" y="149"/>
                    <a:pt x="490" y="126"/>
                    <a:pt x="487" y="103"/>
                  </a:cubicBezTo>
                  <a:cubicBezTo>
                    <a:pt x="486" y="89"/>
                    <a:pt x="481" y="76"/>
                    <a:pt x="476" y="63"/>
                  </a:cubicBezTo>
                  <a:cubicBezTo>
                    <a:pt x="473" y="54"/>
                    <a:pt x="466" y="47"/>
                    <a:pt x="461" y="39"/>
                  </a:cubicBezTo>
                  <a:cubicBezTo>
                    <a:pt x="454" y="30"/>
                    <a:pt x="451" y="17"/>
                    <a:pt x="438" y="15"/>
                  </a:cubicBezTo>
                  <a:cubicBezTo>
                    <a:pt x="432" y="13"/>
                    <a:pt x="425" y="11"/>
                    <a:pt x="418" y="8"/>
                  </a:cubicBezTo>
                  <a:cubicBezTo>
                    <a:pt x="407" y="3"/>
                    <a:pt x="397" y="0"/>
                    <a:pt x="38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273">
              <a:extLst>
                <a:ext uri="{FF2B5EF4-FFF2-40B4-BE49-F238E27FC236}">
                  <a16:creationId xmlns:a16="http://schemas.microsoft.com/office/drawing/2014/main" id="{420507CE-CE24-4CEF-B09E-D42A8A40ADBF}"/>
                </a:ext>
              </a:extLst>
            </p:cNvPr>
            <p:cNvSpPr>
              <a:spLocks noEditPoints="1"/>
            </p:cNvSpPr>
            <p:nvPr/>
          </p:nvSpPr>
          <p:spPr bwMode="auto">
            <a:xfrm>
              <a:off x="3515768" y="1536335"/>
              <a:ext cx="349325" cy="264332"/>
            </a:xfrm>
            <a:custGeom>
              <a:avLst/>
              <a:gdLst>
                <a:gd name="T0" fmla="*/ 311 w 958"/>
                <a:gd name="T1" fmla="*/ 228 h 723"/>
                <a:gd name="T2" fmla="*/ 344 w 958"/>
                <a:gd name="T3" fmla="*/ 189 h 723"/>
                <a:gd name="T4" fmla="*/ 379 w 958"/>
                <a:gd name="T5" fmla="*/ 257 h 723"/>
                <a:gd name="T6" fmla="*/ 690 w 958"/>
                <a:gd name="T7" fmla="*/ 0 h 723"/>
                <a:gd name="T8" fmla="*/ 569 w 958"/>
                <a:gd name="T9" fmla="*/ 25 h 723"/>
                <a:gd name="T10" fmla="*/ 508 w 958"/>
                <a:gd name="T11" fmla="*/ 55 h 723"/>
                <a:gd name="T12" fmla="*/ 487 w 958"/>
                <a:gd name="T13" fmla="*/ 62 h 723"/>
                <a:gd name="T14" fmla="*/ 476 w 958"/>
                <a:gd name="T15" fmla="*/ 65 h 723"/>
                <a:gd name="T16" fmla="*/ 438 w 958"/>
                <a:gd name="T17" fmla="*/ 72 h 723"/>
                <a:gd name="T18" fmla="*/ 325 w 958"/>
                <a:gd name="T19" fmla="*/ 99 h 723"/>
                <a:gd name="T20" fmla="*/ 253 w 958"/>
                <a:gd name="T21" fmla="*/ 172 h 723"/>
                <a:gd name="T22" fmla="*/ 225 w 958"/>
                <a:gd name="T23" fmla="*/ 144 h 723"/>
                <a:gd name="T24" fmla="*/ 143 w 958"/>
                <a:gd name="T25" fmla="*/ 126 h 723"/>
                <a:gd name="T26" fmla="*/ 131 w 958"/>
                <a:gd name="T27" fmla="*/ 221 h 723"/>
                <a:gd name="T28" fmla="*/ 130 w 958"/>
                <a:gd name="T29" fmla="*/ 358 h 723"/>
                <a:gd name="T30" fmla="*/ 36 w 958"/>
                <a:gd name="T31" fmla="*/ 479 h 723"/>
                <a:gd name="T32" fmla="*/ 11 w 958"/>
                <a:gd name="T33" fmla="*/ 555 h 723"/>
                <a:gd name="T34" fmla="*/ 24 w 958"/>
                <a:gd name="T35" fmla="*/ 705 h 723"/>
                <a:gd name="T36" fmla="*/ 95 w 958"/>
                <a:gd name="T37" fmla="*/ 680 h 723"/>
                <a:gd name="T38" fmla="*/ 140 w 958"/>
                <a:gd name="T39" fmla="*/ 583 h 723"/>
                <a:gd name="T40" fmla="*/ 292 w 958"/>
                <a:gd name="T41" fmla="*/ 479 h 723"/>
                <a:gd name="T42" fmla="*/ 384 w 958"/>
                <a:gd name="T43" fmla="*/ 429 h 723"/>
                <a:gd name="T44" fmla="*/ 482 w 958"/>
                <a:gd name="T45" fmla="*/ 393 h 723"/>
                <a:gd name="T46" fmla="*/ 572 w 958"/>
                <a:gd name="T47" fmla="*/ 357 h 723"/>
                <a:gd name="T48" fmla="*/ 715 w 958"/>
                <a:gd name="T49" fmla="*/ 322 h 723"/>
                <a:gd name="T50" fmla="*/ 734 w 958"/>
                <a:gd name="T51" fmla="*/ 333 h 723"/>
                <a:gd name="T52" fmla="*/ 684 w 958"/>
                <a:gd name="T53" fmla="*/ 368 h 723"/>
                <a:gd name="T54" fmla="*/ 625 w 958"/>
                <a:gd name="T55" fmla="*/ 396 h 723"/>
                <a:gd name="T56" fmla="*/ 646 w 958"/>
                <a:gd name="T57" fmla="*/ 404 h 723"/>
                <a:gd name="T58" fmla="*/ 693 w 958"/>
                <a:gd name="T59" fmla="*/ 414 h 723"/>
                <a:gd name="T60" fmla="*/ 841 w 958"/>
                <a:gd name="T61" fmla="*/ 442 h 723"/>
                <a:gd name="T62" fmla="*/ 944 w 958"/>
                <a:gd name="T63" fmla="*/ 395 h 723"/>
                <a:gd name="T64" fmla="*/ 849 w 958"/>
                <a:gd name="T65" fmla="*/ 234 h 723"/>
                <a:gd name="T66" fmla="*/ 786 w 958"/>
                <a:gd name="T67" fmla="*/ 214 h 723"/>
                <a:gd name="T68" fmla="*/ 709 w 958"/>
                <a:gd name="T69" fmla="*/ 230 h 723"/>
                <a:gd name="T70" fmla="*/ 557 w 958"/>
                <a:gd name="T71" fmla="*/ 276 h 723"/>
                <a:gd name="T72" fmla="*/ 531 w 958"/>
                <a:gd name="T73" fmla="*/ 291 h 723"/>
                <a:gd name="T74" fmla="*/ 422 w 958"/>
                <a:gd name="T75" fmla="*/ 329 h 723"/>
                <a:gd name="T76" fmla="*/ 296 w 958"/>
                <a:gd name="T77" fmla="*/ 385 h 723"/>
                <a:gd name="T78" fmla="*/ 164 w 958"/>
                <a:gd name="T79" fmla="*/ 461 h 723"/>
                <a:gd name="T80" fmla="*/ 85 w 958"/>
                <a:gd name="T81" fmla="*/ 512 h 723"/>
                <a:gd name="T82" fmla="*/ 100 w 958"/>
                <a:gd name="T83" fmla="*/ 439 h 723"/>
                <a:gd name="T84" fmla="*/ 208 w 958"/>
                <a:gd name="T85" fmla="*/ 356 h 723"/>
                <a:gd name="T86" fmla="*/ 231 w 958"/>
                <a:gd name="T87" fmla="*/ 355 h 723"/>
                <a:gd name="T88" fmla="*/ 306 w 958"/>
                <a:gd name="T89" fmla="*/ 341 h 723"/>
                <a:gd name="T90" fmla="*/ 441 w 958"/>
                <a:gd name="T91" fmla="*/ 298 h 723"/>
                <a:gd name="T92" fmla="*/ 559 w 958"/>
                <a:gd name="T93" fmla="*/ 240 h 723"/>
                <a:gd name="T94" fmla="*/ 649 w 958"/>
                <a:gd name="T95" fmla="*/ 186 h 723"/>
                <a:gd name="T96" fmla="*/ 718 w 958"/>
                <a:gd name="T97" fmla="*/ 121 h 723"/>
                <a:gd name="T98" fmla="*/ 716 w 958"/>
                <a:gd name="T99" fmla="*/ 4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58" h="723">
                  <a:moveTo>
                    <a:pt x="303" y="290"/>
                  </a:moveTo>
                  <a:cubicBezTo>
                    <a:pt x="293" y="284"/>
                    <a:pt x="290" y="273"/>
                    <a:pt x="297" y="260"/>
                  </a:cubicBezTo>
                  <a:cubicBezTo>
                    <a:pt x="302" y="249"/>
                    <a:pt x="306" y="238"/>
                    <a:pt x="311" y="228"/>
                  </a:cubicBezTo>
                  <a:cubicBezTo>
                    <a:pt x="318" y="215"/>
                    <a:pt x="326" y="204"/>
                    <a:pt x="334" y="192"/>
                  </a:cubicBezTo>
                  <a:cubicBezTo>
                    <a:pt x="336" y="190"/>
                    <a:pt x="340" y="188"/>
                    <a:pt x="343" y="188"/>
                  </a:cubicBezTo>
                  <a:cubicBezTo>
                    <a:pt x="343" y="188"/>
                    <a:pt x="344" y="189"/>
                    <a:pt x="344" y="189"/>
                  </a:cubicBezTo>
                  <a:cubicBezTo>
                    <a:pt x="359" y="195"/>
                    <a:pt x="371" y="203"/>
                    <a:pt x="379" y="217"/>
                  </a:cubicBezTo>
                  <a:cubicBezTo>
                    <a:pt x="382" y="222"/>
                    <a:pt x="385" y="226"/>
                    <a:pt x="388" y="231"/>
                  </a:cubicBezTo>
                  <a:cubicBezTo>
                    <a:pt x="391" y="237"/>
                    <a:pt x="386" y="253"/>
                    <a:pt x="379" y="257"/>
                  </a:cubicBezTo>
                  <a:cubicBezTo>
                    <a:pt x="374" y="259"/>
                    <a:pt x="368" y="261"/>
                    <a:pt x="363" y="263"/>
                  </a:cubicBezTo>
                  <a:cubicBezTo>
                    <a:pt x="344" y="272"/>
                    <a:pt x="325" y="280"/>
                    <a:pt x="303" y="290"/>
                  </a:cubicBezTo>
                  <a:moveTo>
                    <a:pt x="690" y="0"/>
                  </a:moveTo>
                  <a:cubicBezTo>
                    <a:pt x="683" y="0"/>
                    <a:pt x="676" y="1"/>
                    <a:pt x="669" y="1"/>
                  </a:cubicBezTo>
                  <a:cubicBezTo>
                    <a:pt x="650" y="3"/>
                    <a:pt x="632" y="10"/>
                    <a:pt x="613" y="12"/>
                  </a:cubicBezTo>
                  <a:cubicBezTo>
                    <a:pt x="597" y="13"/>
                    <a:pt x="582" y="17"/>
                    <a:pt x="569" y="25"/>
                  </a:cubicBezTo>
                  <a:cubicBezTo>
                    <a:pt x="563" y="28"/>
                    <a:pt x="557" y="29"/>
                    <a:pt x="551" y="31"/>
                  </a:cubicBezTo>
                  <a:cubicBezTo>
                    <a:pt x="542" y="35"/>
                    <a:pt x="531" y="37"/>
                    <a:pt x="525" y="44"/>
                  </a:cubicBezTo>
                  <a:cubicBezTo>
                    <a:pt x="520" y="50"/>
                    <a:pt x="515" y="55"/>
                    <a:pt x="508" y="55"/>
                  </a:cubicBezTo>
                  <a:cubicBezTo>
                    <a:pt x="508" y="55"/>
                    <a:pt x="507" y="54"/>
                    <a:pt x="507" y="54"/>
                  </a:cubicBezTo>
                  <a:cubicBezTo>
                    <a:pt x="506" y="54"/>
                    <a:pt x="505" y="54"/>
                    <a:pt x="504" y="54"/>
                  </a:cubicBezTo>
                  <a:cubicBezTo>
                    <a:pt x="497" y="54"/>
                    <a:pt x="491" y="56"/>
                    <a:pt x="487" y="62"/>
                  </a:cubicBezTo>
                  <a:cubicBezTo>
                    <a:pt x="486" y="64"/>
                    <a:pt x="484" y="66"/>
                    <a:pt x="482" y="66"/>
                  </a:cubicBezTo>
                  <a:cubicBezTo>
                    <a:pt x="482" y="66"/>
                    <a:pt x="482" y="66"/>
                    <a:pt x="482" y="66"/>
                  </a:cubicBezTo>
                  <a:cubicBezTo>
                    <a:pt x="480" y="66"/>
                    <a:pt x="478" y="65"/>
                    <a:pt x="476" y="65"/>
                  </a:cubicBezTo>
                  <a:cubicBezTo>
                    <a:pt x="470" y="65"/>
                    <a:pt x="464" y="67"/>
                    <a:pt x="459" y="69"/>
                  </a:cubicBezTo>
                  <a:cubicBezTo>
                    <a:pt x="453" y="70"/>
                    <a:pt x="447" y="72"/>
                    <a:pt x="441" y="72"/>
                  </a:cubicBezTo>
                  <a:cubicBezTo>
                    <a:pt x="440" y="72"/>
                    <a:pt x="439" y="72"/>
                    <a:pt x="438" y="72"/>
                  </a:cubicBezTo>
                  <a:cubicBezTo>
                    <a:pt x="429" y="71"/>
                    <a:pt x="419" y="71"/>
                    <a:pt x="410" y="71"/>
                  </a:cubicBezTo>
                  <a:cubicBezTo>
                    <a:pt x="390" y="71"/>
                    <a:pt x="369" y="73"/>
                    <a:pt x="349" y="77"/>
                  </a:cubicBezTo>
                  <a:cubicBezTo>
                    <a:pt x="336" y="81"/>
                    <a:pt x="329" y="87"/>
                    <a:pt x="325" y="99"/>
                  </a:cubicBezTo>
                  <a:cubicBezTo>
                    <a:pt x="323" y="105"/>
                    <a:pt x="320" y="111"/>
                    <a:pt x="316" y="116"/>
                  </a:cubicBezTo>
                  <a:cubicBezTo>
                    <a:pt x="308" y="126"/>
                    <a:pt x="300" y="135"/>
                    <a:pt x="291" y="143"/>
                  </a:cubicBezTo>
                  <a:cubicBezTo>
                    <a:pt x="279" y="153"/>
                    <a:pt x="266" y="163"/>
                    <a:pt x="253" y="172"/>
                  </a:cubicBezTo>
                  <a:cubicBezTo>
                    <a:pt x="252" y="173"/>
                    <a:pt x="251" y="173"/>
                    <a:pt x="249" y="173"/>
                  </a:cubicBezTo>
                  <a:cubicBezTo>
                    <a:pt x="247" y="173"/>
                    <a:pt x="245" y="172"/>
                    <a:pt x="245" y="171"/>
                  </a:cubicBezTo>
                  <a:cubicBezTo>
                    <a:pt x="237" y="163"/>
                    <a:pt x="229" y="154"/>
                    <a:pt x="225" y="144"/>
                  </a:cubicBezTo>
                  <a:cubicBezTo>
                    <a:pt x="218" y="129"/>
                    <a:pt x="205" y="122"/>
                    <a:pt x="193" y="116"/>
                  </a:cubicBezTo>
                  <a:cubicBezTo>
                    <a:pt x="186" y="114"/>
                    <a:pt x="180" y="112"/>
                    <a:pt x="174" y="112"/>
                  </a:cubicBezTo>
                  <a:cubicBezTo>
                    <a:pt x="163" y="112"/>
                    <a:pt x="153" y="116"/>
                    <a:pt x="143" y="126"/>
                  </a:cubicBezTo>
                  <a:cubicBezTo>
                    <a:pt x="136" y="134"/>
                    <a:pt x="125" y="136"/>
                    <a:pt x="123" y="150"/>
                  </a:cubicBezTo>
                  <a:cubicBezTo>
                    <a:pt x="121" y="164"/>
                    <a:pt x="116" y="176"/>
                    <a:pt x="123" y="189"/>
                  </a:cubicBezTo>
                  <a:cubicBezTo>
                    <a:pt x="127" y="199"/>
                    <a:pt x="128" y="211"/>
                    <a:pt x="131" y="221"/>
                  </a:cubicBezTo>
                  <a:cubicBezTo>
                    <a:pt x="137" y="241"/>
                    <a:pt x="140" y="262"/>
                    <a:pt x="153" y="279"/>
                  </a:cubicBezTo>
                  <a:cubicBezTo>
                    <a:pt x="163" y="294"/>
                    <a:pt x="174" y="309"/>
                    <a:pt x="186" y="326"/>
                  </a:cubicBezTo>
                  <a:cubicBezTo>
                    <a:pt x="165" y="338"/>
                    <a:pt x="148" y="349"/>
                    <a:pt x="130" y="358"/>
                  </a:cubicBezTo>
                  <a:cubicBezTo>
                    <a:pt x="108" y="369"/>
                    <a:pt x="92" y="386"/>
                    <a:pt x="78" y="406"/>
                  </a:cubicBezTo>
                  <a:cubicBezTo>
                    <a:pt x="68" y="421"/>
                    <a:pt x="60" y="437"/>
                    <a:pt x="51" y="452"/>
                  </a:cubicBezTo>
                  <a:cubicBezTo>
                    <a:pt x="46" y="461"/>
                    <a:pt x="41" y="470"/>
                    <a:pt x="36" y="479"/>
                  </a:cubicBezTo>
                  <a:cubicBezTo>
                    <a:pt x="32" y="485"/>
                    <a:pt x="28" y="492"/>
                    <a:pt x="25" y="499"/>
                  </a:cubicBezTo>
                  <a:cubicBezTo>
                    <a:pt x="22" y="504"/>
                    <a:pt x="20" y="510"/>
                    <a:pt x="19" y="515"/>
                  </a:cubicBezTo>
                  <a:cubicBezTo>
                    <a:pt x="16" y="528"/>
                    <a:pt x="14" y="542"/>
                    <a:pt x="11" y="555"/>
                  </a:cubicBezTo>
                  <a:cubicBezTo>
                    <a:pt x="8" y="568"/>
                    <a:pt x="1" y="580"/>
                    <a:pt x="3" y="592"/>
                  </a:cubicBezTo>
                  <a:cubicBezTo>
                    <a:pt x="5" y="607"/>
                    <a:pt x="0" y="623"/>
                    <a:pt x="6" y="638"/>
                  </a:cubicBezTo>
                  <a:cubicBezTo>
                    <a:pt x="14" y="660"/>
                    <a:pt x="17" y="683"/>
                    <a:pt x="24" y="705"/>
                  </a:cubicBezTo>
                  <a:cubicBezTo>
                    <a:pt x="27" y="718"/>
                    <a:pt x="37" y="723"/>
                    <a:pt x="46" y="723"/>
                  </a:cubicBezTo>
                  <a:cubicBezTo>
                    <a:pt x="53" y="723"/>
                    <a:pt x="59" y="721"/>
                    <a:pt x="63" y="717"/>
                  </a:cubicBezTo>
                  <a:cubicBezTo>
                    <a:pt x="75" y="706"/>
                    <a:pt x="86" y="694"/>
                    <a:pt x="95" y="680"/>
                  </a:cubicBezTo>
                  <a:cubicBezTo>
                    <a:pt x="103" y="668"/>
                    <a:pt x="107" y="654"/>
                    <a:pt x="113" y="640"/>
                  </a:cubicBezTo>
                  <a:cubicBezTo>
                    <a:pt x="120" y="625"/>
                    <a:pt x="131" y="612"/>
                    <a:pt x="132" y="594"/>
                  </a:cubicBezTo>
                  <a:cubicBezTo>
                    <a:pt x="132" y="590"/>
                    <a:pt x="136" y="586"/>
                    <a:pt x="140" y="583"/>
                  </a:cubicBezTo>
                  <a:cubicBezTo>
                    <a:pt x="155" y="570"/>
                    <a:pt x="172" y="558"/>
                    <a:pt x="186" y="544"/>
                  </a:cubicBezTo>
                  <a:cubicBezTo>
                    <a:pt x="212" y="516"/>
                    <a:pt x="248" y="504"/>
                    <a:pt x="280" y="486"/>
                  </a:cubicBezTo>
                  <a:cubicBezTo>
                    <a:pt x="284" y="484"/>
                    <a:pt x="288" y="482"/>
                    <a:pt x="292" y="479"/>
                  </a:cubicBezTo>
                  <a:cubicBezTo>
                    <a:pt x="307" y="470"/>
                    <a:pt x="321" y="460"/>
                    <a:pt x="336" y="451"/>
                  </a:cubicBezTo>
                  <a:cubicBezTo>
                    <a:pt x="349" y="442"/>
                    <a:pt x="368" y="445"/>
                    <a:pt x="379" y="431"/>
                  </a:cubicBezTo>
                  <a:cubicBezTo>
                    <a:pt x="380" y="430"/>
                    <a:pt x="382" y="430"/>
                    <a:pt x="384" y="429"/>
                  </a:cubicBezTo>
                  <a:cubicBezTo>
                    <a:pt x="397" y="426"/>
                    <a:pt x="409" y="422"/>
                    <a:pt x="422" y="417"/>
                  </a:cubicBezTo>
                  <a:cubicBezTo>
                    <a:pt x="429" y="415"/>
                    <a:pt x="434" y="409"/>
                    <a:pt x="442" y="406"/>
                  </a:cubicBezTo>
                  <a:cubicBezTo>
                    <a:pt x="455" y="401"/>
                    <a:pt x="469" y="398"/>
                    <a:pt x="482" y="393"/>
                  </a:cubicBezTo>
                  <a:cubicBezTo>
                    <a:pt x="494" y="388"/>
                    <a:pt x="506" y="381"/>
                    <a:pt x="518" y="376"/>
                  </a:cubicBezTo>
                  <a:cubicBezTo>
                    <a:pt x="530" y="372"/>
                    <a:pt x="542" y="369"/>
                    <a:pt x="553" y="366"/>
                  </a:cubicBezTo>
                  <a:cubicBezTo>
                    <a:pt x="559" y="364"/>
                    <a:pt x="566" y="360"/>
                    <a:pt x="572" y="357"/>
                  </a:cubicBezTo>
                  <a:cubicBezTo>
                    <a:pt x="577" y="355"/>
                    <a:pt x="582" y="351"/>
                    <a:pt x="588" y="350"/>
                  </a:cubicBezTo>
                  <a:cubicBezTo>
                    <a:pt x="613" y="343"/>
                    <a:pt x="637" y="335"/>
                    <a:pt x="662" y="329"/>
                  </a:cubicBezTo>
                  <a:cubicBezTo>
                    <a:pt x="680" y="325"/>
                    <a:pt x="697" y="324"/>
                    <a:pt x="715" y="322"/>
                  </a:cubicBezTo>
                  <a:cubicBezTo>
                    <a:pt x="716" y="322"/>
                    <a:pt x="716" y="322"/>
                    <a:pt x="716" y="322"/>
                  </a:cubicBezTo>
                  <a:cubicBezTo>
                    <a:pt x="721" y="322"/>
                    <a:pt x="727" y="324"/>
                    <a:pt x="731" y="326"/>
                  </a:cubicBezTo>
                  <a:cubicBezTo>
                    <a:pt x="733" y="327"/>
                    <a:pt x="734" y="332"/>
                    <a:pt x="734" y="333"/>
                  </a:cubicBezTo>
                  <a:cubicBezTo>
                    <a:pt x="728" y="338"/>
                    <a:pt x="721" y="343"/>
                    <a:pt x="715" y="347"/>
                  </a:cubicBezTo>
                  <a:cubicBezTo>
                    <a:pt x="706" y="353"/>
                    <a:pt x="693" y="352"/>
                    <a:pt x="689" y="366"/>
                  </a:cubicBezTo>
                  <a:cubicBezTo>
                    <a:pt x="689" y="367"/>
                    <a:pt x="686" y="368"/>
                    <a:pt x="684" y="368"/>
                  </a:cubicBezTo>
                  <a:cubicBezTo>
                    <a:pt x="677" y="371"/>
                    <a:pt x="669" y="371"/>
                    <a:pt x="663" y="375"/>
                  </a:cubicBezTo>
                  <a:cubicBezTo>
                    <a:pt x="654" y="382"/>
                    <a:pt x="646" y="387"/>
                    <a:pt x="635" y="388"/>
                  </a:cubicBezTo>
                  <a:cubicBezTo>
                    <a:pt x="631" y="388"/>
                    <a:pt x="628" y="393"/>
                    <a:pt x="625" y="396"/>
                  </a:cubicBezTo>
                  <a:cubicBezTo>
                    <a:pt x="629" y="399"/>
                    <a:pt x="632" y="403"/>
                    <a:pt x="636" y="403"/>
                  </a:cubicBezTo>
                  <a:cubicBezTo>
                    <a:pt x="638" y="404"/>
                    <a:pt x="640" y="404"/>
                    <a:pt x="642" y="404"/>
                  </a:cubicBezTo>
                  <a:cubicBezTo>
                    <a:pt x="643" y="404"/>
                    <a:pt x="645" y="404"/>
                    <a:pt x="646" y="404"/>
                  </a:cubicBezTo>
                  <a:cubicBezTo>
                    <a:pt x="648" y="404"/>
                    <a:pt x="649" y="403"/>
                    <a:pt x="651" y="403"/>
                  </a:cubicBezTo>
                  <a:cubicBezTo>
                    <a:pt x="653" y="403"/>
                    <a:pt x="654" y="404"/>
                    <a:pt x="656" y="404"/>
                  </a:cubicBezTo>
                  <a:cubicBezTo>
                    <a:pt x="669" y="406"/>
                    <a:pt x="685" y="406"/>
                    <a:pt x="693" y="414"/>
                  </a:cubicBezTo>
                  <a:cubicBezTo>
                    <a:pt x="707" y="427"/>
                    <a:pt x="724" y="431"/>
                    <a:pt x="741" y="433"/>
                  </a:cubicBezTo>
                  <a:cubicBezTo>
                    <a:pt x="771" y="438"/>
                    <a:pt x="802" y="439"/>
                    <a:pt x="833" y="441"/>
                  </a:cubicBezTo>
                  <a:cubicBezTo>
                    <a:pt x="836" y="441"/>
                    <a:pt x="838" y="442"/>
                    <a:pt x="841" y="442"/>
                  </a:cubicBezTo>
                  <a:cubicBezTo>
                    <a:pt x="859" y="442"/>
                    <a:pt x="877" y="436"/>
                    <a:pt x="893" y="426"/>
                  </a:cubicBezTo>
                  <a:cubicBezTo>
                    <a:pt x="907" y="417"/>
                    <a:pt x="920" y="408"/>
                    <a:pt x="937" y="403"/>
                  </a:cubicBezTo>
                  <a:cubicBezTo>
                    <a:pt x="940" y="403"/>
                    <a:pt x="943" y="399"/>
                    <a:pt x="944" y="395"/>
                  </a:cubicBezTo>
                  <a:cubicBezTo>
                    <a:pt x="948" y="381"/>
                    <a:pt x="953" y="366"/>
                    <a:pt x="955" y="351"/>
                  </a:cubicBezTo>
                  <a:cubicBezTo>
                    <a:pt x="958" y="301"/>
                    <a:pt x="936" y="285"/>
                    <a:pt x="901" y="265"/>
                  </a:cubicBezTo>
                  <a:cubicBezTo>
                    <a:pt x="883" y="255"/>
                    <a:pt x="861" y="255"/>
                    <a:pt x="849" y="234"/>
                  </a:cubicBezTo>
                  <a:cubicBezTo>
                    <a:pt x="847" y="229"/>
                    <a:pt x="837" y="229"/>
                    <a:pt x="831" y="226"/>
                  </a:cubicBezTo>
                  <a:cubicBezTo>
                    <a:pt x="816" y="222"/>
                    <a:pt x="800" y="223"/>
                    <a:pt x="787" y="214"/>
                  </a:cubicBezTo>
                  <a:cubicBezTo>
                    <a:pt x="787" y="214"/>
                    <a:pt x="786" y="214"/>
                    <a:pt x="786" y="214"/>
                  </a:cubicBezTo>
                  <a:cubicBezTo>
                    <a:pt x="785" y="214"/>
                    <a:pt x="783" y="215"/>
                    <a:pt x="781" y="215"/>
                  </a:cubicBezTo>
                  <a:cubicBezTo>
                    <a:pt x="769" y="217"/>
                    <a:pt x="757" y="219"/>
                    <a:pt x="745" y="221"/>
                  </a:cubicBezTo>
                  <a:cubicBezTo>
                    <a:pt x="733" y="224"/>
                    <a:pt x="721" y="226"/>
                    <a:pt x="709" y="230"/>
                  </a:cubicBezTo>
                  <a:cubicBezTo>
                    <a:pt x="686" y="236"/>
                    <a:pt x="664" y="242"/>
                    <a:pt x="642" y="249"/>
                  </a:cubicBezTo>
                  <a:cubicBezTo>
                    <a:pt x="630" y="253"/>
                    <a:pt x="617" y="257"/>
                    <a:pt x="606" y="264"/>
                  </a:cubicBezTo>
                  <a:cubicBezTo>
                    <a:pt x="591" y="274"/>
                    <a:pt x="573" y="276"/>
                    <a:pt x="557" y="276"/>
                  </a:cubicBezTo>
                  <a:cubicBezTo>
                    <a:pt x="556" y="276"/>
                    <a:pt x="556" y="276"/>
                    <a:pt x="556" y="276"/>
                  </a:cubicBezTo>
                  <a:cubicBezTo>
                    <a:pt x="556" y="276"/>
                    <a:pt x="555" y="276"/>
                    <a:pt x="555" y="276"/>
                  </a:cubicBezTo>
                  <a:cubicBezTo>
                    <a:pt x="542" y="276"/>
                    <a:pt x="537" y="283"/>
                    <a:pt x="531" y="291"/>
                  </a:cubicBezTo>
                  <a:cubicBezTo>
                    <a:pt x="530" y="294"/>
                    <a:pt x="528" y="299"/>
                    <a:pt x="526" y="299"/>
                  </a:cubicBezTo>
                  <a:cubicBezTo>
                    <a:pt x="512" y="304"/>
                    <a:pt x="497" y="307"/>
                    <a:pt x="483" y="311"/>
                  </a:cubicBezTo>
                  <a:cubicBezTo>
                    <a:pt x="463" y="316"/>
                    <a:pt x="442" y="322"/>
                    <a:pt x="422" y="329"/>
                  </a:cubicBezTo>
                  <a:cubicBezTo>
                    <a:pt x="406" y="334"/>
                    <a:pt x="391" y="340"/>
                    <a:pt x="376" y="346"/>
                  </a:cubicBezTo>
                  <a:cubicBezTo>
                    <a:pt x="368" y="350"/>
                    <a:pt x="360" y="354"/>
                    <a:pt x="352" y="358"/>
                  </a:cubicBezTo>
                  <a:cubicBezTo>
                    <a:pt x="333" y="367"/>
                    <a:pt x="314" y="376"/>
                    <a:pt x="296" y="385"/>
                  </a:cubicBezTo>
                  <a:cubicBezTo>
                    <a:pt x="286" y="390"/>
                    <a:pt x="276" y="392"/>
                    <a:pt x="267" y="398"/>
                  </a:cubicBezTo>
                  <a:cubicBezTo>
                    <a:pt x="244" y="411"/>
                    <a:pt x="222" y="426"/>
                    <a:pt x="200" y="440"/>
                  </a:cubicBezTo>
                  <a:cubicBezTo>
                    <a:pt x="188" y="448"/>
                    <a:pt x="176" y="454"/>
                    <a:pt x="164" y="461"/>
                  </a:cubicBezTo>
                  <a:cubicBezTo>
                    <a:pt x="158" y="465"/>
                    <a:pt x="150" y="468"/>
                    <a:pt x="146" y="474"/>
                  </a:cubicBezTo>
                  <a:cubicBezTo>
                    <a:pt x="140" y="484"/>
                    <a:pt x="132" y="491"/>
                    <a:pt x="122" y="495"/>
                  </a:cubicBezTo>
                  <a:cubicBezTo>
                    <a:pt x="110" y="501"/>
                    <a:pt x="98" y="506"/>
                    <a:pt x="85" y="512"/>
                  </a:cubicBezTo>
                  <a:cubicBezTo>
                    <a:pt x="84" y="509"/>
                    <a:pt x="81" y="504"/>
                    <a:pt x="82" y="499"/>
                  </a:cubicBezTo>
                  <a:cubicBezTo>
                    <a:pt x="83" y="490"/>
                    <a:pt x="86" y="482"/>
                    <a:pt x="88" y="474"/>
                  </a:cubicBezTo>
                  <a:cubicBezTo>
                    <a:pt x="92" y="462"/>
                    <a:pt x="95" y="450"/>
                    <a:pt x="100" y="439"/>
                  </a:cubicBezTo>
                  <a:cubicBezTo>
                    <a:pt x="105" y="430"/>
                    <a:pt x="114" y="423"/>
                    <a:pt x="118" y="414"/>
                  </a:cubicBezTo>
                  <a:cubicBezTo>
                    <a:pt x="125" y="398"/>
                    <a:pt x="139" y="391"/>
                    <a:pt x="152" y="384"/>
                  </a:cubicBezTo>
                  <a:cubicBezTo>
                    <a:pt x="170" y="373"/>
                    <a:pt x="189" y="365"/>
                    <a:pt x="208" y="356"/>
                  </a:cubicBezTo>
                  <a:cubicBezTo>
                    <a:pt x="210" y="355"/>
                    <a:pt x="211" y="355"/>
                    <a:pt x="213" y="355"/>
                  </a:cubicBezTo>
                  <a:cubicBezTo>
                    <a:pt x="214" y="355"/>
                    <a:pt x="214" y="355"/>
                    <a:pt x="214" y="355"/>
                  </a:cubicBezTo>
                  <a:cubicBezTo>
                    <a:pt x="220" y="355"/>
                    <a:pt x="225" y="355"/>
                    <a:pt x="231" y="355"/>
                  </a:cubicBezTo>
                  <a:cubicBezTo>
                    <a:pt x="237" y="355"/>
                    <a:pt x="242" y="355"/>
                    <a:pt x="248" y="355"/>
                  </a:cubicBezTo>
                  <a:cubicBezTo>
                    <a:pt x="256" y="355"/>
                    <a:pt x="264" y="355"/>
                    <a:pt x="271" y="354"/>
                  </a:cubicBezTo>
                  <a:cubicBezTo>
                    <a:pt x="284" y="353"/>
                    <a:pt x="297" y="348"/>
                    <a:pt x="306" y="341"/>
                  </a:cubicBezTo>
                  <a:cubicBezTo>
                    <a:pt x="321" y="329"/>
                    <a:pt x="339" y="327"/>
                    <a:pt x="355" y="322"/>
                  </a:cubicBezTo>
                  <a:cubicBezTo>
                    <a:pt x="375" y="316"/>
                    <a:pt x="396" y="313"/>
                    <a:pt x="416" y="308"/>
                  </a:cubicBezTo>
                  <a:cubicBezTo>
                    <a:pt x="425" y="305"/>
                    <a:pt x="433" y="301"/>
                    <a:pt x="441" y="298"/>
                  </a:cubicBezTo>
                  <a:cubicBezTo>
                    <a:pt x="446" y="297"/>
                    <a:pt x="451" y="296"/>
                    <a:pt x="455" y="294"/>
                  </a:cubicBezTo>
                  <a:cubicBezTo>
                    <a:pt x="471" y="286"/>
                    <a:pt x="487" y="280"/>
                    <a:pt x="502" y="269"/>
                  </a:cubicBezTo>
                  <a:cubicBezTo>
                    <a:pt x="519" y="257"/>
                    <a:pt x="540" y="249"/>
                    <a:pt x="559" y="240"/>
                  </a:cubicBezTo>
                  <a:cubicBezTo>
                    <a:pt x="565" y="237"/>
                    <a:pt x="571" y="234"/>
                    <a:pt x="577" y="230"/>
                  </a:cubicBezTo>
                  <a:cubicBezTo>
                    <a:pt x="590" y="223"/>
                    <a:pt x="602" y="215"/>
                    <a:pt x="615" y="207"/>
                  </a:cubicBezTo>
                  <a:cubicBezTo>
                    <a:pt x="626" y="200"/>
                    <a:pt x="640" y="195"/>
                    <a:pt x="649" y="186"/>
                  </a:cubicBezTo>
                  <a:cubicBezTo>
                    <a:pt x="667" y="168"/>
                    <a:pt x="691" y="157"/>
                    <a:pt x="704" y="134"/>
                  </a:cubicBezTo>
                  <a:cubicBezTo>
                    <a:pt x="705" y="133"/>
                    <a:pt x="707" y="132"/>
                    <a:pt x="708" y="131"/>
                  </a:cubicBezTo>
                  <a:cubicBezTo>
                    <a:pt x="712" y="128"/>
                    <a:pt x="716" y="125"/>
                    <a:pt x="718" y="121"/>
                  </a:cubicBezTo>
                  <a:cubicBezTo>
                    <a:pt x="728" y="104"/>
                    <a:pt x="738" y="87"/>
                    <a:pt x="744" y="69"/>
                  </a:cubicBezTo>
                  <a:cubicBezTo>
                    <a:pt x="748" y="59"/>
                    <a:pt x="749" y="46"/>
                    <a:pt x="746" y="35"/>
                  </a:cubicBezTo>
                  <a:cubicBezTo>
                    <a:pt x="743" y="20"/>
                    <a:pt x="734" y="10"/>
                    <a:pt x="716" y="4"/>
                  </a:cubicBezTo>
                  <a:cubicBezTo>
                    <a:pt x="707" y="1"/>
                    <a:pt x="698" y="0"/>
                    <a:pt x="6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4" name="Freeform 274">
              <a:extLst>
                <a:ext uri="{FF2B5EF4-FFF2-40B4-BE49-F238E27FC236}">
                  <a16:creationId xmlns:a16="http://schemas.microsoft.com/office/drawing/2014/main" id="{8826AAF2-13E8-491A-9702-3E3D4584CA05}"/>
                </a:ext>
              </a:extLst>
            </p:cNvPr>
            <p:cNvSpPr>
              <a:spLocks noEditPoints="1"/>
            </p:cNvSpPr>
            <p:nvPr/>
          </p:nvSpPr>
          <p:spPr bwMode="auto">
            <a:xfrm>
              <a:off x="3534881" y="1712014"/>
              <a:ext cx="233019" cy="280192"/>
            </a:xfrm>
            <a:custGeom>
              <a:avLst/>
              <a:gdLst>
                <a:gd name="T0" fmla="*/ 381 w 640"/>
                <a:gd name="T1" fmla="*/ 108 h 768"/>
                <a:gd name="T2" fmla="*/ 381 w 640"/>
                <a:gd name="T3" fmla="*/ 108 h 768"/>
                <a:gd name="T4" fmla="*/ 351 w 640"/>
                <a:gd name="T5" fmla="*/ 14 h 768"/>
                <a:gd name="T6" fmla="*/ 251 w 640"/>
                <a:gd name="T7" fmla="*/ 63 h 768"/>
                <a:gd name="T8" fmla="*/ 185 w 640"/>
                <a:gd name="T9" fmla="*/ 136 h 768"/>
                <a:gd name="T10" fmla="*/ 238 w 640"/>
                <a:gd name="T11" fmla="*/ 153 h 768"/>
                <a:gd name="T12" fmla="*/ 260 w 640"/>
                <a:gd name="T13" fmla="*/ 133 h 768"/>
                <a:gd name="T14" fmla="*/ 326 w 640"/>
                <a:gd name="T15" fmla="*/ 96 h 768"/>
                <a:gd name="T16" fmla="*/ 439 w 640"/>
                <a:gd name="T17" fmla="*/ 58 h 768"/>
                <a:gd name="T18" fmla="*/ 453 w 640"/>
                <a:gd name="T19" fmla="*/ 62 h 768"/>
                <a:gd name="T20" fmla="*/ 408 w 640"/>
                <a:gd name="T21" fmla="*/ 96 h 768"/>
                <a:gd name="T22" fmla="*/ 383 w 640"/>
                <a:gd name="T23" fmla="*/ 109 h 768"/>
                <a:gd name="T24" fmla="*/ 381 w 640"/>
                <a:gd name="T25" fmla="*/ 108 h 768"/>
                <a:gd name="T26" fmla="*/ 326 w 640"/>
                <a:gd name="T27" fmla="*/ 160 h 768"/>
                <a:gd name="T28" fmla="*/ 321 w 640"/>
                <a:gd name="T29" fmla="*/ 218 h 768"/>
                <a:gd name="T30" fmla="*/ 328 w 640"/>
                <a:gd name="T31" fmla="*/ 254 h 768"/>
                <a:gd name="T32" fmla="*/ 199 w 640"/>
                <a:gd name="T33" fmla="*/ 293 h 768"/>
                <a:gd name="T34" fmla="*/ 163 w 640"/>
                <a:gd name="T35" fmla="*/ 306 h 768"/>
                <a:gd name="T36" fmla="*/ 149 w 640"/>
                <a:gd name="T37" fmla="*/ 320 h 768"/>
                <a:gd name="T38" fmla="*/ 199 w 640"/>
                <a:gd name="T39" fmla="*/ 375 h 768"/>
                <a:gd name="T40" fmla="*/ 272 w 640"/>
                <a:gd name="T41" fmla="*/ 397 h 768"/>
                <a:gd name="T42" fmla="*/ 316 w 640"/>
                <a:gd name="T43" fmla="*/ 397 h 768"/>
                <a:gd name="T44" fmla="*/ 337 w 640"/>
                <a:gd name="T45" fmla="*/ 397 h 768"/>
                <a:gd name="T46" fmla="*/ 350 w 640"/>
                <a:gd name="T47" fmla="*/ 458 h 768"/>
                <a:gd name="T48" fmla="*/ 343 w 640"/>
                <a:gd name="T49" fmla="*/ 545 h 768"/>
                <a:gd name="T50" fmla="*/ 337 w 640"/>
                <a:gd name="T51" fmla="*/ 581 h 768"/>
                <a:gd name="T52" fmla="*/ 260 w 640"/>
                <a:gd name="T53" fmla="*/ 630 h 768"/>
                <a:gd name="T54" fmla="*/ 249 w 640"/>
                <a:gd name="T55" fmla="*/ 629 h 768"/>
                <a:gd name="T56" fmla="*/ 214 w 640"/>
                <a:gd name="T57" fmla="*/ 636 h 768"/>
                <a:gd name="T58" fmla="*/ 175 w 640"/>
                <a:gd name="T59" fmla="*/ 636 h 768"/>
                <a:gd name="T60" fmla="*/ 48 w 640"/>
                <a:gd name="T61" fmla="*/ 636 h 768"/>
                <a:gd name="T62" fmla="*/ 0 w 640"/>
                <a:gd name="T63" fmla="*/ 651 h 768"/>
                <a:gd name="T64" fmla="*/ 51 w 640"/>
                <a:gd name="T65" fmla="*/ 683 h 768"/>
                <a:gd name="T66" fmla="*/ 131 w 640"/>
                <a:gd name="T67" fmla="*/ 716 h 768"/>
                <a:gd name="T68" fmla="*/ 150 w 640"/>
                <a:gd name="T69" fmla="*/ 730 h 768"/>
                <a:gd name="T70" fmla="*/ 279 w 640"/>
                <a:gd name="T71" fmla="*/ 768 h 768"/>
                <a:gd name="T72" fmla="*/ 331 w 640"/>
                <a:gd name="T73" fmla="*/ 762 h 768"/>
                <a:gd name="T74" fmla="*/ 420 w 640"/>
                <a:gd name="T75" fmla="*/ 722 h 768"/>
                <a:gd name="T76" fmla="*/ 452 w 640"/>
                <a:gd name="T77" fmla="*/ 691 h 768"/>
                <a:gd name="T78" fmla="*/ 465 w 640"/>
                <a:gd name="T79" fmla="*/ 637 h 768"/>
                <a:gd name="T80" fmla="*/ 451 w 640"/>
                <a:gd name="T81" fmla="*/ 563 h 768"/>
                <a:gd name="T82" fmla="*/ 445 w 640"/>
                <a:gd name="T83" fmla="*/ 483 h 768"/>
                <a:gd name="T84" fmla="*/ 439 w 640"/>
                <a:gd name="T85" fmla="*/ 400 h 768"/>
                <a:gd name="T86" fmla="*/ 481 w 640"/>
                <a:gd name="T87" fmla="*/ 373 h 768"/>
                <a:gd name="T88" fmla="*/ 623 w 640"/>
                <a:gd name="T89" fmla="*/ 310 h 768"/>
                <a:gd name="T90" fmla="*/ 610 w 640"/>
                <a:gd name="T91" fmla="*/ 228 h 768"/>
                <a:gd name="T92" fmla="*/ 546 w 640"/>
                <a:gd name="T93" fmla="*/ 198 h 768"/>
                <a:gd name="T94" fmla="*/ 494 w 640"/>
                <a:gd name="T95" fmla="*/ 198 h 768"/>
                <a:gd name="T96" fmla="*/ 485 w 640"/>
                <a:gd name="T97" fmla="*/ 198 h 768"/>
                <a:gd name="T98" fmla="*/ 410 w 640"/>
                <a:gd name="T99" fmla="*/ 202 h 768"/>
                <a:gd name="T100" fmla="*/ 418 w 640"/>
                <a:gd name="T101" fmla="*/ 166 h 768"/>
                <a:gd name="T102" fmla="*/ 536 w 640"/>
                <a:gd name="T103" fmla="*/ 88 h 768"/>
                <a:gd name="T104" fmla="*/ 555 w 640"/>
                <a:gd name="T105" fmla="*/ 34 h 768"/>
                <a:gd name="T106" fmla="*/ 519 w 640"/>
                <a:gd name="T107" fmla="*/ 6 h 768"/>
                <a:gd name="T108" fmla="*/ 511 w 640"/>
                <a:gd name="T109" fmla="*/ 6 h 768"/>
                <a:gd name="T110" fmla="*/ 503 w 640"/>
                <a:gd name="T111" fmla="*/ 7 h 768"/>
                <a:gd name="T112" fmla="*/ 418 w 640"/>
                <a:gd name="T113"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0" h="768">
                  <a:moveTo>
                    <a:pt x="381" y="108"/>
                  </a:moveTo>
                  <a:cubicBezTo>
                    <a:pt x="381" y="108"/>
                    <a:pt x="381" y="108"/>
                    <a:pt x="381" y="108"/>
                  </a:cubicBezTo>
                  <a:cubicBezTo>
                    <a:pt x="381" y="108"/>
                    <a:pt x="381" y="108"/>
                    <a:pt x="381" y="108"/>
                  </a:cubicBezTo>
                  <a:cubicBezTo>
                    <a:pt x="381" y="108"/>
                    <a:pt x="381" y="108"/>
                    <a:pt x="381" y="108"/>
                  </a:cubicBezTo>
                  <a:moveTo>
                    <a:pt x="418" y="0"/>
                  </a:moveTo>
                  <a:cubicBezTo>
                    <a:pt x="394" y="0"/>
                    <a:pt x="373" y="9"/>
                    <a:pt x="351" y="14"/>
                  </a:cubicBezTo>
                  <a:cubicBezTo>
                    <a:pt x="333" y="18"/>
                    <a:pt x="316" y="27"/>
                    <a:pt x="298" y="34"/>
                  </a:cubicBezTo>
                  <a:cubicBezTo>
                    <a:pt x="281" y="41"/>
                    <a:pt x="266" y="52"/>
                    <a:pt x="251" y="63"/>
                  </a:cubicBezTo>
                  <a:cubicBezTo>
                    <a:pt x="231" y="79"/>
                    <a:pt x="208" y="89"/>
                    <a:pt x="189" y="106"/>
                  </a:cubicBezTo>
                  <a:cubicBezTo>
                    <a:pt x="182" y="113"/>
                    <a:pt x="178" y="131"/>
                    <a:pt x="185" y="136"/>
                  </a:cubicBezTo>
                  <a:cubicBezTo>
                    <a:pt x="198" y="147"/>
                    <a:pt x="213" y="154"/>
                    <a:pt x="230" y="154"/>
                  </a:cubicBezTo>
                  <a:cubicBezTo>
                    <a:pt x="232" y="154"/>
                    <a:pt x="235" y="154"/>
                    <a:pt x="238" y="153"/>
                  </a:cubicBezTo>
                  <a:cubicBezTo>
                    <a:pt x="240" y="153"/>
                    <a:pt x="243" y="151"/>
                    <a:pt x="245" y="149"/>
                  </a:cubicBezTo>
                  <a:cubicBezTo>
                    <a:pt x="250" y="144"/>
                    <a:pt x="254" y="137"/>
                    <a:pt x="260" y="133"/>
                  </a:cubicBezTo>
                  <a:cubicBezTo>
                    <a:pt x="274" y="123"/>
                    <a:pt x="285" y="108"/>
                    <a:pt x="304" y="105"/>
                  </a:cubicBezTo>
                  <a:cubicBezTo>
                    <a:pt x="312" y="103"/>
                    <a:pt x="319" y="99"/>
                    <a:pt x="326" y="96"/>
                  </a:cubicBezTo>
                  <a:cubicBezTo>
                    <a:pt x="342" y="90"/>
                    <a:pt x="357" y="80"/>
                    <a:pt x="374" y="77"/>
                  </a:cubicBezTo>
                  <a:cubicBezTo>
                    <a:pt x="396" y="72"/>
                    <a:pt x="418" y="69"/>
                    <a:pt x="439" y="58"/>
                  </a:cubicBezTo>
                  <a:cubicBezTo>
                    <a:pt x="439" y="58"/>
                    <a:pt x="440" y="58"/>
                    <a:pt x="440" y="58"/>
                  </a:cubicBezTo>
                  <a:cubicBezTo>
                    <a:pt x="444" y="58"/>
                    <a:pt x="449" y="61"/>
                    <a:pt x="453" y="62"/>
                  </a:cubicBezTo>
                  <a:cubicBezTo>
                    <a:pt x="451" y="66"/>
                    <a:pt x="449" y="71"/>
                    <a:pt x="445" y="73"/>
                  </a:cubicBezTo>
                  <a:cubicBezTo>
                    <a:pt x="433" y="82"/>
                    <a:pt x="421" y="89"/>
                    <a:pt x="408" y="96"/>
                  </a:cubicBezTo>
                  <a:cubicBezTo>
                    <a:pt x="400" y="101"/>
                    <a:pt x="392" y="105"/>
                    <a:pt x="384" y="109"/>
                  </a:cubicBezTo>
                  <a:cubicBezTo>
                    <a:pt x="384" y="109"/>
                    <a:pt x="383" y="109"/>
                    <a:pt x="383" y="109"/>
                  </a:cubicBezTo>
                  <a:cubicBezTo>
                    <a:pt x="383" y="109"/>
                    <a:pt x="382" y="109"/>
                    <a:pt x="381" y="108"/>
                  </a:cubicBezTo>
                  <a:cubicBezTo>
                    <a:pt x="381" y="108"/>
                    <a:pt x="381" y="108"/>
                    <a:pt x="381" y="108"/>
                  </a:cubicBezTo>
                  <a:cubicBezTo>
                    <a:pt x="373" y="116"/>
                    <a:pt x="367" y="123"/>
                    <a:pt x="360" y="130"/>
                  </a:cubicBezTo>
                  <a:cubicBezTo>
                    <a:pt x="349" y="140"/>
                    <a:pt x="337" y="150"/>
                    <a:pt x="326" y="160"/>
                  </a:cubicBezTo>
                  <a:cubicBezTo>
                    <a:pt x="320" y="166"/>
                    <a:pt x="316" y="173"/>
                    <a:pt x="311" y="180"/>
                  </a:cubicBezTo>
                  <a:cubicBezTo>
                    <a:pt x="303" y="192"/>
                    <a:pt x="307" y="214"/>
                    <a:pt x="321" y="218"/>
                  </a:cubicBezTo>
                  <a:cubicBezTo>
                    <a:pt x="329" y="220"/>
                    <a:pt x="333" y="225"/>
                    <a:pt x="336" y="231"/>
                  </a:cubicBezTo>
                  <a:cubicBezTo>
                    <a:pt x="343" y="242"/>
                    <a:pt x="340" y="251"/>
                    <a:pt x="328" y="254"/>
                  </a:cubicBezTo>
                  <a:cubicBezTo>
                    <a:pt x="293" y="265"/>
                    <a:pt x="257" y="276"/>
                    <a:pt x="221" y="287"/>
                  </a:cubicBezTo>
                  <a:cubicBezTo>
                    <a:pt x="214" y="289"/>
                    <a:pt x="204" y="289"/>
                    <a:pt x="199" y="293"/>
                  </a:cubicBezTo>
                  <a:cubicBezTo>
                    <a:pt x="188" y="302"/>
                    <a:pt x="178" y="306"/>
                    <a:pt x="165" y="306"/>
                  </a:cubicBezTo>
                  <a:cubicBezTo>
                    <a:pt x="164" y="306"/>
                    <a:pt x="163" y="306"/>
                    <a:pt x="163" y="306"/>
                  </a:cubicBezTo>
                  <a:cubicBezTo>
                    <a:pt x="163" y="306"/>
                    <a:pt x="162" y="306"/>
                    <a:pt x="162" y="306"/>
                  </a:cubicBezTo>
                  <a:cubicBezTo>
                    <a:pt x="154" y="306"/>
                    <a:pt x="148" y="311"/>
                    <a:pt x="149" y="320"/>
                  </a:cubicBezTo>
                  <a:cubicBezTo>
                    <a:pt x="150" y="334"/>
                    <a:pt x="159" y="342"/>
                    <a:pt x="169" y="350"/>
                  </a:cubicBezTo>
                  <a:cubicBezTo>
                    <a:pt x="180" y="358"/>
                    <a:pt x="191" y="365"/>
                    <a:pt x="199" y="375"/>
                  </a:cubicBezTo>
                  <a:cubicBezTo>
                    <a:pt x="207" y="383"/>
                    <a:pt x="216" y="389"/>
                    <a:pt x="225" y="392"/>
                  </a:cubicBezTo>
                  <a:cubicBezTo>
                    <a:pt x="240" y="395"/>
                    <a:pt x="256" y="396"/>
                    <a:pt x="272" y="397"/>
                  </a:cubicBezTo>
                  <a:cubicBezTo>
                    <a:pt x="280" y="397"/>
                    <a:pt x="289" y="397"/>
                    <a:pt x="298" y="397"/>
                  </a:cubicBezTo>
                  <a:cubicBezTo>
                    <a:pt x="304" y="397"/>
                    <a:pt x="310" y="397"/>
                    <a:pt x="316" y="397"/>
                  </a:cubicBezTo>
                  <a:cubicBezTo>
                    <a:pt x="322" y="397"/>
                    <a:pt x="328" y="397"/>
                    <a:pt x="334" y="397"/>
                  </a:cubicBezTo>
                  <a:cubicBezTo>
                    <a:pt x="335" y="397"/>
                    <a:pt x="336" y="397"/>
                    <a:pt x="337" y="397"/>
                  </a:cubicBezTo>
                  <a:cubicBezTo>
                    <a:pt x="345" y="397"/>
                    <a:pt x="358" y="412"/>
                    <a:pt x="354" y="419"/>
                  </a:cubicBezTo>
                  <a:cubicBezTo>
                    <a:pt x="348" y="432"/>
                    <a:pt x="351" y="445"/>
                    <a:pt x="350" y="458"/>
                  </a:cubicBezTo>
                  <a:cubicBezTo>
                    <a:pt x="350" y="464"/>
                    <a:pt x="351" y="471"/>
                    <a:pt x="350" y="478"/>
                  </a:cubicBezTo>
                  <a:cubicBezTo>
                    <a:pt x="346" y="500"/>
                    <a:pt x="342" y="522"/>
                    <a:pt x="343" y="545"/>
                  </a:cubicBezTo>
                  <a:cubicBezTo>
                    <a:pt x="343" y="548"/>
                    <a:pt x="343" y="550"/>
                    <a:pt x="343" y="552"/>
                  </a:cubicBezTo>
                  <a:cubicBezTo>
                    <a:pt x="341" y="562"/>
                    <a:pt x="337" y="571"/>
                    <a:pt x="337" y="581"/>
                  </a:cubicBezTo>
                  <a:cubicBezTo>
                    <a:pt x="336" y="598"/>
                    <a:pt x="330" y="613"/>
                    <a:pt x="313" y="616"/>
                  </a:cubicBezTo>
                  <a:cubicBezTo>
                    <a:pt x="295" y="620"/>
                    <a:pt x="278" y="630"/>
                    <a:pt x="260" y="630"/>
                  </a:cubicBezTo>
                  <a:cubicBezTo>
                    <a:pt x="257" y="630"/>
                    <a:pt x="253" y="630"/>
                    <a:pt x="250" y="629"/>
                  </a:cubicBezTo>
                  <a:cubicBezTo>
                    <a:pt x="249" y="629"/>
                    <a:pt x="249" y="629"/>
                    <a:pt x="249" y="629"/>
                  </a:cubicBezTo>
                  <a:cubicBezTo>
                    <a:pt x="247" y="629"/>
                    <a:pt x="244" y="631"/>
                    <a:pt x="242" y="631"/>
                  </a:cubicBezTo>
                  <a:cubicBezTo>
                    <a:pt x="233" y="633"/>
                    <a:pt x="223" y="635"/>
                    <a:pt x="214" y="636"/>
                  </a:cubicBezTo>
                  <a:cubicBezTo>
                    <a:pt x="209" y="636"/>
                    <a:pt x="203" y="636"/>
                    <a:pt x="198" y="636"/>
                  </a:cubicBezTo>
                  <a:cubicBezTo>
                    <a:pt x="190" y="636"/>
                    <a:pt x="183" y="636"/>
                    <a:pt x="175" y="636"/>
                  </a:cubicBezTo>
                  <a:cubicBezTo>
                    <a:pt x="151" y="636"/>
                    <a:pt x="128" y="636"/>
                    <a:pt x="104" y="636"/>
                  </a:cubicBezTo>
                  <a:cubicBezTo>
                    <a:pt x="86" y="636"/>
                    <a:pt x="67" y="636"/>
                    <a:pt x="48" y="636"/>
                  </a:cubicBezTo>
                  <a:cubicBezTo>
                    <a:pt x="35" y="637"/>
                    <a:pt x="21" y="640"/>
                    <a:pt x="8" y="643"/>
                  </a:cubicBezTo>
                  <a:cubicBezTo>
                    <a:pt x="5" y="644"/>
                    <a:pt x="0" y="649"/>
                    <a:pt x="0" y="651"/>
                  </a:cubicBezTo>
                  <a:cubicBezTo>
                    <a:pt x="0" y="655"/>
                    <a:pt x="3" y="660"/>
                    <a:pt x="7" y="662"/>
                  </a:cubicBezTo>
                  <a:cubicBezTo>
                    <a:pt x="21" y="669"/>
                    <a:pt x="36" y="676"/>
                    <a:pt x="51" y="683"/>
                  </a:cubicBezTo>
                  <a:cubicBezTo>
                    <a:pt x="62" y="688"/>
                    <a:pt x="73" y="694"/>
                    <a:pt x="85" y="699"/>
                  </a:cubicBezTo>
                  <a:cubicBezTo>
                    <a:pt x="100" y="705"/>
                    <a:pt x="116" y="710"/>
                    <a:pt x="131" y="716"/>
                  </a:cubicBezTo>
                  <a:cubicBezTo>
                    <a:pt x="134" y="717"/>
                    <a:pt x="136" y="721"/>
                    <a:pt x="138" y="722"/>
                  </a:cubicBezTo>
                  <a:cubicBezTo>
                    <a:pt x="142" y="725"/>
                    <a:pt x="146" y="728"/>
                    <a:pt x="150" y="730"/>
                  </a:cubicBezTo>
                  <a:cubicBezTo>
                    <a:pt x="166" y="736"/>
                    <a:pt x="182" y="741"/>
                    <a:pt x="197" y="747"/>
                  </a:cubicBezTo>
                  <a:cubicBezTo>
                    <a:pt x="223" y="757"/>
                    <a:pt x="250" y="768"/>
                    <a:pt x="279" y="768"/>
                  </a:cubicBezTo>
                  <a:cubicBezTo>
                    <a:pt x="283" y="768"/>
                    <a:pt x="288" y="768"/>
                    <a:pt x="292" y="767"/>
                  </a:cubicBezTo>
                  <a:cubicBezTo>
                    <a:pt x="305" y="766"/>
                    <a:pt x="319" y="765"/>
                    <a:pt x="331" y="762"/>
                  </a:cubicBezTo>
                  <a:cubicBezTo>
                    <a:pt x="344" y="759"/>
                    <a:pt x="356" y="754"/>
                    <a:pt x="369" y="750"/>
                  </a:cubicBezTo>
                  <a:cubicBezTo>
                    <a:pt x="387" y="743"/>
                    <a:pt x="405" y="736"/>
                    <a:pt x="420" y="722"/>
                  </a:cubicBezTo>
                  <a:cubicBezTo>
                    <a:pt x="423" y="719"/>
                    <a:pt x="428" y="717"/>
                    <a:pt x="431" y="714"/>
                  </a:cubicBezTo>
                  <a:cubicBezTo>
                    <a:pt x="438" y="706"/>
                    <a:pt x="447" y="700"/>
                    <a:pt x="452" y="691"/>
                  </a:cubicBezTo>
                  <a:cubicBezTo>
                    <a:pt x="457" y="683"/>
                    <a:pt x="460" y="673"/>
                    <a:pt x="463" y="664"/>
                  </a:cubicBezTo>
                  <a:cubicBezTo>
                    <a:pt x="464" y="655"/>
                    <a:pt x="466" y="646"/>
                    <a:pt x="465" y="637"/>
                  </a:cubicBezTo>
                  <a:cubicBezTo>
                    <a:pt x="461" y="613"/>
                    <a:pt x="456" y="590"/>
                    <a:pt x="451" y="567"/>
                  </a:cubicBezTo>
                  <a:cubicBezTo>
                    <a:pt x="451" y="565"/>
                    <a:pt x="451" y="564"/>
                    <a:pt x="451" y="563"/>
                  </a:cubicBezTo>
                  <a:cubicBezTo>
                    <a:pt x="456" y="545"/>
                    <a:pt x="445" y="530"/>
                    <a:pt x="444" y="513"/>
                  </a:cubicBezTo>
                  <a:cubicBezTo>
                    <a:pt x="443" y="503"/>
                    <a:pt x="438" y="493"/>
                    <a:pt x="445" y="483"/>
                  </a:cubicBezTo>
                  <a:cubicBezTo>
                    <a:pt x="447" y="480"/>
                    <a:pt x="447" y="473"/>
                    <a:pt x="446" y="469"/>
                  </a:cubicBezTo>
                  <a:cubicBezTo>
                    <a:pt x="444" y="446"/>
                    <a:pt x="442" y="423"/>
                    <a:pt x="439" y="400"/>
                  </a:cubicBezTo>
                  <a:cubicBezTo>
                    <a:pt x="438" y="388"/>
                    <a:pt x="444" y="383"/>
                    <a:pt x="454" y="380"/>
                  </a:cubicBezTo>
                  <a:cubicBezTo>
                    <a:pt x="463" y="378"/>
                    <a:pt x="472" y="376"/>
                    <a:pt x="481" y="373"/>
                  </a:cubicBezTo>
                  <a:cubicBezTo>
                    <a:pt x="495" y="368"/>
                    <a:pt x="508" y="361"/>
                    <a:pt x="522" y="357"/>
                  </a:cubicBezTo>
                  <a:cubicBezTo>
                    <a:pt x="558" y="346"/>
                    <a:pt x="591" y="329"/>
                    <a:pt x="623" y="310"/>
                  </a:cubicBezTo>
                  <a:cubicBezTo>
                    <a:pt x="627" y="308"/>
                    <a:pt x="629" y="305"/>
                    <a:pt x="631" y="301"/>
                  </a:cubicBezTo>
                  <a:cubicBezTo>
                    <a:pt x="640" y="282"/>
                    <a:pt x="628" y="240"/>
                    <a:pt x="610" y="228"/>
                  </a:cubicBezTo>
                  <a:cubicBezTo>
                    <a:pt x="600" y="222"/>
                    <a:pt x="589" y="215"/>
                    <a:pt x="577" y="210"/>
                  </a:cubicBezTo>
                  <a:cubicBezTo>
                    <a:pt x="568" y="205"/>
                    <a:pt x="557" y="199"/>
                    <a:pt x="546" y="198"/>
                  </a:cubicBezTo>
                  <a:cubicBezTo>
                    <a:pt x="539" y="198"/>
                    <a:pt x="532" y="197"/>
                    <a:pt x="525" y="197"/>
                  </a:cubicBezTo>
                  <a:cubicBezTo>
                    <a:pt x="514" y="197"/>
                    <a:pt x="504" y="198"/>
                    <a:pt x="494" y="198"/>
                  </a:cubicBezTo>
                  <a:cubicBezTo>
                    <a:pt x="493" y="198"/>
                    <a:pt x="492" y="198"/>
                    <a:pt x="491" y="198"/>
                  </a:cubicBezTo>
                  <a:cubicBezTo>
                    <a:pt x="489" y="198"/>
                    <a:pt x="487" y="198"/>
                    <a:pt x="485" y="198"/>
                  </a:cubicBezTo>
                  <a:cubicBezTo>
                    <a:pt x="462" y="205"/>
                    <a:pt x="439" y="211"/>
                    <a:pt x="416" y="217"/>
                  </a:cubicBezTo>
                  <a:cubicBezTo>
                    <a:pt x="414" y="211"/>
                    <a:pt x="411" y="207"/>
                    <a:pt x="410" y="202"/>
                  </a:cubicBezTo>
                  <a:cubicBezTo>
                    <a:pt x="409" y="197"/>
                    <a:pt x="408" y="192"/>
                    <a:pt x="407" y="187"/>
                  </a:cubicBezTo>
                  <a:cubicBezTo>
                    <a:pt x="404" y="177"/>
                    <a:pt x="407" y="168"/>
                    <a:pt x="418" y="166"/>
                  </a:cubicBezTo>
                  <a:cubicBezTo>
                    <a:pt x="438" y="162"/>
                    <a:pt x="453" y="146"/>
                    <a:pt x="470" y="135"/>
                  </a:cubicBezTo>
                  <a:cubicBezTo>
                    <a:pt x="492" y="120"/>
                    <a:pt x="513" y="103"/>
                    <a:pt x="536" y="88"/>
                  </a:cubicBezTo>
                  <a:cubicBezTo>
                    <a:pt x="549" y="79"/>
                    <a:pt x="556" y="67"/>
                    <a:pt x="558" y="51"/>
                  </a:cubicBezTo>
                  <a:cubicBezTo>
                    <a:pt x="559" y="46"/>
                    <a:pt x="558" y="39"/>
                    <a:pt x="555" y="34"/>
                  </a:cubicBezTo>
                  <a:cubicBezTo>
                    <a:pt x="549" y="25"/>
                    <a:pt x="543" y="17"/>
                    <a:pt x="535" y="10"/>
                  </a:cubicBezTo>
                  <a:cubicBezTo>
                    <a:pt x="531" y="6"/>
                    <a:pt x="524" y="6"/>
                    <a:pt x="519" y="6"/>
                  </a:cubicBezTo>
                  <a:cubicBezTo>
                    <a:pt x="518" y="6"/>
                    <a:pt x="518" y="6"/>
                    <a:pt x="517" y="6"/>
                  </a:cubicBezTo>
                  <a:cubicBezTo>
                    <a:pt x="515" y="6"/>
                    <a:pt x="513" y="6"/>
                    <a:pt x="511" y="6"/>
                  </a:cubicBezTo>
                  <a:cubicBezTo>
                    <a:pt x="508" y="7"/>
                    <a:pt x="506" y="7"/>
                    <a:pt x="504" y="7"/>
                  </a:cubicBezTo>
                  <a:cubicBezTo>
                    <a:pt x="504" y="7"/>
                    <a:pt x="503" y="7"/>
                    <a:pt x="503" y="7"/>
                  </a:cubicBezTo>
                  <a:cubicBezTo>
                    <a:pt x="479" y="5"/>
                    <a:pt x="454" y="4"/>
                    <a:pt x="430" y="1"/>
                  </a:cubicBezTo>
                  <a:cubicBezTo>
                    <a:pt x="426" y="0"/>
                    <a:pt x="422" y="0"/>
                    <a:pt x="41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5" name="Freeform 275">
              <a:extLst>
                <a:ext uri="{FF2B5EF4-FFF2-40B4-BE49-F238E27FC236}">
                  <a16:creationId xmlns:a16="http://schemas.microsoft.com/office/drawing/2014/main" id="{C2C450ED-FA8F-4DF2-BC13-FD87A8078ABC}"/>
                </a:ext>
              </a:extLst>
            </p:cNvPr>
            <p:cNvSpPr>
              <a:spLocks/>
            </p:cNvSpPr>
            <p:nvPr/>
          </p:nvSpPr>
          <p:spPr bwMode="auto">
            <a:xfrm>
              <a:off x="2726433" y="1550974"/>
              <a:ext cx="446518" cy="515244"/>
            </a:xfrm>
            <a:custGeom>
              <a:avLst/>
              <a:gdLst>
                <a:gd name="T0" fmla="*/ 848 w 1226"/>
                <a:gd name="T1" fmla="*/ 24 h 1411"/>
                <a:gd name="T2" fmla="*/ 876 w 1226"/>
                <a:gd name="T3" fmla="*/ 176 h 1411"/>
                <a:gd name="T4" fmla="*/ 862 w 1226"/>
                <a:gd name="T5" fmla="*/ 390 h 1411"/>
                <a:gd name="T6" fmla="*/ 779 w 1226"/>
                <a:gd name="T7" fmla="*/ 442 h 1411"/>
                <a:gd name="T8" fmla="*/ 748 w 1226"/>
                <a:gd name="T9" fmla="*/ 425 h 1411"/>
                <a:gd name="T10" fmla="*/ 770 w 1226"/>
                <a:gd name="T11" fmla="*/ 264 h 1411"/>
                <a:gd name="T12" fmla="*/ 574 w 1226"/>
                <a:gd name="T13" fmla="*/ 360 h 1411"/>
                <a:gd name="T14" fmla="*/ 440 w 1226"/>
                <a:gd name="T15" fmla="*/ 518 h 1411"/>
                <a:gd name="T16" fmla="*/ 488 w 1226"/>
                <a:gd name="T17" fmla="*/ 399 h 1411"/>
                <a:gd name="T18" fmla="*/ 397 w 1226"/>
                <a:gd name="T19" fmla="*/ 347 h 1411"/>
                <a:gd name="T20" fmla="*/ 354 w 1226"/>
                <a:gd name="T21" fmla="*/ 427 h 1411"/>
                <a:gd name="T22" fmla="*/ 199 w 1226"/>
                <a:gd name="T23" fmla="*/ 557 h 1411"/>
                <a:gd name="T24" fmla="*/ 70 w 1226"/>
                <a:gd name="T25" fmla="*/ 587 h 1411"/>
                <a:gd name="T26" fmla="*/ 26 w 1226"/>
                <a:gd name="T27" fmla="*/ 582 h 1411"/>
                <a:gd name="T28" fmla="*/ 3 w 1226"/>
                <a:gd name="T29" fmla="*/ 631 h 1411"/>
                <a:gd name="T30" fmla="*/ 113 w 1226"/>
                <a:gd name="T31" fmla="*/ 697 h 1411"/>
                <a:gd name="T32" fmla="*/ 268 w 1226"/>
                <a:gd name="T33" fmla="*/ 623 h 1411"/>
                <a:gd name="T34" fmla="*/ 234 w 1226"/>
                <a:gd name="T35" fmla="*/ 765 h 1411"/>
                <a:gd name="T36" fmla="*/ 179 w 1226"/>
                <a:gd name="T37" fmla="*/ 920 h 1411"/>
                <a:gd name="T38" fmla="*/ 255 w 1226"/>
                <a:gd name="T39" fmla="*/ 959 h 1411"/>
                <a:gd name="T40" fmla="*/ 354 w 1226"/>
                <a:gd name="T41" fmla="*/ 877 h 1411"/>
                <a:gd name="T42" fmla="*/ 358 w 1226"/>
                <a:gd name="T43" fmla="*/ 912 h 1411"/>
                <a:gd name="T44" fmla="*/ 353 w 1226"/>
                <a:gd name="T45" fmla="*/ 1060 h 1411"/>
                <a:gd name="T46" fmla="*/ 400 w 1226"/>
                <a:gd name="T47" fmla="*/ 1160 h 1411"/>
                <a:gd name="T48" fmla="*/ 443 w 1226"/>
                <a:gd name="T49" fmla="*/ 1051 h 1411"/>
                <a:gd name="T50" fmla="*/ 434 w 1226"/>
                <a:gd name="T51" fmla="*/ 962 h 1411"/>
                <a:gd name="T52" fmla="*/ 446 w 1226"/>
                <a:gd name="T53" fmla="*/ 814 h 1411"/>
                <a:gd name="T54" fmla="*/ 485 w 1226"/>
                <a:gd name="T55" fmla="*/ 624 h 1411"/>
                <a:gd name="T56" fmla="*/ 573 w 1226"/>
                <a:gd name="T57" fmla="*/ 486 h 1411"/>
                <a:gd name="T58" fmla="*/ 646 w 1226"/>
                <a:gd name="T59" fmla="*/ 401 h 1411"/>
                <a:gd name="T60" fmla="*/ 670 w 1226"/>
                <a:gd name="T61" fmla="*/ 560 h 1411"/>
                <a:gd name="T62" fmla="*/ 682 w 1226"/>
                <a:gd name="T63" fmla="*/ 613 h 1411"/>
                <a:gd name="T64" fmla="*/ 498 w 1226"/>
                <a:gd name="T65" fmla="*/ 776 h 1411"/>
                <a:gd name="T66" fmla="*/ 526 w 1226"/>
                <a:gd name="T67" fmla="*/ 859 h 1411"/>
                <a:gd name="T68" fmla="*/ 557 w 1226"/>
                <a:gd name="T69" fmla="*/ 855 h 1411"/>
                <a:gd name="T70" fmla="*/ 776 w 1226"/>
                <a:gd name="T71" fmla="*/ 713 h 1411"/>
                <a:gd name="T72" fmla="*/ 855 w 1226"/>
                <a:gd name="T73" fmla="*/ 703 h 1411"/>
                <a:gd name="T74" fmla="*/ 896 w 1226"/>
                <a:gd name="T75" fmla="*/ 1148 h 1411"/>
                <a:gd name="T76" fmla="*/ 931 w 1226"/>
                <a:gd name="T77" fmla="*/ 1406 h 1411"/>
                <a:gd name="T78" fmla="*/ 985 w 1226"/>
                <a:gd name="T79" fmla="*/ 1328 h 1411"/>
                <a:gd name="T80" fmla="*/ 1019 w 1226"/>
                <a:gd name="T81" fmla="*/ 1094 h 1411"/>
                <a:gd name="T82" fmla="*/ 1017 w 1226"/>
                <a:gd name="T83" fmla="*/ 973 h 1411"/>
                <a:gd name="T84" fmla="*/ 1007 w 1226"/>
                <a:gd name="T85" fmla="*/ 804 h 1411"/>
                <a:gd name="T86" fmla="*/ 1005 w 1226"/>
                <a:gd name="T87" fmla="*/ 693 h 1411"/>
                <a:gd name="T88" fmla="*/ 1006 w 1226"/>
                <a:gd name="T89" fmla="*/ 684 h 1411"/>
                <a:gd name="T90" fmla="*/ 1089 w 1226"/>
                <a:gd name="T91" fmla="*/ 592 h 1411"/>
                <a:gd name="T92" fmla="*/ 1179 w 1226"/>
                <a:gd name="T93" fmla="*/ 461 h 1411"/>
                <a:gd name="T94" fmla="*/ 1119 w 1226"/>
                <a:gd name="T95" fmla="*/ 453 h 1411"/>
                <a:gd name="T96" fmla="*/ 1054 w 1226"/>
                <a:gd name="T97" fmla="*/ 462 h 1411"/>
                <a:gd name="T98" fmla="*/ 989 w 1226"/>
                <a:gd name="T99" fmla="*/ 387 h 1411"/>
                <a:gd name="T100" fmla="*/ 995 w 1226"/>
                <a:gd name="T101" fmla="*/ 141 h 1411"/>
                <a:gd name="T102" fmla="*/ 911 w 1226"/>
                <a:gd name="T103" fmla="*/ 0 h 1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6" h="1411">
                  <a:moveTo>
                    <a:pt x="911" y="0"/>
                  </a:moveTo>
                  <a:cubicBezTo>
                    <a:pt x="905" y="0"/>
                    <a:pt x="899" y="0"/>
                    <a:pt x="893" y="1"/>
                  </a:cubicBezTo>
                  <a:cubicBezTo>
                    <a:pt x="880" y="3"/>
                    <a:pt x="867" y="9"/>
                    <a:pt x="854" y="13"/>
                  </a:cubicBezTo>
                  <a:cubicBezTo>
                    <a:pt x="851" y="15"/>
                    <a:pt x="848" y="21"/>
                    <a:pt x="848" y="24"/>
                  </a:cubicBezTo>
                  <a:cubicBezTo>
                    <a:pt x="852" y="40"/>
                    <a:pt x="855" y="56"/>
                    <a:pt x="860" y="72"/>
                  </a:cubicBezTo>
                  <a:cubicBezTo>
                    <a:pt x="863" y="82"/>
                    <a:pt x="869" y="92"/>
                    <a:pt x="871" y="103"/>
                  </a:cubicBezTo>
                  <a:cubicBezTo>
                    <a:pt x="874" y="118"/>
                    <a:pt x="873" y="134"/>
                    <a:pt x="874" y="150"/>
                  </a:cubicBezTo>
                  <a:cubicBezTo>
                    <a:pt x="875" y="159"/>
                    <a:pt x="878" y="168"/>
                    <a:pt x="876" y="176"/>
                  </a:cubicBezTo>
                  <a:cubicBezTo>
                    <a:pt x="869" y="200"/>
                    <a:pt x="872" y="223"/>
                    <a:pt x="873" y="247"/>
                  </a:cubicBezTo>
                  <a:cubicBezTo>
                    <a:pt x="873" y="262"/>
                    <a:pt x="873" y="276"/>
                    <a:pt x="871" y="290"/>
                  </a:cubicBezTo>
                  <a:cubicBezTo>
                    <a:pt x="870" y="304"/>
                    <a:pt x="863" y="316"/>
                    <a:pt x="867" y="331"/>
                  </a:cubicBezTo>
                  <a:cubicBezTo>
                    <a:pt x="872" y="350"/>
                    <a:pt x="856" y="367"/>
                    <a:pt x="862" y="390"/>
                  </a:cubicBezTo>
                  <a:cubicBezTo>
                    <a:pt x="868" y="418"/>
                    <a:pt x="862" y="450"/>
                    <a:pt x="861" y="480"/>
                  </a:cubicBezTo>
                  <a:cubicBezTo>
                    <a:pt x="861" y="491"/>
                    <a:pt x="856" y="498"/>
                    <a:pt x="843" y="500"/>
                  </a:cubicBezTo>
                  <a:cubicBezTo>
                    <a:pt x="839" y="469"/>
                    <a:pt x="823" y="450"/>
                    <a:pt x="794" y="443"/>
                  </a:cubicBezTo>
                  <a:cubicBezTo>
                    <a:pt x="789" y="442"/>
                    <a:pt x="784" y="442"/>
                    <a:pt x="779" y="442"/>
                  </a:cubicBezTo>
                  <a:cubicBezTo>
                    <a:pt x="776" y="442"/>
                    <a:pt x="773" y="442"/>
                    <a:pt x="770" y="442"/>
                  </a:cubicBezTo>
                  <a:cubicBezTo>
                    <a:pt x="767" y="442"/>
                    <a:pt x="764" y="442"/>
                    <a:pt x="762" y="442"/>
                  </a:cubicBezTo>
                  <a:cubicBezTo>
                    <a:pt x="760" y="442"/>
                    <a:pt x="758" y="442"/>
                    <a:pt x="757" y="442"/>
                  </a:cubicBezTo>
                  <a:cubicBezTo>
                    <a:pt x="745" y="441"/>
                    <a:pt x="742" y="435"/>
                    <a:pt x="748" y="425"/>
                  </a:cubicBezTo>
                  <a:cubicBezTo>
                    <a:pt x="764" y="399"/>
                    <a:pt x="787" y="379"/>
                    <a:pt x="810" y="360"/>
                  </a:cubicBezTo>
                  <a:cubicBezTo>
                    <a:pt x="831" y="342"/>
                    <a:pt x="839" y="322"/>
                    <a:pt x="831" y="296"/>
                  </a:cubicBezTo>
                  <a:cubicBezTo>
                    <a:pt x="827" y="281"/>
                    <a:pt x="797" y="263"/>
                    <a:pt x="777" y="263"/>
                  </a:cubicBezTo>
                  <a:cubicBezTo>
                    <a:pt x="774" y="263"/>
                    <a:pt x="772" y="264"/>
                    <a:pt x="770" y="264"/>
                  </a:cubicBezTo>
                  <a:cubicBezTo>
                    <a:pt x="748" y="270"/>
                    <a:pt x="727" y="275"/>
                    <a:pt x="707" y="283"/>
                  </a:cubicBezTo>
                  <a:cubicBezTo>
                    <a:pt x="687" y="290"/>
                    <a:pt x="668" y="301"/>
                    <a:pt x="649" y="310"/>
                  </a:cubicBezTo>
                  <a:cubicBezTo>
                    <a:pt x="640" y="315"/>
                    <a:pt x="631" y="319"/>
                    <a:pt x="623" y="324"/>
                  </a:cubicBezTo>
                  <a:cubicBezTo>
                    <a:pt x="606" y="336"/>
                    <a:pt x="590" y="347"/>
                    <a:pt x="574" y="360"/>
                  </a:cubicBezTo>
                  <a:cubicBezTo>
                    <a:pt x="566" y="365"/>
                    <a:pt x="559" y="371"/>
                    <a:pt x="554" y="378"/>
                  </a:cubicBezTo>
                  <a:cubicBezTo>
                    <a:pt x="545" y="389"/>
                    <a:pt x="539" y="402"/>
                    <a:pt x="531" y="413"/>
                  </a:cubicBezTo>
                  <a:cubicBezTo>
                    <a:pt x="508" y="440"/>
                    <a:pt x="487" y="467"/>
                    <a:pt x="471" y="498"/>
                  </a:cubicBezTo>
                  <a:cubicBezTo>
                    <a:pt x="466" y="509"/>
                    <a:pt x="456" y="517"/>
                    <a:pt x="440" y="518"/>
                  </a:cubicBezTo>
                  <a:cubicBezTo>
                    <a:pt x="441" y="512"/>
                    <a:pt x="440" y="506"/>
                    <a:pt x="442" y="502"/>
                  </a:cubicBezTo>
                  <a:cubicBezTo>
                    <a:pt x="446" y="493"/>
                    <a:pt x="451" y="484"/>
                    <a:pt x="455" y="475"/>
                  </a:cubicBezTo>
                  <a:cubicBezTo>
                    <a:pt x="457" y="469"/>
                    <a:pt x="470" y="449"/>
                    <a:pt x="472" y="445"/>
                  </a:cubicBezTo>
                  <a:cubicBezTo>
                    <a:pt x="480" y="431"/>
                    <a:pt x="500" y="422"/>
                    <a:pt x="488" y="399"/>
                  </a:cubicBezTo>
                  <a:cubicBezTo>
                    <a:pt x="478" y="383"/>
                    <a:pt x="474" y="363"/>
                    <a:pt x="465" y="346"/>
                  </a:cubicBezTo>
                  <a:cubicBezTo>
                    <a:pt x="460" y="338"/>
                    <a:pt x="451" y="331"/>
                    <a:pt x="442" y="327"/>
                  </a:cubicBezTo>
                  <a:cubicBezTo>
                    <a:pt x="437" y="325"/>
                    <a:pt x="433" y="324"/>
                    <a:pt x="429" y="324"/>
                  </a:cubicBezTo>
                  <a:cubicBezTo>
                    <a:pt x="414" y="324"/>
                    <a:pt x="403" y="336"/>
                    <a:pt x="397" y="347"/>
                  </a:cubicBezTo>
                  <a:cubicBezTo>
                    <a:pt x="384" y="367"/>
                    <a:pt x="377" y="391"/>
                    <a:pt x="369" y="414"/>
                  </a:cubicBezTo>
                  <a:cubicBezTo>
                    <a:pt x="366" y="421"/>
                    <a:pt x="364" y="427"/>
                    <a:pt x="355" y="427"/>
                  </a:cubicBezTo>
                  <a:cubicBezTo>
                    <a:pt x="355" y="427"/>
                    <a:pt x="355" y="427"/>
                    <a:pt x="355" y="427"/>
                  </a:cubicBezTo>
                  <a:cubicBezTo>
                    <a:pt x="354" y="427"/>
                    <a:pt x="354" y="427"/>
                    <a:pt x="354" y="427"/>
                  </a:cubicBezTo>
                  <a:cubicBezTo>
                    <a:pt x="350" y="427"/>
                    <a:pt x="342" y="429"/>
                    <a:pt x="341" y="433"/>
                  </a:cubicBezTo>
                  <a:cubicBezTo>
                    <a:pt x="334" y="454"/>
                    <a:pt x="315" y="465"/>
                    <a:pt x="301" y="480"/>
                  </a:cubicBezTo>
                  <a:cubicBezTo>
                    <a:pt x="286" y="493"/>
                    <a:pt x="270" y="504"/>
                    <a:pt x="254" y="516"/>
                  </a:cubicBezTo>
                  <a:cubicBezTo>
                    <a:pt x="236" y="530"/>
                    <a:pt x="218" y="544"/>
                    <a:pt x="199" y="557"/>
                  </a:cubicBezTo>
                  <a:cubicBezTo>
                    <a:pt x="185" y="566"/>
                    <a:pt x="171" y="575"/>
                    <a:pt x="156" y="581"/>
                  </a:cubicBezTo>
                  <a:cubicBezTo>
                    <a:pt x="140" y="588"/>
                    <a:pt x="123" y="592"/>
                    <a:pt x="106" y="595"/>
                  </a:cubicBezTo>
                  <a:cubicBezTo>
                    <a:pt x="101" y="597"/>
                    <a:pt x="95" y="598"/>
                    <a:pt x="89" y="598"/>
                  </a:cubicBezTo>
                  <a:cubicBezTo>
                    <a:pt x="82" y="598"/>
                    <a:pt x="75" y="596"/>
                    <a:pt x="70" y="587"/>
                  </a:cubicBezTo>
                  <a:cubicBezTo>
                    <a:pt x="69" y="586"/>
                    <a:pt x="66" y="585"/>
                    <a:pt x="64" y="584"/>
                  </a:cubicBezTo>
                  <a:cubicBezTo>
                    <a:pt x="58" y="581"/>
                    <a:pt x="52" y="580"/>
                    <a:pt x="47" y="580"/>
                  </a:cubicBezTo>
                  <a:cubicBezTo>
                    <a:pt x="43" y="580"/>
                    <a:pt x="40" y="581"/>
                    <a:pt x="36" y="581"/>
                  </a:cubicBezTo>
                  <a:cubicBezTo>
                    <a:pt x="33" y="581"/>
                    <a:pt x="29" y="582"/>
                    <a:pt x="26" y="582"/>
                  </a:cubicBezTo>
                  <a:cubicBezTo>
                    <a:pt x="25" y="582"/>
                    <a:pt x="24" y="581"/>
                    <a:pt x="23" y="581"/>
                  </a:cubicBezTo>
                  <a:cubicBezTo>
                    <a:pt x="22" y="581"/>
                    <a:pt x="22" y="581"/>
                    <a:pt x="21" y="581"/>
                  </a:cubicBezTo>
                  <a:cubicBezTo>
                    <a:pt x="8" y="581"/>
                    <a:pt x="4" y="590"/>
                    <a:pt x="3" y="601"/>
                  </a:cubicBezTo>
                  <a:cubicBezTo>
                    <a:pt x="3" y="611"/>
                    <a:pt x="4" y="621"/>
                    <a:pt x="3" y="631"/>
                  </a:cubicBezTo>
                  <a:cubicBezTo>
                    <a:pt x="0" y="652"/>
                    <a:pt x="7" y="669"/>
                    <a:pt x="26" y="680"/>
                  </a:cubicBezTo>
                  <a:cubicBezTo>
                    <a:pt x="37" y="685"/>
                    <a:pt x="47" y="693"/>
                    <a:pt x="58" y="695"/>
                  </a:cubicBezTo>
                  <a:cubicBezTo>
                    <a:pt x="70" y="698"/>
                    <a:pt x="81" y="702"/>
                    <a:pt x="93" y="702"/>
                  </a:cubicBezTo>
                  <a:cubicBezTo>
                    <a:pt x="100" y="702"/>
                    <a:pt x="106" y="701"/>
                    <a:pt x="113" y="697"/>
                  </a:cubicBezTo>
                  <a:cubicBezTo>
                    <a:pt x="129" y="689"/>
                    <a:pt x="146" y="689"/>
                    <a:pt x="162" y="677"/>
                  </a:cubicBezTo>
                  <a:cubicBezTo>
                    <a:pt x="183" y="661"/>
                    <a:pt x="209" y="652"/>
                    <a:pt x="233" y="640"/>
                  </a:cubicBezTo>
                  <a:cubicBezTo>
                    <a:pt x="242" y="635"/>
                    <a:pt x="251" y="629"/>
                    <a:pt x="262" y="625"/>
                  </a:cubicBezTo>
                  <a:cubicBezTo>
                    <a:pt x="264" y="624"/>
                    <a:pt x="266" y="623"/>
                    <a:pt x="268" y="623"/>
                  </a:cubicBezTo>
                  <a:cubicBezTo>
                    <a:pt x="275" y="623"/>
                    <a:pt x="281" y="629"/>
                    <a:pt x="279" y="635"/>
                  </a:cubicBezTo>
                  <a:cubicBezTo>
                    <a:pt x="276" y="645"/>
                    <a:pt x="271" y="655"/>
                    <a:pt x="268" y="666"/>
                  </a:cubicBezTo>
                  <a:cubicBezTo>
                    <a:pt x="260" y="692"/>
                    <a:pt x="243" y="716"/>
                    <a:pt x="241" y="744"/>
                  </a:cubicBezTo>
                  <a:cubicBezTo>
                    <a:pt x="241" y="751"/>
                    <a:pt x="237" y="758"/>
                    <a:pt x="234" y="765"/>
                  </a:cubicBezTo>
                  <a:cubicBezTo>
                    <a:pt x="225" y="787"/>
                    <a:pt x="206" y="803"/>
                    <a:pt x="193" y="824"/>
                  </a:cubicBezTo>
                  <a:cubicBezTo>
                    <a:pt x="181" y="844"/>
                    <a:pt x="175" y="862"/>
                    <a:pt x="177" y="884"/>
                  </a:cubicBezTo>
                  <a:cubicBezTo>
                    <a:pt x="177" y="894"/>
                    <a:pt x="177" y="903"/>
                    <a:pt x="177" y="913"/>
                  </a:cubicBezTo>
                  <a:cubicBezTo>
                    <a:pt x="177" y="915"/>
                    <a:pt x="178" y="918"/>
                    <a:pt x="179" y="920"/>
                  </a:cubicBezTo>
                  <a:cubicBezTo>
                    <a:pt x="186" y="934"/>
                    <a:pt x="193" y="948"/>
                    <a:pt x="201" y="961"/>
                  </a:cubicBezTo>
                  <a:cubicBezTo>
                    <a:pt x="204" y="966"/>
                    <a:pt x="207" y="971"/>
                    <a:pt x="213" y="971"/>
                  </a:cubicBezTo>
                  <a:cubicBezTo>
                    <a:pt x="214" y="971"/>
                    <a:pt x="215" y="971"/>
                    <a:pt x="217" y="971"/>
                  </a:cubicBezTo>
                  <a:cubicBezTo>
                    <a:pt x="230" y="967"/>
                    <a:pt x="245" y="966"/>
                    <a:pt x="255" y="959"/>
                  </a:cubicBezTo>
                  <a:cubicBezTo>
                    <a:pt x="266" y="948"/>
                    <a:pt x="280" y="945"/>
                    <a:pt x="292" y="939"/>
                  </a:cubicBezTo>
                  <a:cubicBezTo>
                    <a:pt x="301" y="935"/>
                    <a:pt x="314" y="929"/>
                    <a:pt x="314" y="922"/>
                  </a:cubicBezTo>
                  <a:cubicBezTo>
                    <a:pt x="317" y="898"/>
                    <a:pt x="337" y="891"/>
                    <a:pt x="351" y="877"/>
                  </a:cubicBezTo>
                  <a:cubicBezTo>
                    <a:pt x="351" y="877"/>
                    <a:pt x="353" y="877"/>
                    <a:pt x="354" y="877"/>
                  </a:cubicBezTo>
                  <a:cubicBezTo>
                    <a:pt x="354" y="877"/>
                    <a:pt x="355" y="877"/>
                    <a:pt x="355" y="877"/>
                  </a:cubicBezTo>
                  <a:cubicBezTo>
                    <a:pt x="356" y="877"/>
                    <a:pt x="356" y="877"/>
                    <a:pt x="357" y="877"/>
                  </a:cubicBezTo>
                  <a:cubicBezTo>
                    <a:pt x="357" y="877"/>
                    <a:pt x="358" y="877"/>
                    <a:pt x="358" y="877"/>
                  </a:cubicBezTo>
                  <a:cubicBezTo>
                    <a:pt x="358" y="889"/>
                    <a:pt x="358" y="901"/>
                    <a:pt x="358" y="912"/>
                  </a:cubicBezTo>
                  <a:cubicBezTo>
                    <a:pt x="358" y="925"/>
                    <a:pt x="359" y="938"/>
                    <a:pt x="358" y="951"/>
                  </a:cubicBezTo>
                  <a:cubicBezTo>
                    <a:pt x="358" y="956"/>
                    <a:pt x="354" y="960"/>
                    <a:pt x="353" y="965"/>
                  </a:cubicBezTo>
                  <a:cubicBezTo>
                    <a:pt x="352" y="985"/>
                    <a:pt x="351" y="1006"/>
                    <a:pt x="351" y="1026"/>
                  </a:cubicBezTo>
                  <a:cubicBezTo>
                    <a:pt x="351" y="1037"/>
                    <a:pt x="353" y="1049"/>
                    <a:pt x="353" y="1060"/>
                  </a:cubicBezTo>
                  <a:cubicBezTo>
                    <a:pt x="354" y="1074"/>
                    <a:pt x="353" y="1087"/>
                    <a:pt x="354" y="1100"/>
                  </a:cubicBezTo>
                  <a:cubicBezTo>
                    <a:pt x="354" y="1105"/>
                    <a:pt x="356" y="1111"/>
                    <a:pt x="359" y="1114"/>
                  </a:cubicBezTo>
                  <a:cubicBezTo>
                    <a:pt x="369" y="1128"/>
                    <a:pt x="380" y="1141"/>
                    <a:pt x="391" y="1154"/>
                  </a:cubicBezTo>
                  <a:cubicBezTo>
                    <a:pt x="394" y="1157"/>
                    <a:pt x="396" y="1160"/>
                    <a:pt x="400" y="1160"/>
                  </a:cubicBezTo>
                  <a:cubicBezTo>
                    <a:pt x="402" y="1160"/>
                    <a:pt x="406" y="1158"/>
                    <a:pt x="409" y="1154"/>
                  </a:cubicBezTo>
                  <a:cubicBezTo>
                    <a:pt x="427" y="1134"/>
                    <a:pt x="430" y="1109"/>
                    <a:pt x="441" y="1087"/>
                  </a:cubicBezTo>
                  <a:cubicBezTo>
                    <a:pt x="442" y="1085"/>
                    <a:pt x="441" y="1083"/>
                    <a:pt x="441" y="1081"/>
                  </a:cubicBezTo>
                  <a:cubicBezTo>
                    <a:pt x="441" y="1072"/>
                    <a:pt x="442" y="1063"/>
                    <a:pt x="443" y="1051"/>
                  </a:cubicBezTo>
                  <a:cubicBezTo>
                    <a:pt x="443" y="1051"/>
                    <a:pt x="438" y="1049"/>
                    <a:pt x="438" y="1047"/>
                  </a:cubicBezTo>
                  <a:cubicBezTo>
                    <a:pt x="438" y="1035"/>
                    <a:pt x="440" y="1024"/>
                    <a:pt x="440" y="1012"/>
                  </a:cubicBezTo>
                  <a:cubicBezTo>
                    <a:pt x="439" y="1003"/>
                    <a:pt x="437" y="994"/>
                    <a:pt x="436" y="986"/>
                  </a:cubicBezTo>
                  <a:cubicBezTo>
                    <a:pt x="435" y="978"/>
                    <a:pt x="434" y="970"/>
                    <a:pt x="434" y="962"/>
                  </a:cubicBezTo>
                  <a:cubicBezTo>
                    <a:pt x="434" y="941"/>
                    <a:pt x="443" y="921"/>
                    <a:pt x="433" y="900"/>
                  </a:cubicBezTo>
                  <a:cubicBezTo>
                    <a:pt x="432" y="898"/>
                    <a:pt x="432" y="895"/>
                    <a:pt x="432" y="892"/>
                  </a:cubicBezTo>
                  <a:cubicBezTo>
                    <a:pt x="433" y="877"/>
                    <a:pt x="433" y="863"/>
                    <a:pt x="434" y="848"/>
                  </a:cubicBezTo>
                  <a:cubicBezTo>
                    <a:pt x="436" y="837"/>
                    <a:pt x="422" y="820"/>
                    <a:pt x="446" y="814"/>
                  </a:cubicBezTo>
                  <a:cubicBezTo>
                    <a:pt x="432" y="811"/>
                    <a:pt x="428" y="801"/>
                    <a:pt x="428" y="791"/>
                  </a:cubicBezTo>
                  <a:cubicBezTo>
                    <a:pt x="427" y="770"/>
                    <a:pt x="431" y="748"/>
                    <a:pt x="429" y="727"/>
                  </a:cubicBezTo>
                  <a:cubicBezTo>
                    <a:pt x="427" y="710"/>
                    <a:pt x="434" y="696"/>
                    <a:pt x="442" y="683"/>
                  </a:cubicBezTo>
                  <a:cubicBezTo>
                    <a:pt x="456" y="663"/>
                    <a:pt x="471" y="644"/>
                    <a:pt x="485" y="624"/>
                  </a:cubicBezTo>
                  <a:cubicBezTo>
                    <a:pt x="492" y="613"/>
                    <a:pt x="497" y="600"/>
                    <a:pt x="504" y="590"/>
                  </a:cubicBezTo>
                  <a:cubicBezTo>
                    <a:pt x="512" y="579"/>
                    <a:pt x="521" y="569"/>
                    <a:pt x="529" y="559"/>
                  </a:cubicBezTo>
                  <a:cubicBezTo>
                    <a:pt x="536" y="549"/>
                    <a:pt x="543" y="539"/>
                    <a:pt x="549" y="529"/>
                  </a:cubicBezTo>
                  <a:cubicBezTo>
                    <a:pt x="556" y="514"/>
                    <a:pt x="570" y="504"/>
                    <a:pt x="573" y="486"/>
                  </a:cubicBezTo>
                  <a:cubicBezTo>
                    <a:pt x="575" y="473"/>
                    <a:pt x="582" y="460"/>
                    <a:pt x="590" y="449"/>
                  </a:cubicBezTo>
                  <a:cubicBezTo>
                    <a:pt x="602" y="433"/>
                    <a:pt x="617" y="419"/>
                    <a:pt x="631" y="405"/>
                  </a:cubicBezTo>
                  <a:cubicBezTo>
                    <a:pt x="634" y="403"/>
                    <a:pt x="639" y="401"/>
                    <a:pt x="643" y="401"/>
                  </a:cubicBezTo>
                  <a:cubicBezTo>
                    <a:pt x="644" y="401"/>
                    <a:pt x="645" y="401"/>
                    <a:pt x="646" y="401"/>
                  </a:cubicBezTo>
                  <a:cubicBezTo>
                    <a:pt x="650" y="403"/>
                    <a:pt x="657" y="411"/>
                    <a:pt x="656" y="413"/>
                  </a:cubicBezTo>
                  <a:cubicBezTo>
                    <a:pt x="652" y="424"/>
                    <a:pt x="646" y="434"/>
                    <a:pt x="641" y="445"/>
                  </a:cubicBezTo>
                  <a:cubicBezTo>
                    <a:pt x="628" y="469"/>
                    <a:pt x="620" y="494"/>
                    <a:pt x="625" y="522"/>
                  </a:cubicBezTo>
                  <a:cubicBezTo>
                    <a:pt x="630" y="547"/>
                    <a:pt x="645" y="560"/>
                    <a:pt x="670" y="560"/>
                  </a:cubicBezTo>
                  <a:cubicBezTo>
                    <a:pt x="670" y="560"/>
                    <a:pt x="671" y="560"/>
                    <a:pt x="671" y="560"/>
                  </a:cubicBezTo>
                  <a:cubicBezTo>
                    <a:pt x="682" y="560"/>
                    <a:pt x="692" y="558"/>
                    <a:pt x="702" y="557"/>
                  </a:cubicBezTo>
                  <a:cubicBezTo>
                    <a:pt x="702" y="566"/>
                    <a:pt x="704" y="574"/>
                    <a:pt x="702" y="581"/>
                  </a:cubicBezTo>
                  <a:cubicBezTo>
                    <a:pt x="697" y="592"/>
                    <a:pt x="688" y="602"/>
                    <a:pt x="682" y="613"/>
                  </a:cubicBezTo>
                  <a:cubicBezTo>
                    <a:pt x="671" y="634"/>
                    <a:pt x="650" y="645"/>
                    <a:pt x="632" y="658"/>
                  </a:cubicBezTo>
                  <a:cubicBezTo>
                    <a:pt x="609" y="674"/>
                    <a:pt x="587" y="693"/>
                    <a:pt x="562" y="707"/>
                  </a:cubicBezTo>
                  <a:cubicBezTo>
                    <a:pt x="541" y="720"/>
                    <a:pt x="525" y="742"/>
                    <a:pt x="508" y="760"/>
                  </a:cubicBezTo>
                  <a:cubicBezTo>
                    <a:pt x="503" y="765"/>
                    <a:pt x="501" y="771"/>
                    <a:pt x="498" y="776"/>
                  </a:cubicBezTo>
                  <a:cubicBezTo>
                    <a:pt x="497" y="781"/>
                    <a:pt x="496" y="786"/>
                    <a:pt x="495" y="791"/>
                  </a:cubicBezTo>
                  <a:cubicBezTo>
                    <a:pt x="494" y="797"/>
                    <a:pt x="495" y="804"/>
                    <a:pt x="493" y="809"/>
                  </a:cubicBezTo>
                  <a:cubicBezTo>
                    <a:pt x="489" y="820"/>
                    <a:pt x="490" y="844"/>
                    <a:pt x="498" y="848"/>
                  </a:cubicBezTo>
                  <a:cubicBezTo>
                    <a:pt x="507" y="853"/>
                    <a:pt x="516" y="859"/>
                    <a:pt x="526" y="859"/>
                  </a:cubicBezTo>
                  <a:cubicBezTo>
                    <a:pt x="532" y="859"/>
                    <a:pt x="537" y="858"/>
                    <a:pt x="543" y="854"/>
                  </a:cubicBezTo>
                  <a:cubicBezTo>
                    <a:pt x="544" y="853"/>
                    <a:pt x="545" y="853"/>
                    <a:pt x="547" y="853"/>
                  </a:cubicBezTo>
                  <a:cubicBezTo>
                    <a:pt x="548" y="853"/>
                    <a:pt x="549" y="853"/>
                    <a:pt x="549" y="853"/>
                  </a:cubicBezTo>
                  <a:cubicBezTo>
                    <a:pt x="552" y="855"/>
                    <a:pt x="554" y="855"/>
                    <a:pt x="557" y="855"/>
                  </a:cubicBezTo>
                  <a:cubicBezTo>
                    <a:pt x="562" y="855"/>
                    <a:pt x="567" y="852"/>
                    <a:pt x="572" y="849"/>
                  </a:cubicBezTo>
                  <a:cubicBezTo>
                    <a:pt x="605" y="828"/>
                    <a:pt x="638" y="808"/>
                    <a:pt x="671" y="787"/>
                  </a:cubicBezTo>
                  <a:cubicBezTo>
                    <a:pt x="689" y="775"/>
                    <a:pt x="706" y="764"/>
                    <a:pt x="723" y="752"/>
                  </a:cubicBezTo>
                  <a:cubicBezTo>
                    <a:pt x="741" y="739"/>
                    <a:pt x="758" y="725"/>
                    <a:pt x="776" y="713"/>
                  </a:cubicBezTo>
                  <a:cubicBezTo>
                    <a:pt x="790" y="704"/>
                    <a:pt x="806" y="697"/>
                    <a:pt x="821" y="690"/>
                  </a:cubicBezTo>
                  <a:cubicBezTo>
                    <a:pt x="823" y="688"/>
                    <a:pt x="825" y="688"/>
                    <a:pt x="828" y="687"/>
                  </a:cubicBezTo>
                  <a:cubicBezTo>
                    <a:pt x="833" y="683"/>
                    <a:pt x="838" y="681"/>
                    <a:pt x="842" y="681"/>
                  </a:cubicBezTo>
                  <a:cubicBezTo>
                    <a:pt x="851" y="681"/>
                    <a:pt x="855" y="690"/>
                    <a:pt x="855" y="703"/>
                  </a:cubicBezTo>
                  <a:cubicBezTo>
                    <a:pt x="856" y="724"/>
                    <a:pt x="855" y="746"/>
                    <a:pt x="857" y="768"/>
                  </a:cubicBezTo>
                  <a:cubicBezTo>
                    <a:pt x="860" y="795"/>
                    <a:pt x="876" y="957"/>
                    <a:pt x="884" y="987"/>
                  </a:cubicBezTo>
                  <a:cubicBezTo>
                    <a:pt x="889" y="1005"/>
                    <a:pt x="886" y="1024"/>
                    <a:pt x="889" y="1043"/>
                  </a:cubicBezTo>
                  <a:cubicBezTo>
                    <a:pt x="893" y="1078"/>
                    <a:pt x="892" y="1113"/>
                    <a:pt x="896" y="1148"/>
                  </a:cubicBezTo>
                  <a:cubicBezTo>
                    <a:pt x="899" y="1170"/>
                    <a:pt x="898" y="1194"/>
                    <a:pt x="902" y="1215"/>
                  </a:cubicBezTo>
                  <a:cubicBezTo>
                    <a:pt x="908" y="1241"/>
                    <a:pt x="902" y="1266"/>
                    <a:pt x="910" y="1292"/>
                  </a:cubicBezTo>
                  <a:cubicBezTo>
                    <a:pt x="917" y="1316"/>
                    <a:pt x="915" y="1342"/>
                    <a:pt x="916" y="1367"/>
                  </a:cubicBezTo>
                  <a:cubicBezTo>
                    <a:pt x="917" y="1382"/>
                    <a:pt x="920" y="1396"/>
                    <a:pt x="931" y="1406"/>
                  </a:cubicBezTo>
                  <a:cubicBezTo>
                    <a:pt x="935" y="1409"/>
                    <a:pt x="937" y="1411"/>
                    <a:pt x="940" y="1411"/>
                  </a:cubicBezTo>
                  <a:cubicBezTo>
                    <a:pt x="943" y="1411"/>
                    <a:pt x="946" y="1408"/>
                    <a:pt x="948" y="1402"/>
                  </a:cubicBezTo>
                  <a:cubicBezTo>
                    <a:pt x="951" y="1393"/>
                    <a:pt x="953" y="1381"/>
                    <a:pt x="959" y="1374"/>
                  </a:cubicBezTo>
                  <a:cubicBezTo>
                    <a:pt x="972" y="1361"/>
                    <a:pt x="981" y="1346"/>
                    <a:pt x="985" y="1328"/>
                  </a:cubicBezTo>
                  <a:cubicBezTo>
                    <a:pt x="989" y="1305"/>
                    <a:pt x="1000" y="1285"/>
                    <a:pt x="1009" y="1263"/>
                  </a:cubicBezTo>
                  <a:cubicBezTo>
                    <a:pt x="1014" y="1251"/>
                    <a:pt x="1017" y="1238"/>
                    <a:pt x="1018" y="1225"/>
                  </a:cubicBezTo>
                  <a:cubicBezTo>
                    <a:pt x="1019" y="1203"/>
                    <a:pt x="1013" y="1181"/>
                    <a:pt x="1017" y="1159"/>
                  </a:cubicBezTo>
                  <a:cubicBezTo>
                    <a:pt x="1021" y="1137"/>
                    <a:pt x="1018" y="1116"/>
                    <a:pt x="1019" y="1094"/>
                  </a:cubicBezTo>
                  <a:cubicBezTo>
                    <a:pt x="1019" y="1087"/>
                    <a:pt x="1022" y="1080"/>
                    <a:pt x="1021" y="1074"/>
                  </a:cubicBezTo>
                  <a:cubicBezTo>
                    <a:pt x="1019" y="1059"/>
                    <a:pt x="1017" y="1046"/>
                    <a:pt x="1021" y="1031"/>
                  </a:cubicBezTo>
                  <a:cubicBezTo>
                    <a:pt x="1023" y="1025"/>
                    <a:pt x="1021" y="1018"/>
                    <a:pt x="1020" y="1012"/>
                  </a:cubicBezTo>
                  <a:cubicBezTo>
                    <a:pt x="1019" y="999"/>
                    <a:pt x="1018" y="986"/>
                    <a:pt x="1017" y="973"/>
                  </a:cubicBezTo>
                  <a:cubicBezTo>
                    <a:pt x="1016" y="962"/>
                    <a:pt x="1014" y="950"/>
                    <a:pt x="1013" y="939"/>
                  </a:cubicBezTo>
                  <a:cubicBezTo>
                    <a:pt x="1013" y="933"/>
                    <a:pt x="1011" y="927"/>
                    <a:pt x="1011" y="921"/>
                  </a:cubicBezTo>
                  <a:cubicBezTo>
                    <a:pt x="1011" y="898"/>
                    <a:pt x="1012" y="875"/>
                    <a:pt x="1011" y="852"/>
                  </a:cubicBezTo>
                  <a:cubicBezTo>
                    <a:pt x="1011" y="836"/>
                    <a:pt x="1008" y="820"/>
                    <a:pt x="1007" y="804"/>
                  </a:cubicBezTo>
                  <a:cubicBezTo>
                    <a:pt x="1006" y="796"/>
                    <a:pt x="1007" y="787"/>
                    <a:pt x="1007" y="779"/>
                  </a:cubicBezTo>
                  <a:cubicBezTo>
                    <a:pt x="1007" y="773"/>
                    <a:pt x="1006" y="718"/>
                    <a:pt x="1006" y="695"/>
                  </a:cubicBezTo>
                  <a:cubicBezTo>
                    <a:pt x="1006" y="692"/>
                    <a:pt x="1006" y="690"/>
                    <a:pt x="1005" y="688"/>
                  </a:cubicBezTo>
                  <a:cubicBezTo>
                    <a:pt x="1005" y="692"/>
                    <a:pt x="1005" y="693"/>
                    <a:pt x="1005" y="693"/>
                  </a:cubicBezTo>
                  <a:cubicBezTo>
                    <a:pt x="1005" y="693"/>
                    <a:pt x="1005" y="691"/>
                    <a:pt x="1005" y="690"/>
                  </a:cubicBezTo>
                  <a:cubicBezTo>
                    <a:pt x="1005" y="688"/>
                    <a:pt x="1005" y="687"/>
                    <a:pt x="1005" y="687"/>
                  </a:cubicBezTo>
                  <a:cubicBezTo>
                    <a:pt x="1005" y="687"/>
                    <a:pt x="1005" y="687"/>
                    <a:pt x="1005" y="688"/>
                  </a:cubicBezTo>
                  <a:cubicBezTo>
                    <a:pt x="1006" y="687"/>
                    <a:pt x="1006" y="686"/>
                    <a:pt x="1006" y="684"/>
                  </a:cubicBezTo>
                  <a:cubicBezTo>
                    <a:pt x="1006" y="680"/>
                    <a:pt x="1008" y="675"/>
                    <a:pt x="1008" y="671"/>
                  </a:cubicBezTo>
                  <a:cubicBezTo>
                    <a:pt x="1007" y="654"/>
                    <a:pt x="1007" y="638"/>
                    <a:pt x="1006" y="622"/>
                  </a:cubicBezTo>
                  <a:cubicBezTo>
                    <a:pt x="1005" y="610"/>
                    <a:pt x="1010" y="604"/>
                    <a:pt x="1022" y="603"/>
                  </a:cubicBezTo>
                  <a:cubicBezTo>
                    <a:pt x="1044" y="599"/>
                    <a:pt x="1067" y="596"/>
                    <a:pt x="1089" y="592"/>
                  </a:cubicBezTo>
                  <a:cubicBezTo>
                    <a:pt x="1106" y="589"/>
                    <a:pt x="1123" y="587"/>
                    <a:pt x="1139" y="580"/>
                  </a:cubicBezTo>
                  <a:cubicBezTo>
                    <a:pt x="1159" y="571"/>
                    <a:pt x="1178" y="559"/>
                    <a:pt x="1196" y="547"/>
                  </a:cubicBezTo>
                  <a:cubicBezTo>
                    <a:pt x="1221" y="529"/>
                    <a:pt x="1226" y="518"/>
                    <a:pt x="1212" y="490"/>
                  </a:cubicBezTo>
                  <a:cubicBezTo>
                    <a:pt x="1206" y="476"/>
                    <a:pt x="1195" y="467"/>
                    <a:pt x="1179" y="461"/>
                  </a:cubicBezTo>
                  <a:cubicBezTo>
                    <a:pt x="1166" y="456"/>
                    <a:pt x="1153" y="450"/>
                    <a:pt x="1139" y="450"/>
                  </a:cubicBezTo>
                  <a:cubicBezTo>
                    <a:pt x="1134" y="450"/>
                    <a:pt x="1128" y="451"/>
                    <a:pt x="1123" y="453"/>
                  </a:cubicBezTo>
                  <a:cubicBezTo>
                    <a:pt x="1122" y="453"/>
                    <a:pt x="1121" y="454"/>
                    <a:pt x="1120" y="454"/>
                  </a:cubicBezTo>
                  <a:cubicBezTo>
                    <a:pt x="1119" y="454"/>
                    <a:pt x="1119" y="454"/>
                    <a:pt x="1119" y="453"/>
                  </a:cubicBezTo>
                  <a:cubicBezTo>
                    <a:pt x="1118" y="453"/>
                    <a:pt x="1118" y="453"/>
                    <a:pt x="1117" y="453"/>
                  </a:cubicBezTo>
                  <a:cubicBezTo>
                    <a:pt x="1117" y="453"/>
                    <a:pt x="1116" y="453"/>
                    <a:pt x="1116" y="454"/>
                  </a:cubicBezTo>
                  <a:cubicBezTo>
                    <a:pt x="1095" y="456"/>
                    <a:pt x="1075" y="459"/>
                    <a:pt x="1055" y="461"/>
                  </a:cubicBezTo>
                  <a:cubicBezTo>
                    <a:pt x="1054" y="461"/>
                    <a:pt x="1054" y="462"/>
                    <a:pt x="1054" y="462"/>
                  </a:cubicBezTo>
                  <a:cubicBezTo>
                    <a:pt x="1041" y="466"/>
                    <a:pt x="1028" y="470"/>
                    <a:pt x="1015" y="474"/>
                  </a:cubicBezTo>
                  <a:cubicBezTo>
                    <a:pt x="1008" y="476"/>
                    <a:pt x="1000" y="478"/>
                    <a:pt x="990" y="481"/>
                  </a:cubicBezTo>
                  <a:cubicBezTo>
                    <a:pt x="983" y="473"/>
                    <a:pt x="988" y="460"/>
                    <a:pt x="988" y="449"/>
                  </a:cubicBezTo>
                  <a:cubicBezTo>
                    <a:pt x="988" y="428"/>
                    <a:pt x="991" y="408"/>
                    <a:pt x="989" y="387"/>
                  </a:cubicBezTo>
                  <a:cubicBezTo>
                    <a:pt x="987" y="355"/>
                    <a:pt x="986" y="323"/>
                    <a:pt x="993" y="291"/>
                  </a:cubicBezTo>
                  <a:cubicBezTo>
                    <a:pt x="994" y="286"/>
                    <a:pt x="995" y="281"/>
                    <a:pt x="995" y="276"/>
                  </a:cubicBezTo>
                  <a:cubicBezTo>
                    <a:pt x="995" y="248"/>
                    <a:pt x="994" y="221"/>
                    <a:pt x="994" y="193"/>
                  </a:cubicBezTo>
                  <a:cubicBezTo>
                    <a:pt x="994" y="175"/>
                    <a:pt x="994" y="158"/>
                    <a:pt x="995" y="141"/>
                  </a:cubicBezTo>
                  <a:cubicBezTo>
                    <a:pt x="995" y="125"/>
                    <a:pt x="997" y="109"/>
                    <a:pt x="997" y="94"/>
                  </a:cubicBezTo>
                  <a:cubicBezTo>
                    <a:pt x="997" y="70"/>
                    <a:pt x="1007" y="43"/>
                    <a:pt x="975" y="30"/>
                  </a:cubicBezTo>
                  <a:cubicBezTo>
                    <a:pt x="974" y="30"/>
                    <a:pt x="973" y="29"/>
                    <a:pt x="973" y="29"/>
                  </a:cubicBezTo>
                  <a:cubicBezTo>
                    <a:pt x="956" y="9"/>
                    <a:pt x="934" y="0"/>
                    <a:pt x="911"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6" name="Freeform 276">
              <a:extLst>
                <a:ext uri="{FF2B5EF4-FFF2-40B4-BE49-F238E27FC236}">
                  <a16:creationId xmlns:a16="http://schemas.microsoft.com/office/drawing/2014/main" id="{F1BF9A0D-D52C-45E4-93D9-656B079FB498}"/>
                </a:ext>
              </a:extLst>
            </p:cNvPr>
            <p:cNvSpPr>
              <a:spLocks/>
            </p:cNvSpPr>
            <p:nvPr/>
          </p:nvSpPr>
          <p:spPr bwMode="auto">
            <a:xfrm>
              <a:off x="2801665" y="1569274"/>
              <a:ext cx="137860" cy="93126"/>
            </a:xfrm>
            <a:custGeom>
              <a:avLst/>
              <a:gdLst>
                <a:gd name="T0" fmla="*/ 183 w 379"/>
                <a:gd name="T1" fmla="*/ 0 h 255"/>
                <a:gd name="T2" fmla="*/ 172 w 379"/>
                <a:gd name="T3" fmla="*/ 9 h 255"/>
                <a:gd name="T4" fmla="*/ 159 w 379"/>
                <a:gd name="T5" fmla="*/ 25 h 255"/>
                <a:gd name="T6" fmla="*/ 142 w 379"/>
                <a:gd name="T7" fmla="*/ 42 h 255"/>
                <a:gd name="T8" fmla="*/ 92 w 379"/>
                <a:gd name="T9" fmla="*/ 94 h 255"/>
                <a:gd name="T10" fmla="*/ 48 w 379"/>
                <a:gd name="T11" fmla="*/ 142 h 255"/>
                <a:gd name="T12" fmla="*/ 20 w 379"/>
                <a:gd name="T13" fmla="*/ 186 h 255"/>
                <a:gd name="T14" fmla="*/ 12 w 379"/>
                <a:gd name="T15" fmla="*/ 199 h 255"/>
                <a:gd name="T16" fmla="*/ 1 w 379"/>
                <a:gd name="T17" fmla="*/ 236 h 255"/>
                <a:gd name="T18" fmla="*/ 3 w 379"/>
                <a:gd name="T19" fmla="*/ 252 h 255"/>
                <a:gd name="T20" fmla="*/ 14 w 379"/>
                <a:gd name="T21" fmla="*/ 255 h 255"/>
                <a:gd name="T22" fmla="*/ 18 w 379"/>
                <a:gd name="T23" fmla="*/ 255 h 255"/>
                <a:gd name="T24" fmla="*/ 57 w 379"/>
                <a:gd name="T25" fmla="*/ 246 h 255"/>
                <a:gd name="T26" fmla="*/ 60 w 379"/>
                <a:gd name="T27" fmla="*/ 246 h 255"/>
                <a:gd name="T28" fmla="*/ 64 w 379"/>
                <a:gd name="T29" fmla="*/ 246 h 255"/>
                <a:gd name="T30" fmla="*/ 69 w 379"/>
                <a:gd name="T31" fmla="*/ 247 h 255"/>
                <a:gd name="T32" fmla="*/ 72 w 379"/>
                <a:gd name="T33" fmla="*/ 246 h 255"/>
                <a:gd name="T34" fmla="*/ 102 w 379"/>
                <a:gd name="T35" fmla="*/ 244 h 255"/>
                <a:gd name="T36" fmla="*/ 139 w 379"/>
                <a:gd name="T37" fmla="*/ 250 h 255"/>
                <a:gd name="T38" fmla="*/ 152 w 379"/>
                <a:gd name="T39" fmla="*/ 253 h 255"/>
                <a:gd name="T40" fmla="*/ 167 w 379"/>
                <a:gd name="T41" fmla="*/ 250 h 255"/>
                <a:gd name="T42" fmla="*/ 181 w 379"/>
                <a:gd name="T43" fmla="*/ 245 h 255"/>
                <a:gd name="T44" fmla="*/ 277 w 379"/>
                <a:gd name="T45" fmla="*/ 217 h 255"/>
                <a:gd name="T46" fmla="*/ 358 w 379"/>
                <a:gd name="T47" fmla="*/ 162 h 255"/>
                <a:gd name="T48" fmla="*/ 344 w 379"/>
                <a:gd name="T49" fmla="*/ 103 h 255"/>
                <a:gd name="T50" fmla="*/ 322 w 379"/>
                <a:gd name="T51" fmla="*/ 92 h 255"/>
                <a:gd name="T52" fmla="*/ 287 w 379"/>
                <a:gd name="T53" fmla="*/ 69 h 255"/>
                <a:gd name="T54" fmla="*/ 261 w 379"/>
                <a:gd name="T55" fmla="*/ 46 h 255"/>
                <a:gd name="T56" fmla="*/ 217 w 379"/>
                <a:gd name="T57" fmla="*/ 20 h 255"/>
                <a:gd name="T58" fmla="*/ 183 w 379"/>
                <a:gd name="T5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9" h="255">
                  <a:moveTo>
                    <a:pt x="183" y="0"/>
                  </a:moveTo>
                  <a:cubicBezTo>
                    <a:pt x="178" y="4"/>
                    <a:pt x="175" y="6"/>
                    <a:pt x="172" y="9"/>
                  </a:cubicBezTo>
                  <a:cubicBezTo>
                    <a:pt x="167" y="14"/>
                    <a:pt x="164" y="20"/>
                    <a:pt x="159" y="25"/>
                  </a:cubicBezTo>
                  <a:cubicBezTo>
                    <a:pt x="154" y="31"/>
                    <a:pt x="148" y="36"/>
                    <a:pt x="142" y="42"/>
                  </a:cubicBezTo>
                  <a:cubicBezTo>
                    <a:pt x="126" y="59"/>
                    <a:pt x="110" y="78"/>
                    <a:pt x="92" y="94"/>
                  </a:cubicBezTo>
                  <a:cubicBezTo>
                    <a:pt x="76" y="108"/>
                    <a:pt x="60" y="124"/>
                    <a:pt x="48" y="142"/>
                  </a:cubicBezTo>
                  <a:cubicBezTo>
                    <a:pt x="37" y="156"/>
                    <a:pt x="27" y="170"/>
                    <a:pt x="20" y="186"/>
                  </a:cubicBezTo>
                  <a:cubicBezTo>
                    <a:pt x="18" y="190"/>
                    <a:pt x="14" y="194"/>
                    <a:pt x="12" y="199"/>
                  </a:cubicBezTo>
                  <a:cubicBezTo>
                    <a:pt x="8" y="211"/>
                    <a:pt x="4" y="223"/>
                    <a:pt x="1" y="236"/>
                  </a:cubicBezTo>
                  <a:cubicBezTo>
                    <a:pt x="0" y="241"/>
                    <a:pt x="0" y="248"/>
                    <a:pt x="3" y="252"/>
                  </a:cubicBezTo>
                  <a:cubicBezTo>
                    <a:pt x="5" y="254"/>
                    <a:pt x="9" y="255"/>
                    <a:pt x="14" y="255"/>
                  </a:cubicBezTo>
                  <a:cubicBezTo>
                    <a:pt x="15" y="255"/>
                    <a:pt x="17" y="255"/>
                    <a:pt x="18" y="255"/>
                  </a:cubicBezTo>
                  <a:cubicBezTo>
                    <a:pt x="31" y="253"/>
                    <a:pt x="44" y="249"/>
                    <a:pt x="57" y="246"/>
                  </a:cubicBezTo>
                  <a:cubicBezTo>
                    <a:pt x="58" y="246"/>
                    <a:pt x="59" y="246"/>
                    <a:pt x="60" y="246"/>
                  </a:cubicBezTo>
                  <a:cubicBezTo>
                    <a:pt x="62" y="246"/>
                    <a:pt x="63" y="246"/>
                    <a:pt x="64" y="246"/>
                  </a:cubicBezTo>
                  <a:cubicBezTo>
                    <a:pt x="66" y="246"/>
                    <a:pt x="67" y="247"/>
                    <a:pt x="69" y="247"/>
                  </a:cubicBezTo>
                  <a:cubicBezTo>
                    <a:pt x="70" y="247"/>
                    <a:pt x="71" y="247"/>
                    <a:pt x="72" y="246"/>
                  </a:cubicBezTo>
                  <a:cubicBezTo>
                    <a:pt x="82" y="245"/>
                    <a:pt x="92" y="244"/>
                    <a:pt x="102" y="244"/>
                  </a:cubicBezTo>
                  <a:cubicBezTo>
                    <a:pt x="115" y="244"/>
                    <a:pt x="127" y="246"/>
                    <a:pt x="139" y="250"/>
                  </a:cubicBezTo>
                  <a:cubicBezTo>
                    <a:pt x="144" y="252"/>
                    <a:pt x="148" y="253"/>
                    <a:pt x="152" y="253"/>
                  </a:cubicBezTo>
                  <a:cubicBezTo>
                    <a:pt x="157" y="253"/>
                    <a:pt x="162" y="252"/>
                    <a:pt x="167" y="250"/>
                  </a:cubicBezTo>
                  <a:cubicBezTo>
                    <a:pt x="171" y="248"/>
                    <a:pt x="176" y="246"/>
                    <a:pt x="181" y="245"/>
                  </a:cubicBezTo>
                  <a:cubicBezTo>
                    <a:pt x="214" y="240"/>
                    <a:pt x="246" y="230"/>
                    <a:pt x="277" y="217"/>
                  </a:cubicBezTo>
                  <a:cubicBezTo>
                    <a:pt x="308" y="203"/>
                    <a:pt x="337" y="190"/>
                    <a:pt x="358" y="162"/>
                  </a:cubicBezTo>
                  <a:cubicBezTo>
                    <a:pt x="379" y="134"/>
                    <a:pt x="368" y="118"/>
                    <a:pt x="344" y="103"/>
                  </a:cubicBezTo>
                  <a:cubicBezTo>
                    <a:pt x="337" y="99"/>
                    <a:pt x="329" y="96"/>
                    <a:pt x="322" y="92"/>
                  </a:cubicBezTo>
                  <a:cubicBezTo>
                    <a:pt x="310" y="85"/>
                    <a:pt x="299" y="77"/>
                    <a:pt x="287" y="69"/>
                  </a:cubicBezTo>
                  <a:cubicBezTo>
                    <a:pt x="278" y="62"/>
                    <a:pt x="270" y="52"/>
                    <a:pt x="261" y="46"/>
                  </a:cubicBezTo>
                  <a:cubicBezTo>
                    <a:pt x="247" y="36"/>
                    <a:pt x="232" y="28"/>
                    <a:pt x="217" y="20"/>
                  </a:cubicBezTo>
                  <a:cubicBezTo>
                    <a:pt x="206" y="13"/>
                    <a:pt x="195" y="7"/>
                    <a:pt x="18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7" name="Freeform 277">
              <a:extLst>
                <a:ext uri="{FF2B5EF4-FFF2-40B4-BE49-F238E27FC236}">
                  <a16:creationId xmlns:a16="http://schemas.microsoft.com/office/drawing/2014/main" id="{2A13F31C-4422-4A7E-839C-C3AFD0EFF55F}"/>
                </a:ext>
              </a:extLst>
            </p:cNvPr>
            <p:cNvSpPr>
              <a:spLocks/>
            </p:cNvSpPr>
            <p:nvPr/>
          </p:nvSpPr>
          <p:spPr bwMode="auto">
            <a:xfrm>
              <a:off x="2122129" y="1692494"/>
              <a:ext cx="190725" cy="290765"/>
            </a:xfrm>
            <a:custGeom>
              <a:avLst/>
              <a:gdLst>
                <a:gd name="T0" fmla="*/ 372 w 523"/>
                <a:gd name="T1" fmla="*/ 1 h 796"/>
                <a:gd name="T2" fmla="*/ 241 w 523"/>
                <a:gd name="T3" fmla="*/ 27 h 796"/>
                <a:gd name="T4" fmla="*/ 154 w 523"/>
                <a:gd name="T5" fmla="*/ 83 h 796"/>
                <a:gd name="T6" fmla="*/ 109 w 523"/>
                <a:gd name="T7" fmla="*/ 147 h 796"/>
                <a:gd name="T8" fmla="*/ 94 w 523"/>
                <a:gd name="T9" fmla="*/ 162 h 796"/>
                <a:gd name="T10" fmla="*/ 73 w 523"/>
                <a:gd name="T11" fmla="*/ 137 h 796"/>
                <a:gd name="T12" fmla="*/ 35 w 523"/>
                <a:gd name="T13" fmla="*/ 79 h 796"/>
                <a:gd name="T14" fmla="*/ 16 w 523"/>
                <a:gd name="T15" fmla="*/ 122 h 796"/>
                <a:gd name="T16" fmla="*/ 4 w 523"/>
                <a:gd name="T17" fmla="*/ 185 h 796"/>
                <a:gd name="T18" fmla="*/ 5 w 523"/>
                <a:gd name="T19" fmla="*/ 249 h 796"/>
                <a:gd name="T20" fmla="*/ 11 w 523"/>
                <a:gd name="T21" fmla="*/ 321 h 796"/>
                <a:gd name="T22" fmla="*/ 50 w 523"/>
                <a:gd name="T23" fmla="*/ 396 h 796"/>
                <a:gd name="T24" fmla="*/ 93 w 523"/>
                <a:gd name="T25" fmla="*/ 405 h 796"/>
                <a:gd name="T26" fmla="*/ 130 w 523"/>
                <a:gd name="T27" fmla="*/ 373 h 796"/>
                <a:gd name="T28" fmla="*/ 132 w 523"/>
                <a:gd name="T29" fmla="*/ 293 h 796"/>
                <a:gd name="T30" fmla="*/ 146 w 523"/>
                <a:gd name="T31" fmla="*/ 194 h 796"/>
                <a:gd name="T32" fmla="*/ 153 w 523"/>
                <a:gd name="T33" fmla="*/ 169 h 796"/>
                <a:gd name="T34" fmla="*/ 256 w 523"/>
                <a:gd name="T35" fmla="*/ 106 h 796"/>
                <a:gd name="T36" fmla="*/ 328 w 523"/>
                <a:gd name="T37" fmla="*/ 88 h 796"/>
                <a:gd name="T38" fmla="*/ 339 w 523"/>
                <a:gd name="T39" fmla="*/ 93 h 796"/>
                <a:gd name="T40" fmla="*/ 319 w 523"/>
                <a:gd name="T41" fmla="*/ 110 h 796"/>
                <a:gd name="T42" fmla="*/ 277 w 523"/>
                <a:gd name="T43" fmla="*/ 152 h 796"/>
                <a:gd name="T44" fmla="*/ 265 w 523"/>
                <a:gd name="T45" fmla="*/ 154 h 796"/>
                <a:gd name="T46" fmla="*/ 231 w 523"/>
                <a:gd name="T47" fmla="*/ 182 h 796"/>
                <a:gd name="T48" fmla="*/ 154 w 523"/>
                <a:gd name="T49" fmla="*/ 298 h 796"/>
                <a:gd name="T50" fmla="*/ 219 w 523"/>
                <a:gd name="T51" fmla="*/ 341 h 796"/>
                <a:gd name="T52" fmla="*/ 229 w 523"/>
                <a:gd name="T53" fmla="*/ 382 h 796"/>
                <a:gd name="T54" fmla="*/ 222 w 523"/>
                <a:gd name="T55" fmla="*/ 442 h 796"/>
                <a:gd name="T56" fmla="*/ 213 w 523"/>
                <a:gd name="T57" fmla="*/ 540 h 796"/>
                <a:gd name="T58" fmla="*/ 203 w 523"/>
                <a:gd name="T59" fmla="*/ 610 h 796"/>
                <a:gd name="T60" fmla="*/ 201 w 523"/>
                <a:gd name="T61" fmla="*/ 652 h 796"/>
                <a:gd name="T62" fmla="*/ 190 w 523"/>
                <a:gd name="T63" fmla="*/ 652 h 796"/>
                <a:gd name="T64" fmla="*/ 132 w 523"/>
                <a:gd name="T65" fmla="*/ 615 h 796"/>
                <a:gd name="T66" fmla="*/ 87 w 523"/>
                <a:gd name="T67" fmla="*/ 593 h 796"/>
                <a:gd name="T68" fmla="*/ 68 w 523"/>
                <a:gd name="T69" fmla="*/ 587 h 796"/>
                <a:gd name="T70" fmla="*/ 78 w 523"/>
                <a:gd name="T71" fmla="*/ 634 h 796"/>
                <a:gd name="T72" fmla="*/ 159 w 523"/>
                <a:gd name="T73" fmla="*/ 712 h 796"/>
                <a:gd name="T74" fmla="*/ 225 w 523"/>
                <a:gd name="T75" fmla="*/ 776 h 796"/>
                <a:gd name="T76" fmla="*/ 246 w 523"/>
                <a:gd name="T77" fmla="*/ 793 h 796"/>
                <a:gd name="T78" fmla="*/ 278 w 523"/>
                <a:gd name="T79" fmla="*/ 795 h 796"/>
                <a:gd name="T80" fmla="*/ 298 w 523"/>
                <a:gd name="T81" fmla="*/ 776 h 796"/>
                <a:gd name="T82" fmla="*/ 304 w 523"/>
                <a:gd name="T83" fmla="*/ 777 h 796"/>
                <a:gd name="T84" fmla="*/ 322 w 523"/>
                <a:gd name="T85" fmla="*/ 765 h 796"/>
                <a:gd name="T86" fmla="*/ 346 w 523"/>
                <a:gd name="T87" fmla="*/ 716 h 796"/>
                <a:gd name="T88" fmla="*/ 343 w 523"/>
                <a:gd name="T89" fmla="*/ 660 h 796"/>
                <a:gd name="T90" fmla="*/ 337 w 523"/>
                <a:gd name="T91" fmla="*/ 576 h 796"/>
                <a:gd name="T92" fmla="*/ 313 w 523"/>
                <a:gd name="T93" fmla="*/ 461 h 796"/>
                <a:gd name="T94" fmla="*/ 317 w 523"/>
                <a:gd name="T95" fmla="*/ 376 h 796"/>
                <a:gd name="T96" fmla="*/ 336 w 523"/>
                <a:gd name="T97" fmla="*/ 302 h 796"/>
                <a:gd name="T98" fmla="*/ 376 w 523"/>
                <a:gd name="T99" fmla="*/ 233 h 796"/>
                <a:gd name="T100" fmla="*/ 391 w 523"/>
                <a:gd name="T101" fmla="*/ 207 h 796"/>
                <a:gd name="T102" fmla="*/ 467 w 523"/>
                <a:gd name="T103" fmla="*/ 135 h 796"/>
                <a:gd name="T104" fmla="*/ 507 w 523"/>
                <a:gd name="T105" fmla="*/ 95 h 796"/>
                <a:gd name="T106" fmla="*/ 473 w 523"/>
                <a:gd name="T107" fmla="*/ 9 h 796"/>
                <a:gd name="T108" fmla="*/ 392 w 523"/>
                <a:gd name="T109" fmla="*/ 0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3" h="796">
                  <a:moveTo>
                    <a:pt x="392" y="0"/>
                  </a:moveTo>
                  <a:cubicBezTo>
                    <a:pt x="385" y="0"/>
                    <a:pt x="378" y="0"/>
                    <a:pt x="372" y="1"/>
                  </a:cubicBezTo>
                  <a:cubicBezTo>
                    <a:pt x="351" y="1"/>
                    <a:pt x="330" y="4"/>
                    <a:pt x="310" y="9"/>
                  </a:cubicBezTo>
                  <a:cubicBezTo>
                    <a:pt x="287" y="14"/>
                    <a:pt x="262" y="15"/>
                    <a:pt x="241" y="27"/>
                  </a:cubicBezTo>
                  <a:cubicBezTo>
                    <a:pt x="227" y="34"/>
                    <a:pt x="212" y="40"/>
                    <a:pt x="198" y="48"/>
                  </a:cubicBezTo>
                  <a:cubicBezTo>
                    <a:pt x="183" y="58"/>
                    <a:pt x="166" y="68"/>
                    <a:pt x="154" y="83"/>
                  </a:cubicBezTo>
                  <a:cubicBezTo>
                    <a:pt x="149" y="90"/>
                    <a:pt x="142" y="96"/>
                    <a:pt x="137" y="103"/>
                  </a:cubicBezTo>
                  <a:cubicBezTo>
                    <a:pt x="127" y="117"/>
                    <a:pt x="113" y="129"/>
                    <a:pt x="109" y="147"/>
                  </a:cubicBezTo>
                  <a:cubicBezTo>
                    <a:pt x="108" y="152"/>
                    <a:pt x="105" y="157"/>
                    <a:pt x="101" y="160"/>
                  </a:cubicBezTo>
                  <a:cubicBezTo>
                    <a:pt x="100" y="161"/>
                    <a:pt x="97" y="162"/>
                    <a:pt x="94" y="162"/>
                  </a:cubicBezTo>
                  <a:cubicBezTo>
                    <a:pt x="92" y="162"/>
                    <a:pt x="91" y="162"/>
                    <a:pt x="90" y="161"/>
                  </a:cubicBezTo>
                  <a:cubicBezTo>
                    <a:pt x="84" y="153"/>
                    <a:pt x="78" y="145"/>
                    <a:pt x="73" y="137"/>
                  </a:cubicBezTo>
                  <a:cubicBezTo>
                    <a:pt x="62" y="119"/>
                    <a:pt x="52" y="102"/>
                    <a:pt x="41" y="84"/>
                  </a:cubicBezTo>
                  <a:cubicBezTo>
                    <a:pt x="40" y="81"/>
                    <a:pt x="37" y="79"/>
                    <a:pt x="35" y="79"/>
                  </a:cubicBezTo>
                  <a:cubicBezTo>
                    <a:pt x="34" y="79"/>
                    <a:pt x="32" y="80"/>
                    <a:pt x="31" y="83"/>
                  </a:cubicBezTo>
                  <a:cubicBezTo>
                    <a:pt x="25" y="95"/>
                    <a:pt x="20" y="109"/>
                    <a:pt x="16" y="122"/>
                  </a:cubicBezTo>
                  <a:cubicBezTo>
                    <a:pt x="13" y="134"/>
                    <a:pt x="11" y="146"/>
                    <a:pt x="8" y="158"/>
                  </a:cubicBezTo>
                  <a:cubicBezTo>
                    <a:pt x="6" y="167"/>
                    <a:pt x="4" y="176"/>
                    <a:pt x="4" y="185"/>
                  </a:cubicBezTo>
                  <a:cubicBezTo>
                    <a:pt x="3" y="199"/>
                    <a:pt x="4" y="212"/>
                    <a:pt x="5" y="226"/>
                  </a:cubicBezTo>
                  <a:cubicBezTo>
                    <a:pt x="5" y="233"/>
                    <a:pt x="7" y="242"/>
                    <a:pt x="5" y="249"/>
                  </a:cubicBezTo>
                  <a:cubicBezTo>
                    <a:pt x="0" y="267"/>
                    <a:pt x="8" y="283"/>
                    <a:pt x="8" y="300"/>
                  </a:cubicBezTo>
                  <a:cubicBezTo>
                    <a:pt x="8" y="307"/>
                    <a:pt x="9" y="314"/>
                    <a:pt x="11" y="321"/>
                  </a:cubicBezTo>
                  <a:cubicBezTo>
                    <a:pt x="16" y="343"/>
                    <a:pt x="22" y="365"/>
                    <a:pt x="34" y="385"/>
                  </a:cubicBezTo>
                  <a:cubicBezTo>
                    <a:pt x="38" y="392"/>
                    <a:pt x="43" y="394"/>
                    <a:pt x="50" y="396"/>
                  </a:cubicBezTo>
                  <a:cubicBezTo>
                    <a:pt x="60" y="398"/>
                    <a:pt x="70" y="401"/>
                    <a:pt x="81" y="403"/>
                  </a:cubicBezTo>
                  <a:cubicBezTo>
                    <a:pt x="84" y="404"/>
                    <a:pt x="89" y="405"/>
                    <a:pt x="93" y="405"/>
                  </a:cubicBezTo>
                  <a:cubicBezTo>
                    <a:pt x="95" y="405"/>
                    <a:pt x="96" y="405"/>
                    <a:pt x="98" y="404"/>
                  </a:cubicBezTo>
                  <a:cubicBezTo>
                    <a:pt x="110" y="395"/>
                    <a:pt x="123" y="385"/>
                    <a:pt x="130" y="373"/>
                  </a:cubicBezTo>
                  <a:cubicBezTo>
                    <a:pt x="136" y="362"/>
                    <a:pt x="137" y="346"/>
                    <a:pt x="135" y="333"/>
                  </a:cubicBezTo>
                  <a:cubicBezTo>
                    <a:pt x="133" y="319"/>
                    <a:pt x="131" y="307"/>
                    <a:pt x="132" y="293"/>
                  </a:cubicBezTo>
                  <a:cubicBezTo>
                    <a:pt x="133" y="283"/>
                    <a:pt x="132" y="273"/>
                    <a:pt x="132" y="263"/>
                  </a:cubicBezTo>
                  <a:cubicBezTo>
                    <a:pt x="132" y="239"/>
                    <a:pt x="136" y="216"/>
                    <a:pt x="146" y="194"/>
                  </a:cubicBezTo>
                  <a:cubicBezTo>
                    <a:pt x="147" y="191"/>
                    <a:pt x="147" y="187"/>
                    <a:pt x="148" y="183"/>
                  </a:cubicBezTo>
                  <a:cubicBezTo>
                    <a:pt x="150" y="179"/>
                    <a:pt x="150" y="173"/>
                    <a:pt x="153" y="169"/>
                  </a:cubicBezTo>
                  <a:cubicBezTo>
                    <a:pt x="174" y="148"/>
                    <a:pt x="196" y="127"/>
                    <a:pt x="224" y="115"/>
                  </a:cubicBezTo>
                  <a:cubicBezTo>
                    <a:pt x="234" y="111"/>
                    <a:pt x="245" y="109"/>
                    <a:pt x="256" y="106"/>
                  </a:cubicBezTo>
                  <a:cubicBezTo>
                    <a:pt x="270" y="102"/>
                    <a:pt x="283" y="99"/>
                    <a:pt x="297" y="95"/>
                  </a:cubicBezTo>
                  <a:cubicBezTo>
                    <a:pt x="307" y="92"/>
                    <a:pt x="318" y="89"/>
                    <a:pt x="328" y="88"/>
                  </a:cubicBezTo>
                  <a:cubicBezTo>
                    <a:pt x="329" y="88"/>
                    <a:pt x="329" y="88"/>
                    <a:pt x="329" y="88"/>
                  </a:cubicBezTo>
                  <a:cubicBezTo>
                    <a:pt x="332" y="88"/>
                    <a:pt x="336" y="91"/>
                    <a:pt x="339" y="93"/>
                  </a:cubicBezTo>
                  <a:cubicBezTo>
                    <a:pt x="337" y="96"/>
                    <a:pt x="336" y="100"/>
                    <a:pt x="333" y="102"/>
                  </a:cubicBezTo>
                  <a:cubicBezTo>
                    <a:pt x="329" y="105"/>
                    <a:pt x="324" y="108"/>
                    <a:pt x="319" y="110"/>
                  </a:cubicBezTo>
                  <a:cubicBezTo>
                    <a:pt x="304" y="116"/>
                    <a:pt x="291" y="126"/>
                    <a:pt x="282" y="141"/>
                  </a:cubicBezTo>
                  <a:cubicBezTo>
                    <a:pt x="280" y="145"/>
                    <a:pt x="279" y="149"/>
                    <a:pt x="277" y="152"/>
                  </a:cubicBezTo>
                  <a:cubicBezTo>
                    <a:pt x="275" y="155"/>
                    <a:pt x="273" y="158"/>
                    <a:pt x="270" y="158"/>
                  </a:cubicBezTo>
                  <a:cubicBezTo>
                    <a:pt x="269" y="158"/>
                    <a:pt x="267" y="156"/>
                    <a:pt x="265" y="154"/>
                  </a:cubicBezTo>
                  <a:cubicBezTo>
                    <a:pt x="262" y="157"/>
                    <a:pt x="261" y="160"/>
                    <a:pt x="259" y="162"/>
                  </a:cubicBezTo>
                  <a:cubicBezTo>
                    <a:pt x="250" y="169"/>
                    <a:pt x="240" y="175"/>
                    <a:pt x="231" y="182"/>
                  </a:cubicBezTo>
                  <a:cubicBezTo>
                    <a:pt x="211" y="201"/>
                    <a:pt x="192" y="221"/>
                    <a:pt x="176" y="243"/>
                  </a:cubicBezTo>
                  <a:cubicBezTo>
                    <a:pt x="164" y="260"/>
                    <a:pt x="153" y="277"/>
                    <a:pt x="154" y="298"/>
                  </a:cubicBezTo>
                  <a:cubicBezTo>
                    <a:pt x="154" y="312"/>
                    <a:pt x="162" y="325"/>
                    <a:pt x="176" y="329"/>
                  </a:cubicBezTo>
                  <a:cubicBezTo>
                    <a:pt x="190" y="334"/>
                    <a:pt x="205" y="337"/>
                    <a:pt x="219" y="341"/>
                  </a:cubicBezTo>
                  <a:cubicBezTo>
                    <a:pt x="221" y="342"/>
                    <a:pt x="224" y="343"/>
                    <a:pt x="225" y="345"/>
                  </a:cubicBezTo>
                  <a:cubicBezTo>
                    <a:pt x="231" y="357"/>
                    <a:pt x="231" y="369"/>
                    <a:pt x="229" y="382"/>
                  </a:cubicBezTo>
                  <a:cubicBezTo>
                    <a:pt x="229" y="387"/>
                    <a:pt x="230" y="392"/>
                    <a:pt x="229" y="396"/>
                  </a:cubicBezTo>
                  <a:cubicBezTo>
                    <a:pt x="227" y="412"/>
                    <a:pt x="223" y="427"/>
                    <a:pt x="222" y="442"/>
                  </a:cubicBezTo>
                  <a:cubicBezTo>
                    <a:pt x="220" y="456"/>
                    <a:pt x="223" y="471"/>
                    <a:pt x="218" y="484"/>
                  </a:cubicBezTo>
                  <a:cubicBezTo>
                    <a:pt x="213" y="503"/>
                    <a:pt x="213" y="522"/>
                    <a:pt x="213" y="540"/>
                  </a:cubicBezTo>
                  <a:cubicBezTo>
                    <a:pt x="213" y="550"/>
                    <a:pt x="214" y="560"/>
                    <a:pt x="211" y="568"/>
                  </a:cubicBezTo>
                  <a:cubicBezTo>
                    <a:pt x="206" y="582"/>
                    <a:pt x="201" y="596"/>
                    <a:pt x="203" y="610"/>
                  </a:cubicBezTo>
                  <a:cubicBezTo>
                    <a:pt x="203" y="622"/>
                    <a:pt x="204" y="633"/>
                    <a:pt x="205" y="645"/>
                  </a:cubicBezTo>
                  <a:cubicBezTo>
                    <a:pt x="205" y="647"/>
                    <a:pt x="203" y="652"/>
                    <a:pt x="201" y="652"/>
                  </a:cubicBezTo>
                  <a:cubicBezTo>
                    <a:pt x="200" y="653"/>
                    <a:pt x="198" y="653"/>
                    <a:pt x="197" y="653"/>
                  </a:cubicBezTo>
                  <a:cubicBezTo>
                    <a:pt x="194" y="653"/>
                    <a:pt x="192" y="652"/>
                    <a:pt x="190" y="652"/>
                  </a:cubicBezTo>
                  <a:cubicBezTo>
                    <a:pt x="185" y="649"/>
                    <a:pt x="180" y="646"/>
                    <a:pt x="175" y="642"/>
                  </a:cubicBezTo>
                  <a:cubicBezTo>
                    <a:pt x="161" y="633"/>
                    <a:pt x="143" y="629"/>
                    <a:pt x="132" y="615"/>
                  </a:cubicBezTo>
                  <a:cubicBezTo>
                    <a:pt x="129" y="611"/>
                    <a:pt x="124" y="609"/>
                    <a:pt x="119" y="607"/>
                  </a:cubicBezTo>
                  <a:cubicBezTo>
                    <a:pt x="109" y="602"/>
                    <a:pt x="98" y="597"/>
                    <a:pt x="87" y="593"/>
                  </a:cubicBezTo>
                  <a:cubicBezTo>
                    <a:pt x="81" y="590"/>
                    <a:pt x="75" y="588"/>
                    <a:pt x="68" y="587"/>
                  </a:cubicBezTo>
                  <a:cubicBezTo>
                    <a:pt x="68" y="587"/>
                    <a:pt x="68" y="587"/>
                    <a:pt x="68" y="587"/>
                  </a:cubicBezTo>
                  <a:cubicBezTo>
                    <a:pt x="66" y="587"/>
                    <a:pt x="62" y="593"/>
                    <a:pt x="62" y="595"/>
                  </a:cubicBezTo>
                  <a:cubicBezTo>
                    <a:pt x="67" y="608"/>
                    <a:pt x="69" y="624"/>
                    <a:pt x="78" y="634"/>
                  </a:cubicBezTo>
                  <a:cubicBezTo>
                    <a:pt x="92" y="652"/>
                    <a:pt x="110" y="666"/>
                    <a:pt x="126" y="682"/>
                  </a:cubicBezTo>
                  <a:cubicBezTo>
                    <a:pt x="137" y="692"/>
                    <a:pt x="149" y="701"/>
                    <a:pt x="159" y="712"/>
                  </a:cubicBezTo>
                  <a:cubicBezTo>
                    <a:pt x="167" y="721"/>
                    <a:pt x="174" y="732"/>
                    <a:pt x="182" y="741"/>
                  </a:cubicBezTo>
                  <a:cubicBezTo>
                    <a:pt x="195" y="755"/>
                    <a:pt x="205" y="771"/>
                    <a:pt x="225" y="776"/>
                  </a:cubicBezTo>
                  <a:cubicBezTo>
                    <a:pt x="228" y="777"/>
                    <a:pt x="229" y="781"/>
                    <a:pt x="232" y="783"/>
                  </a:cubicBezTo>
                  <a:cubicBezTo>
                    <a:pt x="236" y="787"/>
                    <a:pt x="241" y="792"/>
                    <a:pt x="246" y="793"/>
                  </a:cubicBezTo>
                  <a:cubicBezTo>
                    <a:pt x="254" y="795"/>
                    <a:pt x="262" y="796"/>
                    <a:pt x="270" y="796"/>
                  </a:cubicBezTo>
                  <a:cubicBezTo>
                    <a:pt x="273" y="796"/>
                    <a:pt x="275" y="795"/>
                    <a:pt x="278" y="795"/>
                  </a:cubicBezTo>
                  <a:cubicBezTo>
                    <a:pt x="282" y="795"/>
                    <a:pt x="286" y="790"/>
                    <a:pt x="287" y="787"/>
                  </a:cubicBezTo>
                  <a:cubicBezTo>
                    <a:pt x="289" y="780"/>
                    <a:pt x="292" y="776"/>
                    <a:pt x="298" y="776"/>
                  </a:cubicBezTo>
                  <a:cubicBezTo>
                    <a:pt x="299" y="776"/>
                    <a:pt x="300" y="776"/>
                    <a:pt x="301" y="777"/>
                  </a:cubicBezTo>
                  <a:cubicBezTo>
                    <a:pt x="302" y="777"/>
                    <a:pt x="303" y="777"/>
                    <a:pt x="304" y="777"/>
                  </a:cubicBezTo>
                  <a:cubicBezTo>
                    <a:pt x="309" y="777"/>
                    <a:pt x="313" y="775"/>
                    <a:pt x="315" y="769"/>
                  </a:cubicBezTo>
                  <a:cubicBezTo>
                    <a:pt x="315" y="767"/>
                    <a:pt x="319" y="765"/>
                    <a:pt x="322" y="765"/>
                  </a:cubicBezTo>
                  <a:cubicBezTo>
                    <a:pt x="332" y="765"/>
                    <a:pt x="338" y="759"/>
                    <a:pt x="341" y="751"/>
                  </a:cubicBezTo>
                  <a:cubicBezTo>
                    <a:pt x="345" y="740"/>
                    <a:pt x="348" y="728"/>
                    <a:pt x="346" y="716"/>
                  </a:cubicBezTo>
                  <a:cubicBezTo>
                    <a:pt x="345" y="709"/>
                    <a:pt x="344" y="703"/>
                    <a:pt x="344" y="697"/>
                  </a:cubicBezTo>
                  <a:cubicBezTo>
                    <a:pt x="343" y="684"/>
                    <a:pt x="344" y="672"/>
                    <a:pt x="343" y="660"/>
                  </a:cubicBezTo>
                  <a:cubicBezTo>
                    <a:pt x="343" y="644"/>
                    <a:pt x="341" y="628"/>
                    <a:pt x="339" y="613"/>
                  </a:cubicBezTo>
                  <a:cubicBezTo>
                    <a:pt x="338" y="600"/>
                    <a:pt x="339" y="588"/>
                    <a:pt x="337" y="576"/>
                  </a:cubicBezTo>
                  <a:cubicBezTo>
                    <a:pt x="334" y="562"/>
                    <a:pt x="332" y="548"/>
                    <a:pt x="326" y="535"/>
                  </a:cubicBezTo>
                  <a:cubicBezTo>
                    <a:pt x="317" y="511"/>
                    <a:pt x="320" y="486"/>
                    <a:pt x="313" y="461"/>
                  </a:cubicBezTo>
                  <a:cubicBezTo>
                    <a:pt x="309" y="445"/>
                    <a:pt x="313" y="427"/>
                    <a:pt x="314" y="410"/>
                  </a:cubicBezTo>
                  <a:cubicBezTo>
                    <a:pt x="314" y="398"/>
                    <a:pt x="315" y="387"/>
                    <a:pt x="317" y="376"/>
                  </a:cubicBezTo>
                  <a:cubicBezTo>
                    <a:pt x="320" y="357"/>
                    <a:pt x="323" y="339"/>
                    <a:pt x="328" y="320"/>
                  </a:cubicBezTo>
                  <a:cubicBezTo>
                    <a:pt x="329" y="314"/>
                    <a:pt x="331" y="307"/>
                    <a:pt x="336" y="302"/>
                  </a:cubicBezTo>
                  <a:cubicBezTo>
                    <a:pt x="351" y="287"/>
                    <a:pt x="359" y="268"/>
                    <a:pt x="369" y="249"/>
                  </a:cubicBezTo>
                  <a:cubicBezTo>
                    <a:pt x="371" y="244"/>
                    <a:pt x="377" y="237"/>
                    <a:pt x="376" y="233"/>
                  </a:cubicBezTo>
                  <a:cubicBezTo>
                    <a:pt x="371" y="221"/>
                    <a:pt x="375" y="215"/>
                    <a:pt x="387" y="211"/>
                  </a:cubicBezTo>
                  <a:cubicBezTo>
                    <a:pt x="389" y="211"/>
                    <a:pt x="390" y="209"/>
                    <a:pt x="391" y="207"/>
                  </a:cubicBezTo>
                  <a:cubicBezTo>
                    <a:pt x="400" y="199"/>
                    <a:pt x="410" y="190"/>
                    <a:pt x="419" y="181"/>
                  </a:cubicBezTo>
                  <a:cubicBezTo>
                    <a:pt x="435" y="166"/>
                    <a:pt x="451" y="151"/>
                    <a:pt x="467" y="135"/>
                  </a:cubicBezTo>
                  <a:cubicBezTo>
                    <a:pt x="475" y="127"/>
                    <a:pt x="483" y="118"/>
                    <a:pt x="492" y="110"/>
                  </a:cubicBezTo>
                  <a:cubicBezTo>
                    <a:pt x="497" y="105"/>
                    <a:pt x="502" y="100"/>
                    <a:pt x="507" y="95"/>
                  </a:cubicBezTo>
                  <a:cubicBezTo>
                    <a:pt x="523" y="78"/>
                    <a:pt x="516" y="58"/>
                    <a:pt x="512" y="40"/>
                  </a:cubicBezTo>
                  <a:cubicBezTo>
                    <a:pt x="508" y="21"/>
                    <a:pt x="490" y="15"/>
                    <a:pt x="473" y="9"/>
                  </a:cubicBezTo>
                  <a:cubicBezTo>
                    <a:pt x="467" y="7"/>
                    <a:pt x="462" y="3"/>
                    <a:pt x="456" y="2"/>
                  </a:cubicBezTo>
                  <a:cubicBezTo>
                    <a:pt x="435" y="2"/>
                    <a:pt x="413" y="0"/>
                    <a:pt x="39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88" name="Freeform 278">
              <a:extLst>
                <a:ext uri="{FF2B5EF4-FFF2-40B4-BE49-F238E27FC236}">
                  <a16:creationId xmlns:a16="http://schemas.microsoft.com/office/drawing/2014/main" id="{87F3E934-9AB1-4966-B50D-FF99511AF481}"/>
                </a:ext>
              </a:extLst>
            </p:cNvPr>
            <p:cNvSpPr>
              <a:spLocks/>
            </p:cNvSpPr>
            <p:nvPr/>
          </p:nvSpPr>
          <p:spPr bwMode="auto">
            <a:xfrm>
              <a:off x="2062349" y="1546094"/>
              <a:ext cx="306219" cy="148433"/>
            </a:xfrm>
            <a:custGeom>
              <a:avLst/>
              <a:gdLst>
                <a:gd name="T0" fmla="*/ 362 w 841"/>
                <a:gd name="T1" fmla="*/ 0 h 407"/>
                <a:gd name="T2" fmla="*/ 299 w 841"/>
                <a:gd name="T3" fmla="*/ 7 h 407"/>
                <a:gd name="T4" fmla="*/ 283 w 841"/>
                <a:gd name="T5" fmla="*/ 30 h 407"/>
                <a:gd name="T6" fmla="*/ 298 w 841"/>
                <a:gd name="T7" fmla="*/ 63 h 407"/>
                <a:gd name="T8" fmla="*/ 326 w 841"/>
                <a:gd name="T9" fmla="*/ 97 h 407"/>
                <a:gd name="T10" fmla="*/ 327 w 841"/>
                <a:gd name="T11" fmla="*/ 113 h 407"/>
                <a:gd name="T12" fmla="*/ 292 w 841"/>
                <a:gd name="T13" fmla="*/ 157 h 407"/>
                <a:gd name="T14" fmla="*/ 265 w 841"/>
                <a:gd name="T15" fmla="*/ 175 h 407"/>
                <a:gd name="T16" fmla="*/ 250 w 841"/>
                <a:gd name="T17" fmla="*/ 180 h 407"/>
                <a:gd name="T18" fmla="*/ 228 w 841"/>
                <a:gd name="T19" fmla="*/ 192 h 407"/>
                <a:gd name="T20" fmla="*/ 170 w 841"/>
                <a:gd name="T21" fmla="*/ 213 h 407"/>
                <a:gd name="T22" fmla="*/ 133 w 841"/>
                <a:gd name="T23" fmla="*/ 227 h 407"/>
                <a:gd name="T24" fmla="*/ 48 w 841"/>
                <a:gd name="T25" fmla="*/ 244 h 407"/>
                <a:gd name="T26" fmla="*/ 22 w 841"/>
                <a:gd name="T27" fmla="*/ 270 h 407"/>
                <a:gd name="T28" fmla="*/ 14 w 841"/>
                <a:gd name="T29" fmla="*/ 281 h 407"/>
                <a:gd name="T30" fmla="*/ 0 w 841"/>
                <a:gd name="T31" fmla="*/ 298 h 407"/>
                <a:gd name="T32" fmla="*/ 7 w 841"/>
                <a:gd name="T33" fmla="*/ 333 h 407"/>
                <a:gd name="T34" fmla="*/ 11 w 841"/>
                <a:gd name="T35" fmla="*/ 349 h 407"/>
                <a:gd name="T36" fmla="*/ 33 w 841"/>
                <a:gd name="T37" fmla="*/ 385 h 407"/>
                <a:gd name="T38" fmla="*/ 78 w 841"/>
                <a:gd name="T39" fmla="*/ 401 h 407"/>
                <a:gd name="T40" fmla="*/ 100 w 841"/>
                <a:gd name="T41" fmla="*/ 403 h 407"/>
                <a:gd name="T42" fmla="*/ 121 w 841"/>
                <a:gd name="T43" fmla="*/ 407 h 407"/>
                <a:gd name="T44" fmla="*/ 132 w 841"/>
                <a:gd name="T45" fmla="*/ 406 h 407"/>
                <a:gd name="T46" fmla="*/ 154 w 841"/>
                <a:gd name="T47" fmla="*/ 403 h 407"/>
                <a:gd name="T48" fmla="*/ 161 w 841"/>
                <a:gd name="T49" fmla="*/ 403 h 407"/>
                <a:gd name="T50" fmla="*/ 168 w 841"/>
                <a:gd name="T51" fmla="*/ 403 h 407"/>
                <a:gd name="T52" fmla="*/ 178 w 841"/>
                <a:gd name="T53" fmla="*/ 403 h 407"/>
                <a:gd name="T54" fmla="*/ 225 w 841"/>
                <a:gd name="T55" fmla="*/ 397 h 407"/>
                <a:gd name="T56" fmla="*/ 305 w 841"/>
                <a:gd name="T57" fmla="*/ 382 h 407"/>
                <a:gd name="T58" fmla="*/ 309 w 841"/>
                <a:gd name="T59" fmla="*/ 380 h 407"/>
                <a:gd name="T60" fmla="*/ 328 w 841"/>
                <a:gd name="T61" fmla="*/ 370 h 407"/>
                <a:gd name="T62" fmla="*/ 368 w 841"/>
                <a:gd name="T63" fmla="*/ 357 h 407"/>
                <a:gd name="T64" fmla="*/ 386 w 841"/>
                <a:gd name="T65" fmla="*/ 353 h 407"/>
                <a:gd name="T66" fmla="*/ 412 w 841"/>
                <a:gd name="T67" fmla="*/ 343 h 407"/>
                <a:gd name="T68" fmla="*/ 454 w 841"/>
                <a:gd name="T69" fmla="*/ 334 h 407"/>
                <a:gd name="T70" fmla="*/ 525 w 841"/>
                <a:gd name="T71" fmla="*/ 304 h 407"/>
                <a:gd name="T72" fmla="*/ 605 w 841"/>
                <a:gd name="T73" fmla="*/ 271 h 407"/>
                <a:gd name="T74" fmla="*/ 677 w 841"/>
                <a:gd name="T75" fmla="*/ 244 h 407"/>
                <a:gd name="T76" fmla="*/ 716 w 841"/>
                <a:gd name="T77" fmla="*/ 232 h 407"/>
                <a:gd name="T78" fmla="*/ 785 w 841"/>
                <a:gd name="T79" fmla="*/ 213 h 407"/>
                <a:gd name="T80" fmla="*/ 807 w 841"/>
                <a:gd name="T81" fmla="*/ 196 h 407"/>
                <a:gd name="T82" fmla="*/ 828 w 841"/>
                <a:gd name="T83" fmla="*/ 164 h 407"/>
                <a:gd name="T84" fmla="*/ 821 w 841"/>
                <a:gd name="T85" fmla="*/ 116 h 407"/>
                <a:gd name="T86" fmla="*/ 784 w 841"/>
                <a:gd name="T87" fmla="*/ 106 h 407"/>
                <a:gd name="T88" fmla="*/ 768 w 841"/>
                <a:gd name="T89" fmla="*/ 109 h 407"/>
                <a:gd name="T90" fmla="*/ 698 w 841"/>
                <a:gd name="T91" fmla="*/ 128 h 407"/>
                <a:gd name="T92" fmla="*/ 674 w 841"/>
                <a:gd name="T93" fmla="*/ 132 h 407"/>
                <a:gd name="T94" fmla="*/ 622 w 841"/>
                <a:gd name="T95" fmla="*/ 133 h 407"/>
                <a:gd name="T96" fmla="*/ 586 w 841"/>
                <a:gd name="T97" fmla="*/ 137 h 407"/>
                <a:gd name="T98" fmla="*/ 573 w 841"/>
                <a:gd name="T99" fmla="*/ 136 h 407"/>
                <a:gd name="T100" fmla="*/ 564 w 841"/>
                <a:gd name="T101" fmla="*/ 128 h 407"/>
                <a:gd name="T102" fmla="*/ 551 w 841"/>
                <a:gd name="T103" fmla="*/ 86 h 407"/>
                <a:gd name="T104" fmla="*/ 530 w 841"/>
                <a:gd name="T105" fmla="*/ 55 h 407"/>
                <a:gd name="T106" fmla="*/ 534 w 841"/>
                <a:gd name="T107" fmla="*/ 52 h 407"/>
                <a:gd name="T108" fmla="*/ 523 w 841"/>
                <a:gd name="T109" fmla="*/ 38 h 407"/>
                <a:gd name="T110" fmla="*/ 514 w 841"/>
                <a:gd name="T111" fmla="*/ 30 h 407"/>
                <a:gd name="T112" fmla="*/ 508 w 841"/>
                <a:gd name="T113" fmla="*/ 28 h 407"/>
                <a:gd name="T114" fmla="*/ 472 w 841"/>
                <a:gd name="T115" fmla="*/ 12 h 407"/>
                <a:gd name="T116" fmla="*/ 408 w 841"/>
                <a:gd name="T117" fmla="*/ 0 h 407"/>
                <a:gd name="T118" fmla="*/ 362 w 841"/>
                <a:gd name="T119"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41" h="407">
                  <a:moveTo>
                    <a:pt x="362" y="0"/>
                  </a:moveTo>
                  <a:cubicBezTo>
                    <a:pt x="341" y="0"/>
                    <a:pt x="320" y="1"/>
                    <a:pt x="299" y="7"/>
                  </a:cubicBezTo>
                  <a:cubicBezTo>
                    <a:pt x="287" y="11"/>
                    <a:pt x="280" y="19"/>
                    <a:pt x="283" y="30"/>
                  </a:cubicBezTo>
                  <a:cubicBezTo>
                    <a:pt x="286" y="41"/>
                    <a:pt x="292" y="52"/>
                    <a:pt x="298" y="63"/>
                  </a:cubicBezTo>
                  <a:cubicBezTo>
                    <a:pt x="305" y="76"/>
                    <a:pt x="321" y="82"/>
                    <a:pt x="326" y="97"/>
                  </a:cubicBezTo>
                  <a:cubicBezTo>
                    <a:pt x="327" y="102"/>
                    <a:pt x="329" y="109"/>
                    <a:pt x="327" y="113"/>
                  </a:cubicBezTo>
                  <a:cubicBezTo>
                    <a:pt x="319" y="130"/>
                    <a:pt x="308" y="146"/>
                    <a:pt x="292" y="157"/>
                  </a:cubicBezTo>
                  <a:cubicBezTo>
                    <a:pt x="283" y="163"/>
                    <a:pt x="274" y="169"/>
                    <a:pt x="265" y="175"/>
                  </a:cubicBezTo>
                  <a:cubicBezTo>
                    <a:pt x="260" y="178"/>
                    <a:pt x="254" y="178"/>
                    <a:pt x="250" y="180"/>
                  </a:cubicBezTo>
                  <a:cubicBezTo>
                    <a:pt x="242" y="184"/>
                    <a:pt x="236" y="189"/>
                    <a:pt x="228" y="192"/>
                  </a:cubicBezTo>
                  <a:cubicBezTo>
                    <a:pt x="209" y="199"/>
                    <a:pt x="190" y="205"/>
                    <a:pt x="170" y="213"/>
                  </a:cubicBezTo>
                  <a:cubicBezTo>
                    <a:pt x="158" y="217"/>
                    <a:pt x="146" y="224"/>
                    <a:pt x="133" y="227"/>
                  </a:cubicBezTo>
                  <a:cubicBezTo>
                    <a:pt x="105" y="233"/>
                    <a:pt x="77" y="238"/>
                    <a:pt x="48" y="244"/>
                  </a:cubicBezTo>
                  <a:cubicBezTo>
                    <a:pt x="35" y="246"/>
                    <a:pt x="23" y="257"/>
                    <a:pt x="22" y="270"/>
                  </a:cubicBezTo>
                  <a:cubicBezTo>
                    <a:pt x="21" y="276"/>
                    <a:pt x="18" y="278"/>
                    <a:pt x="14" y="281"/>
                  </a:cubicBezTo>
                  <a:cubicBezTo>
                    <a:pt x="8" y="286"/>
                    <a:pt x="0" y="292"/>
                    <a:pt x="0" y="298"/>
                  </a:cubicBezTo>
                  <a:cubicBezTo>
                    <a:pt x="0" y="310"/>
                    <a:pt x="4" y="321"/>
                    <a:pt x="7" y="333"/>
                  </a:cubicBezTo>
                  <a:cubicBezTo>
                    <a:pt x="8" y="338"/>
                    <a:pt x="9" y="344"/>
                    <a:pt x="11" y="349"/>
                  </a:cubicBezTo>
                  <a:cubicBezTo>
                    <a:pt x="16" y="363"/>
                    <a:pt x="20" y="378"/>
                    <a:pt x="33" y="385"/>
                  </a:cubicBezTo>
                  <a:cubicBezTo>
                    <a:pt x="46" y="393"/>
                    <a:pt x="62" y="396"/>
                    <a:pt x="78" y="401"/>
                  </a:cubicBezTo>
                  <a:cubicBezTo>
                    <a:pt x="85" y="403"/>
                    <a:pt x="93" y="401"/>
                    <a:pt x="100" y="403"/>
                  </a:cubicBezTo>
                  <a:cubicBezTo>
                    <a:pt x="107" y="406"/>
                    <a:pt x="114" y="407"/>
                    <a:pt x="121" y="407"/>
                  </a:cubicBezTo>
                  <a:cubicBezTo>
                    <a:pt x="125" y="407"/>
                    <a:pt x="128" y="407"/>
                    <a:pt x="132" y="406"/>
                  </a:cubicBezTo>
                  <a:cubicBezTo>
                    <a:pt x="140" y="404"/>
                    <a:pt x="147" y="403"/>
                    <a:pt x="154" y="403"/>
                  </a:cubicBezTo>
                  <a:cubicBezTo>
                    <a:pt x="157" y="403"/>
                    <a:pt x="159" y="403"/>
                    <a:pt x="161" y="403"/>
                  </a:cubicBezTo>
                  <a:cubicBezTo>
                    <a:pt x="164" y="403"/>
                    <a:pt x="166" y="403"/>
                    <a:pt x="168" y="403"/>
                  </a:cubicBezTo>
                  <a:cubicBezTo>
                    <a:pt x="171" y="403"/>
                    <a:pt x="174" y="403"/>
                    <a:pt x="178" y="403"/>
                  </a:cubicBezTo>
                  <a:cubicBezTo>
                    <a:pt x="193" y="402"/>
                    <a:pt x="209" y="400"/>
                    <a:pt x="225" y="397"/>
                  </a:cubicBezTo>
                  <a:cubicBezTo>
                    <a:pt x="252" y="392"/>
                    <a:pt x="278" y="387"/>
                    <a:pt x="305" y="382"/>
                  </a:cubicBezTo>
                  <a:cubicBezTo>
                    <a:pt x="307" y="382"/>
                    <a:pt x="308" y="380"/>
                    <a:pt x="309" y="380"/>
                  </a:cubicBezTo>
                  <a:cubicBezTo>
                    <a:pt x="316" y="376"/>
                    <a:pt x="322" y="373"/>
                    <a:pt x="328" y="370"/>
                  </a:cubicBezTo>
                  <a:cubicBezTo>
                    <a:pt x="341" y="366"/>
                    <a:pt x="355" y="362"/>
                    <a:pt x="368" y="357"/>
                  </a:cubicBezTo>
                  <a:cubicBezTo>
                    <a:pt x="374" y="356"/>
                    <a:pt x="380" y="355"/>
                    <a:pt x="386" y="353"/>
                  </a:cubicBezTo>
                  <a:cubicBezTo>
                    <a:pt x="395" y="350"/>
                    <a:pt x="403" y="346"/>
                    <a:pt x="412" y="343"/>
                  </a:cubicBezTo>
                  <a:cubicBezTo>
                    <a:pt x="426" y="340"/>
                    <a:pt x="441" y="339"/>
                    <a:pt x="454" y="334"/>
                  </a:cubicBezTo>
                  <a:cubicBezTo>
                    <a:pt x="478" y="325"/>
                    <a:pt x="501" y="314"/>
                    <a:pt x="525" y="304"/>
                  </a:cubicBezTo>
                  <a:cubicBezTo>
                    <a:pt x="552" y="292"/>
                    <a:pt x="579" y="281"/>
                    <a:pt x="605" y="271"/>
                  </a:cubicBezTo>
                  <a:cubicBezTo>
                    <a:pt x="629" y="261"/>
                    <a:pt x="653" y="252"/>
                    <a:pt x="677" y="244"/>
                  </a:cubicBezTo>
                  <a:cubicBezTo>
                    <a:pt x="690" y="239"/>
                    <a:pt x="703" y="236"/>
                    <a:pt x="716" y="232"/>
                  </a:cubicBezTo>
                  <a:cubicBezTo>
                    <a:pt x="739" y="225"/>
                    <a:pt x="762" y="218"/>
                    <a:pt x="785" y="213"/>
                  </a:cubicBezTo>
                  <a:cubicBezTo>
                    <a:pt x="796" y="210"/>
                    <a:pt x="801" y="204"/>
                    <a:pt x="807" y="196"/>
                  </a:cubicBezTo>
                  <a:cubicBezTo>
                    <a:pt x="814" y="185"/>
                    <a:pt x="820" y="173"/>
                    <a:pt x="828" y="164"/>
                  </a:cubicBezTo>
                  <a:cubicBezTo>
                    <a:pt x="841" y="149"/>
                    <a:pt x="838" y="124"/>
                    <a:pt x="821" y="116"/>
                  </a:cubicBezTo>
                  <a:cubicBezTo>
                    <a:pt x="809" y="111"/>
                    <a:pt x="797" y="106"/>
                    <a:pt x="784" y="106"/>
                  </a:cubicBezTo>
                  <a:cubicBezTo>
                    <a:pt x="779" y="106"/>
                    <a:pt x="774" y="107"/>
                    <a:pt x="768" y="109"/>
                  </a:cubicBezTo>
                  <a:cubicBezTo>
                    <a:pt x="745" y="116"/>
                    <a:pt x="721" y="122"/>
                    <a:pt x="698" y="128"/>
                  </a:cubicBezTo>
                  <a:cubicBezTo>
                    <a:pt x="690" y="130"/>
                    <a:pt x="682" y="131"/>
                    <a:pt x="674" y="132"/>
                  </a:cubicBezTo>
                  <a:cubicBezTo>
                    <a:pt x="657" y="132"/>
                    <a:pt x="639" y="131"/>
                    <a:pt x="622" y="133"/>
                  </a:cubicBezTo>
                  <a:cubicBezTo>
                    <a:pt x="610" y="135"/>
                    <a:pt x="598" y="137"/>
                    <a:pt x="586" y="137"/>
                  </a:cubicBezTo>
                  <a:cubicBezTo>
                    <a:pt x="582" y="137"/>
                    <a:pt x="578" y="137"/>
                    <a:pt x="573" y="136"/>
                  </a:cubicBezTo>
                  <a:cubicBezTo>
                    <a:pt x="568" y="135"/>
                    <a:pt x="566" y="135"/>
                    <a:pt x="564" y="128"/>
                  </a:cubicBezTo>
                  <a:cubicBezTo>
                    <a:pt x="561" y="114"/>
                    <a:pt x="557" y="100"/>
                    <a:pt x="551" y="86"/>
                  </a:cubicBezTo>
                  <a:cubicBezTo>
                    <a:pt x="545" y="75"/>
                    <a:pt x="537" y="66"/>
                    <a:pt x="530" y="55"/>
                  </a:cubicBezTo>
                  <a:cubicBezTo>
                    <a:pt x="531" y="54"/>
                    <a:pt x="533" y="53"/>
                    <a:pt x="534" y="52"/>
                  </a:cubicBezTo>
                  <a:cubicBezTo>
                    <a:pt x="529" y="49"/>
                    <a:pt x="522" y="48"/>
                    <a:pt x="523" y="38"/>
                  </a:cubicBezTo>
                  <a:cubicBezTo>
                    <a:pt x="524" y="36"/>
                    <a:pt x="518" y="33"/>
                    <a:pt x="514" y="30"/>
                  </a:cubicBezTo>
                  <a:cubicBezTo>
                    <a:pt x="512" y="29"/>
                    <a:pt x="510" y="29"/>
                    <a:pt x="508" y="28"/>
                  </a:cubicBezTo>
                  <a:cubicBezTo>
                    <a:pt x="496" y="23"/>
                    <a:pt x="484" y="15"/>
                    <a:pt x="472" y="12"/>
                  </a:cubicBezTo>
                  <a:cubicBezTo>
                    <a:pt x="451" y="7"/>
                    <a:pt x="430" y="1"/>
                    <a:pt x="408" y="0"/>
                  </a:cubicBezTo>
                  <a:cubicBezTo>
                    <a:pt x="393" y="0"/>
                    <a:pt x="377" y="0"/>
                    <a:pt x="36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9" name="Freeform 279">
              <a:extLst>
                <a:ext uri="{FF2B5EF4-FFF2-40B4-BE49-F238E27FC236}">
                  <a16:creationId xmlns:a16="http://schemas.microsoft.com/office/drawing/2014/main" id="{59B46D8B-D343-46A8-B9C9-D70D66A11EDD}"/>
                </a:ext>
              </a:extLst>
            </p:cNvPr>
            <p:cNvSpPr>
              <a:spLocks/>
            </p:cNvSpPr>
            <p:nvPr/>
          </p:nvSpPr>
          <p:spPr bwMode="auto">
            <a:xfrm>
              <a:off x="2259580" y="1824254"/>
              <a:ext cx="101260" cy="94346"/>
            </a:xfrm>
            <a:custGeom>
              <a:avLst/>
              <a:gdLst>
                <a:gd name="T0" fmla="*/ 65 w 278"/>
                <a:gd name="T1" fmla="*/ 0 h 258"/>
                <a:gd name="T2" fmla="*/ 32 w 278"/>
                <a:gd name="T3" fmla="*/ 4 h 258"/>
                <a:gd name="T4" fmla="*/ 1 w 278"/>
                <a:gd name="T5" fmla="*/ 32 h 258"/>
                <a:gd name="T6" fmla="*/ 1 w 278"/>
                <a:gd name="T7" fmla="*/ 38 h 258"/>
                <a:gd name="T8" fmla="*/ 6 w 278"/>
                <a:gd name="T9" fmla="*/ 50 h 258"/>
                <a:gd name="T10" fmla="*/ 30 w 278"/>
                <a:gd name="T11" fmla="*/ 89 h 258"/>
                <a:gd name="T12" fmla="*/ 37 w 278"/>
                <a:gd name="T13" fmla="*/ 102 h 258"/>
                <a:gd name="T14" fmla="*/ 51 w 278"/>
                <a:gd name="T15" fmla="*/ 130 h 258"/>
                <a:gd name="T16" fmla="*/ 72 w 278"/>
                <a:gd name="T17" fmla="*/ 158 h 258"/>
                <a:gd name="T18" fmla="*/ 88 w 278"/>
                <a:gd name="T19" fmla="*/ 184 h 258"/>
                <a:gd name="T20" fmla="*/ 105 w 278"/>
                <a:gd name="T21" fmla="*/ 206 h 258"/>
                <a:gd name="T22" fmla="*/ 105 w 278"/>
                <a:gd name="T23" fmla="*/ 207 h 258"/>
                <a:gd name="T24" fmla="*/ 150 w 278"/>
                <a:gd name="T25" fmla="*/ 249 h 258"/>
                <a:gd name="T26" fmla="*/ 175 w 278"/>
                <a:gd name="T27" fmla="*/ 258 h 258"/>
                <a:gd name="T28" fmla="*/ 177 w 278"/>
                <a:gd name="T29" fmla="*/ 258 h 258"/>
                <a:gd name="T30" fmla="*/ 209 w 278"/>
                <a:gd name="T31" fmla="*/ 247 h 258"/>
                <a:gd name="T32" fmla="*/ 261 w 278"/>
                <a:gd name="T33" fmla="*/ 197 h 258"/>
                <a:gd name="T34" fmla="*/ 266 w 278"/>
                <a:gd name="T35" fmla="*/ 182 h 258"/>
                <a:gd name="T36" fmla="*/ 278 w 278"/>
                <a:gd name="T37" fmla="*/ 143 h 258"/>
                <a:gd name="T38" fmla="*/ 260 w 278"/>
                <a:gd name="T39" fmla="*/ 87 h 258"/>
                <a:gd name="T40" fmla="*/ 206 w 278"/>
                <a:gd name="T41" fmla="*/ 27 h 258"/>
                <a:gd name="T42" fmla="*/ 198 w 278"/>
                <a:gd name="T43" fmla="*/ 23 h 258"/>
                <a:gd name="T44" fmla="*/ 157 w 278"/>
                <a:gd name="T45" fmla="*/ 13 h 258"/>
                <a:gd name="T46" fmla="*/ 111 w 278"/>
                <a:gd name="T47" fmla="*/ 2 h 258"/>
                <a:gd name="T48" fmla="*/ 65 w 278"/>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8" h="258">
                  <a:moveTo>
                    <a:pt x="65" y="0"/>
                  </a:moveTo>
                  <a:cubicBezTo>
                    <a:pt x="54" y="0"/>
                    <a:pt x="43" y="1"/>
                    <a:pt x="32" y="4"/>
                  </a:cubicBezTo>
                  <a:cubicBezTo>
                    <a:pt x="16" y="7"/>
                    <a:pt x="8" y="19"/>
                    <a:pt x="1" y="32"/>
                  </a:cubicBezTo>
                  <a:cubicBezTo>
                    <a:pt x="0" y="33"/>
                    <a:pt x="1" y="36"/>
                    <a:pt x="1" y="38"/>
                  </a:cubicBezTo>
                  <a:cubicBezTo>
                    <a:pt x="3" y="42"/>
                    <a:pt x="4" y="46"/>
                    <a:pt x="6" y="50"/>
                  </a:cubicBezTo>
                  <a:cubicBezTo>
                    <a:pt x="11" y="65"/>
                    <a:pt x="17" y="79"/>
                    <a:pt x="30" y="89"/>
                  </a:cubicBezTo>
                  <a:cubicBezTo>
                    <a:pt x="33" y="92"/>
                    <a:pt x="35" y="97"/>
                    <a:pt x="37" y="102"/>
                  </a:cubicBezTo>
                  <a:cubicBezTo>
                    <a:pt x="41" y="111"/>
                    <a:pt x="45" y="121"/>
                    <a:pt x="51" y="130"/>
                  </a:cubicBezTo>
                  <a:cubicBezTo>
                    <a:pt x="57" y="140"/>
                    <a:pt x="65" y="148"/>
                    <a:pt x="72" y="158"/>
                  </a:cubicBezTo>
                  <a:cubicBezTo>
                    <a:pt x="77" y="166"/>
                    <a:pt x="82" y="176"/>
                    <a:pt x="88" y="184"/>
                  </a:cubicBezTo>
                  <a:cubicBezTo>
                    <a:pt x="93" y="192"/>
                    <a:pt x="92" y="205"/>
                    <a:pt x="105" y="206"/>
                  </a:cubicBezTo>
                  <a:cubicBezTo>
                    <a:pt x="105" y="207"/>
                    <a:pt x="105" y="207"/>
                    <a:pt x="105" y="207"/>
                  </a:cubicBezTo>
                  <a:cubicBezTo>
                    <a:pt x="120" y="221"/>
                    <a:pt x="134" y="237"/>
                    <a:pt x="150" y="249"/>
                  </a:cubicBezTo>
                  <a:cubicBezTo>
                    <a:pt x="156" y="254"/>
                    <a:pt x="167" y="258"/>
                    <a:pt x="175" y="258"/>
                  </a:cubicBezTo>
                  <a:cubicBezTo>
                    <a:pt x="176" y="258"/>
                    <a:pt x="177" y="258"/>
                    <a:pt x="177" y="258"/>
                  </a:cubicBezTo>
                  <a:cubicBezTo>
                    <a:pt x="188" y="257"/>
                    <a:pt x="199" y="252"/>
                    <a:pt x="209" y="247"/>
                  </a:cubicBezTo>
                  <a:cubicBezTo>
                    <a:pt x="231" y="236"/>
                    <a:pt x="250" y="220"/>
                    <a:pt x="261" y="197"/>
                  </a:cubicBezTo>
                  <a:cubicBezTo>
                    <a:pt x="264" y="192"/>
                    <a:pt x="265" y="187"/>
                    <a:pt x="266" y="182"/>
                  </a:cubicBezTo>
                  <a:cubicBezTo>
                    <a:pt x="271" y="167"/>
                    <a:pt x="275" y="152"/>
                    <a:pt x="278" y="143"/>
                  </a:cubicBezTo>
                  <a:cubicBezTo>
                    <a:pt x="277" y="118"/>
                    <a:pt x="268" y="103"/>
                    <a:pt x="260" y="87"/>
                  </a:cubicBezTo>
                  <a:cubicBezTo>
                    <a:pt x="247" y="63"/>
                    <a:pt x="227" y="45"/>
                    <a:pt x="206" y="27"/>
                  </a:cubicBezTo>
                  <a:cubicBezTo>
                    <a:pt x="204" y="25"/>
                    <a:pt x="201" y="23"/>
                    <a:pt x="198" y="23"/>
                  </a:cubicBezTo>
                  <a:cubicBezTo>
                    <a:pt x="184" y="19"/>
                    <a:pt x="171" y="17"/>
                    <a:pt x="157" y="13"/>
                  </a:cubicBezTo>
                  <a:cubicBezTo>
                    <a:pt x="142" y="10"/>
                    <a:pt x="127" y="3"/>
                    <a:pt x="111" y="2"/>
                  </a:cubicBezTo>
                  <a:cubicBezTo>
                    <a:pt x="96" y="2"/>
                    <a:pt x="81" y="0"/>
                    <a:pt x="6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0" name="Freeform 280">
              <a:extLst>
                <a:ext uri="{FF2B5EF4-FFF2-40B4-BE49-F238E27FC236}">
                  <a16:creationId xmlns:a16="http://schemas.microsoft.com/office/drawing/2014/main" id="{EE3CC980-B5F0-478D-B13C-D92ADE9063F7}"/>
                </a:ext>
              </a:extLst>
            </p:cNvPr>
            <p:cNvSpPr>
              <a:spLocks/>
            </p:cNvSpPr>
            <p:nvPr/>
          </p:nvSpPr>
          <p:spPr bwMode="auto">
            <a:xfrm>
              <a:off x="2072922" y="1886473"/>
              <a:ext cx="75640" cy="54900"/>
            </a:xfrm>
            <a:custGeom>
              <a:avLst/>
              <a:gdLst>
                <a:gd name="T0" fmla="*/ 40 w 207"/>
                <a:gd name="T1" fmla="*/ 0 h 151"/>
                <a:gd name="T2" fmla="*/ 29 w 207"/>
                <a:gd name="T3" fmla="*/ 10 h 151"/>
                <a:gd name="T4" fmla="*/ 3 w 207"/>
                <a:gd name="T5" fmla="*/ 47 h 151"/>
                <a:gd name="T6" fmla="*/ 0 w 207"/>
                <a:gd name="T7" fmla="*/ 56 h 151"/>
                <a:gd name="T8" fmla="*/ 0 w 207"/>
                <a:gd name="T9" fmla="*/ 97 h 151"/>
                <a:gd name="T10" fmla="*/ 20 w 207"/>
                <a:gd name="T11" fmla="*/ 135 h 151"/>
                <a:gd name="T12" fmla="*/ 42 w 207"/>
                <a:gd name="T13" fmla="*/ 147 h 151"/>
                <a:gd name="T14" fmla="*/ 56 w 207"/>
                <a:gd name="T15" fmla="*/ 151 h 151"/>
                <a:gd name="T16" fmla="*/ 65 w 207"/>
                <a:gd name="T17" fmla="*/ 149 h 151"/>
                <a:gd name="T18" fmla="*/ 113 w 207"/>
                <a:gd name="T19" fmla="*/ 124 h 151"/>
                <a:gd name="T20" fmla="*/ 125 w 207"/>
                <a:gd name="T21" fmla="*/ 113 h 151"/>
                <a:gd name="T22" fmla="*/ 165 w 207"/>
                <a:gd name="T23" fmla="*/ 59 h 151"/>
                <a:gd name="T24" fmla="*/ 184 w 207"/>
                <a:gd name="T25" fmla="*/ 44 h 151"/>
                <a:gd name="T26" fmla="*/ 204 w 207"/>
                <a:gd name="T27" fmla="*/ 20 h 151"/>
                <a:gd name="T28" fmla="*/ 195 w 207"/>
                <a:gd name="T29" fmla="*/ 6 h 151"/>
                <a:gd name="T30" fmla="*/ 192 w 207"/>
                <a:gd name="T31" fmla="*/ 6 h 151"/>
                <a:gd name="T32" fmla="*/ 122 w 207"/>
                <a:gd name="T33" fmla="*/ 17 h 151"/>
                <a:gd name="T34" fmla="*/ 101 w 207"/>
                <a:gd name="T35" fmla="*/ 19 h 151"/>
                <a:gd name="T36" fmla="*/ 82 w 207"/>
                <a:gd name="T37" fmla="*/ 14 h 151"/>
                <a:gd name="T38" fmla="*/ 51 w 207"/>
                <a:gd name="T39" fmla="*/ 2 h 151"/>
                <a:gd name="T40" fmla="*/ 42 w 207"/>
                <a:gd name="T41" fmla="*/ 3 h 151"/>
                <a:gd name="T42" fmla="*/ 40 w 207"/>
                <a:gd name="T43"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 h="151">
                  <a:moveTo>
                    <a:pt x="40" y="0"/>
                  </a:moveTo>
                  <a:cubicBezTo>
                    <a:pt x="36" y="3"/>
                    <a:pt x="32" y="6"/>
                    <a:pt x="29" y="10"/>
                  </a:cubicBezTo>
                  <a:cubicBezTo>
                    <a:pt x="20" y="22"/>
                    <a:pt x="12" y="35"/>
                    <a:pt x="3" y="47"/>
                  </a:cubicBezTo>
                  <a:cubicBezTo>
                    <a:pt x="1" y="50"/>
                    <a:pt x="0" y="53"/>
                    <a:pt x="0" y="56"/>
                  </a:cubicBezTo>
                  <a:cubicBezTo>
                    <a:pt x="0" y="69"/>
                    <a:pt x="0" y="83"/>
                    <a:pt x="0" y="97"/>
                  </a:cubicBezTo>
                  <a:cubicBezTo>
                    <a:pt x="0" y="113"/>
                    <a:pt x="5" y="126"/>
                    <a:pt x="20" y="135"/>
                  </a:cubicBezTo>
                  <a:cubicBezTo>
                    <a:pt x="27" y="139"/>
                    <a:pt x="35" y="142"/>
                    <a:pt x="42" y="147"/>
                  </a:cubicBezTo>
                  <a:cubicBezTo>
                    <a:pt x="47" y="150"/>
                    <a:pt x="51" y="151"/>
                    <a:pt x="56" y="151"/>
                  </a:cubicBezTo>
                  <a:cubicBezTo>
                    <a:pt x="59" y="151"/>
                    <a:pt x="62" y="150"/>
                    <a:pt x="65" y="149"/>
                  </a:cubicBezTo>
                  <a:cubicBezTo>
                    <a:pt x="81" y="141"/>
                    <a:pt x="97" y="132"/>
                    <a:pt x="113" y="124"/>
                  </a:cubicBezTo>
                  <a:cubicBezTo>
                    <a:pt x="117" y="121"/>
                    <a:pt x="123" y="117"/>
                    <a:pt x="125" y="113"/>
                  </a:cubicBezTo>
                  <a:cubicBezTo>
                    <a:pt x="136" y="93"/>
                    <a:pt x="148" y="74"/>
                    <a:pt x="165" y="59"/>
                  </a:cubicBezTo>
                  <a:cubicBezTo>
                    <a:pt x="171" y="54"/>
                    <a:pt x="177" y="46"/>
                    <a:pt x="184" y="44"/>
                  </a:cubicBezTo>
                  <a:cubicBezTo>
                    <a:pt x="196" y="40"/>
                    <a:pt x="201" y="31"/>
                    <a:pt x="204" y="20"/>
                  </a:cubicBezTo>
                  <a:cubicBezTo>
                    <a:pt x="207" y="12"/>
                    <a:pt x="203" y="6"/>
                    <a:pt x="195" y="6"/>
                  </a:cubicBezTo>
                  <a:cubicBezTo>
                    <a:pt x="194" y="6"/>
                    <a:pt x="193" y="6"/>
                    <a:pt x="192" y="6"/>
                  </a:cubicBezTo>
                  <a:cubicBezTo>
                    <a:pt x="169" y="9"/>
                    <a:pt x="145" y="14"/>
                    <a:pt x="122" y="17"/>
                  </a:cubicBezTo>
                  <a:cubicBezTo>
                    <a:pt x="115" y="18"/>
                    <a:pt x="108" y="19"/>
                    <a:pt x="101" y="19"/>
                  </a:cubicBezTo>
                  <a:cubicBezTo>
                    <a:pt x="95" y="19"/>
                    <a:pt x="88" y="18"/>
                    <a:pt x="82" y="14"/>
                  </a:cubicBezTo>
                  <a:cubicBezTo>
                    <a:pt x="72" y="7"/>
                    <a:pt x="63" y="2"/>
                    <a:pt x="51" y="2"/>
                  </a:cubicBezTo>
                  <a:cubicBezTo>
                    <a:pt x="48" y="2"/>
                    <a:pt x="45" y="2"/>
                    <a:pt x="42" y="3"/>
                  </a:cubicBezTo>
                  <a:cubicBezTo>
                    <a:pt x="41" y="2"/>
                    <a:pt x="41" y="1"/>
                    <a:pt x="4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1" name="Freeform 281">
              <a:extLst>
                <a:ext uri="{FF2B5EF4-FFF2-40B4-BE49-F238E27FC236}">
                  <a16:creationId xmlns:a16="http://schemas.microsoft.com/office/drawing/2014/main" id="{94B42153-3792-414B-B2C4-2DC7194B6081}"/>
                </a:ext>
              </a:extLst>
            </p:cNvPr>
            <p:cNvSpPr>
              <a:spLocks/>
            </p:cNvSpPr>
            <p:nvPr/>
          </p:nvSpPr>
          <p:spPr bwMode="auto">
            <a:xfrm>
              <a:off x="1626811" y="2122744"/>
              <a:ext cx="90280" cy="89467"/>
            </a:xfrm>
            <a:custGeom>
              <a:avLst/>
              <a:gdLst>
                <a:gd name="T0" fmla="*/ 248 w 248"/>
                <a:gd name="T1" fmla="*/ 0 h 245"/>
                <a:gd name="T2" fmla="*/ 171 w 248"/>
                <a:gd name="T3" fmla="*/ 0 h 245"/>
                <a:gd name="T4" fmla="*/ 171 w 248"/>
                <a:gd name="T5" fmla="*/ 9 h 245"/>
                <a:gd name="T6" fmla="*/ 185 w 248"/>
                <a:gd name="T7" fmla="*/ 13 h 245"/>
                <a:gd name="T8" fmla="*/ 191 w 248"/>
                <a:gd name="T9" fmla="*/ 18 h 245"/>
                <a:gd name="T10" fmla="*/ 194 w 248"/>
                <a:gd name="T11" fmla="*/ 27 h 245"/>
                <a:gd name="T12" fmla="*/ 195 w 248"/>
                <a:gd name="T13" fmla="*/ 45 h 245"/>
                <a:gd name="T14" fmla="*/ 195 w 248"/>
                <a:gd name="T15" fmla="*/ 82 h 245"/>
                <a:gd name="T16" fmla="*/ 196 w 248"/>
                <a:gd name="T17" fmla="*/ 141 h 245"/>
                <a:gd name="T18" fmla="*/ 198 w 248"/>
                <a:gd name="T19" fmla="*/ 184 h 245"/>
                <a:gd name="T20" fmla="*/ 195 w 248"/>
                <a:gd name="T21" fmla="*/ 184 h 245"/>
                <a:gd name="T22" fmla="*/ 184 w 248"/>
                <a:gd name="T23" fmla="*/ 166 h 245"/>
                <a:gd name="T24" fmla="*/ 171 w 248"/>
                <a:gd name="T25" fmla="*/ 147 h 245"/>
                <a:gd name="T26" fmla="*/ 67 w 248"/>
                <a:gd name="T27" fmla="*/ 0 h 245"/>
                <a:gd name="T28" fmla="*/ 0 w 248"/>
                <a:gd name="T29" fmla="*/ 0 h 245"/>
                <a:gd name="T30" fmla="*/ 0 w 248"/>
                <a:gd name="T31" fmla="*/ 9 h 245"/>
                <a:gd name="T32" fmla="*/ 14 w 248"/>
                <a:gd name="T33" fmla="*/ 13 h 245"/>
                <a:gd name="T34" fmla="*/ 21 w 248"/>
                <a:gd name="T35" fmla="*/ 18 h 245"/>
                <a:gd name="T36" fmla="*/ 24 w 248"/>
                <a:gd name="T37" fmla="*/ 27 h 245"/>
                <a:gd name="T38" fmla="*/ 25 w 248"/>
                <a:gd name="T39" fmla="*/ 45 h 245"/>
                <a:gd name="T40" fmla="*/ 25 w 248"/>
                <a:gd name="T41" fmla="*/ 199 h 245"/>
                <a:gd name="T42" fmla="*/ 24 w 248"/>
                <a:gd name="T43" fmla="*/ 219 h 245"/>
                <a:gd name="T44" fmla="*/ 18 w 248"/>
                <a:gd name="T45" fmla="*/ 229 h 245"/>
                <a:gd name="T46" fmla="*/ 0 w 248"/>
                <a:gd name="T47" fmla="*/ 235 h 245"/>
                <a:gd name="T48" fmla="*/ 0 w 248"/>
                <a:gd name="T49" fmla="*/ 244 h 245"/>
                <a:gd name="T50" fmla="*/ 78 w 248"/>
                <a:gd name="T51" fmla="*/ 244 h 245"/>
                <a:gd name="T52" fmla="*/ 78 w 248"/>
                <a:gd name="T53" fmla="*/ 235 h 245"/>
                <a:gd name="T54" fmla="*/ 64 w 248"/>
                <a:gd name="T55" fmla="*/ 231 h 245"/>
                <a:gd name="T56" fmla="*/ 57 w 248"/>
                <a:gd name="T57" fmla="*/ 226 h 245"/>
                <a:gd name="T58" fmla="*/ 54 w 248"/>
                <a:gd name="T59" fmla="*/ 217 h 245"/>
                <a:gd name="T60" fmla="*/ 53 w 248"/>
                <a:gd name="T61" fmla="*/ 199 h 245"/>
                <a:gd name="T62" fmla="*/ 53 w 248"/>
                <a:gd name="T63" fmla="*/ 163 h 245"/>
                <a:gd name="T64" fmla="*/ 52 w 248"/>
                <a:gd name="T65" fmla="*/ 91 h 245"/>
                <a:gd name="T66" fmla="*/ 50 w 248"/>
                <a:gd name="T67" fmla="*/ 41 h 245"/>
                <a:gd name="T68" fmla="*/ 54 w 248"/>
                <a:gd name="T69" fmla="*/ 41 h 245"/>
                <a:gd name="T70" fmla="*/ 62 w 248"/>
                <a:gd name="T71" fmla="*/ 56 h 245"/>
                <a:gd name="T72" fmla="*/ 78 w 248"/>
                <a:gd name="T73" fmla="*/ 78 h 245"/>
                <a:gd name="T74" fmla="*/ 196 w 248"/>
                <a:gd name="T75" fmla="*/ 245 h 245"/>
                <a:gd name="T76" fmla="*/ 222 w 248"/>
                <a:gd name="T77" fmla="*/ 245 h 245"/>
                <a:gd name="T78" fmla="*/ 222 w 248"/>
                <a:gd name="T79" fmla="*/ 45 h 245"/>
                <a:gd name="T80" fmla="*/ 224 w 248"/>
                <a:gd name="T81" fmla="*/ 26 h 245"/>
                <a:gd name="T82" fmla="*/ 228 w 248"/>
                <a:gd name="T83" fmla="*/ 18 h 245"/>
                <a:gd name="T84" fmla="*/ 234 w 248"/>
                <a:gd name="T85" fmla="*/ 13 h 245"/>
                <a:gd name="T86" fmla="*/ 248 w 248"/>
                <a:gd name="T87" fmla="*/ 9 h 245"/>
                <a:gd name="T88" fmla="*/ 248 w 248"/>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8" h="245">
                  <a:moveTo>
                    <a:pt x="248" y="0"/>
                  </a:moveTo>
                  <a:cubicBezTo>
                    <a:pt x="171" y="0"/>
                    <a:pt x="171" y="0"/>
                    <a:pt x="171" y="0"/>
                  </a:cubicBezTo>
                  <a:cubicBezTo>
                    <a:pt x="171" y="9"/>
                    <a:pt x="171" y="9"/>
                    <a:pt x="171" y="9"/>
                  </a:cubicBezTo>
                  <a:cubicBezTo>
                    <a:pt x="178" y="10"/>
                    <a:pt x="182" y="12"/>
                    <a:pt x="185" y="13"/>
                  </a:cubicBezTo>
                  <a:cubicBezTo>
                    <a:pt x="187" y="14"/>
                    <a:pt x="189" y="16"/>
                    <a:pt x="191" y="18"/>
                  </a:cubicBezTo>
                  <a:cubicBezTo>
                    <a:pt x="192" y="20"/>
                    <a:pt x="193" y="23"/>
                    <a:pt x="194" y="27"/>
                  </a:cubicBezTo>
                  <a:cubicBezTo>
                    <a:pt x="194" y="31"/>
                    <a:pt x="195" y="37"/>
                    <a:pt x="195" y="45"/>
                  </a:cubicBezTo>
                  <a:cubicBezTo>
                    <a:pt x="195" y="82"/>
                    <a:pt x="195" y="82"/>
                    <a:pt x="195" y="82"/>
                  </a:cubicBezTo>
                  <a:cubicBezTo>
                    <a:pt x="195" y="100"/>
                    <a:pt x="195" y="119"/>
                    <a:pt x="196" y="141"/>
                  </a:cubicBezTo>
                  <a:cubicBezTo>
                    <a:pt x="196" y="163"/>
                    <a:pt x="197" y="177"/>
                    <a:pt x="198" y="184"/>
                  </a:cubicBezTo>
                  <a:cubicBezTo>
                    <a:pt x="195" y="184"/>
                    <a:pt x="195" y="184"/>
                    <a:pt x="195" y="184"/>
                  </a:cubicBezTo>
                  <a:cubicBezTo>
                    <a:pt x="191" y="178"/>
                    <a:pt x="187" y="171"/>
                    <a:pt x="184" y="166"/>
                  </a:cubicBezTo>
                  <a:cubicBezTo>
                    <a:pt x="181" y="161"/>
                    <a:pt x="176" y="155"/>
                    <a:pt x="171" y="147"/>
                  </a:cubicBezTo>
                  <a:cubicBezTo>
                    <a:pt x="67" y="0"/>
                    <a:pt x="67" y="0"/>
                    <a:pt x="67"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8" y="244"/>
                    <a:pt x="78" y="244"/>
                    <a:pt x="78" y="244"/>
                  </a:cubicBezTo>
                  <a:cubicBezTo>
                    <a:pt x="78" y="235"/>
                    <a:pt x="78" y="235"/>
                    <a:pt x="78" y="235"/>
                  </a:cubicBezTo>
                  <a:cubicBezTo>
                    <a:pt x="71" y="234"/>
                    <a:pt x="67" y="232"/>
                    <a:pt x="64" y="231"/>
                  </a:cubicBezTo>
                  <a:cubicBezTo>
                    <a:pt x="61" y="230"/>
                    <a:pt x="58" y="228"/>
                    <a:pt x="57" y="226"/>
                  </a:cubicBezTo>
                  <a:cubicBezTo>
                    <a:pt x="56" y="223"/>
                    <a:pt x="54" y="221"/>
                    <a:pt x="54" y="217"/>
                  </a:cubicBezTo>
                  <a:cubicBezTo>
                    <a:pt x="53" y="213"/>
                    <a:pt x="53" y="207"/>
                    <a:pt x="53" y="199"/>
                  </a:cubicBezTo>
                  <a:cubicBezTo>
                    <a:pt x="53" y="163"/>
                    <a:pt x="53" y="163"/>
                    <a:pt x="53" y="163"/>
                  </a:cubicBezTo>
                  <a:cubicBezTo>
                    <a:pt x="53" y="139"/>
                    <a:pt x="53" y="115"/>
                    <a:pt x="52" y="91"/>
                  </a:cubicBezTo>
                  <a:cubicBezTo>
                    <a:pt x="52" y="67"/>
                    <a:pt x="51" y="51"/>
                    <a:pt x="50" y="41"/>
                  </a:cubicBezTo>
                  <a:cubicBezTo>
                    <a:pt x="54" y="41"/>
                    <a:pt x="54" y="41"/>
                    <a:pt x="54" y="41"/>
                  </a:cubicBezTo>
                  <a:cubicBezTo>
                    <a:pt x="56" y="46"/>
                    <a:pt x="59" y="51"/>
                    <a:pt x="62" y="56"/>
                  </a:cubicBezTo>
                  <a:cubicBezTo>
                    <a:pt x="66" y="60"/>
                    <a:pt x="71" y="68"/>
                    <a:pt x="78" y="78"/>
                  </a:cubicBezTo>
                  <a:cubicBezTo>
                    <a:pt x="196" y="245"/>
                    <a:pt x="196" y="245"/>
                    <a:pt x="196" y="245"/>
                  </a:cubicBezTo>
                  <a:cubicBezTo>
                    <a:pt x="222" y="245"/>
                    <a:pt x="222" y="245"/>
                    <a:pt x="222" y="245"/>
                  </a:cubicBezTo>
                  <a:cubicBezTo>
                    <a:pt x="222" y="45"/>
                    <a:pt x="222" y="45"/>
                    <a:pt x="222" y="45"/>
                  </a:cubicBezTo>
                  <a:cubicBezTo>
                    <a:pt x="222" y="36"/>
                    <a:pt x="223" y="30"/>
                    <a:pt x="224" y="26"/>
                  </a:cubicBezTo>
                  <a:cubicBezTo>
                    <a:pt x="225" y="22"/>
                    <a:pt x="226" y="19"/>
                    <a:pt x="228" y="18"/>
                  </a:cubicBezTo>
                  <a:cubicBezTo>
                    <a:pt x="229" y="16"/>
                    <a:pt x="231" y="14"/>
                    <a:pt x="234" y="13"/>
                  </a:cubicBezTo>
                  <a:cubicBezTo>
                    <a:pt x="237" y="12"/>
                    <a:pt x="241" y="10"/>
                    <a:pt x="248" y="9"/>
                  </a:cubicBezTo>
                  <a:cubicBezTo>
                    <a:pt x="248" y="0"/>
                    <a:pt x="248" y="0"/>
                    <a:pt x="24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2" name="Freeform 282">
              <a:extLst>
                <a:ext uri="{FF2B5EF4-FFF2-40B4-BE49-F238E27FC236}">
                  <a16:creationId xmlns:a16="http://schemas.microsoft.com/office/drawing/2014/main" id="{DFA66A65-DEED-439F-A1B9-4B818136F313}"/>
                </a:ext>
              </a:extLst>
            </p:cNvPr>
            <p:cNvSpPr>
              <a:spLocks noEditPoints="1"/>
            </p:cNvSpPr>
            <p:nvPr/>
          </p:nvSpPr>
          <p:spPr bwMode="auto">
            <a:xfrm>
              <a:off x="1726038" y="2121525"/>
              <a:ext cx="96380" cy="90280"/>
            </a:xfrm>
            <a:custGeom>
              <a:avLst/>
              <a:gdLst>
                <a:gd name="T0" fmla="*/ 86 w 265"/>
                <a:gd name="T1" fmla="*/ 151 h 247"/>
                <a:gd name="T2" fmla="*/ 135 w 265"/>
                <a:gd name="T3" fmla="*/ 35 h 247"/>
                <a:gd name="T4" fmla="*/ 175 w 265"/>
                <a:gd name="T5" fmla="*/ 151 h 247"/>
                <a:gd name="T6" fmla="*/ 86 w 265"/>
                <a:gd name="T7" fmla="*/ 151 h 247"/>
                <a:gd name="T8" fmla="*/ 160 w 265"/>
                <a:gd name="T9" fmla="*/ 0 h 247"/>
                <a:gd name="T10" fmla="*/ 126 w 265"/>
                <a:gd name="T11" fmla="*/ 0 h 247"/>
                <a:gd name="T12" fmla="*/ 38 w 265"/>
                <a:gd name="T13" fmla="*/ 198 h 247"/>
                <a:gd name="T14" fmla="*/ 21 w 265"/>
                <a:gd name="T15" fmla="*/ 227 h 247"/>
                <a:gd name="T16" fmla="*/ 0 w 265"/>
                <a:gd name="T17" fmla="*/ 238 h 247"/>
                <a:gd name="T18" fmla="*/ 0 w 265"/>
                <a:gd name="T19" fmla="*/ 247 h 247"/>
                <a:gd name="T20" fmla="*/ 91 w 265"/>
                <a:gd name="T21" fmla="*/ 247 h 247"/>
                <a:gd name="T22" fmla="*/ 91 w 265"/>
                <a:gd name="T23" fmla="*/ 238 h 247"/>
                <a:gd name="T24" fmla="*/ 71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2 w 265"/>
                <a:gd name="T39" fmla="*/ 205 h 247"/>
                <a:gd name="T40" fmla="*/ 193 w 265"/>
                <a:gd name="T41" fmla="*/ 218 h 247"/>
                <a:gd name="T42" fmla="*/ 191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1 w 265"/>
                <a:gd name="T57" fmla="*/ 221 h 247"/>
                <a:gd name="T58" fmla="*/ 232 w 265"/>
                <a:gd name="T59" fmla="*/ 200 h 247"/>
                <a:gd name="T60" fmla="*/ 160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5" y="35"/>
                    <a:pt x="135" y="35"/>
                    <a:pt x="135" y="35"/>
                  </a:cubicBezTo>
                  <a:cubicBezTo>
                    <a:pt x="175" y="151"/>
                    <a:pt x="175" y="151"/>
                    <a:pt x="175" y="151"/>
                  </a:cubicBezTo>
                  <a:cubicBezTo>
                    <a:pt x="86" y="151"/>
                    <a:pt x="86" y="151"/>
                    <a:pt x="86" y="151"/>
                  </a:cubicBezTo>
                  <a:moveTo>
                    <a:pt x="160" y="0"/>
                  </a:moveTo>
                  <a:cubicBezTo>
                    <a:pt x="126" y="0"/>
                    <a:pt x="126" y="0"/>
                    <a:pt x="126" y="0"/>
                  </a:cubicBezTo>
                  <a:cubicBezTo>
                    <a:pt x="38" y="198"/>
                    <a:pt x="38" y="198"/>
                    <a:pt x="38" y="198"/>
                  </a:cubicBezTo>
                  <a:cubicBezTo>
                    <a:pt x="32" y="211"/>
                    <a:pt x="27" y="220"/>
                    <a:pt x="21" y="227"/>
                  </a:cubicBezTo>
                  <a:cubicBezTo>
                    <a:pt x="15" y="233"/>
                    <a:pt x="8" y="237"/>
                    <a:pt x="0" y="238"/>
                  </a:cubicBezTo>
                  <a:cubicBezTo>
                    <a:pt x="0" y="247"/>
                    <a:pt x="0" y="247"/>
                    <a:pt x="0" y="247"/>
                  </a:cubicBezTo>
                  <a:cubicBezTo>
                    <a:pt x="91" y="247"/>
                    <a:pt x="91" y="247"/>
                    <a:pt x="91" y="247"/>
                  </a:cubicBezTo>
                  <a:cubicBezTo>
                    <a:pt x="91" y="238"/>
                    <a:pt x="91" y="238"/>
                    <a:pt x="91" y="238"/>
                  </a:cubicBezTo>
                  <a:cubicBezTo>
                    <a:pt x="82" y="237"/>
                    <a:pt x="75" y="235"/>
                    <a:pt x="71" y="232"/>
                  </a:cubicBezTo>
                  <a:cubicBezTo>
                    <a:pt x="66" y="228"/>
                    <a:pt x="64" y="223"/>
                    <a:pt x="64" y="216"/>
                  </a:cubicBezTo>
                  <a:cubicBezTo>
                    <a:pt x="64" y="212"/>
                    <a:pt x="65"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1" y="200"/>
                    <a:pt x="192" y="205"/>
                  </a:cubicBezTo>
                  <a:cubicBezTo>
                    <a:pt x="193" y="210"/>
                    <a:pt x="193" y="214"/>
                    <a:pt x="193" y="218"/>
                  </a:cubicBezTo>
                  <a:cubicBezTo>
                    <a:pt x="193" y="222"/>
                    <a:pt x="193" y="226"/>
                    <a:pt x="191" y="228"/>
                  </a:cubicBezTo>
                  <a:cubicBezTo>
                    <a:pt x="189" y="231"/>
                    <a:pt x="187" y="233"/>
                    <a:pt x="183" y="234"/>
                  </a:cubicBezTo>
                  <a:cubicBezTo>
                    <a:pt x="180" y="236"/>
                    <a:pt x="174" y="237"/>
                    <a:pt x="167" y="238"/>
                  </a:cubicBezTo>
                  <a:cubicBezTo>
                    <a:pt x="167" y="247"/>
                    <a:pt x="167" y="247"/>
                    <a:pt x="167" y="247"/>
                  </a:cubicBezTo>
                  <a:cubicBezTo>
                    <a:pt x="265" y="247"/>
                    <a:pt x="265" y="247"/>
                    <a:pt x="265" y="247"/>
                  </a:cubicBezTo>
                  <a:cubicBezTo>
                    <a:pt x="265" y="238"/>
                    <a:pt x="265" y="238"/>
                    <a:pt x="265" y="238"/>
                  </a:cubicBezTo>
                  <a:cubicBezTo>
                    <a:pt x="259" y="237"/>
                    <a:pt x="254" y="235"/>
                    <a:pt x="250" y="232"/>
                  </a:cubicBezTo>
                  <a:cubicBezTo>
                    <a:pt x="246" y="230"/>
                    <a:pt x="243" y="226"/>
                    <a:pt x="241" y="221"/>
                  </a:cubicBezTo>
                  <a:cubicBezTo>
                    <a:pt x="238" y="216"/>
                    <a:pt x="235" y="209"/>
                    <a:pt x="232" y="200"/>
                  </a:cubicBezTo>
                  <a:cubicBezTo>
                    <a:pt x="160" y="0"/>
                    <a:pt x="160" y="0"/>
                    <a:pt x="16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3" name="Freeform 283">
              <a:extLst>
                <a:ext uri="{FF2B5EF4-FFF2-40B4-BE49-F238E27FC236}">
                  <a16:creationId xmlns:a16="http://schemas.microsoft.com/office/drawing/2014/main" id="{FC2937D8-C107-4D1C-B0DB-F87751DC049E}"/>
                </a:ext>
              </a:extLst>
            </p:cNvPr>
            <p:cNvSpPr>
              <a:spLocks/>
            </p:cNvSpPr>
            <p:nvPr/>
          </p:nvSpPr>
          <p:spPr bwMode="auto">
            <a:xfrm>
              <a:off x="1832989" y="2122744"/>
              <a:ext cx="89873" cy="89467"/>
            </a:xfrm>
            <a:custGeom>
              <a:avLst/>
              <a:gdLst>
                <a:gd name="T0" fmla="*/ 247 w 247"/>
                <a:gd name="T1" fmla="*/ 0 h 245"/>
                <a:gd name="T2" fmla="*/ 171 w 247"/>
                <a:gd name="T3" fmla="*/ 0 h 245"/>
                <a:gd name="T4" fmla="*/ 171 w 247"/>
                <a:gd name="T5" fmla="*/ 9 h 245"/>
                <a:gd name="T6" fmla="*/ 184 w 247"/>
                <a:gd name="T7" fmla="*/ 13 h 245"/>
                <a:gd name="T8" fmla="*/ 190 w 247"/>
                <a:gd name="T9" fmla="*/ 18 h 245"/>
                <a:gd name="T10" fmla="*/ 194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4 w 247"/>
                <a:gd name="T33" fmla="*/ 13 h 245"/>
                <a:gd name="T34" fmla="*/ 20 w 247"/>
                <a:gd name="T35" fmla="*/ 18 h 245"/>
                <a:gd name="T36" fmla="*/ 24 w 247"/>
                <a:gd name="T37" fmla="*/ 27 h 245"/>
                <a:gd name="T38" fmla="*/ 25 w 247"/>
                <a:gd name="T39" fmla="*/ 45 h 245"/>
                <a:gd name="T40" fmla="*/ 25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8 w 247"/>
                <a:gd name="T73" fmla="*/ 78 h 245"/>
                <a:gd name="T74" fmla="*/ 196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1" y="0"/>
                    <a:pt x="171" y="0"/>
                    <a:pt x="171" y="0"/>
                  </a:cubicBezTo>
                  <a:cubicBezTo>
                    <a:pt x="171" y="9"/>
                    <a:pt x="171" y="9"/>
                    <a:pt x="171" y="9"/>
                  </a:cubicBezTo>
                  <a:cubicBezTo>
                    <a:pt x="177" y="10"/>
                    <a:pt x="182" y="12"/>
                    <a:pt x="184" y="13"/>
                  </a:cubicBezTo>
                  <a:cubicBezTo>
                    <a:pt x="187" y="14"/>
                    <a:pt x="189" y="16"/>
                    <a:pt x="190" y="18"/>
                  </a:cubicBezTo>
                  <a:cubicBezTo>
                    <a:pt x="192" y="20"/>
                    <a:pt x="193" y="23"/>
                    <a:pt x="194"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0" y="227"/>
                    <a:pt x="17"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6"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1" y="51"/>
                    <a:pt x="50" y="41"/>
                  </a:cubicBezTo>
                  <a:cubicBezTo>
                    <a:pt x="53" y="41"/>
                    <a:pt x="53" y="41"/>
                    <a:pt x="53" y="41"/>
                  </a:cubicBezTo>
                  <a:cubicBezTo>
                    <a:pt x="56" y="46"/>
                    <a:pt x="59" y="51"/>
                    <a:pt x="62" y="56"/>
                  </a:cubicBezTo>
                  <a:cubicBezTo>
                    <a:pt x="65" y="60"/>
                    <a:pt x="70" y="68"/>
                    <a:pt x="78" y="78"/>
                  </a:cubicBezTo>
                  <a:cubicBezTo>
                    <a:pt x="196" y="245"/>
                    <a:pt x="196" y="245"/>
                    <a:pt x="196" y="245"/>
                  </a:cubicBezTo>
                  <a:cubicBezTo>
                    <a:pt x="222" y="245"/>
                    <a:pt x="222" y="245"/>
                    <a:pt x="222" y="245"/>
                  </a:cubicBezTo>
                  <a:cubicBezTo>
                    <a:pt x="222" y="45"/>
                    <a:pt x="222" y="45"/>
                    <a:pt x="222" y="45"/>
                  </a:cubicBezTo>
                  <a:cubicBezTo>
                    <a:pt x="222" y="36"/>
                    <a:pt x="222" y="30"/>
                    <a:pt x="223" y="26"/>
                  </a:cubicBezTo>
                  <a:cubicBezTo>
                    <a:pt x="224" y="22"/>
                    <a:pt x="226" y="19"/>
                    <a:pt x="227" y="18"/>
                  </a:cubicBezTo>
                  <a:cubicBezTo>
                    <a:pt x="229" y="16"/>
                    <a:pt x="231" y="14"/>
                    <a:pt x="233" y="13"/>
                  </a:cubicBezTo>
                  <a:cubicBezTo>
                    <a:pt x="236" y="12"/>
                    <a:pt x="241"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 name="Freeform 284">
              <a:extLst>
                <a:ext uri="{FF2B5EF4-FFF2-40B4-BE49-F238E27FC236}">
                  <a16:creationId xmlns:a16="http://schemas.microsoft.com/office/drawing/2014/main" id="{24564F21-29CF-4CED-9473-5CC189B8580B}"/>
                </a:ext>
              </a:extLst>
            </p:cNvPr>
            <p:cNvSpPr>
              <a:spLocks/>
            </p:cNvSpPr>
            <p:nvPr/>
          </p:nvSpPr>
          <p:spPr bwMode="auto">
            <a:xfrm>
              <a:off x="1933436" y="2122744"/>
              <a:ext cx="38226" cy="114679"/>
            </a:xfrm>
            <a:custGeom>
              <a:avLst/>
              <a:gdLst>
                <a:gd name="T0" fmla="*/ 105 w 105"/>
                <a:gd name="T1" fmla="*/ 0 h 314"/>
                <a:gd name="T2" fmla="*/ 16 w 105"/>
                <a:gd name="T3" fmla="*/ 0 h 314"/>
                <a:gd name="T4" fmla="*/ 16 w 105"/>
                <a:gd name="T5" fmla="*/ 9 h 314"/>
                <a:gd name="T6" fmla="*/ 33 w 105"/>
                <a:gd name="T7" fmla="*/ 15 h 314"/>
                <a:gd name="T8" fmla="*/ 39 w 105"/>
                <a:gd name="T9" fmla="*/ 24 h 314"/>
                <a:gd name="T10" fmla="*/ 41 w 105"/>
                <a:gd name="T11" fmla="*/ 45 h 314"/>
                <a:gd name="T12" fmla="*/ 41 w 105"/>
                <a:gd name="T13" fmla="*/ 246 h 314"/>
                <a:gd name="T14" fmla="*/ 38 w 105"/>
                <a:gd name="T15" fmla="*/ 271 h 314"/>
                <a:gd name="T16" fmla="*/ 27 w 105"/>
                <a:gd name="T17" fmla="*/ 286 h 314"/>
                <a:gd name="T18" fmla="*/ 0 w 105"/>
                <a:gd name="T19" fmla="*/ 298 h 314"/>
                <a:gd name="T20" fmla="*/ 7 w 105"/>
                <a:gd name="T21" fmla="*/ 314 h 314"/>
                <a:gd name="T22" fmla="*/ 52 w 105"/>
                <a:gd name="T23" fmla="*/ 296 h 314"/>
                <a:gd name="T24" fmla="*/ 74 w 105"/>
                <a:gd name="T25" fmla="*/ 271 h 314"/>
                <a:gd name="T26" fmla="*/ 81 w 105"/>
                <a:gd name="T27" fmla="*/ 232 h 314"/>
                <a:gd name="T28" fmla="*/ 81 w 105"/>
                <a:gd name="T29" fmla="*/ 45 h 314"/>
                <a:gd name="T30" fmla="*/ 82 w 105"/>
                <a:gd name="T31" fmla="*/ 27 h 314"/>
                <a:gd name="T32" fmla="*/ 86 w 105"/>
                <a:gd name="T33" fmla="*/ 18 h 314"/>
                <a:gd name="T34" fmla="*/ 92 w 105"/>
                <a:gd name="T35" fmla="*/ 13 h 314"/>
                <a:gd name="T36" fmla="*/ 105 w 105"/>
                <a:gd name="T37" fmla="*/ 9 h 314"/>
                <a:gd name="T38" fmla="*/ 105 w 105"/>
                <a:gd name="T3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 h="314">
                  <a:moveTo>
                    <a:pt x="105" y="0"/>
                  </a:moveTo>
                  <a:cubicBezTo>
                    <a:pt x="16" y="0"/>
                    <a:pt x="16" y="0"/>
                    <a:pt x="16" y="0"/>
                  </a:cubicBezTo>
                  <a:cubicBezTo>
                    <a:pt x="16" y="9"/>
                    <a:pt x="16" y="9"/>
                    <a:pt x="16" y="9"/>
                  </a:cubicBezTo>
                  <a:cubicBezTo>
                    <a:pt x="25" y="11"/>
                    <a:pt x="31" y="13"/>
                    <a:pt x="33" y="15"/>
                  </a:cubicBezTo>
                  <a:cubicBezTo>
                    <a:pt x="36" y="17"/>
                    <a:pt x="38" y="20"/>
                    <a:pt x="39" y="24"/>
                  </a:cubicBezTo>
                  <a:cubicBezTo>
                    <a:pt x="40" y="27"/>
                    <a:pt x="41" y="34"/>
                    <a:pt x="41" y="45"/>
                  </a:cubicBezTo>
                  <a:cubicBezTo>
                    <a:pt x="41" y="246"/>
                    <a:pt x="41" y="246"/>
                    <a:pt x="41" y="246"/>
                  </a:cubicBezTo>
                  <a:cubicBezTo>
                    <a:pt x="41" y="256"/>
                    <a:pt x="40" y="264"/>
                    <a:pt x="38" y="271"/>
                  </a:cubicBezTo>
                  <a:cubicBezTo>
                    <a:pt x="36" y="277"/>
                    <a:pt x="32" y="282"/>
                    <a:pt x="27" y="286"/>
                  </a:cubicBezTo>
                  <a:cubicBezTo>
                    <a:pt x="22" y="290"/>
                    <a:pt x="13" y="294"/>
                    <a:pt x="0" y="298"/>
                  </a:cubicBezTo>
                  <a:cubicBezTo>
                    <a:pt x="7" y="314"/>
                    <a:pt x="7" y="314"/>
                    <a:pt x="7" y="314"/>
                  </a:cubicBezTo>
                  <a:cubicBezTo>
                    <a:pt x="27" y="309"/>
                    <a:pt x="41" y="303"/>
                    <a:pt x="52" y="296"/>
                  </a:cubicBezTo>
                  <a:cubicBezTo>
                    <a:pt x="62" y="290"/>
                    <a:pt x="70" y="281"/>
                    <a:pt x="74" y="271"/>
                  </a:cubicBezTo>
                  <a:cubicBezTo>
                    <a:pt x="78" y="261"/>
                    <a:pt x="81" y="248"/>
                    <a:pt x="81" y="232"/>
                  </a:cubicBezTo>
                  <a:cubicBezTo>
                    <a:pt x="81" y="45"/>
                    <a:pt x="81" y="45"/>
                    <a:pt x="81" y="45"/>
                  </a:cubicBezTo>
                  <a:cubicBezTo>
                    <a:pt x="81" y="37"/>
                    <a:pt x="81" y="31"/>
                    <a:pt x="82" y="27"/>
                  </a:cubicBezTo>
                  <a:cubicBezTo>
                    <a:pt x="83" y="23"/>
                    <a:pt x="84" y="20"/>
                    <a:pt x="86" y="18"/>
                  </a:cubicBezTo>
                  <a:cubicBezTo>
                    <a:pt x="87" y="16"/>
                    <a:pt x="89" y="14"/>
                    <a:pt x="92" y="13"/>
                  </a:cubicBezTo>
                  <a:cubicBezTo>
                    <a:pt x="95" y="12"/>
                    <a:pt x="99" y="10"/>
                    <a:pt x="105" y="9"/>
                  </a:cubicBezTo>
                  <a:cubicBezTo>
                    <a:pt x="105" y="0"/>
                    <a:pt x="105" y="0"/>
                    <a:pt x="10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 name="Freeform 285">
              <a:extLst>
                <a:ext uri="{FF2B5EF4-FFF2-40B4-BE49-F238E27FC236}">
                  <a16:creationId xmlns:a16="http://schemas.microsoft.com/office/drawing/2014/main" id="{5D6FD35C-DAB5-409F-8548-01E5A800A59D}"/>
                </a:ext>
              </a:extLst>
            </p:cNvPr>
            <p:cNvSpPr>
              <a:spLocks/>
            </p:cNvSpPr>
            <p:nvPr/>
          </p:nvSpPr>
          <p:spPr bwMode="auto">
            <a:xfrm>
              <a:off x="1989150" y="2122744"/>
              <a:ext cx="32533"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4 w 89"/>
                <a:gd name="T11" fmla="*/ 27 h 244"/>
                <a:gd name="T12" fmla="*/ 25 w 89"/>
                <a:gd name="T13" fmla="*/ 45 h 244"/>
                <a:gd name="T14" fmla="*/ 25 w 89"/>
                <a:gd name="T15" fmla="*/ 199 h 244"/>
                <a:gd name="T16" fmla="*/ 23 w 89"/>
                <a:gd name="T17" fmla="*/ 219 h 244"/>
                <a:gd name="T18" fmla="*/ 18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9 w 89"/>
                <a:gd name="T31" fmla="*/ 226 h 244"/>
                <a:gd name="T32" fmla="*/ 66 w 89"/>
                <a:gd name="T33" fmla="*/ 217 h 244"/>
                <a:gd name="T34" fmla="*/ 65 w 89"/>
                <a:gd name="T35" fmla="*/ 199 h 244"/>
                <a:gd name="T36" fmla="*/ 65 w 89"/>
                <a:gd name="T37" fmla="*/ 45 h 244"/>
                <a:gd name="T38" fmla="*/ 66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1" y="227"/>
                    <a:pt x="18" y="229"/>
                  </a:cubicBezTo>
                  <a:cubicBezTo>
                    <a:pt x="15" y="231"/>
                    <a:pt x="9"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69" y="18"/>
                  </a:cubicBezTo>
                  <a:cubicBezTo>
                    <a:pt x="71" y="16"/>
                    <a:pt x="73" y="14"/>
                    <a:pt x="76" y="13"/>
                  </a:cubicBezTo>
                  <a:cubicBezTo>
                    <a:pt x="79"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 name="Freeform 286">
              <a:extLst>
                <a:ext uri="{FF2B5EF4-FFF2-40B4-BE49-F238E27FC236}">
                  <a16:creationId xmlns:a16="http://schemas.microsoft.com/office/drawing/2014/main" id="{1C41633E-7000-4057-8BD6-3487CA68C4E8}"/>
                </a:ext>
              </a:extLst>
            </p:cNvPr>
            <p:cNvSpPr>
              <a:spLocks/>
            </p:cNvSpPr>
            <p:nvPr/>
          </p:nvSpPr>
          <p:spPr bwMode="auto">
            <a:xfrm>
              <a:off x="2040389"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7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2" y="12"/>
                    <a:pt x="184" y="13"/>
                  </a:cubicBezTo>
                  <a:cubicBezTo>
                    <a:pt x="187" y="14"/>
                    <a:pt x="189" y="16"/>
                    <a:pt x="190" y="18"/>
                  </a:cubicBezTo>
                  <a:cubicBezTo>
                    <a:pt x="192" y="20"/>
                    <a:pt x="193" y="23"/>
                    <a:pt x="193"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2"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7"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0" y="51"/>
                    <a:pt x="50"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9"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 name="Freeform 287">
              <a:extLst>
                <a:ext uri="{FF2B5EF4-FFF2-40B4-BE49-F238E27FC236}">
                  <a16:creationId xmlns:a16="http://schemas.microsoft.com/office/drawing/2014/main" id="{0D101CF5-044C-4248-B48D-90FEFB66B221}"/>
                </a:ext>
              </a:extLst>
            </p:cNvPr>
            <p:cNvSpPr>
              <a:spLocks/>
            </p:cNvSpPr>
            <p:nvPr/>
          </p:nvSpPr>
          <p:spPr bwMode="auto">
            <a:xfrm>
              <a:off x="2147749" y="2121525"/>
              <a:ext cx="81740" cy="91499"/>
            </a:xfrm>
            <a:custGeom>
              <a:avLst/>
              <a:gdLst>
                <a:gd name="T0" fmla="*/ 123 w 224"/>
                <a:gd name="T1" fmla="*/ 0 h 250"/>
                <a:gd name="T2" fmla="*/ 58 w 224"/>
                <a:gd name="T3" fmla="*/ 16 h 250"/>
                <a:gd name="T4" fmla="*/ 15 w 224"/>
                <a:gd name="T5" fmla="*/ 60 h 250"/>
                <a:gd name="T6" fmla="*/ 0 w 224"/>
                <a:gd name="T7" fmla="*/ 127 h 250"/>
                <a:gd name="T8" fmla="*/ 28 w 224"/>
                <a:gd name="T9" fmla="*/ 219 h 250"/>
                <a:gd name="T10" fmla="*/ 108 w 224"/>
                <a:gd name="T11" fmla="*/ 250 h 250"/>
                <a:gd name="T12" fmla="*/ 143 w 224"/>
                <a:gd name="T13" fmla="*/ 246 h 250"/>
                <a:gd name="T14" fmla="*/ 172 w 224"/>
                <a:gd name="T15" fmla="*/ 236 h 250"/>
                <a:gd name="T16" fmla="*/ 187 w 224"/>
                <a:gd name="T17" fmla="*/ 250 h 250"/>
                <a:gd name="T18" fmla="*/ 204 w 224"/>
                <a:gd name="T19" fmla="*/ 246 h 250"/>
                <a:gd name="T20" fmla="*/ 204 w 224"/>
                <a:gd name="T21" fmla="*/ 184 h 250"/>
                <a:gd name="T22" fmla="*/ 204 w 224"/>
                <a:gd name="T23" fmla="*/ 167 h 250"/>
                <a:gd name="T24" fmla="*/ 207 w 224"/>
                <a:gd name="T25" fmla="*/ 157 h 250"/>
                <a:gd name="T26" fmla="*/ 213 w 224"/>
                <a:gd name="T27" fmla="*/ 150 h 250"/>
                <a:gd name="T28" fmla="*/ 224 w 224"/>
                <a:gd name="T29" fmla="*/ 145 h 250"/>
                <a:gd name="T30" fmla="*/ 224 w 224"/>
                <a:gd name="T31" fmla="*/ 136 h 250"/>
                <a:gd name="T32" fmla="*/ 139 w 224"/>
                <a:gd name="T33" fmla="*/ 136 h 250"/>
                <a:gd name="T34" fmla="*/ 139 w 224"/>
                <a:gd name="T35" fmla="*/ 145 h 250"/>
                <a:gd name="T36" fmla="*/ 155 w 224"/>
                <a:gd name="T37" fmla="*/ 152 h 250"/>
                <a:gd name="T38" fmla="*/ 163 w 224"/>
                <a:gd name="T39" fmla="*/ 163 h 250"/>
                <a:gd name="T40" fmla="*/ 165 w 224"/>
                <a:gd name="T41" fmla="*/ 186 h 250"/>
                <a:gd name="T42" fmla="*/ 165 w 224"/>
                <a:gd name="T43" fmla="*/ 197 h 250"/>
                <a:gd name="T44" fmla="*/ 153 w 224"/>
                <a:gd name="T45" fmla="*/ 225 h 250"/>
                <a:gd name="T46" fmla="*/ 115 w 224"/>
                <a:gd name="T47" fmla="*/ 234 h 250"/>
                <a:gd name="T48" fmla="*/ 76 w 224"/>
                <a:gd name="T49" fmla="*/ 222 h 250"/>
                <a:gd name="T50" fmla="*/ 52 w 224"/>
                <a:gd name="T51" fmla="*/ 184 h 250"/>
                <a:gd name="T52" fmla="*/ 43 w 224"/>
                <a:gd name="T53" fmla="*/ 124 h 250"/>
                <a:gd name="T54" fmla="*/ 53 w 224"/>
                <a:gd name="T55" fmla="*/ 65 h 250"/>
                <a:gd name="T56" fmla="*/ 80 w 224"/>
                <a:gd name="T57" fmla="*/ 29 h 250"/>
                <a:gd name="T58" fmla="*/ 121 w 224"/>
                <a:gd name="T59" fmla="*/ 16 h 250"/>
                <a:gd name="T60" fmla="*/ 148 w 224"/>
                <a:gd name="T61" fmla="*/ 20 h 250"/>
                <a:gd name="T62" fmla="*/ 167 w 224"/>
                <a:gd name="T63" fmla="*/ 33 h 250"/>
                <a:gd name="T64" fmla="*/ 181 w 224"/>
                <a:gd name="T65" fmla="*/ 58 h 250"/>
                <a:gd name="T66" fmla="*/ 201 w 224"/>
                <a:gd name="T67" fmla="*/ 58 h 250"/>
                <a:gd name="T68" fmla="*/ 201 w 224"/>
                <a:gd name="T69" fmla="*/ 9 h 250"/>
                <a:gd name="T70" fmla="*/ 161 w 224"/>
                <a:gd name="T71" fmla="*/ 2 h 250"/>
                <a:gd name="T72" fmla="*/ 123 w 224"/>
                <a:gd name="T73"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4" h="250">
                  <a:moveTo>
                    <a:pt x="123" y="0"/>
                  </a:moveTo>
                  <a:cubicBezTo>
                    <a:pt x="98" y="0"/>
                    <a:pt x="76" y="5"/>
                    <a:pt x="58" y="16"/>
                  </a:cubicBezTo>
                  <a:cubicBezTo>
                    <a:pt x="39" y="26"/>
                    <a:pt x="25" y="41"/>
                    <a:pt x="15" y="60"/>
                  </a:cubicBezTo>
                  <a:cubicBezTo>
                    <a:pt x="5" y="79"/>
                    <a:pt x="0" y="101"/>
                    <a:pt x="0" y="127"/>
                  </a:cubicBezTo>
                  <a:cubicBezTo>
                    <a:pt x="0" y="168"/>
                    <a:pt x="9" y="198"/>
                    <a:pt x="28" y="219"/>
                  </a:cubicBezTo>
                  <a:cubicBezTo>
                    <a:pt x="46" y="240"/>
                    <a:pt x="72" y="250"/>
                    <a:pt x="108" y="250"/>
                  </a:cubicBezTo>
                  <a:cubicBezTo>
                    <a:pt x="121" y="250"/>
                    <a:pt x="133" y="249"/>
                    <a:pt x="143" y="246"/>
                  </a:cubicBezTo>
                  <a:cubicBezTo>
                    <a:pt x="153" y="244"/>
                    <a:pt x="162" y="241"/>
                    <a:pt x="172" y="236"/>
                  </a:cubicBezTo>
                  <a:cubicBezTo>
                    <a:pt x="187" y="250"/>
                    <a:pt x="187" y="250"/>
                    <a:pt x="187" y="250"/>
                  </a:cubicBezTo>
                  <a:cubicBezTo>
                    <a:pt x="204" y="246"/>
                    <a:pt x="204" y="246"/>
                    <a:pt x="204" y="246"/>
                  </a:cubicBezTo>
                  <a:cubicBezTo>
                    <a:pt x="204" y="184"/>
                    <a:pt x="204" y="184"/>
                    <a:pt x="204" y="184"/>
                  </a:cubicBezTo>
                  <a:cubicBezTo>
                    <a:pt x="204" y="177"/>
                    <a:pt x="204" y="171"/>
                    <a:pt x="204" y="167"/>
                  </a:cubicBezTo>
                  <a:cubicBezTo>
                    <a:pt x="205" y="163"/>
                    <a:pt x="206" y="160"/>
                    <a:pt x="207" y="157"/>
                  </a:cubicBezTo>
                  <a:cubicBezTo>
                    <a:pt x="208" y="154"/>
                    <a:pt x="210" y="152"/>
                    <a:pt x="213" y="150"/>
                  </a:cubicBezTo>
                  <a:cubicBezTo>
                    <a:pt x="216" y="148"/>
                    <a:pt x="219" y="147"/>
                    <a:pt x="224" y="145"/>
                  </a:cubicBezTo>
                  <a:cubicBezTo>
                    <a:pt x="224" y="136"/>
                    <a:pt x="224" y="136"/>
                    <a:pt x="224" y="136"/>
                  </a:cubicBezTo>
                  <a:cubicBezTo>
                    <a:pt x="139" y="136"/>
                    <a:pt x="139" y="136"/>
                    <a:pt x="139" y="136"/>
                  </a:cubicBezTo>
                  <a:cubicBezTo>
                    <a:pt x="139" y="145"/>
                    <a:pt x="139" y="145"/>
                    <a:pt x="139" y="145"/>
                  </a:cubicBezTo>
                  <a:cubicBezTo>
                    <a:pt x="146" y="147"/>
                    <a:pt x="152" y="149"/>
                    <a:pt x="155" y="152"/>
                  </a:cubicBezTo>
                  <a:cubicBezTo>
                    <a:pt x="159" y="154"/>
                    <a:pt x="161" y="158"/>
                    <a:pt x="163" y="163"/>
                  </a:cubicBezTo>
                  <a:cubicBezTo>
                    <a:pt x="164" y="167"/>
                    <a:pt x="165" y="175"/>
                    <a:pt x="165" y="186"/>
                  </a:cubicBezTo>
                  <a:cubicBezTo>
                    <a:pt x="165" y="197"/>
                    <a:pt x="165" y="197"/>
                    <a:pt x="165" y="197"/>
                  </a:cubicBezTo>
                  <a:cubicBezTo>
                    <a:pt x="165" y="209"/>
                    <a:pt x="161" y="219"/>
                    <a:pt x="153" y="225"/>
                  </a:cubicBezTo>
                  <a:cubicBezTo>
                    <a:pt x="144" y="231"/>
                    <a:pt x="132" y="234"/>
                    <a:pt x="115" y="234"/>
                  </a:cubicBezTo>
                  <a:cubicBezTo>
                    <a:pt x="100" y="234"/>
                    <a:pt x="87" y="230"/>
                    <a:pt x="76" y="222"/>
                  </a:cubicBezTo>
                  <a:cubicBezTo>
                    <a:pt x="65" y="213"/>
                    <a:pt x="57" y="201"/>
                    <a:pt x="52" y="184"/>
                  </a:cubicBezTo>
                  <a:cubicBezTo>
                    <a:pt x="46" y="168"/>
                    <a:pt x="43" y="148"/>
                    <a:pt x="43" y="124"/>
                  </a:cubicBezTo>
                  <a:cubicBezTo>
                    <a:pt x="43" y="101"/>
                    <a:pt x="47" y="82"/>
                    <a:pt x="53" y="65"/>
                  </a:cubicBezTo>
                  <a:cubicBezTo>
                    <a:pt x="60" y="49"/>
                    <a:pt x="69" y="37"/>
                    <a:pt x="80" y="29"/>
                  </a:cubicBezTo>
                  <a:cubicBezTo>
                    <a:pt x="92" y="20"/>
                    <a:pt x="105" y="16"/>
                    <a:pt x="121" y="16"/>
                  </a:cubicBezTo>
                  <a:cubicBezTo>
                    <a:pt x="132" y="16"/>
                    <a:pt x="141" y="17"/>
                    <a:pt x="148" y="20"/>
                  </a:cubicBezTo>
                  <a:cubicBezTo>
                    <a:pt x="155" y="22"/>
                    <a:pt x="162" y="27"/>
                    <a:pt x="167" y="33"/>
                  </a:cubicBezTo>
                  <a:cubicBezTo>
                    <a:pt x="172" y="39"/>
                    <a:pt x="177" y="47"/>
                    <a:pt x="181" y="58"/>
                  </a:cubicBezTo>
                  <a:cubicBezTo>
                    <a:pt x="201" y="58"/>
                    <a:pt x="201" y="58"/>
                    <a:pt x="201" y="58"/>
                  </a:cubicBezTo>
                  <a:cubicBezTo>
                    <a:pt x="201" y="9"/>
                    <a:pt x="201" y="9"/>
                    <a:pt x="201" y="9"/>
                  </a:cubicBezTo>
                  <a:cubicBezTo>
                    <a:pt x="187" y="6"/>
                    <a:pt x="173" y="3"/>
                    <a:pt x="161" y="2"/>
                  </a:cubicBezTo>
                  <a:cubicBezTo>
                    <a:pt x="149" y="1"/>
                    <a:pt x="136" y="0"/>
                    <a:pt x="12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4" name="Freeform 288">
              <a:extLst>
                <a:ext uri="{FF2B5EF4-FFF2-40B4-BE49-F238E27FC236}">
                  <a16:creationId xmlns:a16="http://schemas.microsoft.com/office/drawing/2014/main" id="{09B38121-CFA2-47DD-902E-B284AB4E97B9}"/>
                </a:ext>
              </a:extLst>
            </p:cNvPr>
            <p:cNvSpPr>
              <a:spLocks/>
            </p:cNvSpPr>
            <p:nvPr/>
          </p:nvSpPr>
          <p:spPr bwMode="auto">
            <a:xfrm>
              <a:off x="2291708" y="2122744"/>
              <a:ext cx="110613" cy="89060"/>
            </a:xfrm>
            <a:custGeom>
              <a:avLst/>
              <a:gdLst>
                <a:gd name="T0" fmla="*/ 304 w 304"/>
                <a:gd name="T1" fmla="*/ 0 h 244"/>
                <a:gd name="T2" fmla="*/ 232 w 304"/>
                <a:gd name="T3" fmla="*/ 0 h 244"/>
                <a:gd name="T4" fmla="*/ 150 w 304"/>
                <a:gd name="T5" fmla="*/ 174 h 244"/>
                <a:gd name="T6" fmla="*/ 76 w 304"/>
                <a:gd name="T7" fmla="*/ 0 h 244"/>
                <a:gd name="T8" fmla="*/ 0 w 304"/>
                <a:gd name="T9" fmla="*/ 0 h 244"/>
                <a:gd name="T10" fmla="*/ 0 w 304"/>
                <a:gd name="T11" fmla="*/ 9 h 244"/>
                <a:gd name="T12" fmla="*/ 14 w 304"/>
                <a:gd name="T13" fmla="*/ 13 h 244"/>
                <a:gd name="T14" fmla="*/ 21 w 304"/>
                <a:gd name="T15" fmla="*/ 18 h 244"/>
                <a:gd name="T16" fmla="*/ 24 w 304"/>
                <a:gd name="T17" fmla="*/ 27 h 244"/>
                <a:gd name="T18" fmla="*/ 25 w 304"/>
                <a:gd name="T19" fmla="*/ 45 h 244"/>
                <a:gd name="T20" fmla="*/ 25 w 304"/>
                <a:gd name="T21" fmla="*/ 199 h 244"/>
                <a:gd name="T22" fmla="*/ 24 w 304"/>
                <a:gd name="T23" fmla="*/ 219 h 244"/>
                <a:gd name="T24" fmla="*/ 18 w 304"/>
                <a:gd name="T25" fmla="*/ 229 h 244"/>
                <a:gd name="T26" fmla="*/ 0 w 304"/>
                <a:gd name="T27" fmla="*/ 235 h 244"/>
                <a:gd name="T28" fmla="*/ 0 w 304"/>
                <a:gd name="T29" fmla="*/ 244 h 244"/>
                <a:gd name="T30" fmla="*/ 77 w 304"/>
                <a:gd name="T31" fmla="*/ 244 h 244"/>
                <a:gd name="T32" fmla="*/ 77 w 304"/>
                <a:gd name="T33" fmla="*/ 235 h 244"/>
                <a:gd name="T34" fmla="*/ 64 w 304"/>
                <a:gd name="T35" fmla="*/ 231 h 244"/>
                <a:gd name="T36" fmla="*/ 57 w 304"/>
                <a:gd name="T37" fmla="*/ 226 h 244"/>
                <a:gd name="T38" fmla="*/ 54 w 304"/>
                <a:gd name="T39" fmla="*/ 217 h 244"/>
                <a:gd name="T40" fmla="*/ 53 w 304"/>
                <a:gd name="T41" fmla="*/ 199 h 244"/>
                <a:gd name="T42" fmla="*/ 53 w 304"/>
                <a:gd name="T43" fmla="*/ 134 h 244"/>
                <a:gd name="T44" fmla="*/ 52 w 304"/>
                <a:gd name="T45" fmla="*/ 75 h 244"/>
                <a:gd name="T46" fmla="*/ 50 w 304"/>
                <a:gd name="T47" fmla="*/ 36 h 244"/>
                <a:gd name="T48" fmla="*/ 53 w 304"/>
                <a:gd name="T49" fmla="*/ 36 h 244"/>
                <a:gd name="T50" fmla="*/ 131 w 304"/>
                <a:gd name="T51" fmla="*/ 216 h 244"/>
                <a:gd name="T52" fmla="*/ 156 w 304"/>
                <a:gd name="T53" fmla="*/ 216 h 244"/>
                <a:gd name="T54" fmla="*/ 240 w 304"/>
                <a:gd name="T55" fmla="*/ 39 h 244"/>
                <a:gd name="T56" fmla="*/ 243 w 304"/>
                <a:gd name="T57" fmla="*/ 39 h 244"/>
                <a:gd name="T58" fmla="*/ 241 w 304"/>
                <a:gd name="T59" fmla="*/ 76 h 244"/>
                <a:gd name="T60" fmla="*/ 240 w 304"/>
                <a:gd name="T61" fmla="*/ 131 h 244"/>
                <a:gd name="T62" fmla="*/ 240 w 304"/>
                <a:gd name="T63" fmla="*/ 199 h 244"/>
                <a:gd name="T64" fmla="*/ 239 w 304"/>
                <a:gd name="T65" fmla="*/ 220 h 244"/>
                <a:gd name="T66" fmla="*/ 232 w 304"/>
                <a:gd name="T67" fmla="*/ 230 h 244"/>
                <a:gd name="T68" fmla="*/ 215 w 304"/>
                <a:gd name="T69" fmla="*/ 235 h 244"/>
                <a:gd name="T70" fmla="*/ 215 w 304"/>
                <a:gd name="T71" fmla="*/ 244 h 244"/>
                <a:gd name="T72" fmla="*/ 304 w 304"/>
                <a:gd name="T73" fmla="*/ 244 h 244"/>
                <a:gd name="T74" fmla="*/ 304 w 304"/>
                <a:gd name="T75" fmla="*/ 235 h 244"/>
                <a:gd name="T76" fmla="*/ 289 w 304"/>
                <a:gd name="T77" fmla="*/ 231 h 244"/>
                <a:gd name="T78" fmla="*/ 283 w 304"/>
                <a:gd name="T79" fmla="*/ 226 h 244"/>
                <a:gd name="T80" fmla="*/ 280 w 304"/>
                <a:gd name="T81" fmla="*/ 217 h 244"/>
                <a:gd name="T82" fmla="*/ 279 w 304"/>
                <a:gd name="T83" fmla="*/ 199 h 244"/>
                <a:gd name="T84" fmla="*/ 279 w 304"/>
                <a:gd name="T85" fmla="*/ 45 h 244"/>
                <a:gd name="T86" fmla="*/ 280 w 304"/>
                <a:gd name="T87" fmla="*/ 27 h 244"/>
                <a:gd name="T88" fmla="*/ 284 w 304"/>
                <a:gd name="T89" fmla="*/ 18 h 244"/>
                <a:gd name="T90" fmla="*/ 290 w 304"/>
                <a:gd name="T91" fmla="*/ 13 h 244"/>
                <a:gd name="T92" fmla="*/ 304 w 304"/>
                <a:gd name="T93" fmla="*/ 9 h 244"/>
                <a:gd name="T94" fmla="*/ 304 w 304"/>
                <a:gd name="T9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4" h="244">
                  <a:moveTo>
                    <a:pt x="304" y="0"/>
                  </a:moveTo>
                  <a:cubicBezTo>
                    <a:pt x="232" y="0"/>
                    <a:pt x="232" y="0"/>
                    <a:pt x="232" y="0"/>
                  </a:cubicBezTo>
                  <a:cubicBezTo>
                    <a:pt x="150" y="174"/>
                    <a:pt x="150" y="174"/>
                    <a:pt x="150" y="174"/>
                  </a:cubicBezTo>
                  <a:cubicBezTo>
                    <a:pt x="76" y="0"/>
                    <a:pt x="76" y="0"/>
                    <a:pt x="76"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4" y="231"/>
                  </a:cubicBezTo>
                  <a:cubicBezTo>
                    <a:pt x="61" y="230"/>
                    <a:pt x="58" y="228"/>
                    <a:pt x="57" y="226"/>
                  </a:cubicBezTo>
                  <a:cubicBezTo>
                    <a:pt x="56" y="223"/>
                    <a:pt x="54" y="221"/>
                    <a:pt x="54" y="217"/>
                  </a:cubicBezTo>
                  <a:cubicBezTo>
                    <a:pt x="53" y="213"/>
                    <a:pt x="53" y="207"/>
                    <a:pt x="53" y="199"/>
                  </a:cubicBezTo>
                  <a:cubicBezTo>
                    <a:pt x="53" y="134"/>
                    <a:pt x="53" y="134"/>
                    <a:pt x="53" y="134"/>
                  </a:cubicBezTo>
                  <a:cubicBezTo>
                    <a:pt x="53" y="114"/>
                    <a:pt x="52" y="94"/>
                    <a:pt x="52" y="75"/>
                  </a:cubicBezTo>
                  <a:cubicBezTo>
                    <a:pt x="51" y="56"/>
                    <a:pt x="51" y="43"/>
                    <a:pt x="50" y="36"/>
                  </a:cubicBezTo>
                  <a:cubicBezTo>
                    <a:pt x="53" y="36"/>
                    <a:pt x="53" y="36"/>
                    <a:pt x="53" y="36"/>
                  </a:cubicBezTo>
                  <a:cubicBezTo>
                    <a:pt x="131" y="216"/>
                    <a:pt x="131" y="216"/>
                    <a:pt x="131" y="216"/>
                  </a:cubicBezTo>
                  <a:cubicBezTo>
                    <a:pt x="156" y="216"/>
                    <a:pt x="156" y="216"/>
                    <a:pt x="156" y="216"/>
                  </a:cubicBezTo>
                  <a:cubicBezTo>
                    <a:pt x="240" y="39"/>
                    <a:pt x="240" y="39"/>
                    <a:pt x="240" y="39"/>
                  </a:cubicBezTo>
                  <a:cubicBezTo>
                    <a:pt x="243" y="39"/>
                    <a:pt x="243" y="39"/>
                    <a:pt x="243" y="39"/>
                  </a:cubicBezTo>
                  <a:cubicBezTo>
                    <a:pt x="242" y="45"/>
                    <a:pt x="242" y="58"/>
                    <a:pt x="241" y="76"/>
                  </a:cubicBezTo>
                  <a:cubicBezTo>
                    <a:pt x="240" y="95"/>
                    <a:pt x="240" y="113"/>
                    <a:pt x="240" y="131"/>
                  </a:cubicBezTo>
                  <a:cubicBezTo>
                    <a:pt x="240" y="199"/>
                    <a:pt x="240" y="199"/>
                    <a:pt x="240" y="199"/>
                  </a:cubicBezTo>
                  <a:cubicBezTo>
                    <a:pt x="240" y="209"/>
                    <a:pt x="239" y="216"/>
                    <a:pt x="239" y="220"/>
                  </a:cubicBezTo>
                  <a:cubicBezTo>
                    <a:pt x="237" y="224"/>
                    <a:pt x="235" y="227"/>
                    <a:pt x="232" y="230"/>
                  </a:cubicBezTo>
                  <a:cubicBezTo>
                    <a:pt x="229" y="232"/>
                    <a:pt x="223" y="234"/>
                    <a:pt x="215" y="235"/>
                  </a:cubicBezTo>
                  <a:cubicBezTo>
                    <a:pt x="215" y="244"/>
                    <a:pt x="215" y="244"/>
                    <a:pt x="215" y="244"/>
                  </a:cubicBezTo>
                  <a:cubicBezTo>
                    <a:pt x="304" y="244"/>
                    <a:pt x="304" y="244"/>
                    <a:pt x="304" y="244"/>
                  </a:cubicBezTo>
                  <a:cubicBezTo>
                    <a:pt x="304" y="235"/>
                    <a:pt x="304" y="235"/>
                    <a:pt x="304" y="235"/>
                  </a:cubicBezTo>
                  <a:cubicBezTo>
                    <a:pt x="297" y="234"/>
                    <a:pt x="292" y="232"/>
                    <a:pt x="289" y="231"/>
                  </a:cubicBezTo>
                  <a:cubicBezTo>
                    <a:pt x="287" y="230"/>
                    <a:pt x="284" y="228"/>
                    <a:pt x="283" y="226"/>
                  </a:cubicBezTo>
                  <a:cubicBezTo>
                    <a:pt x="282" y="223"/>
                    <a:pt x="280" y="221"/>
                    <a:pt x="280" y="217"/>
                  </a:cubicBezTo>
                  <a:cubicBezTo>
                    <a:pt x="279" y="213"/>
                    <a:pt x="279" y="207"/>
                    <a:pt x="279" y="199"/>
                  </a:cubicBezTo>
                  <a:cubicBezTo>
                    <a:pt x="279" y="45"/>
                    <a:pt x="279" y="45"/>
                    <a:pt x="279" y="45"/>
                  </a:cubicBezTo>
                  <a:cubicBezTo>
                    <a:pt x="279" y="37"/>
                    <a:pt x="279" y="31"/>
                    <a:pt x="280" y="27"/>
                  </a:cubicBezTo>
                  <a:cubicBezTo>
                    <a:pt x="281" y="23"/>
                    <a:pt x="282" y="20"/>
                    <a:pt x="284" y="18"/>
                  </a:cubicBezTo>
                  <a:cubicBezTo>
                    <a:pt x="285" y="16"/>
                    <a:pt x="287" y="14"/>
                    <a:pt x="290" y="13"/>
                  </a:cubicBezTo>
                  <a:cubicBezTo>
                    <a:pt x="293" y="12"/>
                    <a:pt x="297" y="10"/>
                    <a:pt x="304" y="9"/>
                  </a:cubicBezTo>
                  <a:cubicBezTo>
                    <a:pt x="304" y="0"/>
                    <a:pt x="304" y="0"/>
                    <a:pt x="3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6" name="Freeform 289">
              <a:extLst>
                <a:ext uri="{FF2B5EF4-FFF2-40B4-BE49-F238E27FC236}">
                  <a16:creationId xmlns:a16="http://schemas.microsoft.com/office/drawing/2014/main" id="{89ED8038-E182-4BC2-8AD2-6758C69659C6}"/>
                </a:ext>
              </a:extLst>
            </p:cNvPr>
            <p:cNvSpPr>
              <a:spLocks/>
            </p:cNvSpPr>
            <p:nvPr/>
          </p:nvSpPr>
          <p:spPr bwMode="auto">
            <a:xfrm>
              <a:off x="2421027"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3 w 200"/>
                <a:gd name="T17" fmla="*/ 219 h 244"/>
                <a:gd name="T18" fmla="*/ 17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2 w 200"/>
                <a:gd name="T31" fmla="*/ 200 h 244"/>
                <a:gd name="T32" fmla="*/ 166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5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6" y="189"/>
                    <a:pt x="174" y="196"/>
                    <a:pt x="172" y="200"/>
                  </a:cubicBezTo>
                  <a:cubicBezTo>
                    <a:pt x="171" y="204"/>
                    <a:pt x="169" y="208"/>
                    <a:pt x="166" y="212"/>
                  </a:cubicBezTo>
                  <a:cubicBezTo>
                    <a:pt x="164" y="216"/>
                    <a:pt x="161" y="219"/>
                    <a:pt x="158" y="222"/>
                  </a:cubicBezTo>
                  <a:cubicBezTo>
                    <a:pt x="155" y="224"/>
                    <a:pt x="151"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6" y="125"/>
                    <a:pt x="121"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5" y="17"/>
                  </a:cubicBezTo>
                  <a:cubicBezTo>
                    <a:pt x="149" y="18"/>
                    <a:pt x="153" y="19"/>
                    <a:pt x="156" y="21"/>
                  </a:cubicBezTo>
                  <a:cubicBezTo>
                    <a:pt x="159" y="22"/>
                    <a:pt x="161" y="25"/>
                    <a:pt x="164" y="28"/>
                  </a:cubicBezTo>
                  <a:cubicBezTo>
                    <a:pt x="166" y="31"/>
                    <a:pt x="168"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7" name="Freeform 290">
              <a:extLst>
                <a:ext uri="{FF2B5EF4-FFF2-40B4-BE49-F238E27FC236}">
                  <a16:creationId xmlns:a16="http://schemas.microsoft.com/office/drawing/2014/main" id="{B88CBCD2-328B-47BD-8C6E-2D76DC322983}"/>
                </a:ext>
              </a:extLst>
            </p:cNvPr>
            <p:cNvSpPr>
              <a:spLocks noEditPoints="1"/>
            </p:cNvSpPr>
            <p:nvPr/>
          </p:nvSpPr>
          <p:spPr bwMode="auto">
            <a:xfrm>
              <a:off x="2511713" y="2122744"/>
              <a:ext cx="86213" cy="89060"/>
            </a:xfrm>
            <a:custGeom>
              <a:avLst/>
              <a:gdLst>
                <a:gd name="T0" fmla="*/ 90 w 237"/>
                <a:gd name="T1" fmla="*/ 228 h 244"/>
                <a:gd name="T2" fmla="*/ 65 w 237"/>
                <a:gd name="T3" fmla="*/ 227 h 244"/>
                <a:gd name="T4" fmla="*/ 65 w 237"/>
                <a:gd name="T5" fmla="*/ 16 h 244"/>
                <a:gd name="T6" fmla="*/ 92 w 237"/>
                <a:gd name="T7" fmla="*/ 16 h 244"/>
                <a:gd name="T8" fmla="*/ 146 w 237"/>
                <a:gd name="T9" fmla="*/ 26 h 244"/>
                <a:gd name="T10" fmla="*/ 181 w 237"/>
                <a:gd name="T11" fmla="*/ 60 h 244"/>
                <a:gd name="T12" fmla="*/ 193 w 237"/>
                <a:gd name="T13" fmla="*/ 120 h 244"/>
                <a:gd name="T14" fmla="*/ 191 w 237"/>
                <a:gd name="T15" fmla="*/ 153 h 244"/>
                <a:gd name="T16" fmla="*/ 182 w 237"/>
                <a:gd name="T17" fmla="*/ 181 h 244"/>
                <a:gd name="T18" fmla="*/ 168 w 237"/>
                <a:gd name="T19" fmla="*/ 203 h 244"/>
                <a:gd name="T20" fmla="*/ 147 w 237"/>
                <a:gd name="T21" fmla="*/ 218 h 244"/>
                <a:gd name="T22" fmla="*/ 122 w 237"/>
                <a:gd name="T23" fmla="*/ 226 h 244"/>
                <a:gd name="T24" fmla="*/ 90 w 237"/>
                <a:gd name="T25" fmla="*/ 228 h 244"/>
                <a:gd name="T26" fmla="*/ 93 w 237"/>
                <a:gd name="T27" fmla="*/ 0 h 244"/>
                <a:gd name="T28" fmla="*/ 0 w 237"/>
                <a:gd name="T29" fmla="*/ 0 h 244"/>
                <a:gd name="T30" fmla="*/ 0 w 237"/>
                <a:gd name="T31" fmla="*/ 9 h 244"/>
                <a:gd name="T32" fmla="*/ 14 w 237"/>
                <a:gd name="T33" fmla="*/ 13 h 244"/>
                <a:gd name="T34" fmla="*/ 21 w 237"/>
                <a:gd name="T35" fmla="*/ 18 h 244"/>
                <a:gd name="T36" fmla="*/ 24 w 237"/>
                <a:gd name="T37" fmla="*/ 27 h 244"/>
                <a:gd name="T38" fmla="*/ 25 w 237"/>
                <a:gd name="T39" fmla="*/ 45 h 244"/>
                <a:gd name="T40" fmla="*/ 25 w 237"/>
                <a:gd name="T41" fmla="*/ 199 h 244"/>
                <a:gd name="T42" fmla="*/ 24 w 237"/>
                <a:gd name="T43" fmla="*/ 217 h 244"/>
                <a:gd name="T44" fmla="*/ 21 w 237"/>
                <a:gd name="T45" fmla="*/ 226 h 244"/>
                <a:gd name="T46" fmla="*/ 14 w 237"/>
                <a:gd name="T47" fmla="*/ 231 h 244"/>
                <a:gd name="T48" fmla="*/ 0 w 237"/>
                <a:gd name="T49" fmla="*/ 235 h 244"/>
                <a:gd name="T50" fmla="*/ 0 w 237"/>
                <a:gd name="T51" fmla="*/ 244 h 244"/>
                <a:gd name="T52" fmla="*/ 77 w 237"/>
                <a:gd name="T53" fmla="*/ 244 h 244"/>
                <a:gd name="T54" fmla="*/ 134 w 237"/>
                <a:gd name="T55" fmla="*/ 241 h 244"/>
                <a:gd name="T56" fmla="*/ 171 w 237"/>
                <a:gd name="T57" fmla="*/ 231 h 244"/>
                <a:gd name="T58" fmla="*/ 205 w 237"/>
                <a:gd name="T59" fmla="*/ 208 h 244"/>
                <a:gd name="T60" fmla="*/ 228 w 237"/>
                <a:gd name="T61" fmla="*/ 170 h 244"/>
                <a:gd name="T62" fmla="*/ 237 w 237"/>
                <a:gd name="T63" fmla="*/ 117 h 244"/>
                <a:gd name="T64" fmla="*/ 228 w 237"/>
                <a:gd name="T65" fmla="*/ 65 h 244"/>
                <a:gd name="T66" fmla="*/ 202 w 237"/>
                <a:gd name="T67" fmla="*/ 29 h 244"/>
                <a:gd name="T68" fmla="*/ 158 w 237"/>
                <a:gd name="T69" fmla="*/ 8 h 244"/>
                <a:gd name="T70" fmla="*/ 93 w 237"/>
                <a:gd name="T7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244">
                  <a:moveTo>
                    <a:pt x="90" y="228"/>
                  </a:moveTo>
                  <a:cubicBezTo>
                    <a:pt x="79" y="228"/>
                    <a:pt x="70" y="228"/>
                    <a:pt x="65" y="227"/>
                  </a:cubicBezTo>
                  <a:cubicBezTo>
                    <a:pt x="65" y="16"/>
                    <a:pt x="65" y="16"/>
                    <a:pt x="65" y="16"/>
                  </a:cubicBezTo>
                  <a:cubicBezTo>
                    <a:pt x="73" y="16"/>
                    <a:pt x="83" y="16"/>
                    <a:pt x="92" y="16"/>
                  </a:cubicBezTo>
                  <a:cubicBezTo>
                    <a:pt x="113" y="16"/>
                    <a:pt x="131" y="19"/>
                    <a:pt x="146" y="26"/>
                  </a:cubicBezTo>
                  <a:cubicBezTo>
                    <a:pt x="161" y="34"/>
                    <a:pt x="173" y="45"/>
                    <a:pt x="181" y="60"/>
                  </a:cubicBezTo>
                  <a:cubicBezTo>
                    <a:pt x="189" y="76"/>
                    <a:pt x="193" y="96"/>
                    <a:pt x="193" y="120"/>
                  </a:cubicBezTo>
                  <a:cubicBezTo>
                    <a:pt x="193" y="132"/>
                    <a:pt x="192" y="143"/>
                    <a:pt x="191" y="153"/>
                  </a:cubicBezTo>
                  <a:cubicBezTo>
                    <a:pt x="189" y="163"/>
                    <a:pt x="186" y="173"/>
                    <a:pt x="182" y="181"/>
                  </a:cubicBezTo>
                  <a:cubicBezTo>
                    <a:pt x="179" y="189"/>
                    <a:pt x="174" y="196"/>
                    <a:pt x="168" y="203"/>
                  </a:cubicBezTo>
                  <a:cubicBezTo>
                    <a:pt x="162" y="209"/>
                    <a:pt x="155" y="214"/>
                    <a:pt x="147" y="218"/>
                  </a:cubicBezTo>
                  <a:cubicBezTo>
                    <a:pt x="139" y="221"/>
                    <a:pt x="131" y="224"/>
                    <a:pt x="122" y="226"/>
                  </a:cubicBezTo>
                  <a:cubicBezTo>
                    <a:pt x="112" y="227"/>
                    <a:pt x="102" y="228"/>
                    <a:pt x="90" y="228"/>
                  </a:cubicBezTo>
                  <a:moveTo>
                    <a:pt x="93"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0"/>
                    <a:pt x="25" y="36"/>
                    <a:pt x="25" y="45"/>
                  </a:cubicBezTo>
                  <a:cubicBezTo>
                    <a:pt x="25" y="199"/>
                    <a:pt x="25" y="199"/>
                    <a:pt x="25" y="199"/>
                  </a:cubicBezTo>
                  <a:cubicBezTo>
                    <a:pt x="25" y="208"/>
                    <a:pt x="25" y="214"/>
                    <a:pt x="24" y="217"/>
                  </a:cubicBezTo>
                  <a:cubicBezTo>
                    <a:pt x="23" y="221"/>
                    <a:pt x="22" y="224"/>
                    <a:pt x="21" y="226"/>
                  </a:cubicBezTo>
                  <a:cubicBezTo>
                    <a:pt x="19" y="228"/>
                    <a:pt x="17" y="230"/>
                    <a:pt x="14" y="231"/>
                  </a:cubicBezTo>
                  <a:cubicBezTo>
                    <a:pt x="11" y="233"/>
                    <a:pt x="7" y="234"/>
                    <a:pt x="0" y="235"/>
                  </a:cubicBezTo>
                  <a:cubicBezTo>
                    <a:pt x="0" y="244"/>
                    <a:pt x="0" y="244"/>
                    <a:pt x="0" y="244"/>
                  </a:cubicBezTo>
                  <a:cubicBezTo>
                    <a:pt x="77" y="244"/>
                    <a:pt x="77" y="244"/>
                    <a:pt x="77" y="244"/>
                  </a:cubicBezTo>
                  <a:cubicBezTo>
                    <a:pt x="100" y="244"/>
                    <a:pt x="119" y="243"/>
                    <a:pt x="134" y="241"/>
                  </a:cubicBezTo>
                  <a:cubicBezTo>
                    <a:pt x="148" y="239"/>
                    <a:pt x="160" y="236"/>
                    <a:pt x="171" y="231"/>
                  </a:cubicBezTo>
                  <a:cubicBezTo>
                    <a:pt x="185" y="225"/>
                    <a:pt x="195" y="218"/>
                    <a:pt x="205" y="208"/>
                  </a:cubicBezTo>
                  <a:cubicBezTo>
                    <a:pt x="215" y="198"/>
                    <a:pt x="223" y="185"/>
                    <a:pt x="228" y="170"/>
                  </a:cubicBezTo>
                  <a:cubicBezTo>
                    <a:pt x="234" y="155"/>
                    <a:pt x="237" y="137"/>
                    <a:pt x="237" y="117"/>
                  </a:cubicBezTo>
                  <a:cubicBezTo>
                    <a:pt x="237" y="97"/>
                    <a:pt x="234" y="80"/>
                    <a:pt x="228" y="65"/>
                  </a:cubicBezTo>
                  <a:cubicBezTo>
                    <a:pt x="222" y="51"/>
                    <a:pt x="213" y="39"/>
                    <a:pt x="202" y="29"/>
                  </a:cubicBezTo>
                  <a:cubicBezTo>
                    <a:pt x="190" y="20"/>
                    <a:pt x="175" y="13"/>
                    <a:pt x="158" y="8"/>
                  </a:cubicBezTo>
                  <a:cubicBezTo>
                    <a:pt x="141" y="3"/>
                    <a:pt x="120" y="0"/>
                    <a:pt x="9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8" name="Freeform 291">
              <a:extLst>
                <a:ext uri="{FF2B5EF4-FFF2-40B4-BE49-F238E27FC236}">
                  <a16:creationId xmlns:a16="http://schemas.microsoft.com/office/drawing/2014/main" id="{0FB64A4F-C439-4EFC-9C03-A5AD7DCA110E}"/>
                </a:ext>
              </a:extLst>
            </p:cNvPr>
            <p:cNvSpPr>
              <a:spLocks/>
            </p:cNvSpPr>
            <p:nvPr/>
          </p:nvSpPr>
          <p:spPr bwMode="auto">
            <a:xfrm>
              <a:off x="2616632" y="2122744"/>
              <a:ext cx="32533" cy="89060"/>
            </a:xfrm>
            <a:custGeom>
              <a:avLst/>
              <a:gdLst>
                <a:gd name="T0" fmla="*/ 89 w 89"/>
                <a:gd name="T1" fmla="*/ 0 h 244"/>
                <a:gd name="T2" fmla="*/ 0 w 89"/>
                <a:gd name="T3" fmla="*/ 0 h 244"/>
                <a:gd name="T4" fmla="*/ 0 w 89"/>
                <a:gd name="T5" fmla="*/ 9 h 244"/>
                <a:gd name="T6" fmla="*/ 13 w 89"/>
                <a:gd name="T7" fmla="*/ 13 h 244"/>
                <a:gd name="T8" fmla="*/ 20 w 89"/>
                <a:gd name="T9" fmla="*/ 18 h 244"/>
                <a:gd name="T10" fmla="*/ 23 w 89"/>
                <a:gd name="T11" fmla="*/ 27 h 244"/>
                <a:gd name="T12" fmla="*/ 24 w 89"/>
                <a:gd name="T13" fmla="*/ 45 h 244"/>
                <a:gd name="T14" fmla="*/ 24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5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3" y="13"/>
                  </a:cubicBezTo>
                  <a:cubicBezTo>
                    <a:pt x="16" y="14"/>
                    <a:pt x="18" y="16"/>
                    <a:pt x="20" y="18"/>
                  </a:cubicBezTo>
                  <a:cubicBezTo>
                    <a:pt x="21" y="20"/>
                    <a:pt x="22"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2" y="234"/>
                    <a:pt x="78" y="232"/>
                    <a:pt x="75" y="231"/>
                  </a:cubicBezTo>
                  <a:cubicBezTo>
                    <a:pt x="72" y="230"/>
                    <a:pt x="70" y="228"/>
                    <a:pt x="68" y="226"/>
                  </a:cubicBezTo>
                  <a:cubicBezTo>
                    <a:pt x="67" y="223"/>
                    <a:pt x="66" y="221"/>
                    <a:pt x="65" y="217"/>
                  </a:cubicBezTo>
                  <a:cubicBezTo>
                    <a:pt x="64" y="213"/>
                    <a:pt x="64" y="207"/>
                    <a:pt x="64" y="199"/>
                  </a:cubicBezTo>
                  <a:cubicBezTo>
                    <a:pt x="64" y="45"/>
                    <a:pt x="64" y="45"/>
                    <a:pt x="64" y="45"/>
                  </a:cubicBezTo>
                  <a:cubicBezTo>
                    <a:pt x="64" y="37"/>
                    <a:pt x="64" y="31"/>
                    <a:pt x="65" y="27"/>
                  </a:cubicBezTo>
                  <a:cubicBezTo>
                    <a:pt x="66" y="23"/>
                    <a:pt x="67" y="20"/>
                    <a:pt x="69" y="18"/>
                  </a:cubicBezTo>
                  <a:cubicBezTo>
                    <a:pt x="71" y="16"/>
                    <a:pt x="73" y="14"/>
                    <a:pt x="75"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9" name="Freeform 292">
              <a:extLst>
                <a:ext uri="{FF2B5EF4-FFF2-40B4-BE49-F238E27FC236}">
                  <a16:creationId xmlns:a16="http://schemas.microsoft.com/office/drawing/2014/main" id="{075F33F7-8D48-4FC7-9B58-8693F81E22F1}"/>
                </a:ext>
              </a:extLst>
            </p:cNvPr>
            <p:cNvSpPr>
              <a:spLocks/>
            </p:cNvSpPr>
            <p:nvPr/>
          </p:nvSpPr>
          <p:spPr bwMode="auto">
            <a:xfrm>
              <a:off x="2667466" y="2121525"/>
              <a:ext cx="71167" cy="91499"/>
            </a:xfrm>
            <a:custGeom>
              <a:avLst/>
              <a:gdLst>
                <a:gd name="T0" fmla="*/ 122 w 195"/>
                <a:gd name="T1" fmla="*/ 0 h 250"/>
                <a:gd name="T2" fmla="*/ 56 w 195"/>
                <a:gd name="T3" fmla="*/ 16 h 250"/>
                <a:gd name="T4" fmla="*/ 14 w 195"/>
                <a:gd name="T5" fmla="*/ 60 h 250"/>
                <a:gd name="T6" fmla="*/ 0 w 195"/>
                <a:gd name="T7" fmla="*/ 128 h 250"/>
                <a:gd name="T8" fmla="*/ 27 w 195"/>
                <a:gd name="T9" fmla="*/ 219 h 250"/>
                <a:gd name="T10" fmla="*/ 109 w 195"/>
                <a:gd name="T11" fmla="*/ 250 h 250"/>
                <a:gd name="T12" fmla="*/ 155 w 195"/>
                <a:gd name="T13" fmla="*/ 248 h 250"/>
                <a:gd name="T14" fmla="*/ 195 w 195"/>
                <a:gd name="T15" fmla="*/ 241 h 250"/>
                <a:gd name="T16" fmla="*/ 195 w 195"/>
                <a:gd name="T17" fmla="*/ 190 h 250"/>
                <a:gd name="T18" fmla="*/ 174 w 195"/>
                <a:gd name="T19" fmla="*/ 190 h 250"/>
                <a:gd name="T20" fmla="*/ 160 w 195"/>
                <a:gd name="T21" fmla="*/ 217 h 250"/>
                <a:gd name="T22" fmla="*/ 141 w 195"/>
                <a:gd name="T23" fmla="*/ 230 h 250"/>
                <a:gd name="T24" fmla="*/ 113 w 195"/>
                <a:gd name="T25" fmla="*/ 234 h 250"/>
                <a:gd name="T26" fmla="*/ 74 w 195"/>
                <a:gd name="T27" fmla="*/ 222 h 250"/>
                <a:gd name="T28" fmla="*/ 51 w 195"/>
                <a:gd name="T29" fmla="*/ 184 h 250"/>
                <a:gd name="T30" fmla="*/ 42 w 195"/>
                <a:gd name="T31" fmla="*/ 124 h 250"/>
                <a:gd name="T32" fmla="*/ 52 w 195"/>
                <a:gd name="T33" fmla="*/ 65 h 250"/>
                <a:gd name="T34" fmla="*/ 79 w 195"/>
                <a:gd name="T35" fmla="*/ 28 h 250"/>
                <a:gd name="T36" fmla="*/ 118 w 195"/>
                <a:gd name="T37" fmla="*/ 16 h 250"/>
                <a:gd name="T38" fmla="*/ 143 w 195"/>
                <a:gd name="T39" fmla="*/ 20 h 250"/>
                <a:gd name="T40" fmla="*/ 161 w 195"/>
                <a:gd name="T41" fmla="*/ 33 h 250"/>
                <a:gd name="T42" fmla="*/ 174 w 195"/>
                <a:gd name="T43" fmla="*/ 58 h 250"/>
                <a:gd name="T44" fmla="*/ 195 w 195"/>
                <a:gd name="T45" fmla="*/ 58 h 250"/>
                <a:gd name="T46" fmla="*/ 195 w 195"/>
                <a:gd name="T47" fmla="*/ 8 h 250"/>
                <a:gd name="T48" fmla="*/ 158 w 195"/>
                <a:gd name="T49" fmla="*/ 2 h 250"/>
                <a:gd name="T50" fmla="*/ 122 w 195"/>
                <a:gd name="T51"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5" h="250">
                  <a:moveTo>
                    <a:pt x="122" y="0"/>
                  </a:moveTo>
                  <a:cubicBezTo>
                    <a:pt x="97" y="0"/>
                    <a:pt x="75" y="6"/>
                    <a:pt x="56" y="16"/>
                  </a:cubicBezTo>
                  <a:cubicBezTo>
                    <a:pt x="37" y="27"/>
                    <a:pt x="23" y="41"/>
                    <a:pt x="14" y="60"/>
                  </a:cubicBezTo>
                  <a:cubicBezTo>
                    <a:pt x="4" y="80"/>
                    <a:pt x="0" y="102"/>
                    <a:pt x="0" y="128"/>
                  </a:cubicBezTo>
                  <a:cubicBezTo>
                    <a:pt x="0" y="168"/>
                    <a:pt x="9" y="199"/>
                    <a:pt x="27" y="219"/>
                  </a:cubicBezTo>
                  <a:cubicBezTo>
                    <a:pt x="45" y="240"/>
                    <a:pt x="73" y="250"/>
                    <a:pt x="109" y="250"/>
                  </a:cubicBezTo>
                  <a:cubicBezTo>
                    <a:pt x="125" y="250"/>
                    <a:pt x="140" y="249"/>
                    <a:pt x="155" y="248"/>
                  </a:cubicBezTo>
                  <a:cubicBezTo>
                    <a:pt x="168" y="246"/>
                    <a:pt x="182" y="244"/>
                    <a:pt x="195" y="241"/>
                  </a:cubicBezTo>
                  <a:cubicBezTo>
                    <a:pt x="195" y="190"/>
                    <a:pt x="195" y="190"/>
                    <a:pt x="195" y="190"/>
                  </a:cubicBezTo>
                  <a:cubicBezTo>
                    <a:pt x="174" y="190"/>
                    <a:pt x="174" y="190"/>
                    <a:pt x="174" y="190"/>
                  </a:cubicBezTo>
                  <a:cubicBezTo>
                    <a:pt x="170" y="202"/>
                    <a:pt x="165" y="211"/>
                    <a:pt x="160" y="217"/>
                  </a:cubicBezTo>
                  <a:cubicBezTo>
                    <a:pt x="155" y="223"/>
                    <a:pt x="149" y="227"/>
                    <a:pt x="141" y="230"/>
                  </a:cubicBezTo>
                  <a:cubicBezTo>
                    <a:pt x="134" y="233"/>
                    <a:pt x="124" y="234"/>
                    <a:pt x="113" y="234"/>
                  </a:cubicBezTo>
                  <a:cubicBezTo>
                    <a:pt x="98" y="234"/>
                    <a:pt x="85" y="230"/>
                    <a:pt x="74" y="222"/>
                  </a:cubicBezTo>
                  <a:cubicBezTo>
                    <a:pt x="64" y="213"/>
                    <a:pt x="56" y="201"/>
                    <a:pt x="51" y="184"/>
                  </a:cubicBezTo>
                  <a:cubicBezTo>
                    <a:pt x="45" y="168"/>
                    <a:pt x="42" y="148"/>
                    <a:pt x="42" y="124"/>
                  </a:cubicBezTo>
                  <a:cubicBezTo>
                    <a:pt x="42" y="101"/>
                    <a:pt x="46" y="81"/>
                    <a:pt x="52" y="65"/>
                  </a:cubicBezTo>
                  <a:cubicBezTo>
                    <a:pt x="59" y="49"/>
                    <a:pt x="68" y="36"/>
                    <a:pt x="79" y="28"/>
                  </a:cubicBezTo>
                  <a:cubicBezTo>
                    <a:pt x="90" y="20"/>
                    <a:pt x="104" y="16"/>
                    <a:pt x="118" y="16"/>
                  </a:cubicBezTo>
                  <a:cubicBezTo>
                    <a:pt x="128" y="16"/>
                    <a:pt x="136" y="17"/>
                    <a:pt x="143" y="20"/>
                  </a:cubicBezTo>
                  <a:cubicBezTo>
                    <a:pt x="150" y="23"/>
                    <a:pt x="156" y="27"/>
                    <a:pt x="161" y="33"/>
                  </a:cubicBezTo>
                  <a:cubicBezTo>
                    <a:pt x="166" y="39"/>
                    <a:pt x="171" y="47"/>
                    <a:pt x="174" y="58"/>
                  </a:cubicBezTo>
                  <a:cubicBezTo>
                    <a:pt x="195" y="58"/>
                    <a:pt x="195" y="58"/>
                    <a:pt x="195" y="58"/>
                  </a:cubicBezTo>
                  <a:cubicBezTo>
                    <a:pt x="195" y="8"/>
                    <a:pt x="195" y="8"/>
                    <a:pt x="195" y="8"/>
                  </a:cubicBezTo>
                  <a:cubicBezTo>
                    <a:pt x="181" y="5"/>
                    <a:pt x="169" y="3"/>
                    <a:pt x="158" y="2"/>
                  </a:cubicBezTo>
                  <a:cubicBezTo>
                    <a:pt x="147" y="1"/>
                    <a:pt x="135" y="0"/>
                    <a:pt x="12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0" name="Freeform 293">
              <a:extLst>
                <a:ext uri="{FF2B5EF4-FFF2-40B4-BE49-F238E27FC236}">
                  <a16:creationId xmlns:a16="http://schemas.microsoft.com/office/drawing/2014/main" id="{748098E3-6349-45E9-9AFC-1CE0D4EAB2C8}"/>
                </a:ext>
              </a:extLst>
            </p:cNvPr>
            <p:cNvSpPr>
              <a:spLocks noEditPoints="1"/>
            </p:cNvSpPr>
            <p:nvPr/>
          </p:nvSpPr>
          <p:spPr bwMode="auto">
            <a:xfrm>
              <a:off x="2747579" y="2121525"/>
              <a:ext cx="96786" cy="90280"/>
            </a:xfrm>
            <a:custGeom>
              <a:avLst/>
              <a:gdLst>
                <a:gd name="T0" fmla="*/ 86 w 265"/>
                <a:gd name="T1" fmla="*/ 151 h 247"/>
                <a:gd name="T2" fmla="*/ 134 w 265"/>
                <a:gd name="T3" fmla="*/ 35 h 247"/>
                <a:gd name="T4" fmla="*/ 174 w 265"/>
                <a:gd name="T5" fmla="*/ 151 h 247"/>
                <a:gd name="T6" fmla="*/ 86 w 265"/>
                <a:gd name="T7" fmla="*/ 151 h 247"/>
                <a:gd name="T8" fmla="*/ 159 w 265"/>
                <a:gd name="T9" fmla="*/ 0 h 247"/>
                <a:gd name="T10" fmla="*/ 126 w 265"/>
                <a:gd name="T11" fmla="*/ 0 h 247"/>
                <a:gd name="T12" fmla="*/ 37 w 265"/>
                <a:gd name="T13" fmla="*/ 198 h 247"/>
                <a:gd name="T14" fmla="*/ 20 w 265"/>
                <a:gd name="T15" fmla="*/ 227 h 247"/>
                <a:gd name="T16" fmla="*/ 0 w 265"/>
                <a:gd name="T17" fmla="*/ 238 h 247"/>
                <a:gd name="T18" fmla="*/ 0 w 265"/>
                <a:gd name="T19" fmla="*/ 247 h 247"/>
                <a:gd name="T20" fmla="*/ 90 w 265"/>
                <a:gd name="T21" fmla="*/ 247 h 247"/>
                <a:gd name="T22" fmla="*/ 90 w 265"/>
                <a:gd name="T23" fmla="*/ 238 h 247"/>
                <a:gd name="T24" fmla="*/ 70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1 w 265"/>
                <a:gd name="T39" fmla="*/ 205 h 247"/>
                <a:gd name="T40" fmla="*/ 193 w 265"/>
                <a:gd name="T41" fmla="*/ 218 h 247"/>
                <a:gd name="T42" fmla="*/ 190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0 w 265"/>
                <a:gd name="T57" fmla="*/ 221 h 247"/>
                <a:gd name="T58" fmla="*/ 231 w 265"/>
                <a:gd name="T59" fmla="*/ 200 h 247"/>
                <a:gd name="T60" fmla="*/ 159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4" y="35"/>
                    <a:pt x="134" y="35"/>
                    <a:pt x="134" y="35"/>
                  </a:cubicBezTo>
                  <a:cubicBezTo>
                    <a:pt x="174" y="151"/>
                    <a:pt x="174" y="151"/>
                    <a:pt x="174" y="151"/>
                  </a:cubicBezTo>
                  <a:cubicBezTo>
                    <a:pt x="86" y="151"/>
                    <a:pt x="86" y="151"/>
                    <a:pt x="86" y="151"/>
                  </a:cubicBezTo>
                  <a:moveTo>
                    <a:pt x="159" y="0"/>
                  </a:moveTo>
                  <a:cubicBezTo>
                    <a:pt x="126" y="0"/>
                    <a:pt x="126" y="0"/>
                    <a:pt x="126" y="0"/>
                  </a:cubicBezTo>
                  <a:cubicBezTo>
                    <a:pt x="37" y="198"/>
                    <a:pt x="37" y="198"/>
                    <a:pt x="37" y="198"/>
                  </a:cubicBezTo>
                  <a:cubicBezTo>
                    <a:pt x="32" y="211"/>
                    <a:pt x="26" y="220"/>
                    <a:pt x="20" y="227"/>
                  </a:cubicBezTo>
                  <a:cubicBezTo>
                    <a:pt x="15" y="233"/>
                    <a:pt x="8" y="237"/>
                    <a:pt x="0" y="238"/>
                  </a:cubicBezTo>
                  <a:cubicBezTo>
                    <a:pt x="0" y="247"/>
                    <a:pt x="0" y="247"/>
                    <a:pt x="0" y="247"/>
                  </a:cubicBezTo>
                  <a:cubicBezTo>
                    <a:pt x="90" y="247"/>
                    <a:pt x="90" y="247"/>
                    <a:pt x="90" y="247"/>
                  </a:cubicBezTo>
                  <a:cubicBezTo>
                    <a:pt x="90" y="238"/>
                    <a:pt x="90" y="238"/>
                    <a:pt x="90" y="238"/>
                  </a:cubicBezTo>
                  <a:cubicBezTo>
                    <a:pt x="81" y="237"/>
                    <a:pt x="75" y="235"/>
                    <a:pt x="70" y="232"/>
                  </a:cubicBezTo>
                  <a:cubicBezTo>
                    <a:pt x="66" y="228"/>
                    <a:pt x="64" y="223"/>
                    <a:pt x="64" y="216"/>
                  </a:cubicBezTo>
                  <a:cubicBezTo>
                    <a:pt x="64" y="212"/>
                    <a:pt x="64"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0" y="200"/>
                    <a:pt x="191" y="205"/>
                  </a:cubicBezTo>
                  <a:cubicBezTo>
                    <a:pt x="193" y="210"/>
                    <a:pt x="193" y="214"/>
                    <a:pt x="193" y="218"/>
                  </a:cubicBezTo>
                  <a:cubicBezTo>
                    <a:pt x="193" y="222"/>
                    <a:pt x="192" y="226"/>
                    <a:pt x="190" y="228"/>
                  </a:cubicBezTo>
                  <a:cubicBezTo>
                    <a:pt x="189" y="231"/>
                    <a:pt x="186" y="233"/>
                    <a:pt x="183" y="234"/>
                  </a:cubicBezTo>
                  <a:cubicBezTo>
                    <a:pt x="179" y="236"/>
                    <a:pt x="174" y="237"/>
                    <a:pt x="167" y="238"/>
                  </a:cubicBezTo>
                  <a:cubicBezTo>
                    <a:pt x="167" y="247"/>
                    <a:pt x="167" y="247"/>
                    <a:pt x="167" y="247"/>
                  </a:cubicBezTo>
                  <a:cubicBezTo>
                    <a:pt x="265" y="247"/>
                    <a:pt x="265" y="247"/>
                    <a:pt x="265" y="247"/>
                  </a:cubicBezTo>
                  <a:cubicBezTo>
                    <a:pt x="265" y="238"/>
                    <a:pt x="265" y="238"/>
                    <a:pt x="265" y="238"/>
                  </a:cubicBezTo>
                  <a:cubicBezTo>
                    <a:pt x="258" y="237"/>
                    <a:pt x="253" y="235"/>
                    <a:pt x="250" y="232"/>
                  </a:cubicBezTo>
                  <a:cubicBezTo>
                    <a:pt x="246" y="230"/>
                    <a:pt x="243" y="226"/>
                    <a:pt x="240" y="221"/>
                  </a:cubicBezTo>
                  <a:cubicBezTo>
                    <a:pt x="238" y="216"/>
                    <a:pt x="235" y="209"/>
                    <a:pt x="231" y="200"/>
                  </a:cubicBezTo>
                  <a:cubicBezTo>
                    <a:pt x="159" y="0"/>
                    <a:pt x="159" y="0"/>
                    <a:pt x="1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1" name="Freeform 294">
              <a:extLst>
                <a:ext uri="{FF2B5EF4-FFF2-40B4-BE49-F238E27FC236}">
                  <a16:creationId xmlns:a16="http://schemas.microsoft.com/office/drawing/2014/main" id="{83960F9F-4F34-4126-89B2-B6EF10F56FBB}"/>
                </a:ext>
              </a:extLst>
            </p:cNvPr>
            <p:cNvSpPr>
              <a:spLocks/>
            </p:cNvSpPr>
            <p:nvPr/>
          </p:nvSpPr>
          <p:spPr bwMode="auto">
            <a:xfrm>
              <a:off x="2854939" y="2122744"/>
              <a:ext cx="70760" cy="89060"/>
            </a:xfrm>
            <a:custGeom>
              <a:avLst/>
              <a:gdLst>
                <a:gd name="T0" fmla="*/ 90 w 195"/>
                <a:gd name="T1" fmla="*/ 0 h 244"/>
                <a:gd name="T2" fmla="*/ 0 w 195"/>
                <a:gd name="T3" fmla="*/ 0 h 244"/>
                <a:gd name="T4" fmla="*/ 0 w 195"/>
                <a:gd name="T5" fmla="*/ 9 h 244"/>
                <a:gd name="T6" fmla="*/ 14 w 195"/>
                <a:gd name="T7" fmla="*/ 13 h 244"/>
                <a:gd name="T8" fmla="*/ 21 w 195"/>
                <a:gd name="T9" fmla="*/ 18 h 244"/>
                <a:gd name="T10" fmla="*/ 24 w 195"/>
                <a:gd name="T11" fmla="*/ 27 h 244"/>
                <a:gd name="T12" fmla="*/ 25 w 195"/>
                <a:gd name="T13" fmla="*/ 45 h 244"/>
                <a:gd name="T14" fmla="*/ 25 w 195"/>
                <a:gd name="T15" fmla="*/ 199 h 244"/>
                <a:gd name="T16" fmla="*/ 24 w 195"/>
                <a:gd name="T17" fmla="*/ 219 h 244"/>
                <a:gd name="T18" fmla="*/ 18 w 195"/>
                <a:gd name="T19" fmla="*/ 229 h 244"/>
                <a:gd name="T20" fmla="*/ 0 w 195"/>
                <a:gd name="T21" fmla="*/ 235 h 244"/>
                <a:gd name="T22" fmla="*/ 0 w 195"/>
                <a:gd name="T23" fmla="*/ 244 h 244"/>
                <a:gd name="T24" fmla="*/ 191 w 195"/>
                <a:gd name="T25" fmla="*/ 244 h 244"/>
                <a:gd name="T26" fmla="*/ 195 w 195"/>
                <a:gd name="T27" fmla="*/ 172 h 244"/>
                <a:gd name="T28" fmla="*/ 174 w 195"/>
                <a:gd name="T29" fmla="*/ 172 h 244"/>
                <a:gd name="T30" fmla="*/ 167 w 195"/>
                <a:gd name="T31" fmla="*/ 197 h 244"/>
                <a:gd name="T32" fmla="*/ 160 w 195"/>
                <a:gd name="T33" fmla="*/ 210 h 244"/>
                <a:gd name="T34" fmla="*/ 154 w 195"/>
                <a:gd name="T35" fmla="*/ 219 h 244"/>
                <a:gd name="T36" fmla="*/ 146 w 195"/>
                <a:gd name="T37" fmla="*/ 224 h 244"/>
                <a:gd name="T38" fmla="*/ 135 w 195"/>
                <a:gd name="T39" fmla="*/ 227 h 244"/>
                <a:gd name="T40" fmla="*/ 120 w 195"/>
                <a:gd name="T41" fmla="*/ 228 h 244"/>
                <a:gd name="T42" fmla="*/ 65 w 195"/>
                <a:gd name="T43" fmla="*/ 228 h 244"/>
                <a:gd name="T44" fmla="*/ 65 w 195"/>
                <a:gd name="T45" fmla="*/ 45 h 244"/>
                <a:gd name="T46" fmla="*/ 66 w 195"/>
                <a:gd name="T47" fmla="*/ 26 h 244"/>
                <a:gd name="T48" fmla="*/ 70 w 195"/>
                <a:gd name="T49" fmla="*/ 17 h 244"/>
                <a:gd name="T50" fmla="*/ 76 w 195"/>
                <a:gd name="T51" fmla="*/ 13 h 244"/>
                <a:gd name="T52" fmla="*/ 90 w 195"/>
                <a:gd name="T53" fmla="*/ 9 h 244"/>
                <a:gd name="T54" fmla="*/ 90 w 195"/>
                <a:gd name="T5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5" h="244">
                  <a:moveTo>
                    <a:pt x="90"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1" y="244"/>
                    <a:pt x="191" y="244"/>
                    <a:pt x="191" y="244"/>
                  </a:cubicBezTo>
                  <a:cubicBezTo>
                    <a:pt x="195" y="172"/>
                    <a:pt x="195" y="172"/>
                    <a:pt x="195" y="172"/>
                  </a:cubicBezTo>
                  <a:cubicBezTo>
                    <a:pt x="174" y="172"/>
                    <a:pt x="174" y="172"/>
                    <a:pt x="174" y="172"/>
                  </a:cubicBezTo>
                  <a:cubicBezTo>
                    <a:pt x="171" y="183"/>
                    <a:pt x="169" y="191"/>
                    <a:pt x="167" y="197"/>
                  </a:cubicBezTo>
                  <a:cubicBezTo>
                    <a:pt x="165" y="202"/>
                    <a:pt x="163" y="207"/>
                    <a:pt x="160" y="210"/>
                  </a:cubicBezTo>
                  <a:cubicBezTo>
                    <a:pt x="159" y="214"/>
                    <a:pt x="156" y="217"/>
                    <a:pt x="154" y="219"/>
                  </a:cubicBezTo>
                  <a:cubicBezTo>
                    <a:pt x="152" y="221"/>
                    <a:pt x="149" y="223"/>
                    <a:pt x="146" y="224"/>
                  </a:cubicBezTo>
                  <a:cubicBezTo>
                    <a:pt x="143" y="225"/>
                    <a:pt x="140" y="226"/>
                    <a:pt x="135" y="227"/>
                  </a:cubicBezTo>
                  <a:cubicBezTo>
                    <a:pt x="131" y="227"/>
                    <a:pt x="126" y="228"/>
                    <a:pt x="120" y="228"/>
                  </a:cubicBezTo>
                  <a:cubicBezTo>
                    <a:pt x="65" y="228"/>
                    <a:pt x="65" y="228"/>
                    <a:pt x="65" y="228"/>
                  </a:cubicBezTo>
                  <a:cubicBezTo>
                    <a:pt x="65" y="45"/>
                    <a:pt x="65" y="45"/>
                    <a:pt x="65" y="45"/>
                  </a:cubicBezTo>
                  <a:cubicBezTo>
                    <a:pt x="65" y="36"/>
                    <a:pt x="65" y="30"/>
                    <a:pt x="66" y="26"/>
                  </a:cubicBezTo>
                  <a:cubicBezTo>
                    <a:pt x="67" y="22"/>
                    <a:pt x="68" y="19"/>
                    <a:pt x="70" y="17"/>
                  </a:cubicBezTo>
                  <a:cubicBezTo>
                    <a:pt x="72" y="15"/>
                    <a:pt x="74"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2" name="Freeform 295">
              <a:extLst>
                <a:ext uri="{FF2B5EF4-FFF2-40B4-BE49-F238E27FC236}">
                  <a16:creationId xmlns:a16="http://schemas.microsoft.com/office/drawing/2014/main" id="{3CBCA414-296F-4BFC-85EF-455252AA1577}"/>
                </a:ext>
              </a:extLst>
            </p:cNvPr>
            <p:cNvSpPr>
              <a:spLocks/>
            </p:cNvSpPr>
            <p:nvPr/>
          </p:nvSpPr>
          <p:spPr bwMode="auto">
            <a:xfrm>
              <a:off x="2984663" y="2122744"/>
              <a:ext cx="89060" cy="90280"/>
            </a:xfrm>
            <a:custGeom>
              <a:avLst/>
              <a:gdLst>
                <a:gd name="T0" fmla="*/ 244 w 244"/>
                <a:gd name="T1" fmla="*/ 0 h 247"/>
                <a:gd name="T2" fmla="*/ 159 w 244"/>
                <a:gd name="T3" fmla="*/ 0 h 247"/>
                <a:gd name="T4" fmla="*/ 159 w 244"/>
                <a:gd name="T5" fmla="*/ 9 h 247"/>
                <a:gd name="T6" fmla="*/ 176 w 244"/>
                <a:gd name="T7" fmla="*/ 15 h 247"/>
                <a:gd name="T8" fmla="*/ 182 w 244"/>
                <a:gd name="T9" fmla="*/ 24 h 247"/>
                <a:gd name="T10" fmla="*/ 184 w 244"/>
                <a:gd name="T11" fmla="*/ 45 h 247"/>
                <a:gd name="T12" fmla="*/ 184 w 244"/>
                <a:gd name="T13" fmla="*/ 157 h 247"/>
                <a:gd name="T14" fmla="*/ 181 w 244"/>
                <a:gd name="T15" fmla="*/ 191 h 247"/>
                <a:gd name="T16" fmla="*/ 171 w 244"/>
                <a:gd name="T17" fmla="*/ 214 h 247"/>
                <a:gd name="T18" fmla="*/ 152 w 244"/>
                <a:gd name="T19" fmla="*/ 227 h 247"/>
                <a:gd name="T20" fmla="*/ 126 w 244"/>
                <a:gd name="T21" fmla="*/ 231 h 247"/>
                <a:gd name="T22" fmla="*/ 99 w 244"/>
                <a:gd name="T23" fmla="*/ 228 h 247"/>
                <a:gd name="T24" fmla="*/ 81 w 244"/>
                <a:gd name="T25" fmla="*/ 219 h 247"/>
                <a:gd name="T26" fmla="*/ 68 w 244"/>
                <a:gd name="T27" fmla="*/ 200 h 247"/>
                <a:gd name="T28" fmla="*/ 64 w 244"/>
                <a:gd name="T29" fmla="*/ 171 h 247"/>
                <a:gd name="T30" fmla="*/ 64 w 244"/>
                <a:gd name="T31" fmla="*/ 45 h 247"/>
                <a:gd name="T32" fmla="*/ 66 w 244"/>
                <a:gd name="T33" fmla="*/ 24 h 247"/>
                <a:gd name="T34" fmla="*/ 72 w 244"/>
                <a:gd name="T35" fmla="*/ 15 h 247"/>
                <a:gd name="T36" fmla="*/ 89 w 244"/>
                <a:gd name="T37" fmla="*/ 9 h 247"/>
                <a:gd name="T38" fmla="*/ 89 w 244"/>
                <a:gd name="T39" fmla="*/ 0 h 247"/>
                <a:gd name="T40" fmla="*/ 0 w 244"/>
                <a:gd name="T41" fmla="*/ 0 h 247"/>
                <a:gd name="T42" fmla="*/ 0 w 244"/>
                <a:gd name="T43" fmla="*/ 9 h 247"/>
                <a:gd name="T44" fmla="*/ 14 w 244"/>
                <a:gd name="T45" fmla="*/ 13 h 247"/>
                <a:gd name="T46" fmla="*/ 20 w 244"/>
                <a:gd name="T47" fmla="*/ 18 h 247"/>
                <a:gd name="T48" fmla="*/ 23 w 244"/>
                <a:gd name="T49" fmla="*/ 26 h 247"/>
                <a:gd name="T50" fmla="*/ 24 w 244"/>
                <a:gd name="T51" fmla="*/ 45 h 247"/>
                <a:gd name="T52" fmla="*/ 24 w 244"/>
                <a:gd name="T53" fmla="*/ 162 h 247"/>
                <a:gd name="T54" fmla="*/ 29 w 244"/>
                <a:gd name="T55" fmla="*/ 200 h 247"/>
                <a:gd name="T56" fmla="*/ 46 w 244"/>
                <a:gd name="T57" fmla="*/ 226 h 247"/>
                <a:gd name="T58" fmla="*/ 77 w 244"/>
                <a:gd name="T59" fmla="*/ 242 h 247"/>
                <a:gd name="T60" fmla="*/ 121 w 244"/>
                <a:gd name="T61" fmla="*/ 247 h 247"/>
                <a:gd name="T62" fmla="*/ 158 w 244"/>
                <a:gd name="T63" fmla="*/ 243 h 247"/>
                <a:gd name="T64" fmla="*/ 184 w 244"/>
                <a:gd name="T65" fmla="*/ 233 h 247"/>
                <a:gd name="T66" fmla="*/ 203 w 244"/>
                <a:gd name="T67" fmla="*/ 217 h 247"/>
                <a:gd name="T68" fmla="*/ 215 w 244"/>
                <a:gd name="T69" fmla="*/ 193 h 247"/>
                <a:gd name="T70" fmla="*/ 219 w 244"/>
                <a:gd name="T71" fmla="*/ 160 h 247"/>
                <a:gd name="T72" fmla="*/ 219 w 244"/>
                <a:gd name="T73" fmla="*/ 45 h 247"/>
                <a:gd name="T74" fmla="*/ 221 w 244"/>
                <a:gd name="T75" fmla="*/ 24 h 247"/>
                <a:gd name="T76" fmla="*/ 227 w 244"/>
                <a:gd name="T77" fmla="*/ 15 h 247"/>
                <a:gd name="T78" fmla="*/ 244 w 244"/>
                <a:gd name="T79" fmla="*/ 9 h 247"/>
                <a:gd name="T80" fmla="*/ 244 w 244"/>
                <a:gd name="T8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4" h="247">
                  <a:moveTo>
                    <a:pt x="244" y="0"/>
                  </a:moveTo>
                  <a:cubicBezTo>
                    <a:pt x="159" y="0"/>
                    <a:pt x="159" y="0"/>
                    <a:pt x="159" y="0"/>
                  </a:cubicBezTo>
                  <a:cubicBezTo>
                    <a:pt x="159" y="9"/>
                    <a:pt x="159" y="9"/>
                    <a:pt x="159" y="9"/>
                  </a:cubicBezTo>
                  <a:cubicBezTo>
                    <a:pt x="168" y="11"/>
                    <a:pt x="174" y="13"/>
                    <a:pt x="176" y="15"/>
                  </a:cubicBezTo>
                  <a:cubicBezTo>
                    <a:pt x="179" y="17"/>
                    <a:pt x="181" y="20"/>
                    <a:pt x="182" y="24"/>
                  </a:cubicBezTo>
                  <a:cubicBezTo>
                    <a:pt x="183" y="27"/>
                    <a:pt x="184" y="34"/>
                    <a:pt x="184" y="45"/>
                  </a:cubicBezTo>
                  <a:cubicBezTo>
                    <a:pt x="184" y="157"/>
                    <a:pt x="184" y="157"/>
                    <a:pt x="184" y="157"/>
                  </a:cubicBezTo>
                  <a:cubicBezTo>
                    <a:pt x="184" y="171"/>
                    <a:pt x="183" y="183"/>
                    <a:pt x="181" y="191"/>
                  </a:cubicBezTo>
                  <a:cubicBezTo>
                    <a:pt x="180" y="200"/>
                    <a:pt x="176" y="208"/>
                    <a:pt x="171" y="214"/>
                  </a:cubicBezTo>
                  <a:cubicBezTo>
                    <a:pt x="166" y="219"/>
                    <a:pt x="160" y="224"/>
                    <a:pt x="152" y="227"/>
                  </a:cubicBezTo>
                  <a:cubicBezTo>
                    <a:pt x="145" y="230"/>
                    <a:pt x="136" y="231"/>
                    <a:pt x="126" y="231"/>
                  </a:cubicBezTo>
                  <a:cubicBezTo>
                    <a:pt x="116" y="231"/>
                    <a:pt x="107" y="230"/>
                    <a:pt x="99" y="228"/>
                  </a:cubicBezTo>
                  <a:cubicBezTo>
                    <a:pt x="92" y="226"/>
                    <a:pt x="86" y="223"/>
                    <a:pt x="81" y="219"/>
                  </a:cubicBezTo>
                  <a:cubicBezTo>
                    <a:pt x="75" y="214"/>
                    <a:pt x="71" y="208"/>
                    <a:pt x="68" y="200"/>
                  </a:cubicBezTo>
                  <a:cubicBezTo>
                    <a:pt x="66" y="193"/>
                    <a:pt x="64" y="183"/>
                    <a:pt x="64" y="171"/>
                  </a:cubicBezTo>
                  <a:cubicBezTo>
                    <a:pt x="64" y="45"/>
                    <a:pt x="64" y="45"/>
                    <a:pt x="64" y="45"/>
                  </a:cubicBezTo>
                  <a:cubicBezTo>
                    <a:pt x="64" y="35"/>
                    <a:pt x="65" y="28"/>
                    <a:pt x="66" y="24"/>
                  </a:cubicBezTo>
                  <a:cubicBezTo>
                    <a:pt x="67" y="20"/>
                    <a:pt x="69" y="17"/>
                    <a:pt x="72" y="15"/>
                  </a:cubicBezTo>
                  <a:cubicBezTo>
                    <a:pt x="75" y="12"/>
                    <a:pt x="81" y="11"/>
                    <a:pt x="89" y="9"/>
                  </a:cubicBezTo>
                  <a:cubicBezTo>
                    <a:pt x="89" y="0"/>
                    <a:pt x="89" y="0"/>
                    <a:pt x="89" y="0"/>
                  </a:cubicBezTo>
                  <a:cubicBezTo>
                    <a:pt x="0" y="0"/>
                    <a:pt x="0" y="0"/>
                    <a:pt x="0" y="0"/>
                  </a:cubicBezTo>
                  <a:cubicBezTo>
                    <a:pt x="0" y="9"/>
                    <a:pt x="0" y="9"/>
                    <a:pt x="0" y="9"/>
                  </a:cubicBezTo>
                  <a:cubicBezTo>
                    <a:pt x="7" y="10"/>
                    <a:pt x="11" y="12"/>
                    <a:pt x="14" y="13"/>
                  </a:cubicBezTo>
                  <a:cubicBezTo>
                    <a:pt x="17" y="15"/>
                    <a:pt x="18" y="16"/>
                    <a:pt x="20" y="18"/>
                  </a:cubicBezTo>
                  <a:cubicBezTo>
                    <a:pt x="21" y="20"/>
                    <a:pt x="22" y="23"/>
                    <a:pt x="23" y="26"/>
                  </a:cubicBezTo>
                  <a:cubicBezTo>
                    <a:pt x="24" y="29"/>
                    <a:pt x="24" y="36"/>
                    <a:pt x="24" y="45"/>
                  </a:cubicBezTo>
                  <a:cubicBezTo>
                    <a:pt x="24" y="162"/>
                    <a:pt x="24" y="162"/>
                    <a:pt x="24" y="162"/>
                  </a:cubicBezTo>
                  <a:cubicBezTo>
                    <a:pt x="24" y="178"/>
                    <a:pt x="26" y="190"/>
                    <a:pt x="29" y="200"/>
                  </a:cubicBezTo>
                  <a:cubicBezTo>
                    <a:pt x="33" y="210"/>
                    <a:pt x="38" y="219"/>
                    <a:pt x="46" y="226"/>
                  </a:cubicBezTo>
                  <a:cubicBezTo>
                    <a:pt x="54" y="234"/>
                    <a:pt x="64" y="239"/>
                    <a:pt x="77" y="242"/>
                  </a:cubicBezTo>
                  <a:cubicBezTo>
                    <a:pt x="89" y="245"/>
                    <a:pt x="104" y="247"/>
                    <a:pt x="121" y="247"/>
                  </a:cubicBezTo>
                  <a:cubicBezTo>
                    <a:pt x="135" y="247"/>
                    <a:pt x="147" y="246"/>
                    <a:pt x="158" y="243"/>
                  </a:cubicBezTo>
                  <a:cubicBezTo>
                    <a:pt x="168" y="241"/>
                    <a:pt x="177" y="237"/>
                    <a:pt x="184" y="233"/>
                  </a:cubicBezTo>
                  <a:cubicBezTo>
                    <a:pt x="192" y="229"/>
                    <a:pt x="198" y="223"/>
                    <a:pt x="203" y="217"/>
                  </a:cubicBezTo>
                  <a:cubicBezTo>
                    <a:pt x="208" y="210"/>
                    <a:pt x="212" y="202"/>
                    <a:pt x="215" y="193"/>
                  </a:cubicBezTo>
                  <a:cubicBezTo>
                    <a:pt x="218" y="184"/>
                    <a:pt x="219" y="173"/>
                    <a:pt x="219" y="160"/>
                  </a:cubicBezTo>
                  <a:cubicBezTo>
                    <a:pt x="219" y="45"/>
                    <a:pt x="219" y="45"/>
                    <a:pt x="219" y="45"/>
                  </a:cubicBezTo>
                  <a:cubicBezTo>
                    <a:pt x="219" y="35"/>
                    <a:pt x="220" y="28"/>
                    <a:pt x="221" y="24"/>
                  </a:cubicBezTo>
                  <a:cubicBezTo>
                    <a:pt x="222" y="20"/>
                    <a:pt x="224" y="17"/>
                    <a:pt x="227" y="15"/>
                  </a:cubicBezTo>
                  <a:cubicBezTo>
                    <a:pt x="230" y="13"/>
                    <a:pt x="236" y="11"/>
                    <a:pt x="244" y="9"/>
                  </a:cubicBezTo>
                  <a:cubicBezTo>
                    <a:pt x="244" y="0"/>
                    <a:pt x="244" y="0"/>
                    <a:pt x="24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3" name="Freeform 296">
              <a:extLst>
                <a:ext uri="{FF2B5EF4-FFF2-40B4-BE49-F238E27FC236}">
                  <a16:creationId xmlns:a16="http://schemas.microsoft.com/office/drawing/2014/main" id="{BDAB498B-6EC5-4875-9ABD-FFAACA054CE8}"/>
                </a:ext>
              </a:extLst>
            </p:cNvPr>
            <p:cNvSpPr>
              <a:spLocks/>
            </p:cNvSpPr>
            <p:nvPr/>
          </p:nvSpPr>
          <p:spPr bwMode="auto">
            <a:xfrm>
              <a:off x="3089583"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3 w 247"/>
                <a:gd name="T23" fmla="*/ 166 h 245"/>
                <a:gd name="T24" fmla="*/ 170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1 w 247"/>
                <a:gd name="T65" fmla="*/ 91 h 245"/>
                <a:gd name="T66" fmla="*/ 49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1" y="12"/>
                    <a:pt x="184" y="13"/>
                  </a:cubicBezTo>
                  <a:cubicBezTo>
                    <a:pt x="186" y="14"/>
                    <a:pt x="189" y="16"/>
                    <a:pt x="190" y="18"/>
                  </a:cubicBezTo>
                  <a:cubicBezTo>
                    <a:pt x="192" y="20"/>
                    <a:pt x="193" y="23"/>
                    <a:pt x="193" y="27"/>
                  </a:cubicBezTo>
                  <a:cubicBezTo>
                    <a:pt x="194" y="31"/>
                    <a:pt x="194" y="37"/>
                    <a:pt x="194" y="45"/>
                  </a:cubicBezTo>
                  <a:cubicBezTo>
                    <a:pt x="194" y="82"/>
                    <a:pt x="194" y="82"/>
                    <a:pt x="194" y="82"/>
                  </a:cubicBezTo>
                  <a:cubicBezTo>
                    <a:pt x="194" y="100"/>
                    <a:pt x="194" y="119"/>
                    <a:pt x="195" y="141"/>
                  </a:cubicBezTo>
                  <a:cubicBezTo>
                    <a:pt x="195" y="163"/>
                    <a:pt x="196" y="177"/>
                    <a:pt x="197" y="184"/>
                  </a:cubicBezTo>
                  <a:cubicBezTo>
                    <a:pt x="194" y="184"/>
                    <a:pt x="194" y="184"/>
                    <a:pt x="194" y="184"/>
                  </a:cubicBezTo>
                  <a:cubicBezTo>
                    <a:pt x="190" y="178"/>
                    <a:pt x="187" y="171"/>
                    <a:pt x="183" y="166"/>
                  </a:cubicBezTo>
                  <a:cubicBezTo>
                    <a:pt x="180" y="161"/>
                    <a:pt x="176" y="155"/>
                    <a:pt x="170"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77" y="244"/>
                    <a:pt x="77" y="244"/>
                    <a:pt x="77" y="244"/>
                  </a:cubicBezTo>
                  <a:cubicBezTo>
                    <a:pt x="77" y="235"/>
                    <a:pt x="77" y="235"/>
                    <a:pt x="77" y="235"/>
                  </a:cubicBezTo>
                  <a:cubicBezTo>
                    <a:pt x="70" y="234"/>
                    <a:pt x="66" y="232"/>
                    <a:pt x="63" y="231"/>
                  </a:cubicBezTo>
                  <a:cubicBezTo>
                    <a:pt x="60" y="230"/>
                    <a:pt x="58" y="228"/>
                    <a:pt x="56" y="226"/>
                  </a:cubicBezTo>
                  <a:cubicBezTo>
                    <a:pt x="55" y="223"/>
                    <a:pt x="54" y="221"/>
                    <a:pt x="53" y="217"/>
                  </a:cubicBezTo>
                  <a:cubicBezTo>
                    <a:pt x="52" y="213"/>
                    <a:pt x="52" y="207"/>
                    <a:pt x="52" y="199"/>
                  </a:cubicBezTo>
                  <a:cubicBezTo>
                    <a:pt x="52" y="163"/>
                    <a:pt x="52" y="163"/>
                    <a:pt x="52" y="163"/>
                  </a:cubicBezTo>
                  <a:cubicBezTo>
                    <a:pt x="52" y="139"/>
                    <a:pt x="52" y="115"/>
                    <a:pt x="51" y="91"/>
                  </a:cubicBezTo>
                  <a:cubicBezTo>
                    <a:pt x="51" y="67"/>
                    <a:pt x="50" y="51"/>
                    <a:pt x="49"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8"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4" name="Freeform 297">
              <a:extLst>
                <a:ext uri="{FF2B5EF4-FFF2-40B4-BE49-F238E27FC236}">
                  <a16:creationId xmlns:a16="http://schemas.microsoft.com/office/drawing/2014/main" id="{D5CB87C1-69FD-4BA2-BD17-FF760BABC7DA}"/>
                </a:ext>
              </a:extLst>
            </p:cNvPr>
            <p:cNvSpPr>
              <a:spLocks/>
            </p:cNvSpPr>
            <p:nvPr/>
          </p:nvSpPr>
          <p:spPr bwMode="auto">
            <a:xfrm>
              <a:off x="3197349" y="2122744"/>
              <a:ext cx="32127"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3 w 89"/>
                <a:gd name="T11" fmla="*/ 27 h 244"/>
                <a:gd name="T12" fmla="*/ 25 w 89"/>
                <a:gd name="T13" fmla="*/ 45 h 244"/>
                <a:gd name="T14" fmla="*/ 25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8" y="16"/>
                    <a:pt x="20" y="18"/>
                  </a:cubicBezTo>
                  <a:cubicBezTo>
                    <a:pt x="22" y="20"/>
                    <a:pt x="23" y="23"/>
                    <a:pt x="23"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8" y="226"/>
                  </a:cubicBezTo>
                  <a:cubicBezTo>
                    <a:pt x="67" y="223"/>
                    <a:pt x="66" y="221"/>
                    <a:pt x="65" y="217"/>
                  </a:cubicBezTo>
                  <a:cubicBezTo>
                    <a:pt x="65" y="213"/>
                    <a:pt x="64" y="207"/>
                    <a:pt x="64" y="199"/>
                  </a:cubicBezTo>
                  <a:cubicBezTo>
                    <a:pt x="64" y="45"/>
                    <a:pt x="64" y="45"/>
                    <a:pt x="64" y="45"/>
                  </a:cubicBezTo>
                  <a:cubicBezTo>
                    <a:pt x="64" y="37"/>
                    <a:pt x="65" y="31"/>
                    <a:pt x="65" y="27"/>
                  </a:cubicBezTo>
                  <a:cubicBezTo>
                    <a:pt x="66" y="23"/>
                    <a:pt x="67" y="20"/>
                    <a:pt x="69" y="18"/>
                  </a:cubicBezTo>
                  <a:cubicBezTo>
                    <a:pt x="71" y="16"/>
                    <a:pt x="73" y="14"/>
                    <a:pt x="76"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5" name="Freeform 298">
              <a:extLst>
                <a:ext uri="{FF2B5EF4-FFF2-40B4-BE49-F238E27FC236}">
                  <a16:creationId xmlns:a16="http://schemas.microsoft.com/office/drawing/2014/main" id="{84E6371E-59F4-4DBF-90A4-16B6E62DE31F}"/>
                </a:ext>
              </a:extLst>
            </p:cNvPr>
            <p:cNvSpPr>
              <a:spLocks/>
            </p:cNvSpPr>
            <p:nvPr/>
          </p:nvSpPr>
          <p:spPr bwMode="auto">
            <a:xfrm>
              <a:off x="3240456" y="2122744"/>
              <a:ext cx="93940" cy="90280"/>
            </a:xfrm>
            <a:custGeom>
              <a:avLst/>
              <a:gdLst>
                <a:gd name="T0" fmla="*/ 258 w 258"/>
                <a:gd name="T1" fmla="*/ 0 h 247"/>
                <a:gd name="T2" fmla="*/ 169 w 258"/>
                <a:gd name="T3" fmla="*/ 0 h 247"/>
                <a:gd name="T4" fmla="*/ 169 w 258"/>
                <a:gd name="T5" fmla="*/ 9 h 247"/>
                <a:gd name="T6" fmla="*/ 189 w 258"/>
                <a:gd name="T7" fmla="*/ 16 h 247"/>
                <a:gd name="T8" fmla="*/ 194 w 258"/>
                <a:gd name="T9" fmla="*/ 31 h 247"/>
                <a:gd name="T10" fmla="*/ 194 w 258"/>
                <a:gd name="T11" fmla="*/ 36 h 247"/>
                <a:gd name="T12" fmla="*/ 193 w 258"/>
                <a:gd name="T13" fmla="*/ 42 h 247"/>
                <a:gd name="T14" fmla="*/ 190 w 258"/>
                <a:gd name="T15" fmla="*/ 50 h 247"/>
                <a:gd name="T16" fmla="*/ 188 w 258"/>
                <a:gd name="T17" fmla="*/ 57 h 247"/>
                <a:gd name="T18" fmla="*/ 127 w 258"/>
                <a:gd name="T19" fmla="*/ 204 h 247"/>
                <a:gd name="T20" fmla="*/ 78 w 258"/>
                <a:gd name="T21" fmla="*/ 58 h 247"/>
                <a:gd name="T22" fmla="*/ 73 w 258"/>
                <a:gd name="T23" fmla="*/ 42 h 247"/>
                <a:gd name="T24" fmla="*/ 71 w 258"/>
                <a:gd name="T25" fmla="*/ 29 h 247"/>
                <a:gd name="T26" fmla="*/ 74 w 258"/>
                <a:gd name="T27" fmla="*/ 19 h 247"/>
                <a:gd name="T28" fmla="*/ 81 w 258"/>
                <a:gd name="T29" fmla="*/ 12 h 247"/>
                <a:gd name="T30" fmla="*/ 96 w 258"/>
                <a:gd name="T31" fmla="*/ 9 h 247"/>
                <a:gd name="T32" fmla="*/ 96 w 258"/>
                <a:gd name="T33" fmla="*/ 0 h 247"/>
                <a:gd name="T34" fmla="*/ 0 w 258"/>
                <a:gd name="T35" fmla="*/ 0 h 247"/>
                <a:gd name="T36" fmla="*/ 0 w 258"/>
                <a:gd name="T37" fmla="*/ 9 h 247"/>
                <a:gd name="T38" fmla="*/ 14 w 258"/>
                <a:gd name="T39" fmla="*/ 14 h 247"/>
                <a:gd name="T40" fmla="*/ 24 w 258"/>
                <a:gd name="T41" fmla="*/ 25 h 247"/>
                <a:gd name="T42" fmla="*/ 34 w 258"/>
                <a:gd name="T43" fmla="*/ 48 h 247"/>
                <a:gd name="T44" fmla="*/ 105 w 258"/>
                <a:gd name="T45" fmla="*/ 247 h 247"/>
                <a:gd name="T46" fmla="*/ 133 w 258"/>
                <a:gd name="T47" fmla="*/ 247 h 247"/>
                <a:gd name="T48" fmla="*/ 221 w 258"/>
                <a:gd name="T49" fmla="*/ 49 h 247"/>
                <a:gd name="T50" fmla="*/ 233 w 258"/>
                <a:gd name="T51" fmla="*/ 25 h 247"/>
                <a:gd name="T52" fmla="*/ 244 w 258"/>
                <a:gd name="T53" fmla="*/ 14 h 247"/>
                <a:gd name="T54" fmla="*/ 258 w 258"/>
                <a:gd name="T55" fmla="*/ 9 h 247"/>
                <a:gd name="T56" fmla="*/ 258 w 258"/>
                <a:gd name="T57"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8" h="247">
                  <a:moveTo>
                    <a:pt x="258" y="0"/>
                  </a:moveTo>
                  <a:cubicBezTo>
                    <a:pt x="169" y="0"/>
                    <a:pt x="169" y="0"/>
                    <a:pt x="169" y="0"/>
                  </a:cubicBezTo>
                  <a:cubicBezTo>
                    <a:pt x="169" y="9"/>
                    <a:pt x="169" y="9"/>
                    <a:pt x="169" y="9"/>
                  </a:cubicBezTo>
                  <a:cubicBezTo>
                    <a:pt x="178" y="10"/>
                    <a:pt x="185" y="12"/>
                    <a:pt x="189" y="16"/>
                  </a:cubicBezTo>
                  <a:cubicBezTo>
                    <a:pt x="192" y="19"/>
                    <a:pt x="194" y="24"/>
                    <a:pt x="194" y="31"/>
                  </a:cubicBezTo>
                  <a:cubicBezTo>
                    <a:pt x="194" y="33"/>
                    <a:pt x="194" y="34"/>
                    <a:pt x="194" y="36"/>
                  </a:cubicBezTo>
                  <a:cubicBezTo>
                    <a:pt x="194" y="38"/>
                    <a:pt x="193" y="40"/>
                    <a:pt x="193" y="42"/>
                  </a:cubicBezTo>
                  <a:cubicBezTo>
                    <a:pt x="192" y="45"/>
                    <a:pt x="191" y="47"/>
                    <a:pt x="190" y="50"/>
                  </a:cubicBezTo>
                  <a:cubicBezTo>
                    <a:pt x="190" y="52"/>
                    <a:pt x="189" y="55"/>
                    <a:pt x="188" y="57"/>
                  </a:cubicBezTo>
                  <a:cubicBezTo>
                    <a:pt x="127" y="204"/>
                    <a:pt x="127" y="204"/>
                    <a:pt x="127" y="204"/>
                  </a:cubicBezTo>
                  <a:cubicBezTo>
                    <a:pt x="78" y="58"/>
                    <a:pt x="78" y="58"/>
                    <a:pt x="78" y="58"/>
                  </a:cubicBezTo>
                  <a:cubicBezTo>
                    <a:pt x="75" y="52"/>
                    <a:pt x="74" y="47"/>
                    <a:pt x="73" y="42"/>
                  </a:cubicBezTo>
                  <a:cubicBezTo>
                    <a:pt x="72" y="38"/>
                    <a:pt x="71" y="33"/>
                    <a:pt x="71" y="29"/>
                  </a:cubicBezTo>
                  <a:cubicBezTo>
                    <a:pt x="71" y="25"/>
                    <a:pt x="72" y="21"/>
                    <a:pt x="74" y="19"/>
                  </a:cubicBezTo>
                  <a:cubicBezTo>
                    <a:pt x="75" y="16"/>
                    <a:pt x="78" y="14"/>
                    <a:pt x="81" y="12"/>
                  </a:cubicBezTo>
                  <a:cubicBezTo>
                    <a:pt x="85" y="11"/>
                    <a:pt x="90" y="10"/>
                    <a:pt x="96" y="9"/>
                  </a:cubicBezTo>
                  <a:cubicBezTo>
                    <a:pt x="96" y="0"/>
                    <a:pt x="96" y="0"/>
                    <a:pt x="96" y="0"/>
                  </a:cubicBezTo>
                  <a:cubicBezTo>
                    <a:pt x="0" y="0"/>
                    <a:pt x="0" y="0"/>
                    <a:pt x="0" y="0"/>
                  </a:cubicBezTo>
                  <a:cubicBezTo>
                    <a:pt x="0" y="9"/>
                    <a:pt x="0" y="9"/>
                    <a:pt x="0" y="9"/>
                  </a:cubicBezTo>
                  <a:cubicBezTo>
                    <a:pt x="6" y="10"/>
                    <a:pt x="11" y="12"/>
                    <a:pt x="14" y="14"/>
                  </a:cubicBezTo>
                  <a:cubicBezTo>
                    <a:pt x="18" y="16"/>
                    <a:pt x="21" y="20"/>
                    <a:pt x="24" y="25"/>
                  </a:cubicBezTo>
                  <a:cubicBezTo>
                    <a:pt x="26" y="29"/>
                    <a:pt x="30" y="37"/>
                    <a:pt x="34" y="48"/>
                  </a:cubicBezTo>
                  <a:cubicBezTo>
                    <a:pt x="105" y="247"/>
                    <a:pt x="105" y="247"/>
                    <a:pt x="105" y="247"/>
                  </a:cubicBezTo>
                  <a:cubicBezTo>
                    <a:pt x="133" y="247"/>
                    <a:pt x="133" y="247"/>
                    <a:pt x="133" y="247"/>
                  </a:cubicBezTo>
                  <a:cubicBezTo>
                    <a:pt x="221" y="49"/>
                    <a:pt x="221" y="49"/>
                    <a:pt x="221" y="49"/>
                  </a:cubicBezTo>
                  <a:cubicBezTo>
                    <a:pt x="226" y="38"/>
                    <a:pt x="230" y="30"/>
                    <a:pt x="233" y="25"/>
                  </a:cubicBezTo>
                  <a:cubicBezTo>
                    <a:pt x="237" y="20"/>
                    <a:pt x="240" y="16"/>
                    <a:pt x="244" y="14"/>
                  </a:cubicBezTo>
                  <a:cubicBezTo>
                    <a:pt x="247" y="12"/>
                    <a:pt x="252" y="10"/>
                    <a:pt x="258" y="9"/>
                  </a:cubicBezTo>
                  <a:cubicBezTo>
                    <a:pt x="258" y="0"/>
                    <a:pt x="258" y="0"/>
                    <a:pt x="25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6" name="Freeform 299">
              <a:extLst>
                <a:ext uri="{FF2B5EF4-FFF2-40B4-BE49-F238E27FC236}">
                  <a16:creationId xmlns:a16="http://schemas.microsoft.com/office/drawing/2014/main" id="{9C39FB3D-82D1-428D-A857-5F23D934786B}"/>
                </a:ext>
              </a:extLst>
            </p:cNvPr>
            <p:cNvSpPr>
              <a:spLocks/>
            </p:cNvSpPr>
            <p:nvPr/>
          </p:nvSpPr>
          <p:spPr bwMode="auto">
            <a:xfrm>
              <a:off x="3343749"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4 w 200"/>
                <a:gd name="T17" fmla="*/ 219 h 244"/>
                <a:gd name="T18" fmla="*/ 18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3 w 200"/>
                <a:gd name="T31" fmla="*/ 200 h 244"/>
                <a:gd name="T32" fmla="*/ 167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6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7" y="189"/>
                    <a:pt x="174" y="196"/>
                    <a:pt x="173" y="200"/>
                  </a:cubicBezTo>
                  <a:cubicBezTo>
                    <a:pt x="171" y="204"/>
                    <a:pt x="169" y="208"/>
                    <a:pt x="167" y="212"/>
                  </a:cubicBezTo>
                  <a:cubicBezTo>
                    <a:pt x="164" y="216"/>
                    <a:pt x="162" y="219"/>
                    <a:pt x="158" y="222"/>
                  </a:cubicBezTo>
                  <a:cubicBezTo>
                    <a:pt x="155" y="224"/>
                    <a:pt x="152"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7" y="125"/>
                    <a:pt x="122"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6" y="17"/>
                  </a:cubicBezTo>
                  <a:cubicBezTo>
                    <a:pt x="150" y="18"/>
                    <a:pt x="153" y="19"/>
                    <a:pt x="156" y="21"/>
                  </a:cubicBezTo>
                  <a:cubicBezTo>
                    <a:pt x="159" y="22"/>
                    <a:pt x="162" y="25"/>
                    <a:pt x="164" y="28"/>
                  </a:cubicBezTo>
                  <a:cubicBezTo>
                    <a:pt x="166" y="31"/>
                    <a:pt x="169"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7" name="Freeform 300">
              <a:extLst>
                <a:ext uri="{FF2B5EF4-FFF2-40B4-BE49-F238E27FC236}">
                  <a16:creationId xmlns:a16="http://schemas.microsoft.com/office/drawing/2014/main" id="{C6E4485C-0E2B-461A-B401-AE07EE5D7E00}"/>
                </a:ext>
              </a:extLst>
            </p:cNvPr>
            <p:cNvSpPr>
              <a:spLocks noEditPoints="1"/>
            </p:cNvSpPr>
            <p:nvPr/>
          </p:nvSpPr>
          <p:spPr bwMode="auto">
            <a:xfrm>
              <a:off x="3434842" y="2122744"/>
              <a:ext cx="88246" cy="89060"/>
            </a:xfrm>
            <a:custGeom>
              <a:avLst/>
              <a:gdLst>
                <a:gd name="T0" fmla="*/ 64 w 243"/>
                <a:gd name="T1" fmla="*/ 123 h 244"/>
                <a:gd name="T2" fmla="*/ 64 w 243"/>
                <a:gd name="T3" fmla="*/ 17 h 244"/>
                <a:gd name="T4" fmla="*/ 95 w 243"/>
                <a:gd name="T5" fmla="*/ 16 h 244"/>
                <a:gd name="T6" fmla="*/ 133 w 243"/>
                <a:gd name="T7" fmla="*/ 22 h 244"/>
                <a:gd name="T8" fmla="*/ 154 w 243"/>
                <a:gd name="T9" fmla="*/ 39 h 244"/>
                <a:gd name="T10" fmla="*/ 161 w 243"/>
                <a:gd name="T11" fmla="*/ 67 h 244"/>
                <a:gd name="T12" fmla="*/ 155 w 243"/>
                <a:gd name="T13" fmla="*/ 95 h 244"/>
                <a:gd name="T14" fmla="*/ 139 w 243"/>
                <a:gd name="T15" fmla="*/ 112 h 244"/>
                <a:gd name="T16" fmla="*/ 118 w 243"/>
                <a:gd name="T17" fmla="*/ 120 h 244"/>
                <a:gd name="T18" fmla="*/ 88 w 243"/>
                <a:gd name="T19" fmla="*/ 123 h 244"/>
                <a:gd name="T20" fmla="*/ 64 w 243"/>
                <a:gd name="T21" fmla="*/ 123 h 244"/>
                <a:gd name="T22" fmla="*/ 104 w 243"/>
                <a:gd name="T23" fmla="*/ 0 h 244"/>
                <a:gd name="T24" fmla="*/ 0 w 243"/>
                <a:gd name="T25" fmla="*/ 0 h 244"/>
                <a:gd name="T26" fmla="*/ 0 w 243"/>
                <a:gd name="T27" fmla="*/ 9 h 244"/>
                <a:gd name="T28" fmla="*/ 13 w 243"/>
                <a:gd name="T29" fmla="*/ 13 h 244"/>
                <a:gd name="T30" fmla="*/ 20 w 243"/>
                <a:gd name="T31" fmla="*/ 18 h 244"/>
                <a:gd name="T32" fmla="*/ 23 w 243"/>
                <a:gd name="T33" fmla="*/ 27 h 244"/>
                <a:gd name="T34" fmla="*/ 24 w 243"/>
                <a:gd name="T35" fmla="*/ 45 h 244"/>
                <a:gd name="T36" fmla="*/ 24 w 243"/>
                <a:gd name="T37" fmla="*/ 199 h 244"/>
                <a:gd name="T38" fmla="*/ 23 w 243"/>
                <a:gd name="T39" fmla="*/ 219 h 244"/>
                <a:gd name="T40" fmla="*/ 17 w 243"/>
                <a:gd name="T41" fmla="*/ 229 h 244"/>
                <a:gd name="T42" fmla="*/ 0 w 243"/>
                <a:gd name="T43" fmla="*/ 235 h 244"/>
                <a:gd name="T44" fmla="*/ 0 w 243"/>
                <a:gd name="T45" fmla="*/ 244 h 244"/>
                <a:gd name="T46" fmla="*/ 89 w 243"/>
                <a:gd name="T47" fmla="*/ 244 h 244"/>
                <a:gd name="T48" fmla="*/ 89 w 243"/>
                <a:gd name="T49" fmla="*/ 235 h 244"/>
                <a:gd name="T50" fmla="*/ 75 w 243"/>
                <a:gd name="T51" fmla="*/ 231 h 244"/>
                <a:gd name="T52" fmla="*/ 69 w 243"/>
                <a:gd name="T53" fmla="*/ 226 h 244"/>
                <a:gd name="T54" fmla="*/ 66 w 243"/>
                <a:gd name="T55" fmla="*/ 218 h 244"/>
                <a:gd name="T56" fmla="*/ 64 w 243"/>
                <a:gd name="T57" fmla="*/ 199 h 244"/>
                <a:gd name="T58" fmla="*/ 64 w 243"/>
                <a:gd name="T59" fmla="*/ 138 h 244"/>
                <a:gd name="T60" fmla="*/ 87 w 243"/>
                <a:gd name="T61" fmla="*/ 138 h 244"/>
                <a:gd name="T62" fmla="*/ 103 w 243"/>
                <a:gd name="T63" fmla="*/ 139 h 244"/>
                <a:gd name="T64" fmla="*/ 113 w 243"/>
                <a:gd name="T65" fmla="*/ 143 h 244"/>
                <a:gd name="T66" fmla="*/ 123 w 243"/>
                <a:gd name="T67" fmla="*/ 152 h 244"/>
                <a:gd name="T68" fmla="*/ 137 w 243"/>
                <a:gd name="T69" fmla="*/ 172 h 244"/>
                <a:gd name="T70" fmla="*/ 155 w 243"/>
                <a:gd name="T71" fmla="*/ 201 h 244"/>
                <a:gd name="T72" fmla="*/ 169 w 243"/>
                <a:gd name="T73" fmla="*/ 224 h 244"/>
                <a:gd name="T74" fmla="*/ 185 w 243"/>
                <a:gd name="T75" fmla="*/ 244 h 244"/>
                <a:gd name="T76" fmla="*/ 243 w 243"/>
                <a:gd name="T77" fmla="*/ 244 h 244"/>
                <a:gd name="T78" fmla="*/ 243 w 243"/>
                <a:gd name="T79" fmla="*/ 235 h 244"/>
                <a:gd name="T80" fmla="*/ 227 w 243"/>
                <a:gd name="T81" fmla="*/ 230 h 244"/>
                <a:gd name="T82" fmla="*/ 215 w 243"/>
                <a:gd name="T83" fmla="*/ 220 h 244"/>
                <a:gd name="T84" fmla="*/ 201 w 243"/>
                <a:gd name="T85" fmla="*/ 200 h 244"/>
                <a:gd name="T86" fmla="*/ 182 w 243"/>
                <a:gd name="T87" fmla="*/ 171 h 244"/>
                <a:gd name="T88" fmla="*/ 161 w 243"/>
                <a:gd name="T89" fmla="*/ 145 h 244"/>
                <a:gd name="T90" fmla="*/ 139 w 243"/>
                <a:gd name="T91" fmla="*/ 132 h 244"/>
                <a:gd name="T92" fmla="*/ 139 w 243"/>
                <a:gd name="T93" fmla="*/ 131 h 244"/>
                <a:gd name="T94" fmla="*/ 187 w 243"/>
                <a:gd name="T95" fmla="*/ 104 h 244"/>
                <a:gd name="T96" fmla="*/ 203 w 243"/>
                <a:gd name="T97" fmla="*/ 63 h 244"/>
                <a:gd name="T98" fmla="*/ 178 w 243"/>
                <a:gd name="T99" fmla="*/ 15 h 244"/>
                <a:gd name="T100" fmla="*/ 104 w 243"/>
                <a:gd name="T10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244">
                  <a:moveTo>
                    <a:pt x="64" y="123"/>
                  </a:moveTo>
                  <a:cubicBezTo>
                    <a:pt x="64" y="17"/>
                    <a:pt x="64" y="17"/>
                    <a:pt x="64" y="17"/>
                  </a:cubicBezTo>
                  <a:cubicBezTo>
                    <a:pt x="72" y="16"/>
                    <a:pt x="82" y="16"/>
                    <a:pt x="95" y="16"/>
                  </a:cubicBezTo>
                  <a:cubicBezTo>
                    <a:pt x="111" y="16"/>
                    <a:pt x="123" y="18"/>
                    <a:pt x="133" y="22"/>
                  </a:cubicBezTo>
                  <a:cubicBezTo>
                    <a:pt x="142" y="26"/>
                    <a:pt x="149" y="31"/>
                    <a:pt x="154" y="39"/>
                  </a:cubicBezTo>
                  <a:cubicBezTo>
                    <a:pt x="158" y="46"/>
                    <a:pt x="161" y="56"/>
                    <a:pt x="161" y="67"/>
                  </a:cubicBezTo>
                  <a:cubicBezTo>
                    <a:pt x="161" y="78"/>
                    <a:pt x="159" y="87"/>
                    <a:pt x="155" y="95"/>
                  </a:cubicBezTo>
                  <a:cubicBezTo>
                    <a:pt x="151" y="102"/>
                    <a:pt x="146" y="108"/>
                    <a:pt x="139" y="112"/>
                  </a:cubicBezTo>
                  <a:cubicBezTo>
                    <a:pt x="133" y="116"/>
                    <a:pt x="126" y="119"/>
                    <a:pt x="118" y="120"/>
                  </a:cubicBezTo>
                  <a:cubicBezTo>
                    <a:pt x="111" y="122"/>
                    <a:pt x="100" y="123"/>
                    <a:pt x="88" y="123"/>
                  </a:cubicBezTo>
                  <a:cubicBezTo>
                    <a:pt x="64" y="123"/>
                    <a:pt x="64" y="123"/>
                    <a:pt x="64" y="123"/>
                  </a:cubicBezTo>
                  <a:moveTo>
                    <a:pt x="104" y="0"/>
                  </a:move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3" y="230"/>
                    <a:pt x="70" y="228"/>
                    <a:pt x="69" y="226"/>
                  </a:cubicBezTo>
                  <a:cubicBezTo>
                    <a:pt x="67" y="224"/>
                    <a:pt x="66" y="221"/>
                    <a:pt x="66" y="218"/>
                  </a:cubicBezTo>
                  <a:cubicBezTo>
                    <a:pt x="65" y="214"/>
                    <a:pt x="64" y="207"/>
                    <a:pt x="64" y="199"/>
                  </a:cubicBezTo>
                  <a:cubicBezTo>
                    <a:pt x="64" y="138"/>
                    <a:pt x="64" y="138"/>
                    <a:pt x="64" y="138"/>
                  </a:cubicBezTo>
                  <a:cubicBezTo>
                    <a:pt x="87" y="138"/>
                    <a:pt x="87" y="138"/>
                    <a:pt x="87" y="138"/>
                  </a:cubicBezTo>
                  <a:cubicBezTo>
                    <a:pt x="94" y="138"/>
                    <a:pt x="100" y="138"/>
                    <a:pt x="103" y="139"/>
                  </a:cubicBezTo>
                  <a:cubicBezTo>
                    <a:pt x="107" y="140"/>
                    <a:pt x="110" y="141"/>
                    <a:pt x="113" y="143"/>
                  </a:cubicBezTo>
                  <a:cubicBezTo>
                    <a:pt x="116" y="144"/>
                    <a:pt x="119" y="147"/>
                    <a:pt x="123" y="152"/>
                  </a:cubicBezTo>
                  <a:cubicBezTo>
                    <a:pt x="126" y="156"/>
                    <a:pt x="131" y="163"/>
                    <a:pt x="137" y="172"/>
                  </a:cubicBezTo>
                  <a:cubicBezTo>
                    <a:pt x="155" y="201"/>
                    <a:pt x="155" y="201"/>
                    <a:pt x="155" y="201"/>
                  </a:cubicBezTo>
                  <a:cubicBezTo>
                    <a:pt x="160" y="209"/>
                    <a:pt x="165" y="216"/>
                    <a:pt x="169" y="224"/>
                  </a:cubicBezTo>
                  <a:cubicBezTo>
                    <a:pt x="174" y="231"/>
                    <a:pt x="179" y="238"/>
                    <a:pt x="185" y="244"/>
                  </a:cubicBezTo>
                  <a:cubicBezTo>
                    <a:pt x="243" y="244"/>
                    <a:pt x="243" y="244"/>
                    <a:pt x="243" y="244"/>
                  </a:cubicBezTo>
                  <a:cubicBezTo>
                    <a:pt x="243" y="235"/>
                    <a:pt x="243" y="235"/>
                    <a:pt x="243" y="235"/>
                  </a:cubicBezTo>
                  <a:cubicBezTo>
                    <a:pt x="237" y="234"/>
                    <a:pt x="231" y="233"/>
                    <a:pt x="227" y="230"/>
                  </a:cubicBezTo>
                  <a:cubicBezTo>
                    <a:pt x="223" y="228"/>
                    <a:pt x="219" y="224"/>
                    <a:pt x="215" y="220"/>
                  </a:cubicBezTo>
                  <a:cubicBezTo>
                    <a:pt x="211" y="215"/>
                    <a:pt x="206" y="209"/>
                    <a:pt x="201" y="200"/>
                  </a:cubicBezTo>
                  <a:cubicBezTo>
                    <a:pt x="182" y="171"/>
                    <a:pt x="182" y="171"/>
                    <a:pt x="182" y="171"/>
                  </a:cubicBezTo>
                  <a:cubicBezTo>
                    <a:pt x="174" y="159"/>
                    <a:pt x="167" y="151"/>
                    <a:pt x="161" y="145"/>
                  </a:cubicBezTo>
                  <a:cubicBezTo>
                    <a:pt x="155" y="140"/>
                    <a:pt x="148" y="135"/>
                    <a:pt x="139" y="132"/>
                  </a:cubicBezTo>
                  <a:cubicBezTo>
                    <a:pt x="139" y="131"/>
                    <a:pt x="139" y="131"/>
                    <a:pt x="139" y="131"/>
                  </a:cubicBezTo>
                  <a:cubicBezTo>
                    <a:pt x="161" y="125"/>
                    <a:pt x="176" y="116"/>
                    <a:pt x="187" y="104"/>
                  </a:cubicBezTo>
                  <a:cubicBezTo>
                    <a:pt x="198" y="93"/>
                    <a:pt x="203" y="79"/>
                    <a:pt x="203" y="63"/>
                  </a:cubicBezTo>
                  <a:cubicBezTo>
                    <a:pt x="203" y="41"/>
                    <a:pt x="195" y="25"/>
                    <a:pt x="178" y="15"/>
                  </a:cubicBezTo>
                  <a:cubicBezTo>
                    <a:pt x="162" y="5"/>
                    <a:pt x="138" y="0"/>
                    <a:pt x="1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8" name="Freeform 301">
              <a:extLst>
                <a:ext uri="{FF2B5EF4-FFF2-40B4-BE49-F238E27FC236}">
                  <a16:creationId xmlns:a16="http://schemas.microsoft.com/office/drawing/2014/main" id="{51F590F9-13DF-4408-9CC1-01D8D7D49388}"/>
                </a:ext>
              </a:extLst>
            </p:cNvPr>
            <p:cNvSpPr>
              <a:spLocks/>
            </p:cNvSpPr>
            <p:nvPr/>
          </p:nvSpPr>
          <p:spPr bwMode="auto">
            <a:xfrm>
              <a:off x="3532035" y="2121525"/>
              <a:ext cx="62219" cy="91499"/>
            </a:xfrm>
            <a:custGeom>
              <a:avLst/>
              <a:gdLst>
                <a:gd name="T0" fmla="*/ 96 w 171"/>
                <a:gd name="T1" fmla="*/ 0 h 250"/>
                <a:gd name="T2" fmla="*/ 46 w 171"/>
                <a:gd name="T3" fmla="*/ 8 h 250"/>
                <a:gd name="T4" fmla="*/ 14 w 171"/>
                <a:gd name="T5" fmla="*/ 31 h 250"/>
                <a:gd name="T6" fmla="*/ 3 w 171"/>
                <a:gd name="T7" fmla="*/ 66 h 250"/>
                <a:gd name="T8" fmla="*/ 10 w 171"/>
                <a:gd name="T9" fmla="*/ 91 h 250"/>
                <a:gd name="T10" fmla="*/ 31 w 171"/>
                <a:gd name="T11" fmla="*/ 113 h 250"/>
                <a:gd name="T12" fmla="*/ 71 w 171"/>
                <a:gd name="T13" fmla="*/ 133 h 250"/>
                <a:gd name="T14" fmla="*/ 109 w 171"/>
                <a:gd name="T15" fmla="*/ 152 h 250"/>
                <a:gd name="T16" fmla="*/ 126 w 171"/>
                <a:gd name="T17" fmla="*/ 169 h 250"/>
                <a:gd name="T18" fmla="*/ 132 w 171"/>
                <a:gd name="T19" fmla="*/ 192 h 250"/>
                <a:gd name="T20" fmla="*/ 119 w 171"/>
                <a:gd name="T21" fmla="*/ 223 h 250"/>
                <a:gd name="T22" fmla="*/ 81 w 171"/>
                <a:gd name="T23" fmla="*/ 234 h 250"/>
                <a:gd name="T24" fmla="*/ 51 w 171"/>
                <a:gd name="T25" fmla="*/ 230 h 250"/>
                <a:gd name="T26" fmla="*/ 33 w 171"/>
                <a:gd name="T27" fmla="*/ 216 h 250"/>
                <a:gd name="T28" fmla="*/ 21 w 171"/>
                <a:gd name="T29" fmla="*/ 192 h 250"/>
                <a:gd name="T30" fmla="*/ 0 w 171"/>
                <a:gd name="T31" fmla="*/ 192 h 250"/>
                <a:gd name="T32" fmla="*/ 0 w 171"/>
                <a:gd name="T33" fmla="*/ 241 h 250"/>
                <a:gd name="T34" fmla="*/ 77 w 171"/>
                <a:gd name="T35" fmla="*/ 250 h 250"/>
                <a:gd name="T36" fmla="*/ 115 w 171"/>
                <a:gd name="T37" fmla="*/ 246 h 250"/>
                <a:gd name="T38" fmla="*/ 144 w 171"/>
                <a:gd name="T39" fmla="*/ 234 h 250"/>
                <a:gd name="T40" fmla="*/ 164 w 171"/>
                <a:gd name="T41" fmla="*/ 213 h 250"/>
                <a:gd name="T42" fmla="*/ 171 w 171"/>
                <a:gd name="T43" fmla="*/ 182 h 250"/>
                <a:gd name="T44" fmla="*/ 162 w 171"/>
                <a:gd name="T45" fmla="*/ 152 h 250"/>
                <a:gd name="T46" fmla="*/ 139 w 171"/>
                <a:gd name="T47" fmla="*/ 130 h 250"/>
                <a:gd name="T48" fmla="*/ 97 w 171"/>
                <a:gd name="T49" fmla="*/ 109 h 250"/>
                <a:gd name="T50" fmla="*/ 63 w 171"/>
                <a:gd name="T51" fmla="*/ 92 h 250"/>
                <a:gd name="T52" fmla="*/ 46 w 171"/>
                <a:gd name="T53" fmla="*/ 75 h 250"/>
                <a:gd name="T54" fmla="*/ 41 w 171"/>
                <a:gd name="T55" fmla="*/ 54 h 250"/>
                <a:gd name="T56" fmla="*/ 47 w 171"/>
                <a:gd name="T57" fmla="*/ 33 h 250"/>
                <a:gd name="T58" fmla="*/ 64 w 171"/>
                <a:gd name="T59" fmla="*/ 21 h 250"/>
                <a:gd name="T60" fmla="*/ 89 w 171"/>
                <a:gd name="T61" fmla="*/ 16 h 250"/>
                <a:gd name="T62" fmla="*/ 115 w 171"/>
                <a:gd name="T63" fmla="*/ 20 h 250"/>
                <a:gd name="T64" fmla="*/ 132 w 171"/>
                <a:gd name="T65" fmla="*/ 32 h 250"/>
                <a:gd name="T66" fmla="*/ 144 w 171"/>
                <a:gd name="T67" fmla="*/ 56 h 250"/>
                <a:gd name="T68" fmla="*/ 166 w 171"/>
                <a:gd name="T69" fmla="*/ 56 h 250"/>
                <a:gd name="T70" fmla="*/ 166 w 171"/>
                <a:gd name="T71" fmla="*/ 8 h 250"/>
                <a:gd name="T72" fmla="*/ 127 w 171"/>
                <a:gd name="T73" fmla="*/ 2 h 250"/>
                <a:gd name="T74" fmla="*/ 96 w 171"/>
                <a:gd name="T7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1" h="250">
                  <a:moveTo>
                    <a:pt x="96" y="0"/>
                  </a:moveTo>
                  <a:cubicBezTo>
                    <a:pt x="77" y="0"/>
                    <a:pt x="61" y="3"/>
                    <a:pt x="46" y="8"/>
                  </a:cubicBezTo>
                  <a:cubicBezTo>
                    <a:pt x="32" y="14"/>
                    <a:pt x="21" y="21"/>
                    <a:pt x="14" y="31"/>
                  </a:cubicBezTo>
                  <a:cubicBezTo>
                    <a:pt x="6" y="41"/>
                    <a:pt x="3" y="52"/>
                    <a:pt x="3" y="66"/>
                  </a:cubicBezTo>
                  <a:cubicBezTo>
                    <a:pt x="3" y="75"/>
                    <a:pt x="5" y="84"/>
                    <a:pt x="10" y="91"/>
                  </a:cubicBezTo>
                  <a:cubicBezTo>
                    <a:pt x="15" y="99"/>
                    <a:pt x="22" y="106"/>
                    <a:pt x="31" y="113"/>
                  </a:cubicBezTo>
                  <a:cubicBezTo>
                    <a:pt x="41" y="119"/>
                    <a:pt x="54" y="126"/>
                    <a:pt x="71" y="133"/>
                  </a:cubicBezTo>
                  <a:cubicBezTo>
                    <a:pt x="88" y="140"/>
                    <a:pt x="100" y="147"/>
                    <a:pt x="109" y="152"/>
                  </a:cubicBezTo>
                  <a:cubicBezTo>
                    <a:pt x="117" y="157"/>
                    <a:pt x="123" y="163"/>
                    <a:pt x="126" y="169"/>
                  </a:cubicBezTo>
                  <a:cubicBezTo>
                    <a:pt x="130" y="175"/>
                    <a:pt x="132" y="182"/>
                    <a:pt x="132" y="192"/>
                  </a:cubicBezTo>
                  <a:cubicBezTo>
                    <a:pt x="132" y="205"/>
                    <a:pt x="128" y="216"/>
                    <a:pt x="119" y="223"/>
                  </a:cubicBezTo>
                  <a:cubicBezTo>
                    <a:pt x="110" y="231"/>
                    <a:pt x="97" y="234"/>
                    <a:pt x="81" y="234"/>
                  </a:cubicBezTo>
                  <a:cubicBezTo>
                    <a:pt x="69" y="234"/>
                    <a:pt x="59" y="233"/>
                    <a:pt x="51" y="230"/>
                  </a:cubicBezTo>
                  <a:cubicBezTo>
                    <a:pt x="44" y="227"/>
                    <a:pt x="38" y="222"/>
                    <a:pt x="33" y="216"/>
                  </a:cubicBezTo>
                  <a:cubicBezTo>
                    <a:pt x="28" y="210"/>
                    <a:pt x="24" y="202"/>
                    <a:pt x="21" y="192"/>
                  </a:cubicBezTo>
                  <a:cubicBezTo>
                    <a:pt x="0" y="192"/>
                    <a:pt x="0" y="192"/>
                    <a:pt x="0" y="192"/>
                  </a:cubicBezTo>
                  <a:cubicBezTo>
                    <a:pt x="0" y="241"/>
                    <a:pt x="0" y="241"/>
                    <a:pt x="0" y="241"/>
                  </a:cubicBezTo>
                  <a:cubicBezTo>
                    <a:pt x="29" y="247"/>
                    <a:pt x="55" y="250"/>
                    <a:pt x="77" y="250"/>
                  </a:cubicBezTo>
                  <a:cubicBezTo>
                    <a:pt x="91" y="250"/>
                    <a:pt x="103" y="249"/>
                    <a:pt x="115" y="246"/>
                  </a:cubicBezTo>
                  <a:cubicBezTo>
                    <a:pt x="126" y="244"/>
                    <a:pt x="136" y="240"/>
                    <a:pt x="144" y="234"/>
                  </a:cubicBezTo>
                  <a:cubicBezTo>
                    <a:pt x="153" y="229"/>
                    <a:pt x="159" y="222"/>
                    <a:pt x="164" y="213"/>
                  </a:cubicBezTo>
                  <a:cubicBezTo>
                    <a:pt x="168" y="205"/>
                    <a:pt x="171" y="194"/>
                    <a:pt x="171" y="182"/>
                  </a:cubicBezTo>
                  <a:cubicBezTo>
                    <a:pt x="171" y="170"/>
                    <a:pt x="168" y="161"/>
                    <a:pt x="162" y="152"/>
                  </a:cubicBezTo>
                  <a:cubicBezTo>
                    <a:pt x="157" y="144"/>
                    <a:pt x="149" y="136"/>
                    <a:pt x="139" y="130"/>
                  </a:cubicBezTo>
                  <a:cubicBezTo>
                    <a:pt x="129" y="123"/>
                    <a:pt x="115" y="116"/>
                    <a:pt x="97" y="109"/>
                  </a:cubicBezTo>
                  <a:cubicBezTo>
                    <a:pt x="82" y="102"/>
                    <a:pt x="71" y="97"/>
                    <a:pt x="63" y="92"/>
                  </a:cubicBezTo>
                  <a:cubicBezTo>
                    <a:pt x="55" y="87"/>
                    <a:pt x="50" y="81"/>
                    <a:pt x="46" y="75"/>
                  </a:cubicBezTo>
                  <a:cubicBezTo>
                    <a:pt x="43" y="70"/>
                    <a:pt x="41" y="62"/>
                    <a:pt x="41" y="54"/>
                  </a:cubicBezTo>
                  <a:cubicBezTo>
                    <a:pt x="41" y="46"/>
                    <a:pt x="43" y="39"/>
                    <a:pt x="47" y="33"/>
                  </a:cubicBezTo>
                  <a:cubicBezTo>
                    <a:pt x="51" y="28"/>
                    <a:pt x="57" y="23"/>
                    <a:pt x="64" y="21"/>
                  </a:cubicBezTo>
                  <a:cubicBezTo>
                    <a:pt x="72" y="18"/>
                    <a:pt x="80" y="16"/>
                    <a:pt x="89" y="16"/>
                  </a:cubicBezTo>
                  <a:cubicBezTo>
                    <a:pt x="100" y="16"/>
                    <a:pt x="108" y="17"/>
                    <a:pt x="115" y="20"/>
                  </a:cubicBezTo>
                  <a:cubicBezTo>
                    <a:pt x="122" y="22"/>
                    <a:pt x="127" y="26"/>
                    <a:pt x="132" y="32"/>
                  </a:cubicBezTo>
                  <a:cubicBezTo>
                    <a:pt x="137" y="38"/>
                    <a:pt x="141" y="46"/>
                    <a:pt x="144" y="56"/>
                  </a:cubicBezTo>
                  <a:cubicBezTo>
                    <a:pt x="166" y="56"/>
                    <a:pt x="166" y="56"/>
                    <a:pt x="166" y="56"/>
                  </a:cubicBezTo>
                  <a:cubicBezTo>
                    <a:pt x="166" y="8"/>
                    <a:pt x="166" y="8"/>
                    <a:pt x="166" y="8"/>
                  </a:cubicBezTo>
                  <a:cubicBezTo>
                    <a:pt x="150" y="5"/>
                    <a:pt x="137" y="3"/>
                    <a:pt x="127" y="2"/>
                  </a:cubicBezTo>
                  <a:cubicBezTo>
                    <a:pt x="117" y="1"/>
                    <a:pt x="106" y="0"/>
                    <a:pt x="9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9" name="Freeform 302">
              <a:extLst>
                <a:ext uri="{FF2B5EF4-FFF2-40B4-BE49-F238E27FC236}">
                  <a16:creationId xmlns:a16="http://schemas.microsoft.com/office/drawing/2014/main" id="{922FE52D-881D-49A6-9EAE-AE2E12553635}"/>
                </a:ext>
              </a:extLst>
            </p:cNvPr>
            <p:cNvSpPr>
              <a:spLocks/>
            </p:cNvSpPr>
            <p:nvPr/>
          </p:nvSpPr>
          <p:spPr bwMode="auto">
            <a:xfrm>
              <a:off x="3610927" y="2122744"/>
              <a:ext cx="32939" cy="89060"/>
            </a:xfrm>
            <a:custGeom>
              <a:avLst/>
              <a:gdLst>
                <a:gd name="T0" fmla="*/ 90 w 90"/>
                <a:gd name="T1" fmla="*/ 0 h 244"/>
                <a:gd name="T2" fmla="*/ 0 w 90"/>
                <a:gd name="T3" fmla="*/ 0 h 244"/>
                <a:gd name="T4" fmla="*/ 0 w 90"/>
                <a:gd name="T5" fmla="*/ 9 h 244"/>
                <a:gd name="T6" fmla="*/ 14 w 90"/>
                <a:gd name="T7" fmla="*/ 13 h 244"/>
                <a:gd name="T8" fmla="*/ 20 w 90"/>
                <a:gd name="T9" fmla="*/ 18 h 244"/>
                <a:gd name="T10" fmla="*/ 24 w 90"/>
                <a:gd name="T11" fmla="*/ 27 h 244"/>
                <a:gd name="T12" fmla="*/ 25 w 90"/>
                <a:gd name="T13" fmla="*/ 45 h 244"/>
                <a:gd name="T14" fmla="*/ 25 w 90"/>
                <a:gd name="T15" fmla="*/ 199 h 244"/>
                <a:gd name="T16" fmla="*/ 24 w 90"/>
                <a:gd name="T17" fmla="*/ 219 h 244"/>
                <a:gd name="T18" fmla="*/ 18 w 90"/>
                <a:gd name="T19" fmla="*/ 229 h 244"/>
                <a:gd name="T20" fmla="*/ 0 w 90"/>
                <a:gd name="T21" fmla="*/ 235 h 244"/>
                <a:gd name="T22" fmla="*/ 0 w 90"/>
                <a:gd name="T23" fmla="*/ 244 h 244"/>
                <a:gd name="T24" fmla="*/ 90 w 90"/>
                <a:gd name="T25" fmla="*/ 244 h 244"/>
                <a:gd name="T26" fmla="*/ 90 w 90"/>
                <a:gd name="T27" fmla="*/ 235 h 244"/>
                <a:gd name="T28" fmla="*/ 75 w 90"/>
                <a:gd name="T29" fmla="*/ 231 h 244"/>
                <a:gd name="T30" fmla="*/ 69 w 90"/>
                <a:gd name="T31" fmla="*/ 226 h 244"/>
                <a:gd name="T32" fmla="*/ 66 w 90"/>
                <a:gd name="T33" fmla="*/ 217 h 244"/>
                <a:gd name="T34" fmla="*/ 65 w 90"/>
                <a:gd name="T35" fmla="*/ 199 h 244"/>
                <a:gd name="T36" fmla="*/ 65 w 90"/>
                <a:gd name="T37" fmla="*/ 45 h 244"/>
                <a:gd name="T38" fmla="*/ 66 w 90"/>
                <a:gd name="T39" fmla="*/ 27 h 244"/>
                <a:gd name="T40" fmla="*/ 70 w 90"/>
                <a:gd name="T41" fmla="*/ 18 h 244"/>
                <a:gd name="T42" fmla="*/ 76 w 90"/>
                <a:gd name="T43" fmla="*/ 13 h 244"/>
                <a:gd name="T44" fmla="*/ 90 w 90"/>
                <a:gd name="T45" fmla="*/ 9 h 244"/>
                <a:gd name="T46" fmla="*/ 90 w 90"/>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0" h="244">
                  <a:moveTo>
                    <a:pt x="90"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90" y="244"/>
                    <a:pt x="90" y="244"/>
                    <a:pt x="90" y="244"/>
                  </a:cubicBezTo>
                  <a:cubicBezTo>
                    <a:pt x="90" y="235"/>
                    <a:pt x="90" y="235"/>
                    <a:pt x="90" y="235"/>
                  </a:cubicBezTo>
                  <a:cubicBezTo>
                    <a:pt x="83" y="234"/>
                    <a:pt x="78" y="232"/>
                    <a:pt x="75" y="231"/>
                  </a:cubicBezTo>
                  <a:cubicBezTo>
                    <a:pt x="73" y="230"/>
                    <a:pt x="71"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70" y="18"/>
                  </a:cubicBezTo>
                  <a:cubicBezTo>
                    <a:pt x="71" y="16"/>
                    <a:pt x="73"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0" name="Freeform 303">
              <a:extLst>
                <a:ext uri="{FF2B5EF4-FFF2-40B4-BE49-F238E27FC236}">
                  <a16:creationId xmlns:a16="http://schemas.microsoft.com/office/drawing/2014/main" id="{84646460-C04D-4240-9BCD-9C193663A124}"/>
                </a:ext>
              </a:extLst>
            </p:cNvPr>
            <p:cNvSpPr>
              <a:spLocks/>
            </p:cNvSpPr>
            <p:nvPr/>
          </p:nvSpPr>
          <p:spPr bwMode="auto">
            <a:xfrm>
              <a:off x="3658100" y="2122744"/>
              <a:ext cx="83367" cy="89060"/>
            </a:xfrm>
            <a:custGeom>
              <a:avLst/>
              <a:gdLst>
                <a:gd name="T0" fmla="*/ 229 w 229"/>
                <a:gd name="T1" fmla="*/ 0 h 244"/>
                <a:gd name="T2" fmla="*/ 0 w 229"/>
                <a:gd name="T3" fmla="*/ 0 h 244"/>
                <a:gd name="T4" fmla="*/ 0 w 229"/>
                <a:gd name="T5" fmla="*/ 62 h 244"/>
                <a:gd name="T6" fmla="*/ 21 w 229"/>
                <a:gd name="T7" fmla="*/ 62 h 244"/>
                <a:gd name="T8" fmla="*/ 30 w 229"/>
                <a:gd name="T9" fmla="*/ 39 h 244"/>
                <a:gd name="T10" fmla="*/ 40 w 229"/>
                <a:gd name="T11" fmla="*/ 24 h 244"/>
                <a:gd name="T12" fmla="*/ 52 w 229"/>
                <a:gd name="T13" fmla="*/ 18 h 244"/>
                <a:gd name="T14" fmla="*/ 68 w 229"/>
                <a:gd name="T15" fmla="*/ 16 h 244"/>
                <a:gd name="T16" fmla="*/ 95 w 229"/>
                <a:gd name="T17" fmla="*/ 16 h 244"/>
                <a:gd name="T18" fmla="*/ 95 w 229"/>
                <a:gd name="T19" fmla="*/ 199 h 244"/>
                <a:gd name="T20" fmla="*/ 94 w 229"/>
                <a:gd name="T21" fmla="*/ 215 h 244"/>
                <a:gd name="T22" fmla="*/ 91 w 229"/>
                <a:gd name="T23" fmla="*/ 224 h 244"/>
                <a:gd name="T24" fmla="*/ 85 w 229"/>
                <a:gd name="T25" fmla="*/ 229 h 244"/>
                <a:gd name="T26" fmla="*/ 78 w 229"/>
                <a:gd name="T27" fmla="*/ 233 h 244"/>
                <a:gd name="T28" fmla="*/ 66 w 229"/>
                <a:gd name="T29" fmla="*/ 235 h 244"/>
                <a:gd name="T30" fmla="*/ 66 w 229"/>
                <a:gd name="T31" fmla="*/ 244 h 244"/>
                <a:gd name="T32" fmla="*/ 163 w 229"/>
                <a:gd name="T33" fmla="*/ 244 h 244"/>
                <a:gd name="T34" fmla="*/ 163 w 229"/>
                <a:gd name="T35" fmla="*/ 235 h 244"/>
                <a:gd name="T36" fmla="*/ 148 w 229"/>
                <a:gd name="T37" fmla="*/ 231 h 244"/>
                <a:gd name="T38" fmla="*/ 140 w 229"/>
                <a:gd name="T39" fmla="*/ 226 h 244"/>
                <a:gd name="T40" fmla="*/ 136 w 229"/>
                <a:gd name="T41" fmla="*/ 216 h 244"/>
                <a:gd name="T42" fmla="*/ 135 w 229"/>
                <a:gd name="T43" fmla="*/ 199 h 244"/>
                <a:gd name="T44" fmla="*/ 135 w 229"/>
                <a:gd name="T45" fmla="*/ 16 h 244"/>
                <a:gd name="T46" fmla="*/ 161 w 229"/>
                <a:gd name="T47" fmla="*/ 16 h 244"/>
                <a:gd name="T48" fmla="*/ 179 w 229"/>
                <a:gd name="T49" fmla="*/ 18 h 244"/>
                <a:gd name="T50" fmla="*/ 190 w 229"/>
                <a:gd name="T51" fmla="*/ 25 h 244"/>
                <a:gd name="T52" fmla="*/ 199 w 229"/>
                <a:gd name="T53" fmla="*/ 38 h 244"/>
                <a:gd name="T54" fmla="*/ 208 w 229"/>
                <a:gd name="T55" fmla="*/ 62 h 244"/>
                <a:gd name="T56" fmla="*/ 229 w 229"/>
                <a:gd name="T57" fmla="*/ 62 h 244"/>
                <a:gd name="T58" fmla="*/ 229 w 229"/>
                <a:gd name="T5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9" h="244">
                  <a:moveTo>
                    <a:pt x="229" y="0"/>
                  </a:moveTo>
                  <a:cubicBezTo>
                    <a:pt x="0" y="0"/>
                    <a:pt x="0" y="0"/>
                    <a:pt x="0" y="0"/>
                  </a:cubicBezTo>
                  <a:cubicBezTo>
                    <a:pt x="0" y="62"/>
                    <a:pt x="0" y="62"/>
                    <a:pt x="0" y="62"/>
                  </a:cubicBezTo>
                  <a:cubicBezTo>
                    <a:pt x="21" y="62"/>
                    <a:pt x="21" y="62"/>
                    <a:pt x="21" y="62"/>
                  </a:cubicBezTo>
                  <a:cubicBezTo>
                    <a:pt x="24" y="53"/>
                    <a:pt x="27" y="45"/>
                    <a:pt x="30" y="39"/>
                  </a:cubicBezTo>
                  <a:cubicBezTo>
                    <a:pt x="33" y="32"/>
                    <a:pt x="36" y="28"/>
                    <a:pt x="40" y="24"/>
                  </a:cubicBezTo>
                  <a:cubicBezTo>
                    <a:pt x="44" y="21"/>
                    <a:pt x="47" y="19"/>
                    <a:pt x="52" y="18"/>
                  </a:cubicBezTo>
                  <a:cubicBezTo>
                    <a:pt x="56" y="16"/>
                    <a:pt x="62" y="16"/>
                    <a:pt x="68" y="16"/>
                  </a:cubicBezTo>
                  <a:cubicBezTo>
                    <a:pt x="95" y="16"/>
                    <a:pt x="95" y="16"/>
                    <a:pt x="95" y="16"/>
                  </a:cubicBezTo>
                  <a:cubicBezTo>
                    <a:pt x="95" y="199"/>
                    <a:pt x="95" y="199"/>
                    <a:pt x="95" y="199"/>
                  </a:cubicBezTo>
                  <a:cubicBezTo>
                    <a:pt x="95" y="206"/>
                    <a:pt x="94" y="211"/>
                    <a:pt x="94" y="215"/>
                  </a:cubicBezTo>
                  <a:cubicBezTo>
                    <a:pt x="93" y="219"/>
                    <a:pt x="92" y="222"/>
                    <a:pt x="91" y="224"/>
                  </a:cubicBezTo>
                  <a:cubicBezTo>
                    <a:pt x="89" y="226"/>
                    <a:pt x="88" y="228"/>
                    <a:pt x="85" y="229"/>
                  </a:cubicBezTo>
                  <a:cubicBezTo>
                    <a:pt x="83" y="231"/>
                    <a:pt x="81" y="232"/>
                    <a:pt x="78" y="233"/>
                  </a:cubicBezTo>
                  <a:cubicBezTo>
                    <a:pt x="74" y="234"/>
                    <a:pt x="71" y="234"/>
                    <a:pt x="66" y="235"/>
                  </a:cubicBezTo>
                  <a:cubicBezTo>
                    <a:pt x="66" y="244"/>
                    <a:pt x="66" y="244"/>
                    <a:pt x="66" y="244"/>
                  </a:cubicBezTo>
                  <a:cubicBezTo>
                    <a:pt x="163" y="244"/>
                    <a:pt x="163" y="244"/>
                    <a:pt x="163" y="244"/>
                  </a:cubicBezTo>
                  <a:cubicBezTo>
                    <a:pt x="163" y="235"/>
                    <a:pt x="163" y="235"/>
                    <a:pt x="163" y="235"/>
                  </a:cubicBezTo>
                  <a:cubicBezTo>
                    <a:pt x="156" y="234"/>
                    <a:pt x="151" y="233"/>
                    <a:pt x="148" y="231"/>
                  </a:cubicBezTo>
                  <a:cubicBezTo>
                    <a:pt x="145" y="230"/>
                    <a:pt x="142" y="228"/>
                    <a:pt x="140" y="226"/>
                  </a:cubicBezTo>
                  <a:cubicBezTo>
                    <a:pt x="138" y="223"/>
                    <a:pt x="137" y="220"/>
                    <a:pt x="136" y="216"/>
                  </a:cubicBezTo>
                  <a:cubicBezTo>
                    <a:pt x="135" y="211"/>
                    <a:pt x="135" y="206"/>
                    <a:pt x="135" y="199"/>
                  </a:cubicBezTo>
                  <a:cubicBezTo>
                    <a:pt x="135" y="16"/>
                    <a:pt x="135" y="16"/>
                    <a:pt x="135" y="16"/>
                  </a:cubicBezTo>
                  <a:cubicBezTo>
                    <a:pt x="161" y="16"/>
                    <a:pt x="161" y="16"/>
                    <a:pt x="161" y="16"/>
                  </a:cubicBezTo>
                  <a:cubicBezTo>
                    <a:pt x="169" y="16"/>
                    <a:pt x="175" y="16"/>
                    <a:pt x="179" y="18"/>
                  </a:cubicBezTo>
                  <a:cubicBezTo>
                    <a:pt x="183" y="19"/>
                    <a:pt x="186" y="21"/>
                    <a:pt x="190" y="25"/>
                  </a:cubicBezTo>
                  <a:cubicBezTo>
                    <a:pt x="193" y="28"/>
                    <a:pt x="196" y="32"/>
                    <a:pt x="199" y="38"/>
                  </a:cubicBezTo>
                  <a:cubicBezTo>
                    <a:pt x="202" y="44"/>
                    <a:pt x="205" y="52"/>
                    <a:pt x="208" y="62"/>
                  </a:cubicBezTo>
                  <a:cubicBezTo>
                    <a:pt x="229" y="62"/>
                    <a:pt x="229" y="62"/>
                    <a:pt x="229" y="62"/>
                  </a:cubicBezTo>
                  <a:cubicBezTo>
                    <a:pt x="229" y="0"/>
                    <a:pt x="229" y="0"/>
                    <a:pt x="22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1" name="Freeform 304">
              <a:extLst>
                <a:ext uri="{FF2B5EF4-FFF2-40B4-BE49-F238E27FC236}">
                  <a16:creationId xmlns:a16="http://schemas.microsoft.com/office/drawing/2014/main" id="{3A2D808B-3684-483A-9D8A-8822CB71718D}"/>
                </a:ext>
              </a:extLst>
            </p:cNvPr>
            <p:cNvSpPr>
              <a:spLocks/>
            </p:cNvSpPr>
            <p:nvPr/>
          </p:nvSpPr>
          <p:spPr bwMode="auto">
            <a:xfrm>
              <a:off x="3747974" y="2122744"/>
              <a:ext cx="89467" cy="89060"/>
            </a:xfrm>
            <a:custGeom>
              <a:avLst/>
              <a:gdLst>
                <a:gd name="T0" fmla="*/ 245 w 245"/>
                <a:gd name="T1" fmla="*/ 0 h 244"/>
                <a:gd name="T2" fmla="*/ 165 w 245"/>
                <a:gd name="T3" fmla="*/ 0 h 244"/>
                <a:gd name="T4" fmla="*/ 165 w 245"/>
                <a:gd name="T5" fmla="*/ 9 h 244"/>
                <a:gd name="T6" fmla="*/ 179 w 245"/>
                <a:gd name="T7" fmla="*/ 13 h 244"/>
                <a:gd name="T8" fmla="*/ 183 w 245"/>
                <a:gd name="T9" fmla="*/ 23 h 244"/>
                <a:gd name="T10" fmla="*/ 180 w 245"/>
                <a:gd name="T11" fmla="*/ 38 h 244"/>
                <a:gd name="T12" fmla="*/ 168 w 245"/>
                <a:gd name="T13" fmla="*/ 59 h 244"/>
                <a:gd name="T14" fmla="*/ 126 w 245"/>
                <a:gd name="T15" fmla="*/ 121 h 244"/>
                <a:gd name="T16" fmla="*/ 83 w 245"/>
                <a:gd name="T17" fmla="*/ 53 h 244"/>
                <a:gd name="T18" fmla="*/ 73 w 245"/>
                <a:gd name="T19" fmla="*/ 35 h 244"/>
                <a:gd name="T20" fmla="*/ 70 w 245"/>
                <a:gd name="T21" fmla="*/ 23 h 244"/>
                <a:gd name="T22" fmla="*/ 90 w 245"/>
                <a:gd name="T23" fmla="*/ 9 h 244"/>
                <a:gd name="T24" fmla="*/ 90 w 245"/>
                <a:gd name="T25" fmla="*/ 0 h 244"/>
                <a:gd name="T26" fmla="*/ 0 w 245"/>
                <a:gd name="T27" fmla="*/ 0 h 244"/>
                <a:gd name="T28" fmla="*/ 0 w 245"/>
                <a:gd name="T29" fmla="*/ 9 h 244"/>
                <a:gd name="T30" fmla="*/ 13 w 245"/>
                <a:gd name="T31" fmla="*/ 15 h 244"/>
                <a:gd name="T32" fmla="*/ 24 w 245"/>
                <a:gd name="T33" fmla="*/ 26 h 244"/>
                <a:gd name="T34" fmla="*/ 40 w 245"/>
                <a:gd name="T35" fmla="*/ 50 h 244"/>
                <a:gd name="T36" fmla="*/ 98 w 245"/>
                <a:gd name="T37" fmla="*/ 142 h 244"/>
                <a:gd name="T38" fmla="*/ 98 w 245"/>
                <a:gd name="T39" fmla="*/ 199 h 244"/>
                <a:gd name="T40" fmla="*/ 97 w 245"/>
                <a:gd name="T41" fmla="*/ 216 h 244"/>
                <a:gd name="T42" fmla="*/ 93 w 245"/>
                <a:gd name="T43" fmla="*/ 226 h 244"/>
                <a:gd name="T44" fmla="*/ 85 w 245"/>
                <a:gd name="T45" fmla="*/ 231 h 244"/>
                <a:gd name="T46" fmla="*/ 70 w 245"/>
                <a:gd name="T47" fmla="*/ 235 h 244"/>
                <a:gd name="T48" fmla="*/ 70 w 245"/>
                <a:gd name="T49" fmla="*/ 244 h 244"/>
                <a:gd name="T50" fmla="*/ 167 w 245"/>
                <a:gd name="T51" fmla="*/ 244 h 244"/>
                <a:gd name="T52" fmla="*/ 167 w 245"/>
                <a:gd name="T53" fmla="*/ 235 h 244"/>
                <a:gd name="T54" fmla="*/ 151 w 245"/>
                <a:gd name="T55" fmla="*/ 231 h 244"/>
                <a:gd name="T56" fmla="*/ 144 w 245"/>
                <a:gd name="T57" fmla="*/ 225 h 244"/>
                <a:gd name="T58" fmla="*/ 139 w 245"/>
                <a:gd name="T59" fmla="*/ 215 h 244"/>
                <a:gd name="T60" fmla="*/ 138 w 245"/>
                <a:gd name="T61" fmla="*/ 199 h 244"/>
                <a:gd name="T62" fmla="*/ 138 w 245"/>
                <a:gd name="T63" fmla="*/ 141 h 244"/>
                <a:gd name="T64" fmla="*/ 197 w 245"/>
                <a:gd name="T65" fmla="*/ 56 h 244"/>
                <a:gd name="T66" fmla="*/ 217 w 245"/>
                <a:gd name="T67" fmla="*/ 29 h 244"/>
                <a:gd name="T68" fmla="*/ 230 w 245"/>
                <a:gd name="T69" fmla="*/ 16 h 244"/>
                <a:gd name="T70" fmla="*/ 245 w 245"/>
                <a:gd name="T71" fmla="*/ 9 h 244"/>
                <a:gd name="T72" fmla="*/ 245 w 245"/>
                <a:gd name="T7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244">
                  <a:moveTo>
                    <a:pt x="245" y="0"/>
                  </a:moveTo>
                  <a:cubicBezTo>
                    <a:pt x="165" y="0"/>
                    <a:pt x="165" y="0"/>
                    <a:pt x="165" y="0"/>
                  </a:cubicBezTo>
                  <a:cubicBezTo>
                    <a:pt x="165" y="9"/>
                    <a:pt x="165" y="9"/>
                    <a:pt x="165" y="9"/>
                  </a:cubicBezTo>
                  <a:cubicBezTo>
                    <a:pt x="171" y="9"/>
                    <a:pt x="176" y="11"/>
                    <a:pt x="179" y="13"/>
                  </a:cubicBezTo>
                  <a:cubicBezTo>
                    <a:pt x="182" y="16"/>
                    <a:pt x="183" y="19"/>
                    <a:pt x="183" y="23"/>
                  </a:cubicBezTo>
                  <a:cubicBezTo>
                    <a:pt x="183" y="28"/>
                    <a:pt x="182" y="33"/>
                    <a:pt x="180" y="38"/>
                  </a:cubicBezTo>
                  <a:cubicBezTo>
                    <a:pt x="177" y="44"/>
                    <a:pt x="173" y="51"/>
                    <a:pt x="168" y="59"/>
                  </a:cubicBezTo>
                  <a:cubicBezTo>
                    <a:pt x="126" y="121"/>
                    <a:pt x="126" y="121"/>
                    <a:pt x="126" y="121"/>
                  </a:cubicBezTo>
                  <a:cubicBezTo>
                    <a:pt x="83" y="53"/>
                    <a:pt x="83" y="53"/>
                    <a:pt x="83" y="53"/>
                  </a:cubicBezTo>
                  <a:cubicBezTo>
                    <a:pt x="78" y="45"/>
                    <a:pt x="75" y="39"/>
                    <a:pt x="73" y="35"/>
                  </a:cubicBezTo>
                  <a:cubicBezTo>
                    <a:pt x="71" y="31"/>
                    <a:pt x="70" y="27"/>
                    <a:pt x="70" y="23"/>
                  </a:cubicBezTo>
                  <a:cubicBezTo>
                    <a:pt x="70" y="15"/>
                    <a:pt x="77" y="10"/>
                    <a:pt x="90" y="9"/>
                  </a:cubicBezTo>
                  <a:cubicBezTo>
                    <a:pt x="90" y="0"/>
                    <a:pt x="90" y="0"/>
                    <a:pt x="90" y="0"/>
                  </a:cubicBezTo>
                  <a:cubicBezTo>
                    <a:pt x="0" y="0"/>
                    <a:pt x="0" y="0"/>
                    <a:pt x="0" y="0"/>
                  </a:cubicBezTo>
                  <a:cubicBezTo>
                    <a:pt x="0" y="9"/>
                    <a:pt x="0" y="9"/>
                    <a:pt x="0" y="9"/>
                  </a:cubicBezTo>
                  <a:cubicBezTo>
                    <a:pt x="5" y="10"/>
                    <a:pt x="9" y="12"/>
                    <a:pt x="13" y="15"/>
                  </a:cubicBezTo>
                  <a:cubicBezTo>
                    <a:pt x="16" y="18"/>
                    <a:pt x="20" y="21"/>
                    <a:pt x="24" y="26"/>
                  </a:cubicBezTo>
                  <a:cubicBezTo>
                    <a:pt x="28" y="31"/>
                    <a:pt x="33" y="39"/>
                    <a:pt x="40" y="50"/>
                  </a:cubicBezTo>
                  <a:cubicBezTo>
                    <a:pt x="98" y="142"/>
                    <a:pt x="98" y="142"/>
                    <a:pt x="98" y="142"/>
                  </a:cubicBezTo>
                  <a:cubicBezTo>
                    <a:pt x="98" y="199"/>
                    <a:pt x="98" y="199"/>
                    <a:pt x="98" y="199"/>
                  </a:cubicBezTo>
                  <a:cubicBezTo>
                    <a:pt x="98" y="206"/>
                    <a:pt x="98" y="211"/>
                    <a:pt x="97" y="216"/>
                  </a:cubicBezTo>
                  <a:cubicBezTo>
                    <a:pt x="96" y="220"/>
                    <a:pt x="95" y="223"/>
                    <a:pt x="93" y="226"/>
                  </a:cubicBezTo>
                  <a:cubicBezTo>
                    <a:pt x="91" y="228"/>
                    <a:pt x="88" y="230"/>
                    <a:pt x="85" y="231"/>
                  </a:cubicBezTo>
                  <a:cubicBezTo>
                    <a:pt x="82" y="233"/>
                    <a:pt x="77" y="234"/>
                    <a:pt x="70" y="235"/>
                  </a:cubicBezTo>
                  <a:cubicBezTo>
                    <a:pt x="70" y="244"/>
                    <a:pt x="70" y="244"/>
                    <a:pt x="70" y="244"/>
                  </a:cubicBezTo>
                  <a:cubicBezTo>
                    <a:pt x="167" y="244"/>
                    <a:pt x="167" y="244"/>
                    <a:pt x="167" y="244"/>
                  </a:cubicBezTo>
                  <a:cubicBezTo>
                    <a:pt x="167" y="235"/>
                    <a:pt x="167" y="235"/>
                    <a:pt x="167" y="235"/>
                  </a:cubicBezTo>
                  <a:cubicBezTo>
                    <a:pt x="160" y="234"/>
                    <a:pt x="155" y="233"/>
                    <a:pt x="151" y="231"/>
                  </a:cubicBezTo>
                  <a:cubicBezTo>
                    <a:pt x="148" y="230"/>
                    <a:pt x="145" y="228"/>
                    <a:pt x="144" y="225"/>
                  </a:cubicBezTo>
                  <a:cubicBezTo>
                    <a:pt x="142" y="223"/>
                    <a:pt x="140" y="219"/>
                    <a:pt x="139" y="215"/>
                  </a:cubicBezTo>
                  <a:cubicBezTo>
                    <a:pt x="139" y="211"/>
                    <a:pt x="138" y="206"/>
                    <a:pt x="138" y="199"/>
                  </a:cubicBezTo>
                  <a:cubicBezTo>
                    <a:pt x="138" y="141"/>
                    <a:pt x="138" y="141"/>
                    <a:pt x="138" y="141"/>
                  </a:cubicBezTo>
                  <a:cubicBezTo>
                    <a:pt x="197" y="56"/>
                    <a:pt x="197" y="56"/>
                    <a:pt x="197" y="56"/>
                  </a:cubicBezTo>
                  <a:cubicBezTo>
                    <a:pt x="206" y="43"/>
                    <a:pt x="212" y="34"/>
                    <a:pt x="217" y="29"/>
                  </a:cubicBezTo>
                  <a:cubicBezTo>
                    <a:pt x="221" y="24"/>
                    <a:pt x="226" y="20"/>
                    <a:pt x="230" y="16"/>
                  </a:cubicBezTo>
                  <a:cubicBezTo>
                    <a:pt x="235" y="13"/>
                    <a:pt x="240" y="11"/>
                    <a:pt x="245" y="9"/>
                  </a:cubicBezTo>
                  <a:cubicBezTo>
                    <a:pt x="245" y="0"/>
                    <a:pt x="245" y="0"/>
                    <a:pt x="24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pic>
          <p:nvPicPr>
            <p:cNvPr id="122" name="图片 121">
              <a:extLst>
                <a:ext uri="{FF2B5EF4-FFF2-40B4-BE49-F238E27FC236}">
                  <a16:creationId xmlns:a16="http://schemas.microsoft.com/office/drawing/2014/main" id="{4DF1FD2F-0E50-4286-834E-6D431CF837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386" y="1446438"/>
              <a:ext cx="630731" cy="835719"/>
            </a:xfrm>
            <a:prstGeom prst="rect">
              <a:avLst/>
            </a:prstGeom>
          </p:spPr>
        </p:pic>
      </p:grpSp>
    </p:spTree>
    <p:extLst>
      <p:ext uri="{BB962C8B-B14F-4D97-AF65-F5344CB8AC3E}">
        <p14:creationId xmlns:p14="http://schemas.microsoft.com/office/powerpoint/2010/main" val="3225260598"/>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B40DAF-97C5-4E20-8B5C-64B37B0B74DD}"/>
              </a:ext>
            </a:extLst>
          </p:cNvPr>
          <p:cNvSpPr>
            <a:spLocks noGrp="1"/>
          </p:cNvSpPr>
          <p:nvPr>
            <p:ph type="title"/>
          </p:nvPr>
        </p:nvSpPr>
        <p:spPr>
          <a:xfrm>
            <a:off x="690364" y="310997"/>
            <a:ext cx="10858500" cy="825807"/>
          </a:xfrm>
        </p:spPr>
        <p:txBody>
          <a:bodyPr/>
          <a:lstStyle/>
          <a:p>
            <a:r>
              <a:rPr lang="zh-CN" altLang="en-US" dirty="0"/>
              <a:t>研究背景 </a:t>
            </a:r>
            <a:r>
              <a:rPr lang="en-US" altLang="zh-CN" dirty="0"/>
              <a:t>- </a:t>
            </a:r>
            <a:r>
              <a:rPr lang="zh-CN" altLang="en-US" dirty="0"/>
              <a:t>严峻的现实挑战</a:t>
            </a:r>
          </a:p>
        </p:txBody>
      </p:sp>
      <p:sp>
        <p:nvSpPr>
          <p:cNvPr id="3" name="日期占位符 2">
            <a:extLst>
              <a:ext uri="{FF2B5EF4-FFF2-40B4-BE49-F238E27FC236}">
                <a16:creationId xmlns:a16="http://schemas.microsoft.com/office/drawing/2014/main" id="{82F5FD81-874C-41AE-A71D-9D53856CD377}"/>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2025/11/23</a:t>
            </a:fld>
            <a:endParaRPr lang="zh-CN" altLang="en-US" dirty="0"/>
          </a:p>
        </p:txBody>
      </p:sp>
      <p:sp>
        <p:nvSpPr>
          <p:cNvPr id="4" name="页脚占位符 3">
            <a:extLst>
              <a:ext uri="{FF2B5EF4-FFF2-40B4-BE49-F238E27FC236}">
                <a16:creationId xmlns:a16="http://schemas.microsoft.com/office/drawing/2014/main" id="{81BEA6C7-924E-4715-85F3-D2ABC564E500}"/>
              </a:ext>
            </a:extLst>
          </p:cNvPr>
          <p:cNvSpPr>
            <a:spLocks noGrp="1"/>
          </p:cNvSpPr>
          <p:nvPr>
            <p:ph type="ftr" sz="quarter" idx="11"/>
          </p:nvPr>
        </p:nvSpPr>
        <p:spPr>
          <a:xfrm>
            <a:off x="4038600" y="6657422"/>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D49663E3-01DF-42E4-8913-46D2F8152D6C}"/>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4</a:t>
            </a:fld>
            <a:endParaRPr lang="zh-CN" altLang="en-US"/>
          </a:p>
        </p:txBody>
      </p:sp>
      <p:sp>
        <p:nvSpPr>
          <p:cNvPr id="17" name="文本占位符 16">
            <a:extLst>
              <a:ext uri="{FF2B5EF4-FFF2-40B4-BE49-F238E27FC236}">
                <a16:creationId xmlns:a16="http://schemas.microsoft.com/office/drawing/2014/main" id="{8755A330-BCA2-6E42-0905-6592BACDE45F}"/>
              </a:ext>
            </a:extLst>
          </p:cNvPr>
          <p:cNvSpPr>
            <a:spLocks noGrp="1"/>
          </p:cNvSpPr>
          <p:nvPr>
            <p:ph type="body" sz="quarter" idx="13"/>
          </p:nvPr>
        </p:nvSpPr>
        <p:spPr/>
        <p:txBody>
          <a:bodyPr/>
          <a:lstStyle/>
          <a:p>
            <a:r>
              <a:rPr lang="zh-CN" altLang="en-US" dirty="0"/>
              <a:t>课题概述</a:t>
            </a:r>
          </a:p>
        </p:txBody>
      </p:sp>
      <p:sp>
        <p:nvSpPr>
          <p:cNvPr id="7" name="矩形: 圆角 6">
            <a:extLst>
              <a:ext uri="{FF2B5EF4-FFF2-40B4-BE49-F238E27FC236}">
                <a16:creationId xmlns:a16="http://schemas.microsoft.com/office/drawing/2014/main" id="{A8BC1F0A-EC34-4828-82CE-FD1917CCA3F3}"/>
              </a:ext>
            </a:extLst>
          </p:cNvPr>
          <p:cNvSpPr/>
          <p:nvPr/>
        </p:nvSpPr>
        <p:spPr>
          <a:xfrm>
            <a:off x="187775" y="1637141"/>
            <a:ext cx="11761315" cy="4877411"/>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95FC5FFD-9C29-4E22-97E9-9900D69440FE}"/>
              </a:ext>
            </a:extLst>
          </p:cNvPr>
          <p:cNvSpPr/>
          <p:nvPr/>
        </p:nvSpPr>
        <p:spPr>
          <a:xfrm>
            <a:off x="570690" y="1174057"/>
            <a:ext cx="4603458" cy="647941"/>
          </a:xfrm>
          <a:prstGeom prst="roundRect">
            <a:avLst>
              <a:gd name="adj" fmla="val 1209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mn-ea"/>
              </a:rPr>
              <a:t>青少年生殖健康问题的严峻性</a:t>
            </a:r>
          </a:p>
        </p:txBody>
      </p:sp>
      <p:sp>
        <p:nvSpPr>
          <p:cNvPr id="10" name="文本框 9">
            <a:extLst>
              <a:ext uri="{FF2B5EF4-FFF2-40B4-BE49-F238E27FC236}">
                <a16:creationId xmlns:a16="http://schemas.microsoft.com/office/drawing/2014/main" id="{A3914D99-AAB4-41E8-9EBC-BE7DD6E3A26B}"/>
              </a:ext>
            </a:extLst>
          </p:cNvPr>
          <p:cNvSpPr txBox="1"/>
          <p:nvPr/>
        </p:nvSpPr>
        <p:spPr>
          <a:xfrm>
            <a:off x="374458" y="1875436"/>
            <a:ext cx="7871091" cy="4388381"/>
          </a:xfrm>
          <a:prstGeom prst="rect">
            <a:avLst/>
          </a:prstGeom>
          <a:noFill/>
        </p:spPr>
        <p:txBody>
          <a:bodyPr wrap="square" rtlCol="0">
            <a:spAutoFit/>
          </a:bodyPr>
          <a:lstStyle/>
          <a:p>
            <a:pPr marL="285750" lvl="0" indent="-285750" latinLnBrk="1">
              <a:lnSpc>
                <a:spcPts val="3100"/>
              </a:lnSpc>
              <a:spcAft>
                <a:spcPts val="1200"/>
              </a:spcAft>
              <a:buFont typeface="Wingdings" panose="05000000000000000000" pitchFamily="2" charset="2"/>
              <a:buChar char="l"/>
              <a:defRPr/>
            </a:pPr>
            <a:r>
              <a:rPr lang="zh-CN" altLang="en-US" sz="2000" dirty="0">
                <a:solidFill>
                  <a:schemeClr val="tx1">
                    <a:lumMod val="85000"/>
                    <a:lumOff val="15000"/>
                  </a:schemeClr>
                </a:solidFill>
                <a:latin typeface="+mn-ea"/>
              </a:rPr>
              <a:t>全球视角：</a:t>
            </a:r>
            <a:endParaRPr lang="en-US" altLang="zh-CN" sz="2000" dirty="0">
              <a:solidFill>
                <a:schemeClr val="tx1">
                  <a:lumMod val="85000"/>
                  <a:lumOff val="15000"/>
                </a:schemeClr>
              </a:solidFill>
              <a:latin typeface="+mn-ea"/>
            </a:endParaRPr>
          </a:p>
          <a:p>
            <a:pPr lvl="2" indent="-360000" algn="just" latinLnBrk="1">
              <a:lnSpc>
                <a:spcPts val="2300"/>
              </a:lnSpc>
              <a:spcAft>
                <a:spcPts val="600"/>
              </a:spcAft>
              <a:buFont typeface="Wingdings" panose="05000000000000000000" pitchFamily="2" charset="2"/>
              <a:buChar char="Ø"/>
              <a:defRPr/>
            </a:pPr>
            <a:r>
              <a:rPr lang="zh-CN" altLang="en-US" sz="2000" dirty="0">
                <a:latin typeface="+mn-ea"/>
              </a:rPr>
              <a:t>世界卫生组织数据：仅</a:t>
            </a:r>
            <a:r>
              <a:rPr lang="en-US" altLang="zh-CN" sz="2000" dirty="0">
                <a:latin typeface="+mn-ea"/>
              </a:rPr>
              <a:t>2019</a:t>
            </a:r>
            <a:r>
              <a:rPr lang="zh-CN" altLang="en-US" sz="2000" dirty="0">
                <a:latin typeface="+mn-ea"/>
              </a:rPr>
              <a:t>年，中低收入国家</a:t>
            </a:r>
            <a:r>
              <a:rPr lang="en-US" altLang="zh-CN" sz="2000" dirty="0">
                <a:latin typeface="+mn-ea"/>
              </a:rPr>
              <a:t>15-19</a:t>
            </a:r>
            <a:r>
              <a:rPr lang="zh-CN" altLang="en-US" sz="2000" dirty="0">
                <a:latin typeface="+mn-ea"/>
              </a:rPr>
              <a:t>岁女性中估计有</a:t>
            </a:r>
            <a:r>
              <a:rPr lang="en-US" altLang="zh-CN" sz="2000" dirty="0">
                <a:latin typeface="+mn-ea"/>
              </a:rPr>
              <a:t>2100</a:t>
            </a:r>
            <a:r>
              <a:rPr lang="zh-CN" altLang="en-US" sz="2000" dirty="0">
                <a:latin typeface="+mn-ea"/>
              </a:rPr>
              <a:t>万例怀孕，约半数为非意愿妊娠。</a:t>
            </a:r>
            <a:endParaRPr lang="en-US" altLang="zh-CN" sz="2000" dirty="0">
              <a:latin typeface="+mn-ea"/>
            </a:endParaRPr>
          </a:p>
          <a:p>
            <a:pPr lvl="2" indent="-360000" algn="just" latinLnBrk="1">
              <a:lnSpc>
                <a:spcPts val="2300"/>
              </a:lnSpc>
              <a:spcAft>
                <a:spcPts val="600"/>
              </a:spcAft>
              <a:buFont typeface="Wingdings" panose="05000000000000000000" pitchFamily="2" charset="2"/>
              <a:buChar char="Ø"/>
              <a:defRPr/>
            </a:pPr>
            <a:r>
              <a:rPr lang="en-US" altLang="zh-CN" sz="2000" dirty="0">
                <a:latin typeface="+mn-ea"/>
              </a:rPr>
              <a:t>《</a:t>
            </a:r>
            <a:r>
              <a:rPr lang="zh-CN" altLang="en-US" sz="2000" dirty="0">
                <a:latin typeface="+mn-ea"/>
              </a:rPr>
              <a:t>柳叶刀</a:t>
            </a:r>
            <a:r>
              <a:rPr lang="en-US" altLang="zh-CN" sz="2000" dirty="0">
                <a:latin typeface="+mn-ea"/>
              </a:rPr>
              <a:t>》</a:t>
            </a:r>
            <a:r>
              <a:rPr lang="zh-CN" altLang="en-US" sz="2000" dirty="0">
                <a:latin typeface="+mn-ea"/>
              </a:rPr>
              <a:t>研究报告：全球青少年生殖健康长期未得到足够重视，多国在性教育、避孕服务等方面存在显著缺口。</a:t>
            </a:r>
            <a:endParaRPr lang="en-US" altLang="zh-CN" sz="2000" dirty="0">
              <a:solidFill>
                <a:schemeClr val="tx1">
                  <a:lumMod val="85000"/>
                  <a:lumOff val="15000"/>
                </a:schemeClr>
              </a:solidFill>
              <a:latin typeface="+mn-ea"/>
            </a:endParaRPr>
          </a:p>
          <a:p>
            <a:pPr marL="285750" lvl="0" indent="-285750">
              <a:lnSpc>
                <a:spcPts val="3100"/>
              </a:lnSpc>
              <a:spcAft>
                <a:spcPts val="600"/>
              </a:spcAft>
              <a:buFont typeface="Wingdings" panose="05000000000000000000" pitchFamily="2" charset="2"/>
              <a:buChar char="l"/>
              <a:defRPr/>
            </a:pPr>
            <a:r>
              <a:rPr lang="zh-CN" altLang="en-US" sz="2000" dirty="0">
                <a:solidFill>
                  <a:schemeClr val="tx1">
                    <a:lumMod val="85000"/>
                    <a:lumOff val="15000"/>
                  </a:schemeClr>
                </a:solidFill>
                <a:latin typeface="+mn-ea"/>
              </a:rPr>
              <a:t>中国现状：</a:t>
            </a:r>
            <a:endParaRPr lang="en-US" altLang="zh-CN" sz="2000" dirty="0">
              <a:solidFill>
                <a:schemeClr val="tx1">
                  <a:lumMod val="85000"/>
                  <a:lumOff val="15000"/>
                </a:schemeClr>
              </a:solidFill>
              <a:latin typeface="+mn-ea"/>
            </a:endParaRPr>
          </a:p>
          <a:p>
            <a:pPr lvl="2" indent="-360000" algn="just" latinLnBrk="1">
              <a:lnSpc>
                <a:spcPts val="2300"/>
              </a:lnSpc>
              <a:spcAft>
                <a:spcPts val="600"/>
              </a:spcAft>
              <a:buFont typeface="Wingdings" panose="05000000000000000000" pitchFamily="2" charset="2"/>
              <a:buChar char="Ø"/>
              <a:defRPr/>
            </a:pPr>
            <a:r>
              <a:rPr lang="zh-CN" altLang="en-US" sz="2000" dirty="0">
                <a:latin typeface="+mn-ea"/>
              </a:rPr>
              <a:t>青少年青春期提前，婚前性行为增多。</a:t>
            </a:r>
            <a:endParaRPr lang="en-US" altLang="zh-CN" sz="2000" dirty="0">
              <a:latin typeface="+mn-ea"/>
            </a:endParaRPr>
          </a:p>
          <a:p>
            <a:pPr lvl="2" indent="-360000" algn="just" latinLnBrk="1">
              <a:lnSpc>
                <a:spcPts val="2300"/>
              </a:lnSpc>
              <a:spcAft>
                <a:spcPts val="600"/>
              </a:spcAft>
              <a:buFont typeface="Wingdings" panose="05000000000000000000" pitchFamily="2" charset="2"/>
              <a:buChar char="Ø"/>
              <a:defRPr/>
            </a:pPr>
            <a:r>
              <a:rPr lang="zh-CN" altLang="en-US" sz="2000" dirty="0">
                <a:latin typeface="+mn-ea"/>
              </a:rPr>
              <a:t>非意愿妊娠、人工流产及性传播疾病感染率呈上升趋势。</a:t>
            </a:r>
            <a:endParaRPr lang="en-US" altLang="zh-CN" sz="2000" dirty="0">
              <a:latin typeface="+mn-ea"/>
            </a:endParaRPr>
          </a:p>
          <a:p>
            <a:pPr lvl="2" indent="-360000" algn="just" latinLnBrk="1">
              <a:lnSpc>
                <a:spcPts val="2300"/>
              </a:lnSpc>
              <a:spcAft>
                <a:spcPts val="600"/>
              </a:spcAft>
              <a:buFont typeface="Wingdings" panose="05000000000000000000" pitchFamily="2" charset="2"/>
              <a:buChar char="Ø"/>
              <a:defRPr/>
            </a:pPr>
            <a:r>
              <a:rPr lang="en-US" altLang="zh-CN" sz="2000" dirty="0">
                <a:latin typeface="+mn-ea"/>
              </a:rPr>
              <a:t>15-24</a:t>
            </a:r>
            <a:r>
              <a:rPr lang="zh-CN" altLang="en-US" sz="2000" dirty="0">
                <a:latin typeface="+mn-ea"/>
              </a:rPr>
              <a:t>岁青少年人群的</a:t>
            </a:r>
            <a:r>
              <a:rPr lang="en-US" altLang="zh-CN" sz="2000" dirty="0">
                <a:latin typeface="+mn-ea"/>
              </a:rPr>
              <a:t>HIV</a:t>
            </a:r>
            <a:r>
              <a:rPr lang="zh-CN" altLang="en-US" sz="2000" dirty="0">
                <a:latin typeface="+mn-ea"/>
              </a:rPr>
              <a:t>发病率在</a:t>
            </a:r>
            <a:r>
              <a:rPr lang="en-US" altLang="zh-CN" sz="2000" dirty="0">
                <a:latin typeface="+mn-ea"/>
              </a:rPr>
              <a:t>2008</a:t>
            </a:r>
            <a:r>
              <a:rPr lang="zh-CN" altLang="en-US" sz="2000" dirty="0">
                <a:latin typeface="+mn-ea"/>
              </a:rPr>
              <a:t>至</a:t>
            </a:r>
            <a:r>
              <a:rPr lang="en-US" altLang="zh-CN" sz="2000" dirty="0">
                <a:latin typeface="+mn-ea"/>
              </a:rPr>
              <a:t>2017</a:t>
            </a:r>
            <a:r>
              <a:rPr lang="zh-CN" altLang="en-US" sz="2000" dirty="0">
                <a:latin typeface="+mn-ea"/>
              </a:rPr>
              <a:t>年间增加了约五倍。</a:t>
            </a:r>
            <a:endParaRPr lang="en-US" altLang="zh-CN" sz="2000" dirty="0">
              <a:latin typeface="+mn-ea"/>
            </a:endParaRPr>
          </a:p>
          <a:p>
            <a:pPr marL="0" lvl="2" algn="just" latinLnBrk="1">
              <a:lnSpc>
                <a:spcPts val="2300"/>
              </a:lnSpc>
              <a:spcBef>
                <a:spcPts val="1800"/>
              </a:spcBef>
              <a:defRPr/>
            </a:pPr>
            <a:r>
              <a:rPr lang="en-US" altLang="zh-CN" sz="2000" b="1" dirty="0">
                <a:latin typeface="+mn-ea"/>
              </a:rPr>
              <a:t>	</a:t>
            </a:r>
            <a:r>
              <a:rPr lang="zh-CN" altLang="en-US" sz="2000" b="1" dirty="0">
                <a:latin typeface="+mn-ea"/>
              </a:rPr>
              <a:t>核心矛盾：</a:t>
            </a:r>
            <a:r>
              <a:rPr lang="zh-CN" altLang="en-US" sz="2000" dirty="0">
                <a:latin typeface="+mn-ea"/>
              </a:rPr>
              <a:t> </a:t>
            </a:r>
            <a:r>
              <a:rPr lang="zh-CN" altLang="en-US" sz="2000" b="1" dirty="0">
                <a:latin typeface="+mn-ea"/>
              </a:rPr>
              <a:t>日益严峻的健康问题</a:t>
            </a:r>
            <a:r>
              <a:rPr lang="zh-CN" altLang="en-US" sz="2000" dirty="0">
                <a:latin typeface="+mn-ea"/>
              </a:rPr>
              <a:t> </a:t>
            </a:r>
            <a:r>
              <a:rPr lang="en-US" altLang="zh-CN" sz="2000" dirty="0">
                <a:latin typeface="+mn-ea"/>
              </a:rPr>
              <a:t>vs </a:t>
            </a:r>
            <a:r>
              <a:rPr lang="zh-CN" altLang="en-US" sz="2000" b="1" dirty="0">
                <a:latin typeface="+mn-ea"/>
              </a:rPr>
              <a:t>亟待加强的健康教育</a:t>
            </a:r>
            <a:endParaRPr lang="en-US" altLang="zh-CN" sz="2000" dirty="0">
              <a:solidFill>
                <a:schemeClr val="tx1">
                  <a:lumMod val="85000"/>
                  <a:lumOff val="15000"/>
                </a:schemeClr>
              </a:solidFill>
              <a:latin typeface="+mn-ea"/>
            </a:endParaRPr>
          </a:p>
        </p:txBody>
      </p:sp>
      <p:grpSp>
        <p:nvGrpSpPr>
          <p:cNvPr id="9" name="组合 8">
            <a:extLst>
              <a:ext uri="{FF2B5EF4-FFF2-40B4-BE49-F238E27FC236}">
                <a16:creationId xmlns:a16="http://schemas.microsoft.com/office/drawing/2014/main" id="{F00A7A28-D1AD-4B56-A95B-8074EB7A8E88}"/>
              </a:ext>
            </a:extLst>
          </p:cNvPr>
          <p:cNvGrpSpPr/>
          <p:nvPr/>
        </p:nvGrpSpPr>
        <p:grpSpPr>
          <a:xfrm rot="10800000" flipH="1" flipV="1">
            <a:off x="10609380" y="1266221"/>
            <a:ext cx="744420" cy="685405"/>
            <a:chOff x="4175617" y="1897018"/>
            <a:chExt cx="1673027" cy="845333"/>
          </a:xfrm>
          <a:solidFill>
            <a:schemeClr val="bg1">
              <a:lumMod val="75000"/>
            </a:schemeClr>
          </a:solidFill>
        </p:grpSpPr>
        <p:sp>
          <p:nvSpPr>
            <p:cNvPr id="11" name="文本框 10">
              <a:extLst>
                <a:ext uri="{FF2B5EF4-FFF2-40B4-BE49-F238E27FC236}">
                  <a16:creationId xmlns:a16="http://schemas.microsoft.com/office/drawing/2014/main" id="{F66A7108-526C-4A06-A039-316129D55A33}"/>
                </a:ext>
              </a:extLst>
            </p:cNvPr>
            <p:cNvSpPr txBox="1"/>
            <p:nvPr/>
          </p:nvSpPr>
          <p:spPr>
            <a:xfrm>
              <a:off x="5025438" y="1897018"/>
              <a:ext cx="823206" cy="845333"/>
            </a:xfrm>
            <a:custGeom>
              <a:avLst/>
              <a:gdLst>
                <a:gd name="connsiteX0" fmla="*/ 58041 w 758147"/>
                <a:gd name="connsiteY0" fmla="*/ 0 h 1741200"/>
                <a:gd name="connsiteX1" fmla="*/ 758147 w 758147"/>
                <a:gd name="connsiteY1" fmla="*/ 0 h 1741200"/>
                <a:gd name="connsiteX2" fmla="*/ 758147 w 758147"/>
                <a:gd name="connsiteY2" fmla="*/ 598538 h 1741200"/>
                <a:gd name="connsiteX3" fmla="*/ 645694 w 758147"/>
                <a:gd name="connsiteY3" fmla="*/ 1298645 h 1741200"/>
                <a:gd name="connsiteX4" fmla="*/ 159610 w 758147"/>
                <a:gd name="connsiteY4" fmla="*/ 1741200 h 1741200"/>
                <a:gd name="connsiteX5" fmla="*/ 0 w 758147"/>
                <a:gd name="connsiteY5" fmla="*/ 1483647 h 1741200"/>
                <a:gd name="connsiteX6" fmla="*/ 292014 w 758147"/>
                <a:gd name="connsiteY6" fmla="*/ 1231536 h 1741200"/>
                <a:gd name="connsiteX7" fmla="*/ 399024 w 758147"/>
                <a:gd name="connsiteY7" fmla="*/ 758148 h 1741200"/>
                <a:gd name="connsiteX8" fmla="*/ 58041 w 758147"/>
                <a:gd name="connsiteY8" fmla="*/ 758148 h 1741200"/>
                <a:gd name="connsiteX9" fmla="*/ 58041 w 758147"/>
                <a:gd name="connsiteY9" fmla="*/ 0 h 174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8147" h="1741200">
                  <a:moveTo>
                    <a:pt x="58041" y="0"/>
                  </a:moveTo>
                  <a:lnTo>
                    <a:pt x="758147" y="0"/>
                  </a:lnTo>
                  <a:lnTo>
                    <a:pt x="758147" y="598538"/>
                  </a:lnTo>
                  <a:cubicBezTo>
                    <a:pt x="758147" y="922594"/>
                    <a:pt x="720663" y="1155964"/>
                    <a:pt x="645694" y="1298645"/>
                  </a:cubicBezTo>
                  <a:cubicBezTo>
                    <a:pt x="541706" y="1494530"/>
                    <a:pt x="379678" y="1642048"/>
                    <a:pt x="159610" y="1741200"/>
                  </a:cubicBezTo>
                  <a:lnTo>
                    <a:pt x="0" y="1483647"/>
                  </a:lnTo>
                  <a:cubicBezTo>
                    <a:pt x="130591" y="1430445"/>
                    <a:pt x="227928" y="1346407"/>
                    <a:pt x="292014" y="1231536"/>
                  </a:cubicBezTo>
                  <a:cubicBezTo>
                    <a:pt x="356099" y="1116666"/>
                    <a:pt x="391770" y="958870"/>
                    <a:pt x="399024" y="758148"/>
                  </a:cubicBezTo>
                  <a:lnTo>
                    <a:pt x="58041" y="758148"/>
                  </a:lnTo>
                  <a:lnTo>
                    <a:pt x="58041" y="0"/>
                  </a:ln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59500">
                <a:solidFill>
                  <a:schemeClr val="bg1">
                    <a:lumMod val="85000"/>
                  </a:schemeClr>
                </a:solidFill>
                <a:latin typeface="Arial" panose="020B0604020202020204" pitchFamily="34" charset="0"/>
                <a:cs typeface="Arial" panose="020B0604020202020204" pitchFamily="34" charset="0"/>
              </a:endParaRPr>
            </a:p>
          </p:txBody>
        </p:sp>
        <p:sp>
          <p:nvSpPr>
            <p:cNvPr id="12" name="文本框 11">
              <a:extLst>
                <a:ext uri="{FF2B5EF4-FFF2-40B4-BE49-F238E27FC236}">
                  <a16:creationId xmlns:a16="http://schemas.microsoft.com/office/drawing/2014/main" id="{0314C485-BB0A-4A78-BF7D-CD8F22FC7EF0}"/>
                </a:ext>
              </a:extLst>
            </p:cNvPr>
            <p:cNvSpPr txBox="1"/>
            <p:nvPr/>
          </p:nvSpPr>
          <p:spPr>
            <a:xfrm>
              <a:off x="4175617" y="1897018"/>
              <a:ext cx="823206" cy="845333"/>
            </a:xfrm>
            <a:custGeom>
              <a:avLst/>
              <a:gdLst>
                <a:gd name="connsiteX0" fmla="*/ 58040 w 758147"/>
                <a:gd name="connsiteY0" fmla="*/ 0 h 1741200"/>
                <a:gd name="connsiteX1" fmla="*/ 758147 w 758147"/>
                <a:gd name="connsiteY1" fmla="*/ 0 h 1741200"/>
                <a:gd name="connsiteX2" fmla="*/ 758147 w 758147"/>
                <a:gd name="connsiteY2" fmla="*/ 598538 h 1741200"/>
                <a:gd name="connsiteX3" fmla="*/ 645695 w 758147"/>
                <a:gd name="connsiteY3" fmla="*/ 1298645 h 1741200"/>
                <a:gd name="connsiteX4" fmla="*/ 159610 w 758147"/>
                <a:gd name="connsiteY4" fmla="*/ 1741200 h 1741200"/>
                <a:gd name="connsiteX5" fmla="*/ 0 w 758147"/>
                <a:gd name="connsiteY5" fmla="*/ 1483647 h 1741200"/>
                <a:gd name="connsiteX6" fmla="*/ 292014 w 758147"/>
                <a:gd name="connsiteY6" fmla="*/ 1231536 h 1741200"/>
                <a:gd name="connsiteX7" fmla="*/ 399025 w 758147"/>
                <a:gd name="connsiteY7" fmla="*/ 758148 h 1741200"/>
                <a:gd name="connsiteX8" fmla="*/ 58040 w 758147"/>
                <a:gd name="connsiteY8" fmla="*/ 758148 h 1741200"/>
                <a:gd name="connsiteX9" fmla="*/ 58040 w 758147"/>
                <a:gd name="connsiteY9" fmla="*/ 0 h 174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8147" h="1741200">
                  <a:moveTo>
                    <a:pt x="58040" y="0"/>
                  </a:moveTo>
                  <a:lnTo>
                    <a:pt x="758147" y="0"/>
                  </a:lnTo>
                  <a:lnTo>
                    <a:pt x="758147" y="598538"/>
                  </a:lnTo>
                  <a:cubicBezTo>
                    <a:pt x="758147" y="922594"/>
                    <a:pt x="720662" y="1155964"/>
                    <a:pt x="645695" y="1298645"/>
                  </a:cubicBezTo>
                  <a:cubicBezTo>
                    <a:pt x="541706" y="1494530"/>
                    <a:pt x="379678" y="1642048"/>
                    <a:pt x="159610" y="1741200"/>
                  </a:cubicBezTo>
                  <a:lnTo>
                    <a:pt x="0" y="1483647"/>
                  </a:lnTo>
                  <a:cubicBezTo>
                    <a:pt x="130590" y="1430445"/>
                    <a:pt x="227927" y="1346407"/>
                    <a:pt x="292014" y="1231536"/>
                  </a:cubicBezTo>
                  <a:cubicBezTo>
                    <a:pt x="356099" y="1116666"/>
                    <a:pt x="391770" y="958870"/>
                    <a:pt x="399025" y="758148"/>
                  </a:cubicBezTo>
                  <a:lnTo>
                    <a:pt x="58040" y="758148"/>
                  </a:lnTo>
                  <a:lnTo>
                    <a:pt x="58040" y="0"/>
                  </a:ln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59500">
                <a:solidFill>
                  <a:schemeClr val="bg1">
                    <a:lumMod val="85000"/>
                  </a:schemeClr>
                </a:solidFill>
                <a:latin typeface="Arial" panose="020B0604020202020204" pitchFamily="34" charset="0"/>
                <a:cs typeface="Arial" panose="020B0604020202020204" pitchFamily="34" charset="0"/>
              </a:endParaRPr>
            </a:p>
          </p:txBody>
        </p:sp>
      </p:grpSp>
      <p:graphicFrame>
        <p:nvGraphicFramePr>
          <p:cNvPr id="15" name="图示 14">
            <a:extLst>
              <a:ext uri="{FF2B5EF4-FFF2-40B4-BE49-F238E27FC236}">
                <a16:creationId xmlns:a16="http://schemas.microsoft.com/office/drawing/2014/main" id="{EC29F2DD-B1D0-ED72-AA56-B73F2D46A7AC}"/>
              </a:ext>
            </a:extLst>
          </p:cNvPr>
          <p:cNvGraphicFramePr/>
          <p:nvPr>
            <p:extLst>
              <p:ext uri="{D42A27DB-BD31-4B8C-83A1-F6EECF244321}">
                <p14:modId xmlns:p14="http://schemas.microsoft.com/office/powerpoint/2010/main" val="2726823268"/>
              </p:ext>
            </p:extLst>
          </p:nvPr>
        </p:nvGraphicFramePr>
        <p:xfrm>
          <a:off x="8107971" y="2117714"/>
          <a:ext cx="3841119" cy="37421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80264634"/>
      </p:ext>
    </p:extLst>
  </p:cSld>
  <p:clrMapOvr>
    <a:masterClrMapping/>
  </p:clrMapOvr>
  <p:transition>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EC9A68-3F23-A857-6C85-94D9823125BA}"/>
              </a:ext>
            </a:extLst>
          </p:cNvPr>
          <p:cNvSpPr>
            <a:spLocks noGrp="1"/>
          </p:cNvSpPr>
          <p:nvPr>
            <p:ph type="title"/>
          </p:nvPr>
        </p:nvSpPr>
        <p:spPr/>
        <p:txBody>
          <a:bodyPr/>
          <a:lstStyle/>
          <a:p>
            <a:r>
              <a:rPr lang="zh-CN" altLang="en-US" dirty="0"/>
              <a:t>研究背景 </a:t>
            </a:r>
            <a:r>
              <a:rPr lang="en-US" altLang="zh-CN" dirty="0"/>
              <a:t>- </a:t>
            </a:r>
            <a:r>
              <a:rPr lang="zh-CN" altLang="en-US" dirty="0"/>
              <a:t>传统教育的局限与新渠道的兴起</a:t>
            </a:r>
          </a:p>
        </p:txBody>
      </p:sp>
      <p:sp>
        <p:nvSpPr>
          <p:cNvPr id="3" name="日期占位符 2">
            <a:extLst>
              <a:ext uri="{FF2B5EF4-FFF2-40B4-BE49-F238E27FC236}">
                <a16:creationId xmlns:a16="http://schemas.microsoft.com/office/drawing/2014/main" id="{0D4C269D-9DBC-78E7-003A-66D924C2FB62}"/>
              </a:ext>
            </a:extLst>
          </p:cNvPr>
          <p:cNvSpPr>
            <a:spLocks noGrp="1"/>
          </p:cNvSpPr>
          <p:nvPr>
            <p:ph type="dt" sz="half" idx="10"/>
          </p:nvPr>
        </p:nvSpPr>
        <p:spPr/>
        <p:txBody>
          <a:bodyPr/>
          <a:lstStyle/>
          <a:p>
            <a:fld id="{4A181727-A34B-4640-B93E-0686B6355DC9}" type="datetime1">
              <a:rPr lang="zh-CN" altLang="en-US" smtClean="0"/>
              <a:t>2025/11/23</a:t>
            </a:fld>
            <a:endParaRPr lang="zh-CN" altLang="en-US" dirty="0"/>
          </a:p>
        </p:txBody>
      </p:sp>
      <p:sp>
        <p:nvSpPr>
          <p:cNvPr id="4" name="页脚占位符 3">
            <a:extLst>
              <a:ext uri="{FF2B5EF4-FFF2-40B4-BE49-F238E27FC236}">
                <a16:creationId xmlns:a16="http://schemas.microsoft.com/office/drawing/2014/main" id="{B67FD95E-C016-3F22-4F85-A87A54F74595}"/>
              </a:ext>
            </a:extLst>
          </p:cNvPr>
          <p:cNvSpPr>
            <a:spLocks noGrp="1"/>
          </p:cNvSpPr>
          <p:nvPr>
            <p:ph type="ftr" sz="quarter" idx="11"/>
          </p:nvPr>
        </p:nvSpPr>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547D493A-F236-5D58-EB53-75E82B57D8E6}"/>
              </a:ext>
            </a:extLst>
          </p:cNvPr>
          <p:cNvSpPr>
            <a:spLocks noGrp="1"/>
          </p:cNvSpPr>
          <p:nvPr>
            <p:ph type="sldNum" sz="quarter" idx="12"/>
          </p:nvPr>
        </p:nvSpPr>
        <p:spPr/>
        <p:txBody>
          <a:bodyPr/>
          <a:lstStyle/>
          <a:p>
            <a:fld id="{054335CC-B077-4EFF-BFF9-2EFEE3F838E2}" type="slidenum">
              <a:rPr lang="zh-CN" altLang="en-US" smtClean="0"/>
              <a:pPr/>
              <a:t>5</a:t>
            </a:fld>
            <a:endParaRPr lang="zh-CN" altLang="en-US" dirty="0"/>
          </a:p>
        </p:txBody>
      </p:sp>
      <p:sp>
        <p:nvSpPr>
          <p:cNvPr id="13" name="任意多边形: 形状 12">
            <a:extLst>
              <a:ext uri="{FF2B5EF4-FFF2-40B4-BE49-F238E27FC236}">
                <a16:creationId xmlns:a16="http://schemas.microsoft.com/office/drawing/2014/main" id="{1CDCFE03-774E-6D2C-5132-9A996E38A53C}"/>
              </a:ext>
            </a:extLst>
          </p:cNvPr>
          <p:cNvSpPr/>
          <p:nvPr/>
        </p:nvSpPr>
        <p:spPr>
          <a:xfrm>
            <a:off x="146771" y="1465823"/>
            <a:ext cx="11825489" cy="1738316"/>
          </a:xfrm>
          <a:custGeom>
            <a:avLst/>
            <a:gdLst>
              <a:gd name="connsiteX0" fmla="*/ 0 w 8597900"/>
              <a:gd name="connsiteY0" fmla="*/ 0 h 1122975"/>
              <a:gd name="connsiteX1" fmla="*/ 8597900 w 8597900"/>
              <a:gd name="connsiteY1" fmla="*/ 0 h 1122975"/>
              <a:gd name="connsiteX2" fmla="*/ 8597900 w 8597900"/>
              <a:gd name="connsiteY2" fmla="*/ 1122975 h 1122975"/>
              <a:gd name="connsiteX3" fmla="*/ 0 w 8597900"/>
              <a:gd name="connsiteY3" fmla="*/ 1122975 h 1122975"/>
              <a:gd name="connsiteX4" fmla="*/ 0 w 8597900"/>
              <a:gd name="connsiteY4" fmla="*/ 0 h 1122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97900" h="1122975">
                <a:moveTo>
                  <a:pt x="0" y="0"/>
                </a:moveTo>
                <a:lnTo>
                  <a:pt x="8597900" y="0"/>
                </a:lnTo>
                <a:lnTo>
                  <a:pt x="8597900" y="1122975"/>
                </a:lnTo>
                <a:lnTo>
                  <a:pt x="0" y="1122975"/>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67293" tIns="479044" rIns="667293" bIns="163576" numCol="1" spcCol="1270" anchor="t" anchorCtr="0">
            <a:noAutofit/>
          </a:bodyPr>
          <a:lstStyle/>
          <a:p>
            <a:pPr marL="288000" lvl="1" indent="-288000" defTabSz="1022350">
              <a:lnSpc>
                <a:spcPts val="2800"/>
              </a:lnSpc>
              <a:spcBef>
                <a:spcPct val="0"/>
              </a:spcBef>
              <a:buFont typeface="Arial" panose="020B0604020202020204" pitchFamily="34" charset="0"/>
              <a:buChar char="•"/>
            </a:pPr>
            <a:r>
              <a:rPr lang="zh-CN" altLang="en-US" sz="2000" kern="1200" dirty="0">
                <a:latin typeface="+mn-ea"/>
              </a:rPr>
              <a:t>文化敏感性：受传统观念影响，学校教育对</a:t>
            </a:r>
            <a:r>
              <a:rPr lang="zh-CN" altLang="en-US" sz="2000" dirty="0">
                <a:latin typeface="+mn-ea"/>
              </a:rPr>
              <a:t>生殖健康话题</a:t>
            </a:r>
            <a:r>
              <a:rPr lang="zh-CN" altLang="en-US" sz="2000" kern="1200" dirty="0">
                <a:latin typeface="+mn-ea"/>
              </a:rPr>
              <a:t>常避而不谈。</a:t>
            </a:r>
            <a:endParaRPr lang="en-US" altLang="zh-CN" sz="2000" kern="1200" dirty="0">
              <a:latin typeface="+mn-ea"/>
            </a:endParaRPr>
          </a:p>
          <a:p>
            <a:pPr marL="288000" lvl="1" indent="-288000" algn="l" defTabSz="1022350">
              <a:lnSpc>
                <a:spcPts val="2800"/>
              </a:lnSpc>
              <a:spcBef>
                <a:spcPct val="0"/>
              </a:spcBef>
              <a:buFont typeface="Arial" panose="020B0604020202020204" pitchFamily="34" charset="0"/>
              <a:buChar char="•"/>
            </a:pPr>
            <a:r>
              <a:rPr lang="zh-CN" altLang="en-US" sz="2000" kern="1200" dirty="0">
                <a:latin typeface="+mn-ea"/>
              </a:rPr>
              <a:t>覆盖面不足：课程体系不完善，存在显著的知识缺口。</a:t>
            </a:r>
            <a:endParaRPr lang="en-US" altLang="zh-CN" sz="2000" kern="1200" dirty="0">
              <a:latin typeface="+mn-ea"/>
            </a:endParaRPr>
          </a:p>
          <a:p>
            <a:pPr marL="288000" lvl="1" indent="-288000" algn="l" defTabSz="1022350">
              <a:lnSpc>
                <a:spcPts val="2800"/>
              </a:lnSpc>
              <a:spcBef>
                <a:spcPct val="0"/>
              </a:spcBef>
              <a:buFont typeface="Arial" panose="020B0604020202020204" pitchFamily="34" charset="0"/>
              <a:buChar char="•"/>
            </a:pPr>
            <a:r>
              <a:rPr lang="zh-CN" altLang="en-US" sz="2000" kern="1200" dirty="0">
                <a:latin typeface="+mn-ea"/>
              </a:rPr>
              <a:t>效果不佳：全国调查显示，青少年生殖健康知识及格率普遍偏低。</a:t>
            </a:r>
          </a:p>
        </p:txBody>
      </p:sp>
      <p:sp>
        <p:nvSpPr>
          <p:cNvPr id="14" name="任意多边形: 形状 13">
            <a:extLst>
              <a:ext uri="{FF2B5EF4-FFF2-40B4-BE49-F238E27FC236}">
                <a16:creationId xmlns:a16="http://schemas.microsoft.com/office/drawing/2014/main" id="{A532D225-5B98-11C3-E746-E24B29130584}"/>
              </a:ext>
            </a:extLst>
          </p:cNvPr>
          <p:cNvSpPr/>
          <p:nvPr/>
        </p:nvSpPr>
        <p:spPr>
          <a:xfrm>
            <a:off x="455428" y="1167390"/>
            <a:ext cx="6007191" cy="579600"/>
          </a:xfrm>
          <a:custGeom>
            <a:avLst/>
            <a:gdLst>
              <a:gd name="connsiteX0" fmla="*/ 0 w 6018530"/>
              <a:gd name="connsiteY0" fmla="*/ 113162 h 678960"/>
              <a:gd name="connsiteX1" fmla="*/ 113162 w 6018530"/>
              <a:gd name="connsiteY1" fmla="*/ 0 h 678960"/>
              <a:gd name="connsiteX2" fmla="*/ 5905368 w 6018530"/>
              <a:gd name="connsiteY2" fmla="*/ 0 h 678960"/>
              <a:gd name="connsiteX3" fmla="*/ 6018530 w 6018530"/>
              <a:gd name="connsiteY3" fmla="*/ 113162 h 678960"/>
              <a:gd name="connsiteX4" fmla="*/ 6018530 w 6018530"/>
              <a:gd name="connsiteY4" fmla="*/ 565798 h 678960"/>
              <a:gd name="connsiteX5" fmla="*/ 5905368 w 6018530"/>
              <a:gd name="connsiteY5" fmla="*/ 678960 h 678960"/>
              <a:gd name="connsiteX6" fmla="*/ 113162 w 6018530"/>
              <a:gd name="connsiteY6" fmla="*/ 678960 h 678960"/>
              <a:gd name="connsiteX7" fmla="*/ 0 w 6018530"/>
              <a:gd name="connsiteY7" fmla="*/ 565798 h 678960"/>
              <a:gd name="connsiteX8" fmla="*/ 0 w 6018530"/>
              <a:gd name="connsiteY8" fmla="*/ 113162 h 67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8530" h="678960">
                <a:moveTo>
                  <a:pt x="0" y="113162"/>
                </a:moveTo>
                <a:cubicBezTo>
                  <a:pt x="0" y="50664"/>
                  <a:pt x="50664" y="0"/>
                  <a:pt x="113162" y="0"/>
                </a:cubicBezTo>
                <a:lnTo>
                  <a:pt x="5905368" y="0"/>
                </a:lnTo>
                <a:cubicBezTo>
                  <a:pt x="5967866" y="0"/>
                  <a:pt x="6018530" y="50664"/>
                  <a:pt x="6018530" y="113162"/>
                </a:cubicBezTo>
                <a:lnTo>
                  <a:pt x="6018530" y="565798"/>
                </a:lnTo>
                <a:cubicBezTo>
                  <a:pt x="6018530" y="628296"/>
                  <a:pt x="5967866" y="678960"/>
                  <a:pt x="5905368" y="678960"/>
                </a:cubicBezTo>
                <a:lnTo>
                  <a:pt x="113162" y="678960"/>
                </a:lnTo>
                <a:cubicBezTo>
                  <a:pt x="50664" y="678960"/>
                  <a:pt x="0" y="628296"/>
                  <a:pt x="0" y="565798"/>
                </a:cubicBezTo>
                <a:lnTo>
                  <a:pt x="0" y="11316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0630" tIns="33144" rIns="260630" bIns="33144" numCol="1" spcCol="1270" anchor="ctr" anchorCtr="0">
            <a:noAutofit/>
          </a:bodyPr>
          <a:lstStyle/>
          <a:p>
            <a:pPr marL="0" lvl="0" indent="0" algn="l" defTabSz="1066800">
              <a:lnSpc>
                <a:spcPct val="90000"/>
              </a:lnSpc>
              <a:spcBef>
                <a:spcPct val="0"/>
              </a:spcBef>
              <a:spcAft>
                <a:spcPct val="35000"/>
              </a:spcAft>
              <a:buNone/>
            </a:pPr>
            <a:r>
              <a:rPr lang="zh-CN" altLang="en-US" sz="2400" kern="1200" dirty="0">
                <a:latin typeface="华文中宋" panose="02010600040101010101" pitchFamily="2" charset="-122"/>
                <a:ea typeface="华文中宋" panose="02010600040101010101" pitchFamily="2" charset="-122"/>
              </a:rPr>
              <a:t>传统教育的困境</a:t>
            </a:r>
          </a:p>
        </p:txBody>
      </p:sp>
      <p:sp>
        <p:nvSpPr>
          <p:cNvPr id="20" name="任意多边形: 形状 19">
            <a:extLst>
              <a:ext uri="{FF2B5EF4-FFF2-40B4-BE49-F238E27FC236}">
                <a16:creationId xmlns:a16="http://schemas.microsoft.com/office/drawing/2014/main" id="{38EC4077-96F5-7266-878A-69D4921AAF14}"/>
              </a:ext>
            </a:extLst>
          </p:cNvPr>
          <p:cNvSpPr/>
          <p:nvPr/>
        </p:nvSpPr>
        <p:spPr>
          <a:xfrm>
            <a:off x="146771" y="3711484"/>
            <a:ext cx="11825490" cy="2763744"/>
          </a:xfrm>
          <a:custGeom>
            <a:avLst/>
            <a:gdLst>
              <a:gd name="connsiteX0" fmla="*/ 0 w 8597900"/>
              <a:gd name="connsiteY0" fmla="*/ 0 h 1122975"/>
              <a:gd name="connsiteX1" fmla="*/ 8597900 w 8597900"/>
              <a:gd name="connsiteY1" fmla="*/ 0 h 1122975"/>
              <a:gd name="connsiteX2" fmla="*/ 8597900 w 8597900"/>
              <a:gd name="connsiteY2" fmla="*/ 1122975 h 1122975"/>
              <a:gd name="connsiteX3" fmla="*/ 0 w 8597900"/>
              <a:gd name="connsiteY3" fmla="*/ 1122975 h 1122975"/>
              <a:gd name="connsiteX4" fmla="*/ 0 w 8597900"/>
              <a:gd name="connsiteY4" fmla="*/ 0 h 1122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97900" h="1122975">
                <a:moveTo>
                  <a:pt x="0" y="0"/>
                </a:moveTo>
                <a:lnTo>
                  <a:pt x="8597900" y="0"/>
                </a:lnTo>
                <a:lnTo>
                  <a:pt x="8597900" y="1122975"/>
                </a:lnTo>
                <a:lnTo>
                  <a:pt x="0" y="1122975"/>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67293" tIns="479044" rIns="667293" bIns="163576" numCol="1" spcCol="1270" anchor="t" anchorCtr="0">
            <a:noAutofit/>
          </a:bodyPr>
          <a:lstStyle/>
          <a:p>
            <a:pPr marL="288000" lvl="1" indent="-288000" algn="just" defTabSz="1022350">
              <a:lnSpc>
                <a:spcPts val="2600"/>
              </a:lnSpc>
              <a:spcBef>
                <a:spcPct val="0"/>
              </a:spcBef>
              <a:spcAft>
                <a:spcPct val="15000"/>
              </a:spcAft>
              <a:buFont typeface="Arial" panose="020B0604020202020204" pitchFamily="34" charset="0"/>
              <a:buChar char="•"/>
            </a:pPr>
            <a:r>
              <a:rPr lang="en-US" altLang="zh-CN" sz="2000" dirty="0">
                <a:latin typeface="微软雅黑" panose="020B0503020204020204" pitchFamily="34" charset="-122"/>
                <a:ea typeface="微软雅黑" panose="020B0503020204020204" pitchFamily="34" charset="-122"/>
              </a:rPr>
              <a:t>Z</a:t>
            </a:r>
            <a:r>
              <a:rPr lang="zh-CN" altLang="en-US" sz="2000" dirty="0">
                <a:latin typeface="微软雅黑" panose="020B0503020204020204" pitchFamily="34" charset="-122"/>
                <a:ea typeface="微软雅黑" panose="020B0503020204020204" pitchFamily="34" charset="-122"/>
              </a:rPr>
              <a:t>世代的信息新入口：</a:t>
            </a:r>
            <a:r>
              <a:rPr lang="en-US" altLang="zh-CN" sz="2000" dirty="0" err="1">
                <a:latin typeface="微软雅黑" panose="020B0503020204020204" pitchFamily="34" charset="-122"/>
                <a:ea typeface="微软雅黑" panose="020B0503020204020204" pitchFamily="34" charset="-122"/>
              </a:rPr>
              <a:t>Bilibili</a:t>
            </a:r>
            <a:r>
              <a:rPr lang="en-US" altLang="zh-CN" sz="2000" dirty="0">
                <a:latin typeface="微软雅黑" panose="020B0503020204020204" pitchFamily="34" charset="-122"/>
                <a:ea typeface="微软雅黑" panose="020B0503020204020204" pitchFamily="34" charset="-122"/>
              </a:rPr>
              <a:t> (B</a:t>
            </a:r>
            <a:r>
              <a:rPr lang="zh-CN" altLang="en-US" sz="2000" dirty="0">
                <a:latin typeface="微软雅黑" panose="020B0503020204020204" pitchFamily="34" charset="-122"/>
                <a:ea typeface="微软雅黑" panose="020B0503020204020204" pitchFamily="34" charset="-122"/>
              </a:rPr>
              <a:t>站</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 等社交媒体平台因其匿名性、便捷性，成为青少年探寻敏感话题的首选渠道。</a:t>
            </a:r>
            <a:endParaRPr lang="en-US" altLang="zh-CN" sz="2000" dirty="0">
              <a:latin typeface="微软雅黑" panose="020B0503020204020204" pitchFamily="34" charset="-122"/>
              <a:ea typeface="微软雅黑" panose="020B0503020204020204" pitchFamily="34" charset="-122"/>
            </a:endParaRPr>
          </a:p>
          <a:p>
            <a:pPr marL="288000" lvl="1" indent="-288000" algn="just" defTabSz="1022350">
              <a:lnSpc>
                <a:spcPts val="2600"/>
              </a:lnSpc>
              <a:spcBef>
                <a:spcPct val="0"/>
              </a:spcBef>
              <a:spcAft>
                <a:spcPts val="1400"/>
              </a:spcAf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天然的“问题语料库”：海量、真实的评论和弹幕，构成了自发的“问答社区”，反映了青少年最真实的困惑与诉求。</a:t>
            </a:r>
            <a:endParaRPr lang="en-US" altLang="zh-CN" sz="2000" dirty="0">
              <a:latin typeface="微软雅黑" panose="020B0503020204020204" pitchFamily="34" charset="-122"/>
              <a:ea typeface="微软雅黑" panose="020B0503020204020204" pitchFamily="34" charset="-122"/>
            </a:endParaRPr>
          </a:p>
          <a:p>
            <a:pPr marL="0" lvl="1" algn="just" defTabSz="1022350">
              <a:lnSpc>
                <a:spcPts val="2600"/>
              </a:lnSpc>
              <a:spcBef>
                <a:spcPct val="0"/>
              </a:spcBef>
              <a:spcAft>
                <a:spcPct val="15000"/>
              </a:spcAft>
            </a:pPr>
            <a:r>
              <a:rPr lang="zh-CN" altLang="en-US" sz="2000" b="1" dirty="0">
                <a:latin typeface="微软雅黑" panose="020B0503020204020204" pitchFamily="34" charset="-122"/>
                <a:ea typeface="微软雅黑" panose="020B0503020204020204" pitchFamily="34" charset="-122"/>
              </a:rPr>
              <a:t>核心挑战</a:t>
            </a:r>
            <a:r>
              <a:rPr lang="zh-CN" altLang="en-US" sz="2000" dirty="0">
                <a:latin typeface="微软雅黑" panose="020B0503020204020204" pitchFamily="34" charset="-122"/>
                <a:ea typeface="微软雅黑" panose="020B0503020204020204" pitchFamily="34" charset="-122"/>
              </a:rPr>
              <a:t>：用户生成内容 </a:t>
            </a:r>
            <a:r>
              <a:rPr lang="en-US" altLang="zh-CN" dirty="0">
                <a:latin typeface="微软雅黑" panose="020B0503020204020204" pitchFamily="34" charset="-122"/>
                <a:ea typeface="微软雅黑" panose="020B0503020204020204" pitchFamily="34" charset="-122"/>
              </a:rPr>
              <a: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User-Generated Content, UGC</a:t>
            </a:r>
            <a:r>
              <a:rPr lang="en-US" altLang="zh-CN"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质量参差不齐，充斥着大量信息。如何从海量、非结构化的文本中挖掘价值，并转化为科学、规范的知识资源，成为关键。</a:t>
            </a:r>
          </a:p>
        </p:txBody>
      </p:sp>
      <p:sp>
        <p:nvSpPr>
          <p:cNvPr id="21" name="任意多边形: 形状 20">
            <a:extLst>
              <a:ext uri="{FF2B5EF4-FFF2-40B4-BE49-F238E27FC236}">
                <a16:creationId xmlns:a16="http://schemas.microsoft.com/office/drawing/2014/main" id="{E4FD4AED-AE53-EB6C-5DF0-88D117E1498C}"/>
              </a:ext>
            </a:extLst>
          </p:cNvPr>
          <p:cNvSpPr/>
          <p:nvPr/>
        </p:nvSpPr>
        <p:spPr>
          <a:xfrm>
            <a:off x="455429" y="3413051"/>
            <a:ext cx="6007191" cy="579600"/>
          </a:xfrm>
          <a:custGeom>
            <a:avLst/>
            <a:gdLst>
              <a:gd name="connsiteX0" fmla="*/ 0 w 6018530"/>
              <a:gd name="connsiteY0" fmla="*/ 113162 h 678960"/>
              <a:gd name="connsiteX1" fmla="*/ 113162 w 6018530"/>
              <a:gd name="connsiteY1" fmla="*/ 0 h 678960"/>
              <a:gd name="connsiteX2" fmla="*/ 5905368 w 6018530"/>
              <a:gd name="connsiteY2" fmla="*/ 0 h 678960"/>
              <a:gd name="connsiteX3" fmla="*/ 6018530 w 6018530"/>
              <a:gd name="connsiteY3" fmla="*/ 113162 h 678960"/>
              <a:gd name="connsiteX4" fmla="*/ 6018530 w 6018530"/>
              <a:gd name="connsiteY4" fmla="*/ 565798 h 678960"/>
              <a:gd name="connsiteX5" fmla="*/ 5905368 w 6018530"/>
              <a:gd name="connsiteY5" fmla="*/ 678960 h 678960"/>
              <a:gd name="connsiteX6" fmla="*/ 113162 w 6018530"/>
              <a:gd name="connsiteY6" fmla="*/ 678960 h 678960"/>
              <a:gd name="connsiteX7" fmla="*/ 0 w 6018530"/>
              <a:gd name="connsiteY7" fmla="*/ 565798 h 678960"/>
              <a:gd name="connsiteX8" fmla="*/ 0 w 6018530"/>
              <a:gd name="connsiteY8" fmla="*/ 113162 h 67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8530" h="678960">
                <a:moveTo>
                  <a:pt x="0" y="113162"/>
                </a:moveTo>
                <a:cubicBezTo>
                  <a:pt x="0" y="50664"/>
                  <a:pt x="50664" y="0"/>
                  <a:pt x="113162" y="0"/>
                </a:cubicBezTo>
                <a:lnTo>
                  <a:pt x="5905368" y="0"/>
                </a:lnTo>
                <a:cubicBezTo>
                  <a:pt x="5967866" y="0"/>
                  <a:pt x="6018530" y="50664"/>
                  <a:pt x="6018530" y="113162"/>
                </a:cubicBezTo>
                <a:lnTo>
                  <a:pt x="6018530" y="565798"/>
                </a:lnTo>
                <a:cubicBezTo>
                  <a:pt x="6018530" y="628296"/>
                  <a:pt x="5967866" y="678960"/>
                  <a:pt x="5905368" y="678960"/>
                </a:cubicBezTo>
                <a:lnTo>
                  <a:pt x="113162" y="678960"/>
                </a:lnTo>
                <a:cubicBezTo>
                  <a:pt x="50664" y="678960"/>
                  <a:pt x="0" y="628296"/>
                  <a:pt x="0" y="565798"/>
                </a:cubicBezTo>
                <a:lnTo>
                  <a:pt x="0" y="11316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0630" tIns="33144" rIns="260630" bIns="33144" numCol="1" spcCol="1270" anchor="ctr" anchorCtr="0">
            <a:noAutofit/>
          </a:bodyPr>
          <a:lstStyle/>
          <a:p>
            <a:pPr marL="0" lvl="0" indent="0" algn="l" defTabSz="1066800">
              <a:lnSpc>
                <a:spcPct val="90000"/>
              </a:lnSpc>
              <a:spcBef>
                <a:spcPct val="0"/>
              </a:spcBef>
              <a:spcAft>
                <a:spcPct val="35000"/>
              </a:spcAft>
              <a:buNone/>
            </a:pPr>
            <a:r>
              <a:rPr lang="zh-CN" altLang="en-US" sz="2400" dirty="0">
                <a:latin typeface="华文中宋" panose="02010600040101010101" pitchFamily="2" charset="-122"/>
                <a:ea typeface="华文中宋" panose="02010600040101010101" pitchFamily="2" charset="-122"/>
              </a:rPr>
              <a:t>社交媒体的机遇</a:t>
            </a:r>
            <a:endParaRPr lang="zh-CN" altLang="en-US" sz="2400" kern="1200" dirty="0">
              <a:latin typeface="华文中宋" panose="02010600040101010101" pitchFamily="2" charset="-122"/>
              <a:ea typeface="华文中宋" panose="02010600040101010101" pitchFamily="2" charset="-122"/>
            </a:endParaRPr>
          </a:p>
        </p:txBody>
      </p:sp>
      <p:sp>
        <p:nvSpPr>
          <p:cNvPr id="24" name="文本占位符 16">
            <a:extLst>
              <a:ext uri="{FF2B5EF4-FFF2-40B4-BE49-F238E27FC236}">
                <a16:creationId xmlns:a16="http://schemas.microsoft.com/office/drawing/2014/main" id="{80EEA9EA-5E80-D260-F506-D8FEDB53E63E}"/>
              </a:ext>
            </a:extLst>
          </p:cNvPr>
          <p:cNvSpPr>
            <a:spLocks noGrp="1"/>
          </p:cNvSpPr>
          <p:nvPr>
            <p:ph type="body" sz="quarter" idx="13"/>
          </p:nvPr>
        </p:nvSpPr>
        <p:spPr>
          <a:xfrm>
            <a:off x="4038600" y="-7938"/>
            <a:ext cx="4114800" cy="217488"/>
          </a:xfrm>
        </p:spPr>
        <p:txBody>
          <a:bodyPr/>
          <a:lstStyle/>
          <a:p>
            <a:r>
              <a:rPr lang="zh-CN" altLang="en-US" dirty="0"/>
              <a:t>课题概述</a:t>
            </a:r>
          </a:p>
        </p:txBody>
      </p:sp>
    </p:spTree>
    <p:extLst>
      <p:ext uri="{BB962C8B-B14F-4D97-AF65-F5344CB8AC3E}">
        <p14:creationId xmlns:p14="http://schemas.microsoft.com/office/powerpoint/2010/main" val="3093219217"/>
      </p:ext>
    </p:extLst>
  </p:cSld>
  <p:clrMapOvr>
    <a:masterClrMapping/>
  </p:clrMapOvr>
  <p:transition>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AB573-953D-DE8B-EB35-EC9A70DBE57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FE40093-4C0C-645D-1332-67C2030F3456}"/>
              </a:ext>
            </a:extLst>
          </p:cNvPr>
          <p:cNvSpPr>
            <a:spLocks noGrp="1"/>
          </p:cNvSpPr>
          <p:nvPr>
            <p:ph type="title"/>
          </p:nvPr>
        </p:nvSpPr>
        <p:spPr>
          <a:xfrm>
            <a:off x="690364" y="310997"/>
            <a:ext cx="10858500" cy="825807"/>
          </a:xfrm>
        </p:spPr>
        <p:txBody>
          <a:bodyPr/>
          <a:lstStyle/>
          <a:p>
            <a:r>
              <a:rPr lang="zh-CN" altLang="en-US" dirty="0"/>
              <a:t>研究意义 </a:t>
            </a:r>
            <a:r>
              <a:rPr lang="en-US" altLang="zh-CN" dirty="0"/>
              <a:t>- </a:t>
            </a:r>
            <a:r>
              <a:rPr lang="zh-CN" altLang="en-US" dirty="0"/>
              <a:t>从“真实需求”到“智能服务”</a:t>
            </a:r>
          </a:p>
        </p:txBody>
      </p:sp>
      <p:sp>
        <p:nvSpPr>
          <p:cNvPr id="3" name="日期占位符 2">
            <a:extLst>
              <a:ext uri="{FF2B5EF4-FFF2-40B4-BE49-F238E27FC236}">
                <a16:creationId xmlns:a16="http://schemas.microsoft.com/office/drawing/2014/main" id="{D899937B-DF3A-A038-EB75-B65332EF4101}"/>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2025/11/23</a:t>
            </a:fld>
            <a:endParaRPr lang="zh-CN" altLang="en-US" dirty="0"/>
          </a:p>
        </p:txBody>
      </p:sp>
      <p:sp>
        <p:nvSpPr>
          <p:cNvPr id="4" name="页脚占位符 3">
            <a:extLst>
              <a:ext uri="{FF2B5EF4-FFF2-40B4-BE49-F238E27FC236}">
                <a16:creationId xmlns:a16="http://schemas.microsoft.com/office/drawing/2014/main" id="{7DF11DDB-1EEE-9204-4980-FB923A7C18AC}"/>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9F01B778-EC48-5955-8BC8-DA5961D22D0D}"/>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6</a:t>
            </a:fld>
            <a:endParaRPr lang="zh-CN" altLang="en-US" dirty="0"/>
          </a:p>
        </p:txBody>
      </p:sp>
      <p:sp>
        <p:nvSpPr>
          <p:cNvPr id="17" name="文本占位符 16">
            <a:extLst>
              <a:ext uri="{FF2B5EF4-FFF2-40B4-BE49-F238E27FC236}">
                <a16:creationId xmlns:a16="http://schemas.microsoft.com/office/drawing/2014/main" id="{9A4D8B8E-B995-BFA8-53DB-D1182E9E89B0}"/>
              </a:ext>
            </a:extLst>
          </p:cNvPr>
          <p:cNvSpPr>
            <a:spLocks noGrp="1"/>
          </p:cNvSpPr>
          <p:nvPr>
            <p:ph type="body" sz="quarter" idx="13"/>
          </p:nvPr>
        </p:nvSpPr>
        <p:spPr/>
        <p:txBody>
          <a:bodyPr/>
          <a:lstStyle/>
          <a:p>
            <a:r>
              <a:rPr lang="zh-CN" altLang="en-US" dirty="0"/>
              <a:t>课题概述</a:t>
            </a:r>
          </a:p>
        </p:txBody>
      </p:sp>
      <p:graphicFrame>
        <p:nvGraphicFramePr>
          <p:cNvPr id="9" name="图示 8">
            <a:extLst>
              <a:ext uri="{FF2B5EF4-FFF2-40B4-BE49-F238E27FC236}">
                <a16:creationId xmlns:a16="http://schemas.microsoft.com/office/drawing/2014/main" id="{8264D606-1444-C356-A80F-8B9374503788}"/>
              </a:ext>
            </a:extLst>
          </p:cNvPr>
          <p:cNvGraphicFramePr/>
          <p:nvPr>
            <p:extLst>
              <p:ext uri="{D42A27DB-BD31-4B8C-83A1-F6EECF244321}">
                <p14:modId xmlns:p14="http://schemas.microsoft.com/office/powerpoint/2010/main" val="1599650190"/>
              </p:ext>
            </p:extLst>
          </p:nvPr>
        </p:nvGraphicFramePr>
        <p:xfrm>
          <a:off x="242230" y="1334745"/>
          <a:ext cx="11707540" cy="48779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78605653"/>
      </p:ext>
    </p:extLst>
  </p:cSld>
  <p:clrMapOvr>
    <a:masterClrMapping/>
  </p:clrMapOvr>
  <p:transition>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83B7B-78A2-9707-0D3E-ED9F9AD22F3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DDFBAC1-D93E-35F1-58B5-13F496CED5D9}"/>
              </a:ext>
            </a:extLst>
          </p:cNvPr>
          <p:cNvSpPr>
            <a:spLocks noGrp="1"/>
          </p:cNvSpPr>
          <p:nvPr>
            <p:ph type="title"/>
          </p:nvPr>
        </p:nvSpPr>
        <p:spPr>
          <a:xfrm>
            <a:off x="690364" y="310997"/>
            <a:ext cx="10858500" cy="825807"/>
          </a:xfrm>
        </p:spPr>
        <p:txBody>
          <a:bodyPr/>
          <a:lstStyle/>
          <a:p>
            <a:r>
              <a:rPr lang="zh-CN" altLang="en-US" dirty="0"/>
              <a:t>研究空白与本研究切入点</a:t>
            </a:r>
          </a:p>
        </p:txBody>
      </p:sp>
      <p:sp>
        <p:nvSpPr>
          <p:cNvPr id="3" name="日期占位符 2">
            <a:extLst>
              <a:ext uri="{FF2B5EF4-FFF2-40B4-BE49-F238E27FC236}">
                <a16:creationId xmlns:a16="http://schemas.microsoft.com/office/drawing/2014/main" id="{CEDEDC09-F30C-8990-4418-D9523DEA2176}"/>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2025/11/23</a:t>
            </a:fld>
            <a:endParaRPr lang="zh-CN" altLang="en-US" dirty="0"/>
          </a:p>
        </p:txBody>
      </p:sp>
      <p:sp>
        <p:nvSpPr>
          <p:cNvPr id="4" name="页脚占位符 3">
            <a:extLst>
              <a:ext uri="{FF2B5EF4-FFF2-40B4-BE49-F238E27FC236}">
                <a16:creationId xmlns:a16="http://schemas.microsoft.com/office/drawing/2014/main" id="{D10B81D6-2245-4DAD-2C9A-FE49931190E1}"/>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ACEC4600-D151-75AE-4C23-88EB3DC6C54D}"/>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7</a:t>
            </a:fld>
            <a:endParaRPr lang="zh-CN" altLang="en-US"/>
          </a:p>
        </p:txBody>
      </p:sp>
      <p:sp>
        <p:nvSpPr>
          <p:cNvPr id="17" name="文本占位符 16">
            <a:extLst>
              <a:ext uri="{FF2B5EF4-FFF2-40B4-BE49-F238E27FC236}">
                <a16:creationId xmlns:a16="http://schemas.microsoft.com/office/drawing/2014/main" id="{88CE6900-9169-5FEB-40AF-4DF0A1FCE3A0}"/>
              </a:ext>
            </a:extLst>
          </p:cNvPr>
          <p:cNvSpPr>
            <a:spLocks noGrp="1"/>
          </p:cNvSpPr>
          <p:nvPr>
            <p:ph type="body" sz="quarter" idx="13"/>
          </p:nvPr>
        </p:nvSpPr>
        <p:spPr/>
        <p:txBody>
          <a:bodyPr/>
          <a:lstStyle/>
          <a:p>
            <a:r>
              <a:rPr lang="zh-CN" altLang="en-US" dirty="0"/>
              <a:t>课题概述</a:t>
            </a:r>
          </a:p>
        </p:txBody>
      </p:sp>
      <p:graphicFrame>
        <p:nvGraphicFramePr>
          <p:cNvPr id="6" name="图示 5">
            <a:extLst>
              <a:ext uri="{FF2B5EF4-FFF2-40B4-BE49-F238E27FC236}">
                <a16:creationId xmlns:a16="http://schemas.microsoft.com/office/drawing/2014/main" id="{C3C5BFF4-CEFA-04BC-65A9-E1620DE7D722}"/>
              </a:ext>
            </a:extLst>
          </p:cNvPr>
          <p:cNvGraphicFramePr/>
          <p:nvPr>
            <p:extLst>
              <p:ext uri="{D42A27DB-BD31-4B8C-83A1-F6EECF244321}">
                <p14:modId xmlns:p14="http://schemas.microsoft.com/office/powerpoint/2010/main" val="2716033896"/>
              </p:ext>
            </p:extLst>
          </p:nvPr>
        </p:nvGraphicFramePr>
        <p:xfrm>
          <a:off x="285709" y="1350334"/>
          <a:ext cx="11341100" cy="47633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20786284"/>
      </p:ext>
    </p:extLst>
  </p:cSld>
  <p:clrMapOvr>
    <a:masterClrMapping/>
  </p:clrMapOvr>
  <p:transition>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232E4-73B4-B750-976B-E171E084F7BD}"/>
            </a:ext>
          </a:extLst>
        </p:cNvPr>
        <p:cNvGrpSpPr/>
        <p:nvPr/>
      </p:nvGrpSpPr>
      <p:grpSpPr>
        <a:xfrm>
          <a:off x="0" y="0"/>
          <a:ext cx="0" cy="0"/>
          <a:chOff x="0" y="0"/>
          <a:chExt cx="0" cy="0"/>
        </a:xfrm>
      </p:grpSpPr>
      <p:grpSp>
        <p:nvGrpSpPr>
          <p:cNvPr id="58" name="组合 57">
            <a:extLst>
              <a:ext uri="{FF2B5EF4-FFF2-40B4-BE49-F238E27FC236}">
                <a16:creationId xmlns:a16="http://schemas.microsoft.com/office/drawing/2014/main" id="{7400346E-CBD4-0F21-9E2D-292A5B93D27E}"/>
              </a:ext>
            </a:extLst>
          </p:cNvPr>
          <p:cNvGrpSpPr/>
          <p:nvPr/>
        </p:nvGrpSpPr>
        <p:grpSpPr>
          <a:xfrm>
            <a:off x="8724345" y="6346398"/>
            <a:ext cx="2861167" cy="323274"/>
            <a:chOff x="1140917" y="2107893"/>
            <a:chExt cx="9910167" cy="1119718"/>
          </a:xfrm>
          <a:solidFill>
            <a:schemeClr val="tx1">
              <a:lumMod val="85000"/>
              <a:lumOff val="15000"/>
            </a:schemeClr>
          </a:solidFill>
        </p:grpSpPr>
        <p:grpSp>
          <p:nvGrpSpPr>
            <p:cNvPr id="59" name="组合 58">
              <a:extLst>
                <a:ext uri="{FF2B5EF4-FFF2-40B4-BE49-F238E27FC236}">
                  <a16:creationId xmlns:a16="http://schemas.microsoft.com/office/drawing/2014/main" id="{21E0180F-D923-9961-70CA-D02C11220F35}"/>
                </a:ext>
              </a:extLst>
            </p:cNvPr>
            <p:cNvGrpSpPr/>
            <p:nvPr userDrawn="1"/>
          </p:nvGrpSpPr>
          <p:grpSpPr>
            <a:xfrm>
              <a:off x="1140917" y="2107893"/>
              <a:ext cx="9910167" cy="1119718"/>
              <a:chOff x="1140917" y="2107893"/>
              <a:chExt cx="9910167" cy="1119718"/>
            </a:xfrm>
            <a:grpFill/>
          </p:grpSpPr>
          <p:sp>
            <p:nvSpPr>
              <p:cNvPr id="69" name="Freeform 5">
                <a:extLst>
                  <a:ext uri="{FF2B5EF4-FFF2-40B4-BE49-F238E27FC236}">
                    <a16:creationId xmlns:a16="http://schemas.microsoft.com/office/drawing/2014/main" id="{EF6F29E3-3E99-832E-2F74-B7A2A8BB4169}"/>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0" name="Freeform 6">
                <a:extLst>
                  <a:ext uri="{FF2B5EF4-FFF2-40B4-BE49-F238E27FC236}">
                    <a16:creationId xmlns:a16="http://schemas.microsoft.com/office/drawing/2014/main" id="{2973C397-F4D8-EB3F-91F2-D7AA000E97C1}"/>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Freeform 7">
                <a:extLst>
                  <a:ext uri="{FF2B5EF4-FFF2-40B4-BE49-F238E27FC236}">
                    <a16:creationId xmlns:a16="http://schemas.microsoft.com/office/drawing/2014/main" id="{74CB1C96-9B85-A71B-6077-8729115328C7}"/>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Freeform 8">
                <a:extLst>
                  <a:ext uri="{FF2B5EF4-FFF2-40B4-BE49-F238E27FC236}">
                    <a16:creationId xmlns:a16="http://schemas.microsoft.com/office/drawing/2014/main" id="{AC46B423-4277-8415-C931-4810832B6FE4}"/>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Freeform 9">
                <a:extLst>
                  <a:ext uri="{FF2B5EF4-FFF2-40B4-BE49-F238E27FC236}">
                    <a16:creationId xmlns:a16="http://schemas.microsoft.com/office/drawing/2014/main" id="{4C503BD8-8ADC-BF98-63BD-E6F0459AF3A2}"/>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10">
                <a:extLst>
                  <a:ext uri="{FF2B5EF4-FFF2-40B4-BE49-F238E27FC236}">
                    <a16:creationId xmlns:a16="http://schemas.microsoft.com/office/drawing/2014/main" id="{03FA1F66-6FFF-7F57-D554-5EA3B4677029}"/>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Freeform 11">
                <a:extLst>
                  <a:ext uri="{FF2B5EF4-FFF2-40B4-BE49-F238E27FC236}">
                    <a16:creationId xmlns:a16="http://schemas.microsoft.com/office/drawing/2014/main" id="{E7AA878D-F63A-7E4A-1A53-3D7C294AFA43}"/>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12">
                <a:extLst>
                  <a:ext uri="{FF2B5EF4-FFF2-40B4-BE49-F238E27FC236}">
                    <a16:creationId xmlns:a16="http://schemas.microsoft.com/office/drawing/2014/main" id="{DBC9878D-BE1A-C045-26EC-7FC8AF315CFA}"/>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0" name="组合 59">
              <a:extLst>
                <a:ext uri="{FF2B5EF4-FFF2-40B4-BE49-F238E27FC236}">
                  <a16:creationId xmlns:a16="http://schemas.microsoft.com/office/drawing/2014/main" id="{0B1CFABF-B746-3AC0-CCEE-5CCB42444AFF}"/>
                </a:ext>
              </a:extLst>
            </p:cNvPr>
            <p:cNvGrpSpPr/>
            <p:nvPr userDrawn="1"/>
          </p:nvGrpSpPr>
          <p:grpSpPr>
            <a:xfrm>
              <a:off x="1140917" y="2107893"/>
              <a:ext cx="9910167" cy="1119718"/>
              <a:chOff x="1140917" y="2107893"/>
              <a:chExt cx="9910167" cy="1119718"/>
            </a:xfrm>
            <a:grpFill/>
          </p:grpSpPr>
          <p:sp>
            <p:nvSpPr>
              <p:cNvPr id="61" name="Freeform 5">
                <a:extLst>
                  <a:ext uri="{FF2B5EF4-FFF2-40B4-BE49-F238E27FC236}">
                    <a16:creationId xmlns:a16="http://schemas.microsoft.com/office/drawing/2014/main" id="{C7B11BFC-C329-1F79-01D8-9C6B16CC1E9C}"/>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Freeform 6">
                <a:extLst>
                  <a:ext uri="{FF2B5EF4-FFF2-40B4-BE49-F238E27FC236}">
                    <a16:creationId xmlns:a16="http://schemas.microsoft.com/office/drawing/2014/main" id="{39AD885A-74A1-6FCD-24C6-B71A8F35960A}"/>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Freeform 7">
                <a:extLst>
                  <a:ext uri="{FF2B5EF4-FFF2-40B4-BE49-F238E27FC236}">
                    <a16:creationId xmlns:a16="http://schemas.microsoft.com/office/drawing/2014/main" id="{BBCEB016-F3D4-2737-07D7-DA69E7B875AD}"/>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8">
                <a:extLst>
                  <a:ext uri="{FF2B5EF4-FFF2-40B4-BE49-F238E27FC236}">
                    <a16:creationId xmlns:a16="http://schemas.microsoft.com/office/drawing/2014/main" id="{566003CA-3AF3-20F9-BC4F-240D55FBDC30}"/>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9">
                <a:extLst>
                  <a:ext uri="{FF2B5EF4-FFF2-40B4-BE49-F238E27FC236}">
                    <a16:creationId xmlns:a16="http://schemas.microsoft.com/office/drawing/2014/main" id="{CEC9FDC0-D820-F5DB-C736-FD2B9D3272C1}"/>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10">
                <a:extLst>
                  <a:ext uri="{FF2B5EF4-FFF2-40B4-BE49-F238E27FC236}">
                    <a16:creationId xmlns:a16="http://schemas.microsoft.com/office/drawing/2014/main" id="{FAF1922C-FD5E-64B7-7F75-CF605AEF8A9C}"/>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Freeform 11">
                <a:extLst>
                  <a:ext uri="{FF2B5EF4-FFF2-40B4-BE49-F238E27FC236}">
                    <a16:creationId xmlns:a16="http://schemas.microsoft.com/office/drawing/2014/main" id="{1A59708A-3ED9-25D7-9013-39F99A89C71F}"/>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Freeform 12">
                <a:extLst>
                  <a:ext uri="{FF2B5EF4-FFF2-40B4-BE49-F238E27FC236}">
                    <a16:creationId xmlns:a16="http://schemas.microsoft.com/office/drawing/2014/main" id="{83E0DA8E-258C-D0B1-7974-73134813BA6D}"/>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100" name="文本框 99">
            <a:extLst>
              <a:ext uri="{FF2B5EF4-FFF2-40B4-BE49-F238E27FC236}">
                <a16:creationId xmlns:a16="http://schemas.microsoft.com/office/drawing/2014/main" id="{0581639B-A857-EDF4-F977-DD5D36FBD3CB}"/>
              </a:ext>
            </a:extLst>
          </p:cNvPr>
          <p:cNvSpPr txBox="1"/>
          <p:nvPr/>
        </p:nvSpPr>
        <p:spPr>
          <a:xfrm>
            <a:off x="8719255" y="3617144"/>
            <a:ext cx="1406953" cy="2295715"/>
          </a:xfrm>
          <a:custGeom>
            <a:avLst/>
            <a:gdLst/>
            <a:ahLst/>
            <a:cxnLst/>
            <a:rect l="l" t="t" r="r" b="b"/>
            <a:pathLst>
              <a:path w="692305" h="1129629">
                <a:moveTo>
                  <a:pt x="385116" y="307"/>
                </a:moveTo>
                <a:lnTo>
                  <a:pt x="555804" y="28349"/>
                </a:lnTo>
                <a:cubicBezTo>
                  <a:pt x="559004" y="28603"/>
                  <a:pt x="561443" y="30228"/>
                  <a:pt x="563119" y="33226"/>
                </a:cubicBezTo>
                <a:cubicBezTo>
                  <a:pt x="564795" y="36223"/>
                  <a:pt x="564795" y="39068"/>
                  <a:pt x="563119" y="41760"/>
                </a:cubicBezTo>
                <a:cubicBezTo>
                  <a:pt x="554991" y="53952"/>
                  <a:pt x="546253" y="62486"/>
                  <a:pt x="536906" y="67363"/>
                </a:cubicBezTo>
                <a:cubicBezTo>
                  <a:pt x="527559" y="72240"/>
                  <a:pt x="522479" y="77117"/>
                  <a:pt x="521666" y="81994"/>
                </a:cubicBezTo>
                <a:lnTo>
                  <a:pt x="521666" y="674525"/>
                </a:lnTo>
                <a:cubicBezTo>
                  <a:pt x="521666" y="678741"/>
                  <a:pt x="522580" y="681586"/>
                  <a:pt x="524409" y="683059"/>
                </a:cubicBezTo>
                <a:cubicBezTo>
                  <a:pt x="526238" y="684533"/>
                  <a:pt x="528981" y="684939"/>
                  <a:pt x="532639" y="684279"/>
                </a:cubicBezTo>
                <a:lnTo>
                  <a:pt x="681381" y="659894"/>
                </a:lnTo>
                <a:cubicBezTo>
                  <a:pt x="686842" y="658371"/>
                  <a:pt x="690245" y="659590"/>
                  <a:pt x="691592" y="663552"/>
                </a:cubicBezTo>
                <a:cubicBezTo>
                  <a:pt x="692938" y="667515"/>
                  <a:pt x="692379" y="672391"/>
                  <a:pt x="689916" y="678183"/>
                </a:cubicBezTo>
                <a:lnTo>
                  <a:pt x="530201" y="705005"/>
                </a:lnTo>
                <a:cubicBezTo>
                  <a:pt x="524308" y="706427"/>
                  <a:pt x="521463" y="709679"/>
                  <a:pt x="521666" y="714759"/>
                </a:cubicBezTo>
                <a:lnTo>
                  <a:pt x="522885" y="1089053"/>
                </a:lnTo>
                <a:cubicBezTo>
                  <a:pt x="522885" y="1092507"/>
                  <a:pt x="521666" y="1095352"/>
                  <a:pt x="519228" y="1097587"/>
                </a:cubicBezTo>
                <a:cubicBezTo>
                  <a:pt x="502464" y="1108966"/>
                  <a:pt x="484176" y="1116993"/>
                  <a:pt x="464364" y="1121666"/>
                </a:cubicBezTo>
                <a:cubicBezTo>
                  <a:pt x="444552" y="1126340"/>
                  <a:pt x="425045" y="1128880"/>
                  <a:pt x="405842" y="1129287"/>
                </a:cubicBezTo>
                <a:cubicBezTo>
                  <a:pt x="400254" y="1129744"/>
                  <a:pt x="393752" y="1129744"/>
                  <a:pt x="386335" y="1129287"/>
                </a:cubicBezTo>
                <a:cubicBezTo>
                  <a:pt x="378918" y="1128829"/>
                  <a:pt x="374854" y="1125172"/>
                  <a:pt x="374143" y="1118314"/>
                </a:cubicBezTo>
                <a:lnTo>
                  <a:pt x="374143" y="741581"/>
                </a:lnTo>
                <a:cubicBezTo>
                  <a:pt x="373991" y="739016"/>
                  <a:pt x="372771" y="736831"/>
                  <a:pt x="370485" y="735028"/>
                </a:cubicBezTo>
                <a:cubicBezTo>
                  <a:pt x="368199" y="733224"/>
                  <a:pt x="365761" y="732564"/>
                  <a:pt x="363170" y="733046"/>
                </a:cubicBezTo>
                <a:lnTo>
                  <a:pt x="4725" y="792787"/>
                </a:lnTo>
                <a:cubicBezTo>
                  <a:pt x="1550" y="789536"/>
                  <a:pt x="-24" y="785980"/>
                  <a:pt x="1" y="782119"/>
                </a:cubicBezTo>
                <a:cubicBezTo>
                  <a:pt x="26" y="778258"/>
                  <a:pt x="2414" y="775312"/>
                  <a:pt x="7164" y="773280"/>
                </a:cubicBezTo>
                <a:lnTo>
                  <a:pt x="365609" y="713539"/>
                </a:lnTo>
                <a:cubicBezTo>
                  <a:pt x="371501" y="712117"/>
                  <a:pt x="374346" y="708866"/>
                  <a:pt x="374143" y="703786"/>
                </a:cubicBezTo>
                <a:lnTo>
                  <a:pt x="374143" y="10061"/>
                </a:lnTo>
                <a:cubicBezTo>
                  <a:pt x="374143" y="5844"/>
                  <a:pt x="375057" y="3000"/>
                  <a:pt x="376886" y="1526"/>
                </a:cubicBezTo>
                <a:cubicBezTo>
                  <a:pt x="378715" y="53"/>
                  <a:pt x="381458" y="-353"/>
                  <a:pt x="385116" y="307"/>
                </a:cubicBezTo>
                <a:close/>
              </a:path>
            </a:pathLst>
          </a:custGeom>
          <a:solidFill>
            <a:schemeClr val="bg1">
              <a:lumMod val="95000"/>
            </a:schemeClr>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zh-CN" altLang="en-US" sz="9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77" name="矩形: 圆角 76">
            <a:extLst>
              <a:ext uri="{FF2B5EF4-FFF2-40B4-BE49-F238E27FC236}">
                <a16:creationId xmlns:a16="http://schemas.microsoft.com/office/drawing/2014/main" id="{201466DA-DFCD-591D-BAAF-F70A35F1ED7D}"/>
              </a:ext>
            </a:extLst>
          </p:cNvPr>
          <p:cNvSpPr/>
          <p:nvPr/>
        </p:nvSpPr>
        <p:spPr>
          <a:xfrm>
            <a:off x="4608177" y="2543175"/>
            <a:ext cx="5710752" cy="1771650"/>
          </a:xfrm>
          <a:prstGeom prst="roundRect">
            <a:avLst>
              <a:gd name="adj" fmla="val 1021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41082992-7BE8-C8A2-97C3-89005D9E3AC5}"/>
              </a:ext>
            </a:extLst>
          </p:cNvPr>
          <p:cNvSpPr txBox="1"/>
          <p:nvPr/>
        </p:nvSpPr>
        <p:spPr>
          <a:xfrm>
            <a:off x="1873071" y="2105561"/>
            <a:ext cx="2395207" cy="2646878"/>
          </a:xfrm>
          <a:prstGeom prst="rect">
            <a:avLst/>
          </a:prstGeom>
          <a:noFill/>
        </p:spPr>
        <p:txBody>
          <a:bodyPr wrap="none" rtlCol="0">
            <a:spAutoFit/>
          </a:bodyPr>
          <a:lstStyle/>
          <a:p>
            <a:pPr algn="l"/>
            <a:r>
              <a:rPr lang="en-US" altLang="zh-CN" sz="16600" dirty="0">
                <a:solidFill>
                  <a:schemeClr val="accent1"/>
                </a:solidFill>
                <a:latin typeface="Impact" panose="020B0806030902050204" pitchFamily="34" charset="0"/>
              </a:rPr>
              <a:t>02</a:t>
            </a:r>
            <a:endParaRPr lang="zh-CN" altLang="en-US" sz="16600" dirty="0">
              <a:solidFill>
                <a:schemeClr val="accent1"/>
              </a:solidFill>
              <a:latin typeface="Impact" panose="020B0806030902050204" pitchFamily="34" charset="0"/>
            </a:endParaRPr>
          </a:p>
        </p:txBody>
      </p:sp>
      <p:sp>
        <p:nvSpPr>
          <p:cNvPr id="12" name="文本占位符 1">
            <a:extLst>
              <a:ext uri="{FF2B5EF4-FFF2-40B4-BE49-F238E27FC236}">
                <a16:creationId xmlns:a16="http://schemas.microsoft.com/office/drawing/2014/main" id="{7AA57BED-019B-854C-FAEA-0A11725A274D}"/>
              </a:ext>
            </a:extLst>
          </p:cNvPr>
          <p:cNvSpPr txBox="1">
            <a:spLocks/>
          </p:cNvSpPr>
          <p:nvPr/>
        </p:nvSpPr>
        <p:spPr>
          <a:xfrm>
            <a:off x="5222839" y="3043444"/>
            <a:ext cx="3385542" cy="701731"/>
          </a:xfrm>
          <a:prstGeom prst="rect">
            <a:avLst/>
          </a:prstGeom>
        </p:spPr>
        <p:txBody>
          <a:bodyPr wrap="none" lIns="0" r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4400" b="1" dirty="0">
                <a:solidFill>
                  <a:schemeClr val="bg1"/>
                </a:solidFill>
              </a:rPr>
              <a:t>中期研究进展</a:t>
            </a:r>
          </a:p>
        </p:txBody>
      </p:sp>
      <p:cxnSp>
        <p:nvCxnSpPr>
          <p:cNvPr id="80" name="直接连接符 79">
            <a:extLst>
              <a:ext uri="{FF2B5EF4-FFF2-40B4-BE49-F238E27FC236}">
                <a16:creationId xmlns:a16="http://schemas.microsoft.com/office/drawing/2014/main" id="{3C41BDE1-3B20-C0D9-0FC4-3EC9DB2C0843}"/>
              </a:ext>
            </a:extLst>
          </p:cNvPr>
          <p:cNvCxnSpPr>
            <a:cxnSpLocks/>
          </p:cNvCxnSpPr>
          <p:nvPr/>
        </p:nvCxnSpPr>
        <p:spPr>
          <a:xfrm>
            <a:off x="5222839" y="3813847"/>
            <a:ext cx="419989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8" name="组合 77">
            <a:extLst>
              <a:ext uri="{FF2B5EF4-FFF2-40B4-BE49-F238E27FC236}">
                <a16:creationId xmlns:a16="http://schemas.microsoft.com/office/drawing/2014/main" id="{88AF6731-D517-6BBA-42CE-A2B809D3BD55}"/>
              </a:ext>
            </a:extLst>
          </p:cNvPr>
          <p:cNvGrpSpPr/>
          <p:nvPr/>
        </p:nvGrpSpPr>
        <p:grpSpPr>
          <a:xfrm>
            <a:off x="654092" y="6223000"/>
            <a:ext cx="2053789" cy="544591"/>
            <a:chOff x="713386" y="1446438"/>
            <a:chExt cx="3151707" cy="835719"/>
          </a:xfrm>
        </p:grpSpPr>
        <p:sp>
          <p:nvSpPr>
            <p:cNvPr id="79" name="Freeform 270">
              <a:extLst>
                <a:ext uri="{FF2B5EF4-FFF2-40B4-BE49-F238E27FC236}">
                  <a16:creationId xmlns:a16="http://schemas.microsoft.com/office/drawing/2014/main" id="{B7F48D46-0449-DE7C-304A-558C2375655A}"/>
                </a:ext>
              </a:extLst>
            </p:cNvPr>
            <p:cNvSpPr>
              <a:spLocks/>
            </p:cNvSpPr>
            <p:nvPr/>
          </p:nvSpPr>
          <p:spPr bwMode="auto">
            <a:xfrm>
              <a:off x="1607698" y="1539588"/>
              <a:ext cx="425371" cy="449771"/>
            </a:xfrm>
            <a:custGeom>
              <a:avLst/>
              <a:gdLst>
                <a:gd name="T0" fmla="*/ 441 w 1168"/>
                <a:gd name="T1" fmla="*/ 51 h 1232"/>
                <a:gd name="T2" fmla="*/ 449 w 1168"/>
                <a:gd name="T3" fmla="*/ 189 h 1232"/>
                <a:gd name="T4" fmla="*/ 358 w 1168"/>
                <a:gd name="T5" fmla="*/ 244 h 1232"/>
                <a:gd name="T6" fmla="*/ 240 w 1168"/>
                <a:gd name="T7" fmla="*/ 284 h 1232"/>
                <a:gd name="T8" fmla="*/ 206 w 1168"/>
                <a:gd name="T9" fmla="*/ 384 h 1232"/>
                <a:gd name="T10" fmla="*/ 423 w 1168"/>
                <a:gd name="T11" fmla="*/ 459 h 1232"/>
                <a:gd name="T12" fmla="*/ 436 w 1168"/>
                <a:gd name="T13" fmla="*/ 568 h 1232"/>
                <a:gd name="T14" fmla="*/ 355 w 1168"/>
                <a:gd name="T15" fmla="*/ 509 h 1232"/>
                <a:gd name="T16" fmla="*/ 286 w 1168"/>
                <a:gd name="T17" fmla="*/ 589 h 1232"/>
                <a:gd name="T18" fmla="*/ 178 w 1168"/>
                <a:gd name="T19" fmla="*/ 651 h 1232"/>
                <a:gd name="T20" fmla="*/ 118 w 1168"/>
                <a:gd name="T21" fmla="*/ 686 h 1232"/>
                <a:gd name="T22" fmla="*/ 48 w 1168"/>
                <a:gd name="T23" fmla="*/ 643 h 1232"/>
                <a:gd name="T24" fmla="*/ 2 w 1168"/>
                <a:gd name="T25" fmla="*/ 745 h 1232"/>
                <a:gd name="T26" fmla="*/ 4 w 1168"/>
                <a:gd name="T27" fmla="*/ 967 h 1232"/>
                <a:gd name="T28" fmla="*/ 32 w 1168"/>
                <a:gd name="T29" fmla="*/ 1075 h 1232"/>
                <a:gd name="T30" fmla="*/ 130 w 1168"/>
                <a:gd name="T31" fmla="*/ 1163 h 1232"/>
                <a:gd name="T32" fmla="*/ 157 w 1168"/>
                <a:gd name="T33" fmla="*/ 996 h 1232"/>
                <a:gd name="T34" fmla="*/ 122 w 1168"/>
                <a:gd name="T35" fmla="*/ 855 h 1232"/>
                <a:gd name="T36" fmla="*/ 134 w 1168"/>
                <a:gd name="T37" fmla="*/ 766 h 1232"/>
                <a:gd name="T38" fmla="*/ 278 w 1168"/>
                <a:gd name="T39" fmla="*/ 679 h 1232"/>
                <a:gd name="T40" fmla="*/ 326 w 1168"/>
                <a:gd name="T41" fmla="*/ 763 h 1232"/>
                <a:gd name="T42" fmla="*/ 220 w 1168"/>
                <a:gd name="T43" fmla="*/ 850 h 1232"/>
                <a:gd name="T44" fmla="*/ 328 w 1168"/>
                <a:gd name="T45" fmla="*/ 901 h 1232"/>
                <a:gd name="T46" fmla="*/ 423 w 1168"/>
                <a:gd name="T47" fmla="*/ 879 h 1232"/>
                <a:gd name="T48" fmla="*/ 355 w 1168"/>
                <a:gd name="T49" fmla="*/ 948 h 1232"/>
                <a:gd name="T50" fmla="*/ 323 w 1168"/>
                <a:gd name="T51" fmla="*/ 1076 h 1232"/>
                <a:gd name="T52" fmla="*/ 405 w 1168"/>
                <a:gd name="T53" fmla="*/ 1080 h 1232"/>
                <a:gd name="T54" fmla="*/ 479 w 1168"/>
                <a:gd name="T55" fmla="*/ 1139 h 1232"/>
                <a:gd name="T56" fmla="*/ 535 w 1168"/>
                <a:gd name="T57" fmla="*/ 1232 h 1232"/>
                <a:gd name="T58" fmla="*/ 594 w 1168"/>
                <a:gd name="T59" fmla="*/ 1075 h 1232"/>
                <a:gd name="T60" fmla="*/ 699 w 1168"/>
                <a:gd name="T61" fmla="*/ 985 h 1232"/>
                <a:gd name="T62" fmla="*/ 679 w 1168"/>
                <a:gd name="T63" fmla="*/ 883 h 1232"/>
                <a:gd name="T64" fmla="*/ 761 w 1168"/>
                <a:gd name="T65" fmla="*/ 785 h 1232"/>
                <a:gd name="T66" fmla="*/ 698 w 1168"/>
                <a:gd name="T67" fmla="*/ 686 h 1232"/>
                <a:gd name="T68" fmla="*/ 647 w 1168"/>
                <a:gd name="T69" fmla="*/ 674 h 1232"/>
                <a:gd name="T70" fmla="*/ 761 w 1168"/>
                <a:gd name="T71" fmla="*/ 578 h 1232"/>
                <a:gd name="T72" fmla="*/ 827 w 1168"/>
                <a:gd name="T73" fmla="*/ 580 h 1232"/>
                <a:gd name="T74" fmla="*/ 960 w 1168"/>
                <a:gd name="T75" fmla="*/ 616 h 1232"/>
                <a:gd name="T76" fmla="*/ 987 w 1168"/>
                <a:gd name="T77" fmla="*/ 702 h 1232"/>
                <a:gd name="T78" fmla="*/ 963 w 1168"/>
                <a:gd name="T79" fmla="*/ 887 h 1232"/>
                <a:gd name="T80" fmla="*/ 909 w 1168"/>
                <a:gd name="T81" fmla="*/ 1033 h 1232"/>
                <a:gd name="T82" fmla="*/ 806 w 1168"/>
                <a:gd name="T83" fmla="*/ 1036 h 1232"/>
                <a:gd name="T84" fmla="*/ 856 w 1168"/>
                <a:gd name="T85" fmla="*/ 1151 h 1232"/>
                <a:gd name="T86" fmla="*/ 922 w 1168"/>
                <a:gd name="T87" fmla="*/ 1220 h 1232"/>
                <a:gd name="T88" fmla="*/ 1037 w 1168"/>
                <a:gd name="T89" fmla="*/ 1168 h 1232"/>
                <a:gd name="T90" fmla="*/ 1131 w 1168"/>
                <a:gd name="T91" fmla="*/ 1015 h 1232"/>
                <a:gd name="T92" fmla="*/ 1141 w 1168"/>
                <a:gd name="T93" fmla="*/ 841 h 1232"/>
                <a:gd name="T94" fmla="*/ 1160 w 1168"/>
                <a:gd name="T95" fmla="*/ 687 h 1232"/>
                <a:gd name="T96" fmla="*/ 1149 w 1168"/>
                <a:gd name="T97" fmla="*/ 595 h 1232"/>
                <a:gd name="T98" fmla="*/ 1051 w 1168"/>
                <a:gd name="T99" fmla="*/ 519 h 1232"/>
                <a:gd name="T100" fmla="*/ 966 w 1168"/>
                <a:gd name="T101" fmla="*/ 497 h 1232"/>
                <a:gd name="T102" fmla="*/ 830 w 1168"/>
                <a:gd name="T103" fmla="*/ 496 h 1232"/>
                <a:gd name="T104" fmla="*/ 701 w 1168"/>
                <a:gd name="T105" fmla="*/ 455 h 1232"/>
                <a:gd name="T106" fmla="*/ 614 w 1168"/>
                <a:gd name="T107" fmla="*/ 498 h 1232"/>
                <a:gd name="T108" fmla="*/ 559 w 1168"/>
                <a:gd name="T109" fmla="*/ 526 h 1232"/>
                <a:gd name="T110" fmla="*/ 619 w 1168"/>
                <a:gd name="T111" fmla="*/ 417 h 1232"/>
                <a:gd name="T112" fmla="*/ 820 w 1168"/>
                <a:gd name="T113" fmla="*/ 321 h 1232"/>
                <a:gd name="T114" fmla="*/ 762 w 1168"/>
                <a:gd name="T115" fmla="*/ 187 h 1232"/>
                <a:gd name="T116" fmla="*/ 681 w 1168"/>
                <a:gd name="T117" fmla="*/ 181 h 1232"/>
                <a:gd name="T118" fmla="*/ 581 w 1168"/>
                <a:gd name="T119" fmla="*/ 7 h 1232"/>
                <a:gd name="T120" fmla="*/ 533 w 1168"/>
                <a:gd name="T121" fmla="*/ 3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68" h="1232">
                  <a:moveTo>
                    <a:pt x="507" y="0"/>
                  </a:moveTo>
                  <a:cubicBezTo>
                    <a:pt x="505" y="0"/>
                    <a:pt x="503" y="0"/>
                    <a:pt x="502" y="1"/>
                  </a:cubicBezTo>
                  <a:cubicBezTo>
                    <a:pt x="489" y="3"/>
                    <a:pt x="476" y="7"/>
                    <a:pt x="467" y="14"/>
                  </a:cubicBezTo>
                  <a:cubicBezTo>
                    <a:pt x="456" y="24"/>
                    <a:pt x="449" y="38"/>
                    <a:pt x="441" y="51"/>
                  </a:cubicBezTo>
                  <a:cubicBezTo>
                    <a:pt x="438" y="56"/>
                    <a:pt x="434" y="63"/>
                    <a:pt x="435" y="69"/>
                  </a:cubicBezTo>
                  <a:cubicBezTo>
                    <a:pt x="436" y="83"/>
                    <a:pt x="440" y="97"/>
                    <a:pt x="442" y="111"/>
                  </a:cubicBezTo>
                  <a:cubicBezTo>
                    <a:pt x="444" y="124"/>
                    <a:pt x="446" y="137"/>
                    <a:pt x="447" y="150"/>
                  </a:cubicBezTo>
                  <a:cubicBezTo>
                    <a:pt x="448" y="163"/>
                    <a:pt x="446" y="177"/>
                    <a:pt x="449" y="189"/>
                  </a:cubicBezTo>
                  <a:cubicBezTo>
                    <a:pt x="454" y="211"/>
                    <a:pt x="450" y="226"/>
                    <a:pt x="430" y="235"/>
                  </a:cubicBezTo>
                  <a:cubicBezTo>
                    <a:pt x="428" y="236"/>
                    <a:pt x="425" y="236"/>
                    <a:pt x="422" y="236"/>
                  </a:cubicBezTo>
                  <a:cubicBezTo>
                    <a:pt x="410" y="238"/>
                    <a:pt x="398" y="239"/>
                    <a:pt x="386" y="241"/>
                  </a:cubicBezTo>
                  <a:cubicBezTo>
                    <a:pt x="377" y="242"/>
                    <a:pt x="368" y="243"/>
                    <a:pt x="358" y="244"/>
                  </a:cubicBezTo>
                  <a:cubicBezTo>
                    <a:pt x="355" y="245"/>
                    <a:pt x="350" y="246"/>
                    <a:pt x="345" y="248"/>
                  </a:cubicBezTo>
                  <a:cubicBezTo>
                    <a:pt x="334" y="252"/>
                    <a:pt x="323" y="256"/>
                    <a:pt x="312" y="260"/>
                  </a:cubicBezTo>
                  <a:cubicBezTo>
                    <a:pt x="295" y="265"/>
                    <a:pt x="278" y="271"/>
                    <a:pt x="262" y="276"/>
                  </a:cubicBezTo>
                  <a:cubicBezTo>
                    <a:pt x="254" y="279"/>
                    <a:pt x="247" y="282"/>
                    <a:pt x="240" y="284"/>
                  </a:cubicBezTo>
                  <a:cubicBezTo>
                    <a:pt x="230" y="287"/>
                    <a:pt x="218" y="289"/>
                    <a:pt x="209" y="294"/>
                  </a:cubicBezTo>
                  <a:cubicBezTo>
                    <a:pt x="197" y="300"/>
                    <a:pt x="176" y="298"/>
                    <a:pt x="178" y="320"/>
                  </a:cubicBezTo>
                  <a:cubicBezTo>
                    <a:pt x="179" y="325"/>
                    <a:pt x="179" y="330"/>
                    <a:pt x="179" y="334"/>
                  </a:cubicBezTo>
                  <a:cubicBezTo>
                    <a:pt x="179" y="356"/>
                    <a:pt x="191" y="371"/>
                    <a:pt x="206" y="384"/>
                  </a:cubicBezTo>
                  <a:cubicBezTo>
                    <a:pt x="219" y="394"/>
                    <a:pt x="234" y="402"/>
                    <a:pt x="248" y="410"/>
                  </a:cubicBezTo>
                  <a:cubicBezTo>
                    <a:pt x="269" y="420"/>
                    <a:pt x="290" y="430"/>
                    <a:pt x="311" y="437"/>
                  </a:cubicBezTo>
                  <a:cubicBezTo>
                    <a:pt x="342" y="445"/>
                    <a:pt x="373" y="452"/>
                    <a:pt x="405" y="453"/>
                  </a:cubicBezTo>
                  <a:cubicBezTo>
                    <a:pt x="411" y="453"/>
                    <a:pt x="418" y="456"/>
                    <a:pt x="423" y="459"/>
                  </a:cubicBezTo>
                  <a:cubicBezTo>
                    <a:pt x="426" y="461"/>
                    <a:pt x="425" y="468"/>
                    <a:pt x="425" y="472"/>
                  </a:cubicBezTo>
                  <a:cubicBezTo>
                    <a:pt x="430" y="494"/>
                    <a:pt x="434" y="517"/>
                    <a:pt x="438" y="540"/>
                  </a:cubicBezTo>
                  <a:cubicBezTo>
                    <a:pt x="440" y="547"/>
                    <a:pt x="441" y="554"/>
                    <a:pt x="441" y="560"/>
                  </a:cubicBezTo>
                  <a:cubicBezTo>
                    <a:pt x="441" y="563"/>
                    <a:pt x="437" y="568"/>
                    <a:pt x="436" y="568"/>
                  </a:cubicBezTo>
                  <a:cubicBezTo>
                    <a:pt x="436" y="568"/>
                    <a:pt x="436" y="568"/>
                    <a:pt x="436" y="567"/>
                  </a:cubicBezTo>
                  <a:cubicBezTo>
                    <a:pt x="422" y="565"/>
                    <a:pt x="406" y="565"/>
                    <a:pt x="395" y="557"/>
                  </a:cubicBezTo>
                  <a:cubicBezTo>
                    <a:pt x="384" y="549"/>
                    <a:pt x="378" y="534"/>
                    <a:pt x="370" y="522"/>
                  </a:cubicBezTo>
                  <a:cubicBezTo>
                    <a:pt x="366" y="517"/>
                    <a:pt x="361" y="510"/>
                    <a:pt x="355" y="509"/>
                  </a:cubicBezTo>
                  <a:cubicBezTo>
                    <a:pt x="352" y="508"/>
                    <a:pt x="349" y="508"/>
                    <a:pt x="346" y="508"/>
                  </a:cubicBezTo>
                  <a:cubicBezTo>
                    <a:pt x="329" y="508"/>
                    <a:pt x="307" y="515"/>
                    <a:pt x="301" y="533"/>
                  </a:cubicBezTo>
                  <a:cubicBezTo>
                    <a:pt x="297" y="544"/>
                    <a:pt x="295" y="555"/>
                    <a:pt x="292" y="566"/>
                  </a:cubicBezTo>
                  <a:cubicBezTo>
                    <a:pt x="290" y="574"/>
                    <a:pt x="287" y="581"/>
                    <a:pt x="286" y="589"/>
                  </a:cubicBezTo>
                  <a:cubicBezTo>
                    <a:pt x="284" y="609"/>
                    <a:pt x="282" y="613"/>
                    <a:pt x="262" y="617"/>
                  </a:cubicBezTo>
                  <a:cubicBezTo>
                    <a:pt x="259" y="618"/>
                    <a:pt x="256" y="620"/>
                    <a:pt x="253" y="622"/>
                  </a:cubicBezTo>
                  <a:cubicBezTo>
                    <a:pt x="249" y="624"/>
                    <a:pt x="246" y="627"/>
                    <a:pt x="243" y="628"/>
                  </a:cubicBezTo>
                  <a:cubicBezTo>
                    <a:pt x="219" y="630"/>
                    <a:pt x="199" y="643"/>
                    <a:pt x="178" y="651"/>
                  </a:cubicBezTo>
                  <a:cubicBezTo>
                    <a:pt x="163" y="657"/>
                    <a:pt x="151" y="667"/>
                    <a:pt x="137" y="675"/>
                  </a:cubicBezTo>
                  <a:cubicBezTo>
                    <a:pt x="134" y="677"/>
                    <a:pt x="130" y="677"/>
                    <a:pt x="126" y="678"/>
                  </a:cubicBezTo>
                  <a:cubicBezTo>
                    <a:pt x="123" y="681"/>
                    <a:pt x="120" y="686"/>
                    <a:pt x="118" y="686"/>
                  </a:cubicBezTo>
                  <a:cubicBezTo>
                    <a:pt x="118" y="686"/>
                    <a:pt x="118" y="686"/>
                    <a:pt x="118" y="686"/>
                  </a:cubicBezTo>
                  <a:cubicBezTo>
                    <a:pt x="114" y="686"/>
                    <a:pt x="109" y="683"/>
                    <a:pt x="107" y="680"/>
                  </a:cubicBezTo>
                  <a:cubicBezTo>
                    <a:pt x="97" y="666"/>
                    <a:pt x="87" y="654"/>
                    <a:pt x="70" y="649"/>
                  </a:cubicBezTo>
                  <a:cubicBezTo>
                    <a:pt x="65" y="647"/>
                    <a:pt x="60" y="646"/>
                    <a:pt x="54" y="644"/>
                  </a:cubicBezTo>
                  <a:cubicBezTo>
                    <a:pt x="52" y="644"/>
                    <a:pt x="50" y="643"/>
                    <a:pt x="48" y="643"/>
                  </a:cubicBezTo>
                  <a:cubicBezTo>
                    <a:pt x="38" y="643"/>
                    <a:pt x="26" y="649"/>
                    <a:pt x="22" y="655"/>
                  </a:cubicBezTo>
                  <a:cubicBezTo>
                    <a:pt x="20" y="660"/>
                    <a:pt x="17" y="665"/>
                    <a:pt x="15" y="670"/>
                  </a:cubicBezTo>
                  <a:cubicBezTo>
                    <a:pt x="11" y="680"/>
                    <a:pt x="1" y="686"/>
                    <a:pt x="2" y="699"/>
                  </a:cubicBezTo>
                  <a:cubicBezTo>
                    <a:pt x="4" y="714"/>
                    <a:pt x="2" y="730"/>
                    <a:pt x="2" y="745"/>
                  </a:cubicBezTo>
                  <a:cubicBezTo>
                    <a:pt x="2" y="754"/>
                    <a:pt x="3" y="762"/>
                    <a:pt x="2" y="770"/>
                  </a:cubicBezTo>
                  <a:cubicBezTo>
                    <a:pt x="2" y="797"/>
                    <a:pt x="0" y="824"/>
                    <a:pt x="0" y="850"/>
                  </a:cubicBezTo>
                  <a:cubicBezTo>
                    <a:pt x="0" y="880"/>
                    <a:pt x="1" y="910"/>
                    <a:pt x="2" y="940"/>
                  </a:cubicBezTo>
                  <a:cubicBezTo>
                    <a:pt x="2" y="949"/>
                    <a:pt x="3" y="958"/>
                    <a:pt x="4" y="967"/>
                  </a:cubicBezTo>
                  <a:cubicBezTo>
                    <a:pt x="5" y="983"/>
                    <a:pt x="7" y="998"/>
                    <a:pt x="8" y="1013"/>
                  </a:cubicBezTo>
                  <a:cubicBezTo>
                    <a:pt x="9" y="1018"/>
                    <a:pt x="7" y="1022"/>
                    <a:pt x="8" y="1026"/>
                  </a:cubicBezTo>
                  <a:cubicBezTo>
                    <a:pt x="11" y="1039"/>
                    <a:pt x="14" y="1052"/>
                    <a:pt x="24" y="1062"/>
                  </a:cubicBezTo>
                  <a:cubicBezTo>
                    <a:pt x="28" y="1065"/>
                    <a:pt x="30" y="1070"/>
                    <a:pt x="32" y="1075"/>
                  </a:cubicBezTo>
                  <a:cubicBezTo>
                    <a:pt x="37" y="1084"/>
                    <a:pt x="40" y="1095"/>
                    <a:pt x="46" y="1103"/>
                  </a:cubicBezTo>
                  <a:cubicBezTo>
                    <a:pt x="59" y="1118"/>
                    <a:pt x="73" y="1132"/>
                    <a:pt x="87" y="1147"/>
                  </a:cubicBezTo>
                  <a:cubicBezTo>
                    <a:pt x="95" y="1156"/>
                    <a:pt x="103" y="1167"/>
                    <a:pt x="116" y="1167"/>
                  </a:cubicBezTo>
                  <a:cubicBezTo>
                    <a:pt x="120" y="1167"/>
                    <a:pt x="125" y="1166"/>
                    <a:pt x="130" y="1163"/>
                  </a:cubicBezTo>
                  <a:cubicBezTo>
                    <a:pt x="141" y="1158"/>
                    <a:pt x="149" y="1150"/>
                    <a:pt x="151" y="1137"/>
                  </a:cubicBezTo>
                  <a:cubicBezTo>
                    <a:pt x="152" y="1118"/>
                    <a:pt x="152" y="1097"/>
                    <a:pt x="158" y="1078"/>
                  </a:cubicBezTo>
                  <a:cubicBezTo>
                    <a:pt x="166" y="1055"/>
                    <a:pt x="153" y="1034"/>
                    <a:pt x="156" y="1012"/>
                  </a:cubicBezTo>
                  <a:cubicBezTo>
                    <a:pt x="157" y="1007"/>
                    <a:pt x="158" y="1001"/>
                    <a:pt x="157" y="996"/>
                  </a:cubicBezTo>
                  <a:cubicBezTo>
                    <a:pt x="153" y="974"/>
                    <a:pt x="149" y="952"/>
                    <a:pt x="143" y="931"/>
                  </a:cubicBezTo>
                  <a:cubicBezTo>
                    <a:pt x="138" y="910"/>
                    <a:pt x="123" y="891"/>
                    <a:pt x="128" y="868"/>
                  </a:cubicBezTo>
                  <a:cubicBezTo>
                    <a:pt x="128" y="866"/>
                    <a:pt x="125" y="864"/>
                    <a:pt x="124" y="862"/>
                  </a:cubicBezTo>
                  <a:cubicBezTo>
                    <a:pt x="123" y="860"/>
                    <a:pt x="122" y="858"/>
                    <a:pt x="122" y="855"/>
                  </a:cubicBezTo>
                  <a:cubicBezTo>
                    <a:pt x="122" y="850"/>
                    <a:pt x="122" y="844"/>
                    <a:pt x="122" y="839"/>
                  </a:cubicBezTo>
                  <a:cubicBezTo>
                    <a:pt x="123" y="830"/>
                    <a:pt x="124" y="821"/>
                    <a:pt x="125" y="812"/>
                  </a:cubicBezTo>
                  <a:cubicBezTo>
                    <a:pt x="125" y="806"/>
                    <a:pt x="125" y="799"/>
                    <a:pt x="126" y="792"/>
                  </a:cubicBezTo>
                  <a:cubicBezTo>
                    <a:pt x="128" y="783"/>
                    <a:pt x="129" y="774"/>
                    <a:pt x="134" y="766"/>
                  </a:cubicBezTo>
                  <a:cubicBezTo>
                    <a:pt x="137" y="759"/>
                    <a:pt x="144" y="753"/>
                    <a:pt x="150" y="747"/>
                  </a:cubicBezTo>
                  <a:cubicBezTo>
                    <a:pt x="161" y="736"/>
                    <a:pt x="172" y="724"/>
                    <a:pt x="184" y="715"/>
                  </a:cubicBezTo>
                  <a:cubicBezTo>
                    <a:pt x="200" y="705"/>
                    <a:pt x="219" y="699"/>
                    <a:pt x="235" y="690"/>
                  </a:cubicBezTo>
                  <a:cubicBezTo>
                    <a:pt x="249" y="682"/>
                    <a:pt x="263" y="680"/>
                    <a:pt x="278" y="679"/>
                  </a:cubicBezTo>
                  <a:cubicBezTo>
                    <a:pt x="283" y="679"/>
                    <a:pt x="290" y="683"/>
                    <a:pt x="293" y="686"/>
                  </a:cubicBezTo>
                  <a:cubicBezTo>
                    <a:pt x="308" y="701"/>
                    <a:pt x="323" y="716"/>
                    <a:pt x="337" y="732"/>
                  </a:cubicBezTo>
                  <a:cubicBezTo>
                    <a:pt x="340" y="736"/>
                    <a:pt x="342" y="744"/>
                    <a:pt x="340" y="748"/>
                  </a:cubicBezTo>
                  <a:cubicBezTo>
                    <a:pt x="338" y="754"/>
                    <a:pt x="332" y="760"/>
                    <a:pt x="326" y="763"/>
                  </a:cubicBezTo>
                  <a:cubicBezTo>
                    <a:pt x="314" y="768"/>
                    <a:pt x="302" y="772"/>
                    <a:pt x="290" y="777"/>
                  </a:cubicBezTo>
                  <a:cubicBezTo>
                    <a:pt x="283" y="780"/>
                    <a:pt x="274" y="783"/>
                    <a:pt x="269" y="789"/>
                  </a:cubicBezTo>
                  <a:cubicBezTo>
                    <a:pt x="256" y="802"/>
                    <a:pt x="244" y="816"/>
                    <a:pt x="232" y="831"/>
                  </a:cubicBezTo>
                  <a:cubicBezTo>
                    <a:pt x="228" y="837"/>
                    <a:pt x="222" y="842"/>
                    <a:pt x="220" y="850"/>
                  </a:cubicBezTo>
                  <a:cubicBezTo>
                    <a:pt x="214" y="870"/>
                    <a:pt x="229" y="893"/>
                    <a:pt x="250" y="899"/>
                  </a:cubicBezTo>
                  <a:cubicBezTo>
                    <a:pt x="264" y="902"/>
                    <a:pt x="277" y="907"/>
                    <a:pt x="288" y="910"/>
                  </a:cubicBezTo>
                  <a:cubicBezTo>
                    <a:pt x="295" y="908"/>
                    <a:pt x="301" y="904"/>
                    <a:pt x="307" y="903"/>
                  </a:cubicBezTo>
                  <a:cubicBezTo>
                    <a:pt x="314" y="902"/>
                    <a:pt x="321" y="902"/>
                    <a:pt x="328" y="901"/>
                  </a:cubicBezTo>
                  <a:cubicBezTo>
                    <a:pt x="336" y="900"/>
                    <a:pt x="345" y="898"/>
                    <a:pt x="353" y="896"/>
                  </a:cubicBezTo>
                  <a:cubicBezTo>
                    <a:pt x="357" y="896"/>
                    <a:pt x="360" y="895"/>
                    <a:pt x="364" y="894"/>
                  </a:cubicBezTo>
                  <a:cubicBezTo>
                    <a:pt x="374" y="891"/>
                    <a:pt x="385" y="888"/>
                    <a:pt x="396" y="885"/>
                  </a:cubicBezTo>
                  <a:cubicBezTo>
                    <a:pt x="405" y="883"/>
                    <a:pt x="414" y="882"/>
                    <a:pt x="423" y="879"/>
                  </a:cubicBezTo>
                  <a:cubicBezTo>
                    <a:pt x="435" y="877"/>
                    <a:pt x="447" y="873"/>
                    <a:pt x="461" y="870"/>
                  </a:cubicBezTo>
                  <a:cubicBezTo>
                    <a:pt x="461" y="890"/>
                    <a:pt x="446" y="895"/>
                    <a:pt x="436" y="902"/>
                  </a:cubicBezTo>
                  <a:cubicBezTo>
                    <a:pt x="416" y="914"/>
                    <a:pt x="395" y="921"/>
                    <a:pt x="374" y="932"/>
                  </a:cubicBezTo>
                  <a:cubicBezTo>
                    <a:pt x="367" y="936"/>
                    <a:pt x="360" y="942"/>
                    <a:pt x="355" y="948"/>
                  </a:cubicBezTo>
                  <a:cubicBezTo>
                    <a:pt x="349" y="954"/>
                    <a:pt x="347" y="963"/>
                    <a:pt x="341" y="967"/>
                  </a:cubicBezTo>
                  <a:cubicBezTo>
                    <a:pt x="317" y="981"/>
                    <a:pt x="308" y="1004"/>
                    <a:pt x="300" y="1028"/>
                  </a:cubicBezTo>
                  <a:cubicBezTo>
                    <a:pt x="297" y="1036"/>
                    <a:pt x="296" y="1046"/>
                    <a:pt x="297" y="1054"/>
                  </a:cubicBezTo>
                  <a:cubicBezTo>
                    <a:pt x="299" y="1068"/>
                    <a:pt x="311" y="1072"/>
                    <a:pt x="323" y="1076"/>
                  </a:cubicBezTo>
                  <a:cubicBezTo>
                    <a:pt x="333" y="1078"/>
                    <a:pt x="344" y="1079"/>
                    <a:pt x="355" y="1080"/>
                  </a:cubicBezTo>
                  <a:cubicBezTo>
                    <a:pt x="365" y="1082"/>
                    <a:pt x="374" y="1084"/>
                    <a:pt x="384" y="1084"/>
                  </a:cubicBezTo>
                  <a:cubicBezTo>
                    <a:pt x="384" y="1084"/>
                    <a:pt x="384" y="1084"/>
                    <a:pt x="385" y="1084"/>
                  </a:cubicBezTo>
                  <a:cubicBezTo>
                    <a:pt x="391" y="1084"/>
                    <a:pt x="398" y="1081"/>
                    <a:pt x="405" y="1080"/>
                  </a:cubicBezTo>
                  <a:cubicBezTo>
                    <a:pt x="423" y="1078"/>
                    <a:pt x="441" y="1077"/>
                    <a:pt x="459" y="1074"/>
                  </a:cubicBezTo>
                  <a:cubicBezTo>
                    <a:pt x="461" y="1074"/>
                    <a:pt x="463" y="1074"/>
                    <a:pt x="464" y="1074"/>
                  </a:cubicBezTo>
                  <a:cubicBezTo>
                    <a:pt x="472" y="1074"/>
                    <a:pt x="476" y="1078"/>
                    <a:pt x="476" y="1088"/>
                  </a:cubicBezTo>
                  <a:cubicBezTo>
                    <a:pt x="477" y="1105"/>
                    <a:pt x="478" y="1122"/>
                    <a:pt x="479" y="1139"/>
                  </a:cubicBezTo>
                  <a:cubicBezTo>
                    <a:pt x="479" y="1142"/>
                    <a:pt x="480" y="1145"/>
                    <a:pt x="481" y="1147"/>
                  </a:cubicBezTo>
                  <a:cubicBezTo>
                    <a:pt x="487" y="1163"/>
                    <a:pt x="492" y="1179"/>
                    <a:pt x="499" y="1194"/>
                  </a:cubicBezTo>
                  <a:cubicBezTo>
                    <a:pt x="504" y="1205"/>
                    <a:pt x="511" y="1215"/>
                    <a:pt x="520" y="1224"/>
                  </a:cubicBezTo>
                  <a:cubicBezTo>
                    <a:pt x="524" y="1228"/>
                    <a:pt x="529" y="1232"/>
                    <a:pt x="535" y="1232"/>
                  </a:cubicBezTo>
                  <a:cubicBezTo>
                    <a:pt x="538" y="1232"/>
                    <a:pt x="541" y="1231"/>
                    <a:pt x="544" y="1229"/>
                  </a:cubicBezTo>
                  <a:cubicBezTo>
                    <a:pt x="554" y="1223"/>
                    <a:pt x="567" y="1216"/>
                    <a:pt x="571" y="1203"/>
                  </a:cubicBezTo>
                  <a:cubicBezTo>
                    <a:pt x="579" y="1180"/>
                    <a:pt x="587" y="1157"/>
                    <a:pt x="591" y="1133"/>
                  </a:cubicBezTo>
                  <a:cubicBezTo>
                    <a:pt x="595" y="1114"/>
                    <a:pt x="593" y="1094"/>
                    <a:pt x="594" y="1075"/>
                  </a:cubicBezTo>
                  <a:cubicBezTo>
                    <a:pt x="594" y="1065"/>
                    <a:pt x="595" y="1055"/>
                    <a:pt x="597" y="1046"/>
                  </a:cubicBezTo>
                  <a:cubicBezTo>
                    <a:pt x="599" y="1038"/>
                    <a:pt x="604" y="1029"/>
                    <a:pt x="610" y="1025"/>
                  </a:cubicBezTo>
                  <a:cubicBezTo>
                    <a:pt x="622" y="1018"/>
                    <a:pt x="635" y="1013"/>
                    <a:pt x="648" y="1007"/>
                  </a:cubicBezTo>
                  <a:cubicBezTo>
                    <a:pt x="665" y="1000"/>
                    <a:pt x="682" y="993"/>
                    <a:pt x="699" y="985"/>
                  </a:cubicBezTo>
                  <a:cubicBezTo>
                    <a:pt x="704" y="983"/>
                    <a:pt x="709" y="979"/>
                    <a:pt x="714" y="975"/>
                  </a:cubicBezTo>
                  <a:cubicBezTo>
                    <a:pt x="729" y="963"/>
                    <a:pt x="735" y="947"/>
                    <a:pt x="738" y="929"/>
                  </a:cubicBezTo>
                  <a:cubicBezTo>
                    <a:pt x="739" y="920"/>
                    <a:pt x="741" y="909"/>
                    <a:pt x="732" y="902"/>
                  </a:cubicBezTo>
                  <a:cubicBezTo>
                    <a:pt x="717" y="889"/>
                    <a:pt x="697" y="888"/>
                    <a:pt x="679" y="883"/>
                  </a:cubicBezTo>
                  <a:cubicBezTo>
                    <a:pt x="671" y="880"/>
                    <a:pt x="662" y="878"/>
                    <a:pt x="654" y="875"/>
                  </a:cubicBezTo>
                  <a:cubicBezTo>
                    <a:pt x="659" y="867"/>
                    <a:pt x="662" y="858"/>
                    <a:pt x="669" y="852"/>
                  </a:cubicBezTo>
                  <a:cubicBezTo>
                    <a:pt x="685" y="839"/>
                    <a:pt x="703" y="827"/>
                    <a:pt x="720" y="814"/>
                  </a:cubicBezTo>
                  <a:cubicBezTo>
                    <a:pt x="734" y="805"/>
                    <a:pt x="748" y="796"/>
                    <a:pt x="761" y="785"/>
                  </a:cubicBezTo>
                  <a:cubicBezTo>
                    <a:pt x="788" y="764"/>
                    <a:pt x="786" y="719"/>
                    <a:pt x="757" y="700"/>
                  </a:cubicBezTo>
                  <a:cubicBezTo>
                    <a:pt x="749" y="694"/>
                    <a:pt x="738" y="691"/>
                    <a:pt x="727" y="688"/>
                  </a:cubicBezTo>
                  <a:cubicBezTo>
                    <a:pt x="718" y="686"/>
                    <a:pt x="708" y="686"/>
                    <a:pt x="698" y="686"/>
                  </a:cubicBezTo>
                  <a:cubicBezTo>
                    <a:pt x="698" y="686"/>
                    <a:pt x="698" y="686"/>
                    <a:pt x="698" y="686"/>
                  </a:cubicBezTo>
                  <a:cubicBezTo>
                    <a:pt x="692" y="686"/>
                    <a:pt x="687" y="687"/>
                    <a:pt x="682" y="688"/>
                  </a:cubicBezTo>
                  <a:cubicBezTo>
                    <a:pt x="674" y="689"/>
                    <a:pt x="666" y="691"/>
                    <a:pt x="659" y="691"/>
                  </a:cubicBezTo>
                  <a:cubicBezTo>
                    <a:pt x="652" y="691"/>
                    <a:pt x="646" y="690"/>
                    <a:pt x="640" y="686"/>
                  </a:cubicBezTo>
                  <a:cubicBezTo>
                    <a:pt x="642" y="682"/>
                    <a:pt x="645" y="678"/>
                    <a:pt x="647" y="674"/>
                  </a:cubicBezTo>
                  <a:cubicBezTo>
                    <a:pt x="655" y="660"/>
                    <a:pt x="665" y="651"/>
                    <a:pt x="677" y="641"/>
                  </a:cubicBezTo>
                  <a:cubicBezTo>
                    <a:pt x="699" y="622"/>
                    <a:pt x="719" y="602"/>
                    <a:pt x="740" y="583"/>
                  </a:cubicBezTo>
                  <a:cubicBezTo>
                    <a:pt x="744" y="579"/>
                    <a:pt x="749" y="577"/>
                    <a:pt x="754" y="577"/>
                  </a:cubicBezTo>
                  <a:cubicBezTo>
                    <a:pt x="756" y="577"/>
                    <a:pt x="758" y="577"/>
                    <a:pt x="761" y="578"/>
                  </a:cubicBezTo>
                  <a:cubicBezTo>
                    <a:pt x="770" y="581"/>
                    <a:pt x="780" y="583"/>
                    <a:pt x="790" y="583"/>
                  </a:cubicBezTo>
                  <a:cubicBezTo>
                    <a:pt x="791" y="583"/>
                    <a:pt x="791" y="583"/>
                    <a:pt x="791" y="583"/>
                  </a:cubicBezTo>
                  <a:cubicBezTo>
                    <a:pt x="797" y="583"/>
                    <a:pt x="803" y="582"/>
                    <a:pt x="809" y="581"/>
                  </a:cubicBezTo>
                  <a:cubicBezTo>
                    <a:pt x="815" y="580"/>
                    <a:pt x="821" y="580"/>
                    <a:pt x="827" y="580"/>
                  </a:cubicBezTo>
                  <a:cubicBezTo>
                    <a:pt x="827" y="580"/>
                    <a:pt x="827" y="580"/>
                    <a:pt x="827" y="580"/>
                  </a:cubicBezTo>
                  <a:cubicBezTo>
                    <a:pt x="837" y="580"/>
                    <a:pt x="846" y="582"/>
                    <a:pt x="855" y="584"/>
                  </a:cubicBezTo>
                  <a:cubicBezTo>
                    <a:pt x="870" y="587"/>
                    <a:pt x="886" y="590"/>
                    <a:pt x="901" y="594"/>
                  </a:cubicBezTo>
                  <a:cubicBezTo>
                    <a:pt x="921" y="601"/>
                    <a:pt x="940" y="608"/>
                    <a:pt x="960" y="616"/>
                  </a:cubicBezTo>
                  <a:cubicBezTo>
                    <a:pt x="970" y="620"/>
                    <a:pt x="979" y="625"/>
                    <a:pt x="988" y="631"/>
                  </a:cubicBezTo>
                  <a:cubicBezTo>
                    <a:pt x="990" y="632"/>
                    <a:pt x="991" y="636"/>
                    <a:pt x="991" y="639"/>
                  </a:cubicBezTo>
                  <a:cubicBezTo>
                    <a:pt x="990" y="658"/>
                    <a:pt x="995" y="679"/>
                    <a:pt x="987" y="698"/>
                  </a:cubicBezTo>
                  <a:cubicBezTo>
                    <a:pt x="987" y="699"/>
                    <a:pt x="987" y="701"/>
                    <a:pt x="987" y="702"/>
                  </a:cubicBezTo>
                  <a:cubicBezTo>
                    <a:pt x="987" y="713"/>
                    <a:pt x="989" y="725"/>
                    <a:pt x="988" y="736"/>
                  </a:cubicBezTo>
                  <a:cubicBezTo>
                    <a:pt x="987" y="749"/>
                    <a:pt x="982" y="761"/>
                    <a:pt x="980" y="774"/>
                  </a:cubicBezTo>
                  <a:cubicBezTo>
                    <a:pt x="978" y="786"/>
                    <a:pt x="978" y="799"/>
                    <a:pt x="977" y="811"/>
                  </a:cubicBezTo>
                  <a:cubicBezTo>
                    <a:pt x="974" y="837"/>
                    <a:pt x="971" y="862"/>
                    <a:pt x="963" y="887"/>
                  </a:cubicBezTo>
                  <a:cubicBezTo>
                    <a:pt x="957" y="906"/>
                    <a:pt x="949" y="924"/>
                    <a:pt x="942" y="943"/>
                  </a:cubicBezTo>
                  <a:cubicBezTo>
                    <a:pt x="937" y="957"/>
                    <a:pt x="931" y="970"/>
                    <a:pt x="928" y="984"/>
                  </a:cubicBezTo>
                  <a:cubicBezTo>
                    <a:pt x="925" y="993"/>
                    <a:pt x="920" y="1002"/>
                    <a:pt x="921" y="1014"/>
                  </a:cubicBezTo>
                  <a:cubicBezTo>
                    <a:pt x="922" y="1021"/>
                    <a:pt x="919" y="1033"/>
                    <a:pt x="909" y="1033"/>
                  </a:cubicBezTo>
                  <a:cubicBezTo>
                    <a:pt x="899" y="1034"/>
                    <a:pt x="888" y="1035"/>
                    <a:pt x="878" y="1035"/>
                  </a:cubicBezTo>
                  <a:cubicBezTo>
                    <a:pt x="871" y="1035"/>
                    <a:pt x="863" y="1035"/>
                    <a:pt x="856" y="1033"/>
                  </a:cubicBezTo>
                  <a:cubicBezTo>
                    <a:pt x="850" y="1031"/>
                    <a:pt x="844" y="1030"/>
                    <a:pt x="838" y="1030"/>
                  </a:cubicBezTo>
                  <a:cubicBezTo>
                    <a:pt x="827" y="1030"/>
                    <a:pt x="816" y="1033"/>
                    <a:pt x="806" y="1036"/>
                  </a:cubicBezTo>
                  <a:cubicBezTo>
                    <a:pt x="803" y="1037"/>
                    <a:pt x="799" y="1040"/>
                    <a:pt x="798" y="1042"/>
                  </a:cubicBezTo>
                  <a:cubicBezTo>
                    <a:pt x="797" y="1054"/>
                    <a:pt x="796" y="1065"/>
                    <a:pt x="797" y="1076"/>
                  </a:cubicBezTo>
                  <a:cubicBezTo>
                    <a:pt x="798" y="1083"/>
                    <a:pt x="801" y="1092"/>
                    <a:pt x="806" y="1097"/>
                  </a:cubicBezTo>
                  <a:cubicBezTo>
                    <a:pt x="822" y="1116"/>
                    <a:pt x="840" y="1133"/>
                    <a:pt x="856" y="1151"/>
                  </a:cubicBezTo>
                  <a:cubicBezTo>
                    <a:pt x="862" y="1157"/>
                    <a:pt x="866" y="1164"/>
                    <a:pt x="871" y="1170"/>
                  </a:cubicBezTo>
                  <a:cubicBezTo>
                    <a:pt x="880" y="1182"/>
                    <a:pt x="889" y="1194"/>
                    <a:pt x="900" y="1205"/>
                  </a:cubicBezTo>
                  <a:cubicBezTo>
                    <a:pt x="906" y="1212"/>
                    <a:pt x="914" y="1220"/>
                    <a:pt x="922" y="1220"/>
                  </a:cubicBezTo>
                  <a:cubicBezTo>
                    <a:pt x="922" y="1220"/>
                    <a:pt x="922" y="1220"/>
                    <a:pt x="922" y="1220"/>
                  </a:cubicBezTo>
                  <a:cubicBezTo>
                    <a:pt x="936" y="1220"/>
                    <a:pt x="950" y="1215"/>
                    <a:pt x="964" y="1211"/>
                  </a:cubicBezTo>
                  <a:cubicBezTo>
                    <a:pt x="983" y="1206"/>
                    <a:pt x="997" y="1190"/>
                    <a:pt x="1017" y="1186"/>
                  </a:cubicBezTo>
                  <a:cubicBezTo>
                    <a:pt x="1018" y="1186"/>
                    <a:pt x="1019" y="1185"/>
                    <a:pt x="1020" y="1184"/>
                  </a:cubicBezTo>
                  <a:cubicBezTo>
                    <a:pt x="1023" y="1175"/>
                    <a:pt x="1030" y="1171"/>
                    <a:pt x="1037" y="1168"/>
                  </a:cubicBezTo>
                  <a:cubicBezTo>
                    <a:pt x="1044" y="1165"/>
                    <a:pt x="1050" y="1161"/>
                    <a:pt x="1056" y="1156"/>
                  </a:cubicBezTo>
                  <a:cubicBezTo>
                    <a:pt x="1069" y="1144"/>
                    <a:pt x="1080" y="1130"/>
                    <a:pt x="1094" y="1119"/>
                  </a:cubicBezTo>
                  <a:cubicBezTo>
                    <a:pt x="1107" y="1107"/>
                    <a:pt x="1111" y="1092"/>
                    <a:pt x="1115" y="1076"/>
                  </a:cubicBezTo>
                  <a:cubicBezTo>
                    <a:pt x="1120" y="1056"/>
                    <a:pt x="1125" y="1035"/>
                    <a:pt x="1131" y="1015"/>
                  </a:cubicBezTo>
                  <a:cubicBezTo>
                    <a:pt x="1135" y="1004"/>
                    <a:pt x="1136" y="992"/>
                    <a:pt x="1134" y="980"/>
                  </a:cubicBezTo>
                  <a:cubicBezTo>
                    <a:pt x="1134" y="979"/>
                    <a:pt x="1134" y="977"/>
                    <a:pt x="1134" y="976"/>
                  </a:cubicBezTo>
                  <a:cubicBezTo>
                    <a:pt x="1136" y="954"/>
                    <a:pt x="1138" y="931"/>
                    <a:pt x="1139" y="908"/>
                  </a:cubicBezTo>
                  <a:cubicBezTo>
                    <a:pt x="1140" y="886"/>
                    <a:pt x="1140" y="864"/>
                    <a:pt x="1141" y="841"/>
                  </a:cubicBezTo>
                  <a:cubicBezTo>
                    <a:pt x="1141" y="821"/>
                    <a:pt x="1143" y="800"/>
                    <a:pt x="1144" y="779"/>
                  </a:cubicBezTo>
                  <a:cubicBezTo>
                    <a:pt x="1145" y="772"/>
                    <a:pt x="1147" y="765"/>
                    <a:pt x="1148" y="758"/>
                  </a:cubicBezTo>
                  <a:cubicBezTo>
                    <a:pt x="1149" y="744"/>
                    <a:pt x="1150" y="730"/>
                    <a:pt x="1152" y="717"/>
                  </a:cubicBezTo>
                  <a:cubicBezTo>
                    <a:pt x="1153" y="706"/>
                    <a:pt x="1155" y="695"/>
                    <a:pt x="1160" y="687"/>
                  </a:cubicBezTo>
                  <a:cubicBezTo>
                    <a:pt x="1168" y="675"/>
                    <a:pt x="1167" y="662"/>
                    <a:pt x="1165" y="650"/>
                  </a:cubicBezTo>
                  <a:cubicBezTo>
                    <a:pt x="1163" y="637"/>
                    <a:pt x="1164" y="622"/>
                    <a:pt x="1153" y="611"/>
                  </a:cubicBezTo>
                  <a:cubicBezTo>
                    <a:pt x="1152" y="610"/>
                    <a:pt x="1153" y="607"/>
                    <a:pt x="1153" y="605"/>
                  </a:cubicBezTo>
                  <a:cubicBezTo>
                    <a:pt x="1152" y="601"/>
                    <a:pt x="1151" y="597"/>
                    <a:pt x="1149" y="595"/>
                  </a:cubicBezTo>
                  <a:cubicBezTo>
                    <a:pt x="1137" y="579"/>
                    <a:pt x="1127" y="562"/>
                    <a:pt x="1108" y="555"/>
                  </a:cubicBezTo>
                  <a:cubicBezTo>
                    <a:pt x="1107" y="554"/>
                    <a:pt x="1106" y="553"/>
                    <a:pt x="1105" y="552"/>
                  </a:cubicBezTo>
                  <a:cubicBezTo>
                    <a:pt x="1094" y="537"/>
                    <a:pt x="1081" y="526"/>
                    <a:pt x="1061" y="526"/>
                  </a:cubicBezTo>
                  <a:cubicBezTo>
                    <a:pt x="1057" y="525"/>
                    <a:pt x="1054" y="521"/>
                    <a:pt x="1051" y="519"/>
                  </a:cubicBezTo>
                  <a:cubicBezTo>
                    <a:pt x="1050" y="518"/>
                    <a:pt x="1049" y="517"/>
                    <a:pt x="1048" y="517"/>
                  </a:cubicBezTo>
                  <a:cubicBezTo>
                    <a:pt x="1030" y="511"/>
                    <a:pt x="1012" y="506"/>
                    <a:pt x="994" y="501"/>
                  </a:cubicBezTo>
                  <a:cubicBezTo>
                    <a:pt x="985" y="499"/>
                    <a:pt x="976" y="498"/>
                    <a:pt x="967" y="497"/>
                  </a:cubicBezTo>
                  <a:cubicBezTo>
                    <a:pt x="967" y="497"/>
                    <a:pt x="966" y="497"/>
                    <a:pt x="966" y="497"/>
                  </a:cubicBezTo>
                  <a:cubicBezTo>
                    <a:pt x="959" y="497"/>
                    <a:pt x="952" y="499"/>
                    <a:pt x="945" y="499"/>
                  </a:cubicBezTo>
                  <a:cubicBezTo>
                    <a:pt x="933" y="499"/>
                    <a:pt x="921" y="499"/>
                    <a:pt x="909" y="499"/>
                  </a:cubicBezTo>
                  <a:cubicBezTo>
                    <a:pt x="899" y="499"/>
                    <a:pt x="889" y="499"/>
                    <a:pt x="879" y="499"/>
                  </a:cubicBezTo>
                  <a:cubicBezTo>
                    <a:pt x="863" y="499"/>
                    <a:pt x="846" y="497"/>
                    <a:pt x="830" y="496"/>
                  </a:cubicBezTo>
                  <a:cubicBezTo>
                    <a:pt x="825" y="496"/>
                    <a:pt x="821" y="494"/>
                    <a:pt x="817" y="493"/>
                  </a:cubicBezTo>
                  <a:cubicBezTo>
                    <a:pt x="811" y="491"/>
                    <a:pt x="805" y="488"/>
                    <a:pt x="798" y="486"/>
                  </a:cubicBezTo>
                  <a:cubicBezTo>
                    <a:pt x="784" y="481"/>
                    <a:pt x="768" y="480"/>
                    <a:pt x="757" y="471"/>
                  </a:cubicBezTo>
                  <a:cubicBezTo>
                    <a:pt x="740" y="457"/>
                    <a:pt x="721" y="455"/>
                    <a:pt x="701" y="455"/>
                  </a:cubicBezTo>
                  <a:cubicBezTo>
                    <a:pt x="701" y="455"/>
                    <a:pt x="700" y="455"/>
                    <a:pt x="700" y="455"/>
                  </a:cubicBezTo>
                  <a:cubicBezTo>
                    <a:pt x="682" y="455"/>
                    <a:pt x="666" y="464"/>
                    <a:pt x="648" y="467"/>
                  </a:cubicBezTo>
                  <a:cubicBezTo>
                    <a:pt x="639" y="469"/>
                    <a:pt x="630" y="471"/>
                    <a:pt x="624" y="479"/>
                  </a:cubicBezTo>
                  <a:cubicBezTo>
                    <a:pt x="620" y="485"/>
                    <a:pt x="618" y="492"/>
                    <a:pt x="614" y="498"/>
                  </a:cubicBezTo>
                  <a:cubicBezTo>
                    <a:pt x="611" y="502"/>
                    <a:pt x="608" y="505"/>
                    <a:pt x="604" y="508"/>
                  </a:cubicBezTo>
                  <a:cubicBezTo>
                    <a:pt x="596" y="515"/>
                    <a:pt x="588" y="522"/>
                    <a:pt x="578" y="528"/>
                  </a:cubicBezTo>
                  <a:cubicBezTo>
                    <a:pt x="575" y="529"/>
                    <a:pt x="571" y="531"/>
                    <a:pt x="567" y="531"/>
                  </a:cubicBezTo>
                  <a:cubicBezTo>
                    <a:pt x="564" y="531"/>
                    <a:pt x="561" y="530"/>
                    <a:pt x="559" y="526"/>
                  </a:cubicBezTo>
                  <a:cubicBezTo>
                    <a:pt x="556" y="518"/>
                    <a:pt x="554" y="506"/>
                    <a:pt x="558" y="500"/>
                  </a:cubicBezTo>
                  <a:cubicBezTo>
                    <a:pt x="565" y="488"/>
                    <a:pt x="576" y="478"/>
                    <a:pt x="586" y="469"/>
                  </a:cubicBezTo>
                  <a:cubicBezTo>
                    <a:pt x="594" y="462"/>
                    <a:pt x="599" y="455"/>
                    <a:pt x="601" y="445"/>
                  </a:cubicBezTo>
                  <a:cubicBezTo>
                    <a:pt x="603" y="433"/>
                    <a:pt x="607" y="422"/>
                    <a:pt x="619" y="417"/>
                  </a:cubicBezTo>
                  <a:cubicBezTo>
                    <a:pt x="630" y="413"/>
                    <a:pt x="643" y="411"/>
                    <a:pt x="654" y="406"/>
                  </a:cubicBezTo>
                  <a:cubicBezTo>
                    <a:pt x="672" y="399"/>
                    <a:pt x="689" y="389"/>
                    <a:pt x="707" y="382"/>
                  </a:cubicBezTo>
                  <a:cubicBezTo>
                    <a:pt x="735" y="372"/>
                    <a:pt x="765" y="368"/>
                    <a:pt x="789" y="348"/>
                  </a:cubicBezTo>
                  <a:cubicBezTo>
                    <a:pt x="800" y="340"/>
                    <a:pt x="811" y="331"/>
                    <a:pt x="820" y="321"/>
                  </a:cubicBezTo>
                  <a:cubicBezTo>
                    <a:pt x="836" y="303"/>
                    <a:pt x="836" y="280"/>
                    <a:pt x="833" y="258"/>
                  </a:cubicBezTo>
                  <a:cubicBezTo>
                    <a:pt x="831" y="245"/>
                    <a:pt x="826" y="231"/>
                    <a:pt x="809" y="224"/>
                  </a:cubicBezTo>
                  <a:cubicBezTo>
                    <a:pt x="793" y="218"/>
                    <a:pt x="777" y="211"/>
                    <a:pt x="771" y="192"/>
                  </a:cubicBezTo>
                  <a:cubicBezTo>
                    <a:pt x="770" y="190"/>
                    <a:pt x="766" y="187"/>
                    <a:pt x="762" y="187"/>
                  </a:cubicBezTo>
                  <a:cubicBezTo>
                    <a:pt x="762" y="187"/>
                    <a:pt x="762" y="187"/>
                    <a:pt x="762" y="187"/>
                  </a:cubicBezTo>
                  <a:cubicBezTo>
                    <a:pt x="739" y="188"/>
                    <a:pt x="715" y="188"/>
                    <a:pt x="691" y="191"/>
                  </a:cubicBezTo>
                  <a:cubicBezTo>
                    <a:pt x="690" y="191"/>
                    <a:pt x="689" y="191"/>
                    <a:pt x="688" y="191"/>
                  </a:cubicBezTo>
                  <a:cubicBezTo>
                    <a:pt x="682" y="191"/>
                    <a:pt x="680" y="188"/>
                    <a:pt x="681" y="181"/>
                  </a:cubicBezTo>
                  <a:cubicBezTo>
                    <a:pt x="682" y="169"/>
                    <a:pt x="684" y="156"/>
                    <a:pt x="686" y="144"/>
                  </a:cubicBezTo>
                  <a:cubicBezTo>
                    <a:pt x="690" y="125"/>
                    <a:pt x="695" y="108"/>
                    <a:pt x="690" y="88"/>
                  </a:cubicBezTo>
                  <a:cubicBezTo>
                    <a:pt x="681" y="54"/>
                    <a:pt x="660" y="31"/>
                    <a:pt x="629" y="18"/>
                  </a:cubicBezTo>
                  <a:cubicBezTo>
                    <a:pt x="614" y="11"/>
                    <a:pt x="597" y="10"/>
                    <a:pt x="581" y="7"/>
                  </a:cubicBezTo>
                  <a:cubicBezTo>
                    <a:pt x="570" y="5"/>
                    <a:pt x="560" y="4"/>
                    <a:pt x="549" y="3"/>
                  </a:cubicBezTo>
                  <a:cubicBezTo>
                    <a:pt x="547" y="3"/>
                    <a:pt x="545" y="3"/>
                    <a:pt x="543" y="3"/>
                  </a:cubicBezTo>
                  <a:cubicBezTo>
                    <a:pt x="541" y="3"/>
                    <a:pt x="540" y="3"/>
                    <a:pt x="538" y="3"/>
                  </a:cubicBezTo>
                  <a:cubicBezTo>
                    <a:pt x="536" y="3"/>
                    <a:pt x="535" y="3"/>
                    <a:pt x="533" y="3"/>
                  </a:cubicBezTo>
                  <a:cubicBezTo>
                    <a:pt x="531" y="3"/>
                    <a:pt x="529" y="3"/>
                    <a:pt x="527" y="2"/>
                  </a:cubicBezTo>
                  <a:cubicBezTo>
                    <a:pt x="520" y="2"/>
                    <a:pt x="513" y="0"/>
                    <a:pt x="50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271">
              <a:extLst>
                <a:ext uri="{FF2B5EF4-FFF2-40B4-BE49-F238E27FC236}">
                  <a16:creationId xmlns:a16="http://schemas.microsoft.com/office/drawing/2014/main" id="{E93A8D22-2D8E-907A-715B-7C859231389B}"/>
                </a:ext>
              </a:extLst>
            </p:cNvPr>
            <p:cNvSpPr>
              <a:spLocks/>
            </p:cNvSpPr>
            <p:nvPr/>
          </p:nvSpPr>
          <p:spPr bwMode="auto">
            <a:xfrm>
              <a:off x="2434447" y="1567648"/>
              <a:ext cx="301745" cy="393652"/>
            </a:xfrm>
            <a:custGeom>
              <a:avLst/>
              <a:gdLst>
                <a:gd name="T0" fmla="*/ 553 w 828"/>
                <a:gd name="T1" fmla="*/ 29 h 1078"/>
                <a:gd name="T2" fmla="*/ 334 w 828"/>
                <a:gd name="T3" fmla="*/ 98 h 1078"/>
                <a:gd name="T4" fmla="*/ 188 w 828"/>
                <a:gd name="T5" fmla="*/ 125 h 1078"/>
                <a:gd name="T6" fmla="*/ 131 w 828"/>
                <a:gd name="T7" fmla="*/ 124 h 1078"/>
                <a:gd name="T8" fmla="*/ 118 w 828"/>
                <a:gd name="T9" fmla="*/ 173 h 1078"/>
                <a:gd name="T10" fmla="*/ 186 w 828"/>
                <a:gd name="T11" fmla="*/ 238 h 1078"/>
                <a:gd name="T12" fmla="*/ 230 w 828"/>
                <a:gd name="T13" fmla="*/ 358 h 1078"/>
                <a:gd name="T14" fmla="*/ 225 w 828"/>
                <a:gd name="T15" fmla="*/ 456 h 1078"/>
                <a:gd name="T16" fmla="*/ 314 w 828"/>
                <a:gd name="T17" fmla="*/ 478 h 1078"/>
                <a:gd name="T18" fmla="*/ 308 w 828"/>
                <a:gd name="T19" fmla="*/ 498 h 1078"/>
                <a:gd name="T20" fmla="*/ 193 w 828"/>
                <a:gd name="T21" fmla="*/ 654 h 1078"/>
                <a:gd name="T22" fmla="*/ 184 w 828"/>
                <a:gd name="T23" fmla="*/ 799 h 1078"/>
                <a:gd name="T24" fmla="*/ 195 w 828"/>
                <a:gd name="T25" fmla="*/ 911 h 1078"/>
                <a:gd name="T26" fmla="*/ 386 w 828"/>
                <a:gd name="T27" fmla="*/ 810 h 1078"/>
                <a:gd name="T28" fmla="*/ 459 w 828"/>
                <a:gd name="T29" fmla="*/ 749 h 1078"/>
                <a:gd name="T30" fmla="*/ 599 w 828"/>
                <a:gd name="T31" fmla="*/ 906 h 1078"/>
                <a:gd name="T32" fmla="*/ 563 w 828"/>
                <a:gd name="T33" fmla="*/ 933 h 1078"/>
                <a:gd name="T34" fmla="*/ 407 w 828"/>
                <a:gd name="T35" fmla="*/ 954 h 1078"/>
                <a:gd name="T36" fmla="*/ 389 w 828"/>
                <a:gd name="T37" fmla="*/ 954 h 1078"/>
                <a:gd name="T38" fmla="*/ 269 w 828"/>
                <a:gd name="T39" fmla="*/ 966 h 1078"/>
                <a:gd name="T40" fmla="*/ 183 w 828"/>
                <a:gd name="T41" fmla="*/ 974 h 1078"/>
                <a:gd name="T42" fmla="*/ 104 w 828"/>
                <a:gd name="T43" fmla="*/ 970 h 1078"/>
                <a:gd name="T44" fmla="*/ 108 w 828"/>
                <a:gd name="T45" fmla="*/ 886 h 1078"/>
                <a:gd name="T46" fmla="*/ 106 w 828"/>
                <a:gd name="T47" fmla="*/ 779 h 1078"/>
                <a:gd name="T48" fmla="*/ 103 w 828"/>
                <a:gd name="T49" fmla="*/ 634 h 1078"/>
                <a:gd name="T50" fmla="*/ 106 w 828"/>
                <a:gd name="T51" fmla="*/ 408 h 1078"/>
                <a:gd name="T52" fmla="*/ 137 w 828"/>
                <a:gd name="T53" fmla="*/ 335 h 1078"/>
                <a:gd name="T54" fmla="*/ 163 w 828"/>
                <a:gd name="T55" fmla="*/ 279 h 1078"/>
                <a:gd name="T56" fmla="*/ 70 w 828"/>
                <a:gd name="T57" fmla="*/ 262 h 1078"/>
                <a:gd name="T58" fmla="*/ 34 w 828"/>
                <a:gd name="T59" fmla="*/ 434 h 1078"/>
                <a:gd name="T60" fmla="*/ 18 w 828"/>
                <a:gd name="T61" fmla="*/ 608 h 1078"/>
                <a:gd name="T62" fmla="*/ 11 w 828"/>
                <a:gd name="T63" fmla="*/ 832 h 1078"/>
                <a:gd name="T64" fmla="*/ 7 w 828"/>
                <a:gd name="T65" fmla="*/ 995 h 1078"/>
                <a:gd name="T66" fmla="*/ 167 w 828"/>
                <a:gd name="T67" fmla="*/ 1071 h 1078"/>
                <a:gd name="T68" fmla="*/ 296 w 828"/>
                <a:gd name="T69" fmla="*/ 1060 h 1078"/>
                <a:gd name="T70" fmla="*/ 436 w 828"/>
                <a:gd name="T71" fmla="*/ 1047 h 1078"/>
                <a:gd name="T72" fmla="*/ 549 w 828"/>
                <a:gd name="T73" fmla="*/ 1045 h 1078"/>
                <a:gd name="T74" fmla="*/ 729 w 828"/>
                <a:gd name="T75" fmla="*/ 1056 h 1078"/>
                <a:gd name="T76" fmla="*/ 814 w 828"/>
                <a:gd name="T77" fmla="*/ 1034 h 1078"/>
                <a:gd name="T78" fmla="*/ 705 w 828"/>
                <a:gd name="T79" fmla="*/ 915 h 1078"/>
                <a:gd name="T80" fmla="*/ 655 w 828"/>
                <a:gd name="T81" fmla="*/ 762 h 1078"/>
                <a:gd name="T82" fmla="*/ 480 w 828"/>
                <a:gd name="T83" fmla="*/ 706 h 1078"/>
                <a:gd name="T84" fmla="*/ 584 w 828"/>
                <a:gd name="T85" fmla="*/ 545 h 1078"/>
                <a:gd name="T86" fmla="*/ 585 w 828"/>
                <a:gd name="T87" fmla="*/ 446 h 1078"/>
                <a:gd name="T88" fmla="*/ 634 w 828"/>
                <a:gd name="T89" fmla="*/ 344 h 1078"/>
                <a:gd name="T90" fmla="*/ 548 w 828"/>
                <a:gd name="T91" fmla="*/ 274 h 1078"/>
                <a:gd name="T92" fmla="*/ 473 w 828"/>
                <a:gd name="T93" fmla="*/ 265 h 1078"/>
                <a:gd name="T94" fmla="*/ 565 w 828"/>
                <a:gd name="T95" fmla="*/ 209 h 1078"/>
                <a:gd name="T96" fmla="*/ 753 w 828"/>
                <a:gd name="T97" fmla="*/ 44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28" h="1078">
                  <a:moveTo>
                    <a:pt x="659" y="0"/>
                  </a:moveTo>
                  <a:cubicBezTo>
                    <a:pt x="657" y="0"/>
                    <a:pt x="655" y="0"/>
                    <a:pt x="653" y="0"/>
                  </a:cubicBezTo>
                  <a:cubicBezTo>
                    <a:pt x="643" y="3"/>
                    <a:pt x="634" y="6"/>
                    <a:pt x="624" y="9"/>
                  </a:cubicBezTo>
                  <a:cubicBezTo>
                    <a:pt x="600" y="16"/>
                    <a:pt x="576" y="22"/>
                    <a:pt x="553" y="29"/>
                  </a:cubicBezTo>
                  <a:cubicBezTo>
                    <a:pt x="528" y="36"/>
                    <a:pt x="503" y="43"/>
                    <a:pt x="479" y="51"/>
                  </a:cubicBezTo>
                  <a:cubicBezTo>
                    <a:pt x="472" y="53"/>
                    <a:pt x="466" y="60"/>
                    <a:pt x="458" y="62"/>
                  </a:cubicBezTo>
                  <a:cubicBezTo>
                    <a:pt x="443" y="67"/>
                    <a:pt x="427" y="70"/>
                    <a:pt x="411" y="75"/>
                  </a:cubicBezTo>
                  <a:cubicBezTo>
                    <a:pt x="385" y="82"/>
                    <a:pt x="360" y="91"/>
                    <a:pt x="334" y="98"/>
                  </a:cubicBezTo>
                  <a:cubicBezTo>
                    <a:pt x="316" y="103"/>
                    <a:pt x="297" y="107"/>
                    <a:pt x="278" y="111"/>
                  </a:cubicBezTo>
                  <a:cubicBezTo>
                    <a:pt x="271" y="112"/>
                    <a:pt x="262" y="110"/>
                    <a:pt x="256" y="114"/>
                  </a:cubicBezTo>
                  <a:cubicBezTo>
                    <a:pt x="238" y="126"/>
                    <a:pt x="218" y="124"/>
                    <a:pt x="198" y="125"/>
                  </a:cubicBezTo>
                  <a:cubicBezTo>
                    <a:pt x="195" y="125"/>
                    <a:pt x="192" y="125"/>
                    <a:pt x="188" y="125"/>
                  </a:cubicBezTo>
                  <a:cubicBezTo>
                    <a:pt x="179" y="125"/>
                    <a:pt x="170" y="125"/>
                    <a:pt x="161" y="124"/>
                  </a:cubicBezTo>
                  <a:cubicBezTo>
                    <a:pt x="151" y="124"/>
                    <a:pt x="142" y="124"/>
                    <a:pt x="133" y="124"/>
                  </a:cubicBezTo>
                  <a:cubicBezTo>
                    <a:pt x="132" y="124"/>
                    <a:pt x="132" y="124"/>
                    <a:pt x="131" y="124"/>
                  </a:cubicBezTo>
                  <a:cubicBezTo>
                    <a:pt x="131" y="124"/>
                    <a:pt x="131" y="124"/>
                    <a:pt x="131" y="124"/>
                  </a:cubicBezTo>
                  <a:cubicBezTo>
                    <a:pt x="130" y="124"/>
                    <a:pt x="129" y="124"/>
                    <a:pt x="128" y="124"/>
                  </a:cubicBezTo>
                  <a:cubicBezTo>
                    <a:pt x="128" y="124"/>
                    <a:pt x="127" y="124"/>
                    <a:pt x="126" y="124"/>
                  </a:cubicBezTo>
                  <a:cubicBezTo>
                    <a:pt x="119" y="124"/>
                    <a:pt x="111" y="125"/>
                    <a:pt x="108" y="134"/>
                  </a:cubicBezTo>
                  <a:cubicBezTo>
                    <a:pt x="103" y="149"/>
                    <a:pt x="106" y="162"/>
                    <a:pt x="118" y="173"/>
                  </a:cubicBezTo>
                  <a:cubicBezTo>
                    <a:pt x="129" y="182"/>
                    <a:pt x="139" y="192"/>
                    <a:pt x="148" y="202"/>
                  </a:cubicBezTo>
                  <a:cubicBezTo>
                    <a:pt x="152" y="205"/>
                    <a:pt x="154" y="210"/>
                    <a:pt x="156" y="214"/>
                  </a:cubicBezTo>
                  <a:cubicBezTo>
                    <a:pt x="157" y="216"/>
                    <a:pt x="158" y="219"/>
                    <a:pt x="160" y="221"/>
                  </a:cubicBezTo>
                  <a:cubicBezTo>
                    <a:pt x="168" y="227"/>
                    <a:pt x="176" y="234"/>
                    <a:pt x="186" y="238"/>
                  </a:cubicBezTo>
                  <a:cubicBezTo>
                    <a:pt x="212" y="248"/>
                    <a:pt x="237" y="258"/>
                    <a:pt x="264" y="266"/>
                  </a:cubicBezTo>
                  <a:cubicBezTo>
                    <a:pt x="273" y="269"/>
                    <a:pt x="276" y="274"/>
                    <a:pt x="272" y="281"/>
                  </a:cubicBezTo>
                  <a:cubicBezTo>
                    <a:pt x="262" y="301"/>
                    <a:pt x="250" y="321"/>
                    <a:pt x="239" y="341"/>
                  </a:cubicBezTo>
                  <a:cubicBezTo>
                    <a:pt x="236" y="347"/>
                    <a:pt x="233" y="352"/>
                    <a:pt x="230" y="358"/>
                  </a:cubicBezTo>
                  <a:cubicBezTo>
                    <a:pt x="226" y="363"/>
                    <a:pt x="224" y="369"/>
                    <a:pt x="221" y="375"/>
                  </a:cubicBezTo>
                  <a:cubicBezTo>
                    <a:pt x="214" y="386"/>
                    <a:pt x="206" y="397"/>
                    <a:pt x="213" y="412"/>
                  </a:cubicBezTo>
                  <a:cubicBezTo>
                    <a:pt x="214" y="413"/>
                    <a:pt x="214" y="414"/>
                    <a:pt x="214" y="415"/>
                  </a:cubicBezTo>
                  <a:cubicBezTo>
                    <a:pt x="213" y="430"/>
                    <a:pt x="216" y="444"/>
                    <a:pt x="225" y="456"/>
                  </a:cubicBezTo>
                  <a:cubicBezTo>
                    <a:pt x="233" y="468"/>
                    <a:pt x="259" y="481"/>
                    <a:pt x="275" y="481"/>
                  </a:cubicBezTo>
                  <a:cubicBezTo>
                    <a:pt x="277" y="481"/>
                    <a:pt x="279" y="480"/>
                    <a:pt x="281" y="480"/>
                  </a:cubicBezTo>
                  <a:cubicBezTo>
                    <a:pt x="287" y="478"/>
                    <a:pt x="295" y="478"/>
                    <a:pt x="302" y="478"/>
                  </a:cubicBezTo>
                  <a:cubicBezTo>
                    <a:pt x="306" y="478"/>
                    <a:pt x="310" y="478"/>
                    <a:pt x="314" y="478"/>
                  </a:cubicBezTo>
                  <a:cubicBezTo>
                    <a:pt x="315" y="478"/>
                    <a:pt x="317" y="478"/>
                    <a:pt x="318" y="478"/>
                  </a:cubicBezTo>
                  <a:cubicBezTo>
                    <a:pt x="323" y="478"/>
                    <a:pt x="327" y="479"/>
                    <a:pt x="332" y="480"/>
                  </a:cubicBezTo>
                  <a:cubicBezTo>
                    <a:pt x="331" y="481"/>
                    <a:pt x="331" y="483"/>
                    <a:pt x="331" y="484"/>
                  </a:cubicBezTo>
                  <a:cubicBezTo>
                    <a:pt x="323" y="488"/>
                    <a:pt x="315" y="492"/>
                    <a:pt x="308" y="498"/>
                  </a:cubicBezTo>
                  <a:cubicBezTo>
                    <a:pt x="296" y="508"/>
                    <a:pt x="285" y="520"/>
                    <a:pt x="273" y="528"/>
                  </a:cubicBezTo>
                  <a:cubicBezTo>
                    <a:pt x="259" y="538"/>
                    <a:pt x="243" y="544"/>
                    <a:pt x="228" y="553"/>
                  </a:cubicBezTo>
                  <a:cubicBezTo>
                    <a:pt x="209" y="566"/>
                    <a:pt x="197" y="585"/>
                    <a:pt x="192" y="607"/>
                  </a:cubicBezTo>
                  <a:cubicBezTo>
                    <a:pt x="189" y="622"/>
                    <a:pt x="188" y="639"/>
                    <a:pt x="193" y="654"/>
                  </a:cubicBezTo>
                  <a:cubicBezTo>
                    <a:pt x="201" y="677"/>
                    <a:pt x="219" y="694"/>
                    <a:pt x="241" y="706"/>
                  </a:cubicBezTo>
                  <a:cubicBezTo>
                    <a:pt x="250" y="711"/>
                    <a:pt x="252" y="718"/>
                    <a:pt x="246" y="726"/>
                  </a:cubicBezTo>
                  <a:cubicBezTo>
                    <a:pt x="229" y="748"/>
                    <a:pt x="211" y="769"/>
                    <a:pt x="193" y="790"/>
                  </a:cubicBezTo>
                  <a:cubicBezTo>
                    <a:pt x="190" y="793"/>
                    <a:pt x="185" y="795"/>
                    <a:pt x="184" y="799"/>
                  </a:cubicBezTo>
                  <a:cubicBezTo>
                    <a:pt x="179" y="811"/>
                    <a:pt x="170" y="819"/>
                    <a:pt x="159" y="825"/>
                  </a:cubicBezTo>
                  <a:cubicBezTo>
                    <a:pt x="157" y="826"/>
                    <a:pt x="155" y="829"/>
                    <a:pt x="154" y="831"/>
                  </a:cubicBezTo>
                  <a:cubicBezTo>
                    <a:pt x="138" y="858"/>
                    <a:pt x="146" y="884"/>
                    <a:pt x="156" y="909"/>
                  </a:cubicBezTo>
                  <a:cubicBezTo>
                    <a:pt x="169" y="909"/>
                    <a:pt x="183" y="911"/>
                    <a:pt x="195" y="911"/>
                  </a:cubicBezTo>
                  <a:cubicBezTo>
                    <a:pt x="203" y="911"/>
                    <a:pt x="210" y="910"/>
                    <a:pt x="218" y="908"/>
                  </a:cubicBezTo>
                  <a:cubicBezTo>
                    <a:pt x="245" y="903"/>
                    <a:pt x="269" y="890"/>
                    <a:pt x="289" y="870"/>
                  </a:cubicBezTo>
                  <a:cubicBezTo>
                    <a:pt x="295" y="864"/>
                    <a:pt x="303" y="859"/>
                    <a:pt x="311" y="856"/>
                  </a:cubicBezTo>
                  <a:cubicBezTo>
                    <a:pt x="338" y="844"/>
                    <a:pt x="364" y="830"/>
                    <a:pt x="386" y="810"/>
                  </a:cubicBezTo>
                  <a:cubicBezTo>
                    <a:pt x="409" y="790"/>
                    <a:pt x="430" y="768"/>
                    <a:pt x="442" y="740"/>
                  </a:cubicBezTo>
                  <a:cubicBezTo>
                    <a:pt x="444" y="737"/>
                    <a:pt x="449" y="735"/>
                    <a:pt x="452" y="733"/>
                  </a:cubicBezTo>
                  <a:cubicBezTo>
                    <a:pt x="454" y="737"/>
                    <a:pt x="456" y="741"/>
                    <a:pt x="458" y="744"/>
                  </a:cubicBezTo>
                  <a:cubicBezTo>
                    <a:pt x="459" y="746"/>
                    <a:pt x="458" y="748"/>
                    <a:pt x="459" y="749"/>
                  </a:cubicBezTo>
                  <a:cubicBezTo>
                    <a:pt x="467" y="760"/>
                    <a:pt x="475" y="771"/>
                    <a:pt x="482" y="782"/>
                  </a:cubicBezTo>
                  <a:cubicBezTo>
                    <a:pt x="498" y="805"/>
                    <a:pt x="512" y="829"/>
                    <a:pt x="529" y="851"/>
                  </a:cubicBezTo>
                  <a:cubicBezTo>
                    <a:pt x="536" y="862"/>
                    <a:pt x="546" y="872"/>
                    <a:pt x="556" y="879"/>
                  </a:cubicBezTo>
                  <a:cubicBezTo>
                    <a:pt x="569" y="889"/>
                    <a:pt x="585" y="896"/>
                    <a:pt x="599" y="906"/>
                  </a:cubicBezTo>
                  <a:cubicBezTo>
                    <a:pt x="603" y="908"/>
                    <a:pt x="606" y="914"/>
                    <a:pt x="609" y="919"/>
                  </a:cubicBezTo>
                  <a:cubicBezTo>
                    <a:pt x="609" y="920"/>
                    <a:pt x="605" y="924"/>
                    <a:pt x="603" y="925"/>
                  </a:cubicBezTo>
                  <a:cubicBezTo>
                    <a:pt x="595" y="927"/>
                    <a:pt x="588" y="930"/>
                    <a:pt x="581" y="931"/>
                  </a:cubicBezTo>
                  <a:cubicBezTo>
                    <a:pt x="575" y="933"/>
                    <a:pt x="568" y="932"/>
                    <a:pt x="563" y="933"/>
                  </a:cubicBezTo>
                  <a:cubicBezTo>
                    <a:pt x="538" y="938"/>
                    <a:pt x="514" y="944"/>
                    <a:pt x="489" y="949"/>
                  </a:cubicBezTo>
                  <a:cubicBezTo>
                    <a:pt x="475" y="951"/>
                    <a:pt x="461" y="953"/>
                    <a:pt x="447" y="954"/>
                  </a:cubicBezTo>
                  <a:cubicBezTo>
                    <a:pt x="441" y="954"/>
                    <a:pt x="436" y="954"/>
                    <a:pt x="430" y="954"/>
                  </a:cubicBezTo>
                  <a:cubicBezTo>
                    <a:pt x="422" y="954"/>
                    <a:pt x="415" y="954"/>
                    <a:pt x="407" y="954"/>
                  </a:cubicBezTo>
                  <a:cubicBezTo>
                    <a:pt x="405" y="954"/>
                    <a:pt x="404" y="954"/>
                    <a:pt x="403" y="954"/>
                  </a:cubicBezTo>
                  <a:cubicBezTo>
                    <a:pt x="402" y="954"/>
                    <a:pt x="401" y="954"/>
                    <a:pt x="400" y="954"/>
                  </a:cubicBezTo>
                  <a:cubicBezTo>
                    <a:pt x="399" y="954"/>
                    <a:pt x="398" y="954"/>
                    <a:pt x="396" y="954"/>
                  </a:cubicBezTo>
                  <a:cubicBezTo>
                    <a:pt x="394" y="954"/>
                    <a:pt x="391" y="954"/>
                    <a:pt x="389" y="954"/>
                  </a:cubicBezTo>
                  <a:cubicBezTo>
                    <a:pt x="375" y="955"/>
                    <a:pt x="362" y="957"/>
                    <a:pt x="349" y="959"/>
                  </a:cubicBezTo>
                  <a:cubicBezTo>
                    <a:pt x="335" y="960"/>
                    <a:pt x="321" y="962"/>
                    <a:pt x="307" y="963"/>
                  </a:cubicBezTo>
                  <a:cubicBezTo>
                    <a:pt x="295" y="964"/>
                    <a:pt x="284" y="966"/>
                    <a:pt x="272" y="966"/>
                  </a:cubicBezTo>
                  <a:cubicBezTo>
                    <a:pt x="271" y="966"/>
                    <a:pt x="270" y="966"/>
                    <a:pt x="269" y="966"/>
                  </a:cubicBezTo>
                  <a:cubicBezTo>
                    <a:pt x="264" y="965"/>
                    <a:pt x="260" y="965"/>
                    <a:pt x="256" y="965"/>
                  </a:cubicBezTo>
                  <a:cubicBezTo>
                    <a:pt x="249" y="965"/>
                    <a:pt x="241" y="966"/>
                    <a:pt x="234" y="968"/>
                  </a:cubicBezTo>
                  <a:cubicBezTo>
                    <a:pt x="224" y="971"/>
                    <a:pt x="213" y="970"/>
                    <a:pt x="202" y="971"/>
                  </a:cubicBezTo>
                  <a:cubicBezTo>
                    <a:pt x="196" y="972"/>
                    <a:pt x="190" y="973"/>
                    <a:pt x="183" y="974"/>
                  </a:cubicBezTo>
                  <a:cubicBezTo>
                    <a:pt x="178" y="975"/>
                    <a:pt x="173" y="977"/>
                    <a:pt x="168" y="978"/>
                  </a:cubicBezTo>
                  <a:cubicBezTo>
                    <a:pt x="159" y="980"/>
                    <a:pt x="150" y="982"/>
                    <a:pt x="141" y="985"/>
                  </a:cubicBezTo>
                  <a:cubicBezTo>
                    <a:pt x="130" y="989"/>
                    <a:pt x="119" y="994"/>
                    <a:pt x="106" y="999"/>
                  </a:cubicBezTo>
                  <a:cubicBezTo>
                    <a:pt x="105" y="988"/>
                    <a:pt x="104" y="979"/>
                    <a:pt x="104" y="970"/>
                  </a:cubicBezTo>
                  <a:cubicBezTo>
                    <a:pt x="103" y="963"/>
                    <a:pt x="103" y="956"/>
                    <a:pt x="103" y="949"/>
                  </a:cubicBezTo>
                  <a:cubicBezTo>
                    <a:pt x="103" y="944"/>
                    <a:pt x="103" y="939"/>
                    <a:pt x="104" y="935"/>
                  </a:cubicBezTo>
                  <a:cubicBezTo>
                    <a:pt x="106" y="926"/>
                    <a:pt x="109" y="918"/>
                    <a:pt x="109" y="909"/>
                  </a:cubicBezTo>
                  <a:cubicBezTo>
                    <a:pt x="110" y="902"/>
                    <a:pt x="108" y="894"/>
                    <a:pt x="108" y="886"/>
                  </a:cubicBezTo>
                  <a:cubicBezTo>
                    <a:pt x="107" y="879"/>
                    <a:pt x="106" y="873"/>
                    <a:pt x="106" y="866"/>
                  </a:cubicBezTo>
                  <a:cubicBezTo>
                    <a:pt x="105" y="859"/>
                    <a:pt x="104" y="851"/>
                    <a:pt x="106" y="844"/>
                  </a:cubicBezTo>
                  <a:cubicBezTo>
                    <a:pt x="111" y="829"/>
                    <a:pt x="115" y="815"/>
                    <a:pt x="108" y="799"/>
                  </a:cubicBezTo>
                  <a:cubicBezTo>
                    <a:pt x="106" y="793"/>
                    <a:pt x="106" y="786"/>
                    <a:pt x="106" y="779"/>
                  </a:cubicBezTo>
                  <a:cubicBezTo>
                    <a:pt x="106" y="765"/>
                    <a:pt x="106" y="750"/>
                    <a:pt x="106" y="736"/>
                  </a:cubicBezTo>
                  <a:cubicBezTo>
                    <a:pt x="105" y="715"/>
                    <a:pt x="102" y="695"/>
                    <a:pt x="101" y="674"/>
                  </a:cubicBezTo>
                  <a:cubicBezTo>
                    <a:pt x="100" y="668"/>
                    <a:pt x="100" y="661"/>
                    <a:pt x="100" y="655"/>
                  </a:cubicBezTo>
                  <a:cubicBezTo>
                    <a:pt x="101" y="648"/>
                    <a:pt x="102" y="641"/>
                    <a:pt x="103" y="634"/>
                  </a:cubicBezTo>
                  <a:cubicBezTo>
                    <a:pt x="105" y="624"/>
                    <a:pt x="112" y="615"/>
                    <a:pt x="109" y="602"/>
                  </a:cubicBezTo>
                  <a:cubicBezTo>
                    <a:pt x="106" y="584"/>
                    <a:pt x="106" y="566"/>
                    <a:pt x="106" y="548"/>
                  </a:cubicBezTo>
                  <a:cubicBezTo>
                    <a:pt x="105" y="525"/>
                    <a:pt x="108" y="502"/>
                    <a:pt x="108" y="479"/>
                  </a:cubicBezTo>
                  <a:cubicBezTo>
                    <a:pt x="108" y="455"/>
                    <a:pt x="106" y="432"/>
                    <a:pt x="106" y="408"/>
                  </a:cubicBezTo>
                  <a:cubicBezTo>
                    <a:pt x="106" y="402"/>
                    <a:pt x="111" y="395"/>
                    <a:pt x="110" y="390"/>
                  </a:cubicBezTo>
                  <a:cubicBezTo>
                    <a:pt x="105" y="375"/>
                    <a:pt x="109" y="361"/>
                    <a:pt x="113" y="347"/>
                  </a:cubicBezTo>
                  <a:cubicBezTo>
                    <a:pt x="116" y="338"/>
                    <a:pt x="120" y="334"/>
                    <a:pt x="128" y="334"/>
                  </a:cubicBezTo>
                  <a:cubicBezTo>
                    <a:pt x="131" y="334"/>
                    <a:pt x="134" y="334"/>
                    <a:pt x="137" y="335"/>
                  </a:cubicBezTo>
                  <a:cubicBezTo>
                    <a:pt x="142" y="336"/>
                    <a:pt x="148" y="337"/>
                    <a:pt x="153" y="337"/>
                  </a:cubicBezTo>
                  <a:cubicBezTo>
                    <a:pt x="157" y="337"/>
                    <a:pt x="162" y="336"/>
                    <a:pt x="166" y="336"/>
                  </a:cubicBezTo>
                  <a:cubicBezTo>
                    <a:pt x="168" y="336"/>
                    <a:pt x="172" y="332"/>
                    <a:pt x="173" y="330"/>
                  </a:cubicBezTo>
                  <a:cubicBezTo>
                    <a:pt x="174" y="312"/>
                    <a:pt x="174" y="293"/>
                    <a:pt x="163" y="279"/>
                  </a:cubicBezTo>
                  <a:cubicBezTo>
                    <a:pt x="155" y="269"/>
                    <a:pt x="144" y="259"/>
                    <a:pt x="132" y="256"/>
                  </a:cubicBezTo>
                  <a:cubicBezTo>
                    <a:pt x="124" y="253"/>
                    <a:pt x="115" y="252"/>
                    <a:pt x="106" y="252"/>
                  </a:cubicBezTo>
                  <a:cubicBezTo>
                    <a:pt x="100" y="252"/>
                    <a:pt x="94" y="253"/>
                    <a:pt x="88" y="253"/>
                  </a:cubicBezTo>
                  <a:cubicBezTo>
                    <a:pt x="81" y="253"/>
                    <a:pt x="72" y="257"/>
                    <a:pt x="70" y="262"/>
                  </a:cubicBezTo>
                  <a:cubicBezTo>
                    <a:pt x="62" y="276"/>
                    <a:pt x="55" y="292"/>
                    <a:pt x="51" y="308"/>
                  </a:cubicBezTo>
                  <a:cubicBezTo>
                    <a:pt x="46" y="324"/>
                    <a:pt x="45" y="341"/>
                    <a:pt x="42" y="358"/>
                  </a:cubicBezTo>
                  <a:cubicBezTo>
                    <a:pt x="40" y="375"/>
                    <a:pt x="38" y="392"/>
                    <a:pt x="36" y="409"/>
                  </a:cubicBezTo>
                  <a:cubicBezTo>
                    <a:pt x="35" y="417"/>
                    <a:pt x="35" y="426"/>
                    <a:pt x="34" y="434"/>
                  </a:cubicBezTo>
                  <a:cubicBezTo>
                    <a:pt x="31" y="447"/>
                    <a:pt x="26" y="460"/>
                    <a:pt x="24" y="473"/>
                  </a:cubicBezTo>
                  <a:cubicBezTo>
                    <a:pt x="23" y="494"/>
                    <a:pt x="24" y="514"/>
                    <a:pt x="23" y="535"/>
                  </a:cubicBezTo>
                  <a:cubicBezTo>
                    <a:pt x="22" y="556"/>
                    <a:pt x="20" y="577"/>
                    <a:pt x="19" y="598"/>
                  </a:cubicBezTo>
                  <a:cubicBezTo>
                    <a:pt x="19" y="601"/>
                    <a:pt x="18" y="604"/>
                    <a:pt x="18" y="608"/>
                  </a:cubicBezTo>
                  <a:cubicBezTo>
                    <a:pt x="18" y="624"/>
                    <a:pt x="18" y="641"/>
                    <a:pt x="13" y="658"/>
                  </a:cubicBezTo>
                  <a:cubicBezTo>
                    <a:pt x="8" y="672"/>
                    <a:pt x="12" y="690"/>
                    <a:pt x="12" y="706"/>
                  </a:cubicBezTo>
                  <a:cubicBezTo>
                    <a:pt x="12" y="736"/>
                    <a:pt x="12" y="765"/>
                    <a:pt x="12" y="795"/>
                  </a:cubicBezTo>
                  <a:cubicBezTo>
                    <a:pt x="12" y="807"/>
                    <a:pt x="12" y="820"/>
                    <a:pt x="11" y="832"/>
                  </a:cubicBezTo>
                  <a:cubicBezTo>
                    <a:pt x="11" y="844"/>
                    <a:pt x="6" y="856"/>
                    <a:pt x="8" y="868"/>
                  </a:cubicBezTo>
                  <a:cubicBezTo>
                    <a:pt x="10" y="892"/>
                    <a:pt x="0" y="917"/>
                    <a:pt x="9" y="941"/>
                  </a:cubicBezTo>
                  <a:cubicBezTo>
                    <a:pt x="10" y="943"/>
                    <a:pt x="9" y="945"/>
                    <a:pt x="9" y="947"/>
                  </a:cubicBezTo>
                  <a:cubicBezTo>
                    <a:pt x="9" y="963"/>
                    <a:pt x="6" y="979"/>
                    <a:pt x="7" y="995"/>
                  </a:cubicBezTo>
                  <a:cubicBezTo>
                    <a:pt x="8" y="1009"/>
                    <a:pt x="9" y="1025"/>
                    <a:pt x="17" y="1035"/>
                  </a:cubicBezTo>
                  <a:cubicBezTo>
                    <a:pt x="35" y="1062"/>
                    <a:pt x="62" y="1078"/>
                    <a:pt x="95" y="1078"/>
                  </a:cubicBezTo>
                  <a:cubicBezTo>
                    <a:pt x="95" y="1078"/>
                    <a:pt x="96" y="1078"/>
                    <a:pt x="97" y="1078"/>
                  </a:cubicBezTo>
                  <a:cubicBezTo>
                    <a:pt x="121" y="1078"/>
                    <a:pt x="144" y="1073"/>
                    <a:pt x="167" y="1071"/>
                  </a:cubicBezTo>
                  <a:cubicBezTo>
                    <a:pt x="188" y="1068"/>
                    <a:pt x="209" y="1066"/>
                    <a:pt x="230" y="1064"/>
                  </a:cubicBezTo>
                  <a:cubicBezTo>
                    <a:pt x="234" y="1064"/>
                    <a:pt x="238" y="1063"/>
                    <a:pt x="243" y="1063"/>
                  </a:cubicBezTo>
                  <a:cubicBezTo>
                    <a:pt x="257" y="1062"/>
                    <a:pt x="271" y="1062"/>
                    <a:pt x="286" y="1061"/>
                  </a:cubicBezTo>
                  <a:cubicBezTo>
                    <a:pt x="289" y="1061"/>
                    <a:pt x="293" y="1061"/>
                    <a:pt x="296" y="1060"/>
                  </a:cubicBezTo>
                  <a:cubicBezTo>
                    <a:pt x="305" y="1059"/>
                    <a:pt x="315" y="1056"/>
                    <a:pt x="324" y="1055"/>
                  </a:cubicBezTo>
                  <a:cubicBezTo>
                    <a:pt x="341" y="1054"/>
                    <a:pt x="358" y="1054"/>
                    <a:pt x="375" y="1053"/>
                  </a:cubicBezTo>
                  <a:cubicBezTo>
                    <a:pt x="391" y="1052"/>
                    <a:pt x="406" y="1049"/>
                    <a:pt x="422" y="1048"/>
                  </a:cubicBezTo>
                  <a:cubicBezTo>
                    <a:pt x="426" y="1047"/>
                    <a:pt x="431" y="1047"/>
                    <a:pt x="436" y="1047"/>
                  </a:cubicBezTo>
                  <a:cubicBezTo>
                    <a:pt x="440" y="1047"/>
                    <a:pt x="443" y="1047"/>
                    <a:pt x="447" y="1047"/>
                  </a:cubicBezTo>
                  <a:cubicBezTo>
                    <a:pt x="450" y="1047"/>
                    <a:pt x="454" y="1048"/>
                    <a:pt x="457" y="1048"/>
                  </a:cubicBezTo>
                  <a:cubicBezTo>
                    <a:pt x="459" y="1048"/>
                    <a:pt x="461" y="1048"/>
                    <a:pt x="463" y="1047"/>
                  </a:cubicBezTo>
                  <a:cubicBezTo>
                    <a:pt x="492" y="1047"/>
                    <a:pt x="520" y="1046"/>
                    <a:pt x="549" y="1045"/>
                  </a:cubicBezTo>
                  <a:cubicBezTo>
                    <a:pt x="565" y="1045"/>
                    <a:pt x="582" y="1045"/>
                    <a:pt x="599" y="1043"/>
                  </a:cubicBezTo>
                  <a:cubicBezTo>
                    <a:pt x="600" y="1043"/>
                    <a:pt x="602" y="1043"/>
                    <a:pt x="604" y="1043"/>
                  </a:cubicBezTo>
                  <a:cubicBezTo>
                    <a:pt x="616" y="1043"/>
                    <a:pt x="626" y="1048"/>
                    <a:pt x="638" y="1050"/>
                  </a:cubicBezTo>
                  <a:cubicBezTo>
                    <a:pt x="668" y="1053"/>
                    <a:pt x="698" y="1055"/>
                    <a:pt x="729" y="1056"/>
                  </a:cubicBezTo>
                  <a:cubicBezTo>
                    <a:pt x="733" y="1056"/>
                    <a:pt x="738" y="1057"/>
                    <a:pt x="742" y="1057"/>
                  </a:cubicBezTo>
                  <a:cubicBezTo>
                    <a:pt x="750" y="1057"/>
                    <a:pt x="757" y="1056"/>
                    <a:pt x="764" y="1054"/>
                  </a:cubicBezTo>
                  <a:cubicBezTo>
                    <a:pt x="780" y="1050"/>
                    <a:pt x="794" y="1043"/>
                    <a:pt x="809" y="1038"/>
                  </a:cubicBezTo>
                  <a:cubicBezTo>
                    <a:pt x="811" y="1037"/>
                    <a:pt x="813" y="1036"/>
                    <a:pt x="814" y="1034"/>
                  </a:cubicBezTo>
                  <a:cubicBezTo>
                    <a:pt x="825" y="1017"/>
                    <a:pt x="828" y="998"/>
                    <a:pt x="821" y="980"/>
                  </a:cubicBezTo>
                  <a:cubicBezTo>
                    <a:pt x="817" y="970"/>
                    <a:pt x="807" y="961"/>
                    <a:pt x="798" y="954"/>
                  </a:cubicBezTo>
                  <a:cubicBezTo>
                    <a:pt x="776" y="937"/>
                    <a:pt x="751" y="929"/>
                    <a:pt x="724" y="923"/>
                  </a:cubicBezTo>
                  <a:cubicBezTo>
                    <a:pt x="717" y="921"/>
                    <a:pt x="707" y="919"/>
                    <a:pt x="705" y="915"/>
                  </a:cubicBezTo>
                  <a:cubicBezTo>
                    <a:pt x="699" y="905"/>
                    <a:pt x="696" y="894"/>
                    <a:pt x="694" y="883"/>
                  </a:cubicBezTo>
                  <a:cubicBezTo>
                    <a:pt x="690" y="860"/>
                    <a:pt x="693" y="836"/>
                    <a:pt x="684" y="814"/>
                  </a:cubicBezTo>
                  <a:cubicBezTo>
                    <a:pt x="683" y="811"/>
                    <a:pt x="682" y="808"/>
                    <a:pt x="682" y="805"/>
                  </a:cubicBezTo>
                  <a:cubicBezTo>
                    <a:pt x="686" y="782"/>
                    <a:pt x="671" y="771"/>
                    <a:pt x="655" y="762"/>
                  </a:cubicBezTo>
                  <a:cubicBezTo>
                    <a:pt x="638" y="751"/>
                    <a:pt x="620" y="741"/>
                    <a:pt x="601" y="733"/>
                  </a:cubicBezTo>
                  <a:cubicBezTo>
                    <a:pt x="583" y="725"/>
                    <a:pt x="565" y="720"/>
                    <a:pt x="546" y="714"/>
                  </a:cubicBezTo>
                  <a:cubicBezTo>
                    <a:pt x="539" y="711"/>
                    <a:pt x="532" y="708"/>
                    <a:pt x="525" y="707"/>
                  </a:cubicBezTo>
                  <a:cubicBezTo>
                    <a:pt x="510" y="706"/>
                    <a:pt x="495" y="707"/>
                    <a:pt x="480" y="706"/>
                  </a:cubicBezTo>
                  <a:cubicBezTo>
                    <a:pt x="468" y="706"/>
                    <a:pt x="465" y="702"/>
                    <a:pt x="471" y="691"/>
                  </a:cubicBezTo>
                  <a:cubicBezTo>
                    <a:pt x="480" y="674"/>
                    <a:pt x="492" y="658"/>
                    <a:pt x="499" y="640"/>
                  </a:cubicBezTo>
                  <a:cubicBezTo>
                    <a:pt x="509" y="616"/>
                    <a:pt x="531" y="602"/>
                    <a:pt x="547" y="583"/>
                  </a:cubicBezTo>
                  <a:cubicBezTo>
                    <a:pt x="558" y="569"/>
                    <a:pt x="579" y="565"/>
                    <a:pt x="584" y="545"/>
                  </a:cubicBezTo>
                  <a:cubicBezTo>
                    <a:pt x="585" y="541"/>
                    <a:pt x="593" y="537"/>
                    <a:pt x="598" y="534"/>
                  </a:cubicBezTo>
                  <a:cubicBezTo>
                    <a:pt x="615" y="521"/>
                    <a:pt x="635" y="510"/>
                    <a:pt x="640" y="486"/>
                  </a:cubicBezTo>
                  <a:cubicBezTo>
                    <a:pt x="643" y="472"/>
                    <a:pt x="637" y="454"/>
                    <a:pt x="625" y="451"/>
                  </a:cubicBezTo>
                  <a:cubicBezTo>
                    <a:pt x="612" y="448"/>
                    <a:pt x="599" y="448"/>
                    <a:pt x="585" y="446"/>
                  </a:cubicBezTo>
                  <a:cubicBezTo>
                    <a:pt x="581" y="445"/>
                    <a:pt x="575" y="443"/>
                    <a:pt x="572" y="440"/>
                  </a:cubicBezTo>
                  <a:cubicBezTo>
                    <a:pt x="571" y="438"/>
                    <a:pt x="573" y="431"/>
                    <a:pt x="575" y="428"/>
                  </a:cubicBezTo>
                  <a:cubicBezTo>
                    <a:pt x="585" y="412"/>
                    <a:pt x="595" y="396"/>
                    <a:pt x="605" y="381"/>
                  </a:cubicBezTo>
                  <a:cubicBezTo>
                    <a:pt x="614" y="368"/>
                    <a:pt x="624" y="356"/>
                    <a:pt x="634" y="344"/>
                  </a:cubicBezTo>
                  <a:cubicBezTo>
                    <a:pt x="646" y="330"/>
                    <a:pt x="652" y="314"/>
                    <a:pt x="651" y="296"/>
                  </a:cubicBezTo>
                  <a:cubicBezTo>
                    <a:pt x="649" y="279"/>
                    <a:pt x="646" y="270"/>
                    <a:pt x="626" y="270"/>
                  </a:cubicBezTo>
                  <a:cubicBezTo>
                    <a:pt x="625" y="270"/>
                    <a:pt x="624" y="270"/>
                    <a:pt x="623" y="270"/>
                  </a:cubicBezTo>
                  <a:cubicBezTo>
                    <a:pt x="598" y="270"/>
                    <a:pt x="573" y="271"/>
                    <a:pt x="548" y="274"/>
                  </a:cubicBezTo>
                  <a:cubicBezTo>
                    <a:pt x="527" y="277"/>
                    <a:pt x="506" y="282"/>
                    <a:pt x="484" y="285"/>
                  </a:cubicBezTo>
                  <a:cubicBezTo>
                    <a:pt x="483" y="285"/>
                    <a:pt x="481" y="285"/>
                    <a:pt x="479" y="285"/>
                  </a:cubicBezTo>
                  <a:cubicBezTo>
                    <a:pt x="474" y="285"/>
                    <a:pt x="469" y="285"/>
                    <a:pt x="467" y="282"/>
                  </a:cubicBezTo>
                  <a:cubicBezTo>
                    <a:pt x="462" y="276"/>
                    <a:pt x="469" y="271"/>
                    <a:pt x="473" y="265"/>
                  </a:cubicBezTo>
                  <a:cubicBezTo>
                    <a:pt x="481" y="255"/>
                    <a:pt x="500" y="253"/>
                    <a:pt x="499" y="235"/>
                  </a:cubicBezTo>
                  <a:cubicBezTo>
                    <a:pt x="499" y="235"/>
                    <a:pt x="500" y="234"/>
                    <a:pt x="500" y="234"/>
                  </a:cubicBezTo>
                  <a:cubicBezTo>
                    <a:pt x="512" y="229"/>
                    <a:pt x="523" y="223"/>
                    <a:pt x="534" y="219"/>
                  </a:cubicBezTo>
                  <a:cubicBezTo>
                    <a:pt x="545" y="215"/>
                    <a:pt x="555" y="213"/>
                    <a:pt x="565" y="209"/>
                  </a:cubicBezTo>
                  <a:cubicBezTo>
                    <a:pt x="587" y="199"/>
                    <a:pt x="608" y="189"/>
                    <a:pt x="628" y="178"/>
                  </a:cubicBezTo>
                  <a:cubicBezTo>
                    <a:pt x="648" y="168"/>
                    <a:pt x="670" y="160"/>
                    <a:pt x="688" y="146"/>
                  </a:cubicBezTo>
                  <a:cubicBezTo>
                    <a:pt x="707" y="131"/>
                    <a:pt x="723" y="112"/>
                    <a:pt x="740" y="95"/>
                  </a:cubicBezTo>
                  <a:cubicBezTo>
                    <a:pt x="755" y="80"/>
                    <a:pt x="756" y="62"/>
                    <a:pt x="753" y="44"/>
                  </a:cubicBezTo>
                  <a:cubicBezTo>
                    <a:pt x="752" y="38"/>
                    <a:pt x="743" y="30"/>
                    <a:pt x="736" y="27"/>
                  </a:cubicBezTo>
                  <a:cubicBezTo>
                    <a:pt x="723" y="21"/>
                    <a:pt x="709" y="19"/>
                    <a:pt x="695" y="14"/>
                  </a:cubicBezTo>
                  <a:cubicBezTo>
                    <a:pt x="683" y="10"/>
                    <a:pt x="672" y="0"/>
                    <a:pt x="6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272">
              <a:extLst>
                <a:ext uri="{FF2B5EF4-FFF2-40B4-BE49-F238E27FC236}">
                  <a16:creationId xmlns:a16="http://schemas.microsoft.com/office/drawing/2014/main" id="{8ECDF997-D8EA-74BB-DFBB-2871E161047F}"/>
                </a:ext>
              </a:extLst>
            </p:cNvPr>
            <p:cNvSpPr>
              <a:spLocks/>
            </p:cNvSpPr>
            <p:nvPr/>
          </p:nvSpPr>
          <p:spPr bwMode="auto">
            <a:xfrm>
              <a:off x="3183929" y="1612381"/>
              <a:ext cx="293205" cy="333465"/>
            </a:xfrm>
            <a:custGeom>
              <a:avLst/>
              <a:gdLst>
                <a:gd name="T0" fmla="*/ 290 w 805"/>
                <a:gd name="T1" fmla="*/ 60 h 913"/>
                <a:gd name="T2" fmla="*/ 304 w 805"/>
                <a:gd name="T3" fmla="*/ 216 h 913"/>
                <a:gd name="T4" fmla="*/ 292 w 805"/>
                <a:gd name="T5" fmla="*/ 336 h 913"/>
                <a:gd name="T6" fmla="*/ 278 w 805"/>
                <a:gd name="T7" fmla="*/ 420 h 913"/>
                <a:gd name="T8" fmla="*/ 142 w 805"/>
                <a:gd name="T9" fmla="*/ 460 h 913"/>
                <a:gd name="T10" fmla="*/ 130 w 805"/>
                <a:gd name="T11" fmla="*/ 461 h 913"/>
                <a:gd name="T12" fmla="*/ 107 w 805"/>
                <a:gd name="T13" fmla="*/ 466 h 913"/>
                <a:gd name="T14" fmla="*/ 7 w 805"/>
                <a:gd name="T15" fmla="*/ 478 h 913"/>
                <a:gd name="T16" fmla="*/ 42 w 805"/>
                <a:gd name="T17" fmla="*/ 562 h 913"/>
                <a:gd name="T18" fmla="*/ 182 w 805"/>
                <a:gd name="T19" fmla="*/ 563 h 913"/>
                <a:gd name="T20" fmla="*/ 240 w 805"/>
                <a:gd name="T21" fmla="*/ 560 h 913"/>
                <a:gd name="T22" fmla="*/ 195 w 805"/>
                <a:gd name="T23" fmla="*/ 660 h 913"/>
                <a:gd name="T24" fmla="*/ 135 w 805"/>
                <a:gd name="T25" fmla="*/ 729 h 913"/>
                <a:gd name="T26" fmla="*/ 63 w 805"/>
                <a:gd name="T27" fmla="*/ 795 h 913"/>
                <a:gd name="T28" fmla="*/ 16 w 805"/>
                <a:gd name="T29" fmla="*/ 829 h 913"/>
                <a:gd name="T30" fmla="*/ 36 w 805"/>
                <a:gd name="T31" fmla="*/ 883 h 913"/>
                <a:gd name="T32" fmla="*/ 156 w 805"/>
                <a:gd name="T33" fmla="*/ 879 h 913"/>
                <a:gd name="T34" fmla="*/ 295 w 805"/>
                <a:gd name="T35" fmla="*/ 805 h 913"/>
                <a:gd name="T36" fmla="*/ 426 w 805"/>
                <a:gd name="T37" fmla="*/ 646 h 913"/>
                <a:gd name="T38" fmla="*/ 458 w 805"/>
                <a:gd name="T39" fmla="*/ 643 h 913"/>
                <a:gd name="T40" fmla="*/ 553 w 805"/>
                <a:gd name="T41" fmla="*/ 730 h 913"/>
                <a:gd name="T42" fmla="*/ 639 w 805"/>
                <a:gd name="T43" fmla="*/ 829 h 913"/>
                <a:gd name="T44" fmla="*/ 733 w 805"/>
                <a:gd name="T45" fmla="*/ 913 h 913"/>
                <a:gd name="T46" fmla="*/ 781 w 805"/>
                <a:gd name="T47" fmla="*/ 832 h 913"/>
                <a:gd name="T48" fmla="*/ 799 w 805"/>
                <a:gd name="T49" fmla="*/ 733 h 913"/>
                <a:gd name="T50" fmla="*/ 759 w 805"/>
                <a:gd name="T51" fmla="*/ 650 h 913"/>
                <a:gd name="T52" fmla="*/ 668 w 805"/>
                <a:gd name="T53" fmla="*/ 578 h 913"/>
                <a:gd name="T54" fmla="*/ 581 w 805"/>
                <a:gd name="T55" fmla="*/ 547 h 913"/>
                <a:gd name="T56" fmla="*/ 530 w 805"/>
                <a:gd name="T57" fmla="*/ 547 h 913"/>
                <a:gd name="T58" fmla="*/ 486 w 805"/>
                <a:gd name="T59" fmla="*/ 545 h 913"/>
                <a:gd name="T60" fmla="*/ 465 w 805"/>
                <a:gd name="T61" fmla="*/ 507 h 913"/>
                <a:gd name="T62" fmla="*/ 528 w 805"/>
                <a:gd name="T63" fmla="*/ 453 h 913"/>
                <a:gd name="T64" fmla="*/ 681 w 805"/>
                <a:gd name="T65" fmla="*/ 385 h 913"/>
                <a:gd name="T66" fmla="*/ 742 w 805"/>
                <a:gd name="T67" fmla="*/ 367 h 913"/>
                <a:gd name="T68" fmla="*/ 794 w 805"/>
                <a:gd name="T69" fmla="*/ 326 h 913"/>
                <a:gd name="T70" fmla="*/ 779 w 805"/>
                <a:gd name="T71" fmla="*/ 281 h 913"/>
                <a:gd name="T72" fmla="*/ 763 w 805"/>
                <a:gd name="T73" fmla="*/ 217 h 913"/>
                <a:gd name="T74" fmla="*/ 654 w 805"/>
                <a:gd name="T75" fmla="*/ 238 h 913"/>
                <a:gd name="T76" fmla="*/ 612 w 805"/>
                <a:gd name="T77" fmla="*/ 252 h 913"/>
                <a:gd name="T78" fmla="*/ 599 w 805"/>
                <a:gd name="T79" fmla="*/ 256 h 913"/>
                <a:gd name="T80" fmla="*/ 513 w 805"/>
                <a:gd name="T81" fmla="*/ 294 h 913"/>
                <a:gd name="T82" fmla="*/ 497 w 805"/>
                <a:gd name="T83" fmla="*/ 298 h 913"/>
                <a:gd name="T84" fmla="*/ 488 w 805"/>
                <a:gd name="T85" fmla="*/ 239 h 913"/>
                <a:gd name="T86" fmla="*/ 492 w 805"/>
                <a:gd name="T87" fmla="*/ 171 h 913"/>
                <a:gd name="T88" fmla="*/ 461 w 805"/>
                <a:gd name="T89" fmla="*/ 39 h 913"/>
                <a:gd name="T90" fmla="*/ 386 w 805"/>
                <a:gd name="T91"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5" h="913">
                  <a:moveTo>
                    <a:pt x="386" y="0"/>
                  </a:moveTo>
                  <a:cubicBezTo>
                    <a:pt x="370" y="0"/>
                    <a:pt x="355" y="6"/>
                    <a:pt x="341" y="15"/>
                  </a:cubicBezTo>
                  <a:cubicBezTo>
                    <a:pt x="323" y="28"/>
                    <a:pt x="307" y="45"/>
                    <a:pt x="290" y="60"/>
                  </a:cubicBezTo>
                  <a:cubicBezTo>
                    <a:pt x="279" y="70"/>
                    <a:pt x="280" y="79"/>
                    <a:pt x="291" y="88"/>
                  </a:cubicBezTo>
                  <a:cubicBezTo>
                    <a:pt x="295" y="91"/>
                    <a:pt x="300" y="95"/>
                    <a:pt x="300" y="100"/>
                  </a:cubicBezTo>
                  <a:cubicBezTo>
                    <a:pt x="304" y="138"/>
                    <a:pt x="308" y="177"/>
                    <a:pt x="304" y="216"/>
                  </a:cubicBezTo>
                  <a:cubicBezTo>
                    <a:pt x="302" y="226"/>
                    <a:pt x="301" y="235"/>
                    <a:pt x="301" y="245"/>
                  </a:cubicBezTo>
                  <a:cubicBezTo>
                    <a:pt x="301" y="262"/>
                    <a:pt x="299" y="279"/>
                    <a:pt x="296" y="295"/>
                  </a:cubicBezTo>
                  <a:cubicBezTo>
                    <a:pt x="293" y="309"/>
                    <a:pt x="293" y="322"/>
                    <a:pt x="292" y="336"/>
                  </a:cubicBezTo>
                  <a:cubicBezTo>
                    <a:pt x="291" y="348"/>
                    <a:pt x="291" y="360"/>
                    <a:pt x="287" y="371"/>
                  </a:cubicBezTo>
                  <a:cubicBezTo>
                    <a:pt x="285" y="379"/>
                    <a:pt x="283" y="385"/>
                    <a:pt x="284" y="394"/>
                  </a:cubicBezTo>
                  <a:cubicBezTo>
                    <a:pt x="285" y="403"/>
                    <a:pt x="287" y="415"/>
                    <a:pt x="278" y="420"/>
                  </a:cubicBezTo>
                  <a:cubicBezTo>
                    <a:pt x="264" y="427"/>
                    <a:pt x="248" y="432"/>
                    <a:pt x="233" y="437"/>
                  </a:cubicBezTo>
                  <a:cubicBezTo>
                    <a:pt x="218" y="442"/>
                    <a:pt x="203" y="447"/>
                    <a:pt x="189" y="450"/>
                  </a:cubicBezTo>
                  <a:cubicBezTo>
                    <a:pt x="173" y="454"/>
                    <a:pt x="157" y="458"/>
                    <a:pt x="142" y="460"/>
                  </a:cubicBezTo>
                  <a:cubicBezTo>
                    <a:pt x="139" y="461"/>
                    <a:pt x="136" y="461"/>
                    <a:pt x="133" y="461"/>
                  </a:cubicBezTo>
                  <a:cubicBezTo>
                    <a:pt x="132" y="461"/>
                    <a:pt x="132" y="461"/>
                    <a:pt x="132" y="461"/>
                  </a:cubicBezTo>
                  <a:cubicBezTo>
                    <a:pt x="131" y="461"/>
                    <a:pt x="131" y="461"/>
                    <a:pt x="130" y="461"/>
                  </a:cubicBezTo>
                  <a:cubicBezTo>
                    <a:pt x="124" y="461"/>
                    <a:pt x="117" y="461"/>
                    <a:pt x="111" y="466"/>
                  </a:cubicBezTo>
                  <a:cubicBezTo>
                    <a:pt x="110" y="467"/>
                    <a:pt x="110" y="467"/>
                    <a:pt x="109" y="467"/>
                  </a:cubicBezTo>
                  <a:cubicBezTo>
                    <a:pt x="109" y="467"/>
                    <a:pt x="108" y="466"/>
                    <a:pt x="107" y="466"/>
                  </a:cubicBezTo>
                  <a:cubicBezTo>
                    <a:pt x="85" y="457"/>
                    <a:pt x="62" y="455"/>
                    <a:pt x="40" y="455"/>
                  </a:cubicBezTo>
                  <a:cubicBezTo>
                    <a:pt x="36" y="455"/>
                    <a:pt x="33" y="455"/>
                    <a:pt x="29" y="456"/>
                  </a:cubicBezTo>
                  <a:cubicBezTo>
                    <a:pt x="10" y="456"/>
                    <a:pt x="8" y="458"/>
                    <a:pt x="7" y="478"/>
                  </a:cubicBezTo>
                  <a:cubicBezTo>
                    <a:pt x="7" y="480"/>
                    <a:pt x="6" y="482"/>
                    <a:pt x="6" y="484"/>
                  </a:cubicBezTo>
                  <a:cubicBezTo>
                    <a:pt x="5" y="498"/>
                    <a:pt x="0" y="511"/>
                    <a:pt x="5" y="528"/>
                  </a:cubicBezTo>
                  <a:cubicBezTo>
                    <a:pt x="12" y="548"/>
                    <a:pt x="27" y="557"/>
                    <a:pt x="42" y="562"/>
                  </a:cubicBezTo>
                  <a:cubicBezTo>
                    <a:pt x="61" y="568"/>
                    <a:pt x="82" y="570"/>
                    <a:pt x="102" y="570"/>
                  </a:cubicBezTo>
                  <a:cubicBezTo>
                    <a:pt x="104" y="570"/>
                    <a:pt x="105" y="570"/>
                    <a:pt x="107" y="570"/>
                  </a:cubicBezTo>
                  <a:cubicBezTo>
                    <a:pt x="132" y="570"/>
                    <a:pt x="157" y="566"/>
                    <a:pt x="182" y="563"/>
                  </a:cubicBezTo>
                  <a:cubicBezTo>
                    <a:pt x="193" y="562"/>
                    <a:pt x="204" y="560"/>
                    <a:pt x="215" y="559"/>
                  </a:cubicBezTo>
                  <a:cubicBezTo>
                    <a:pt x="218" y="559"/>
                    <a:pt x="221" y="559"/>
                    <a:pt x="225" y="559"/>
                  </a:cubicBezTo>
                  <a:cubicBezTo>
                    <a:pt x="230" y="559"/>
                    <a:pt x="235" y="559"/>
                    <a:pt x="240" y="560"/>
                  </a:cubicBezTo>
                  <a:cubicBezTo>
                    <a:pt x="241" y="560"/>
                    <a:pt x="243" y="565"/>
                    <a:pt x="243" y="568"/>
                  </a:cubicBezTo>
                  <a:cubicBezTo>
                    <a:pt x="240" y="578"/>
                    <a:pt x="238" y="591"/>
                    <a:pt x="231" y="598"/>
                  </a:cubicBezTo>
                  <a:cubicBezTo>
                    <a:pt x="215" y="616"/>
                    <a:pt x="215" y="645"/>
                    <a:pt x="195" y="660"/>
                  </a:cubicBezTo>
                  <a:cubicBezTo>
                    <a:pt x="194" y="661"/>
                    <a:pt x="194" y="663"/>
                    <a:pt x="194" y="664"/>
                  </a:cubicBezTo>
                  <a:cubicBezTo>
                    <a:pt x="188" y="680"/>
                    <a:pt x="176" y="691"/>
                    <a:pt x="164" y="702"/>
                  </a:cubicBezTo>
                  <a:cubicBezTo>
                    <a:pt x="155" y="711"/>
                    <a:pt x="144" y="720"/>
                    <a:pt x="135" y="729"/>
                  </a:cubicBezTo>
                  <a:cubicBezTo>
                    <a:pt x="127" y="737"/>
                    <a:pt x="122" y="748"/>
                    <a:pt x="113" y="754"/>
                  </a:cubicBezTo>
                  <a:cubicBezTo>
                    <a:pt x="100" y="763"/>
                    <a:pt x="92" y="781"/>
                    <a:pt x="76" y="786"/>
                  </a:cubicBezTo>
                  <a:cubicBezTo>
                    <a:pt x="71" y="787"/>
                    <a:pt x="67" y="791"/>
                    <a:pt x="63" y="795"/>
                  </a:cubicBezTo>
                  <a:cubicBezTo>
                    <a:pt x="54" y="802"/>
                    <a:pt x="46" y="810"/>
                    <a:pt x="37" y="817"/>
                  </a:cubicBezTo>
                  <a:cubicBezTo>
                    <a:pt x="35" y="819"/>
                    <a:pt x="31" y="818"/>
                    <a:pt x="28" y="820"/>
                  </a:cubicBezTo>
                  <a:cubicBezTo>
                    <a:pt x="23" y="822"/>
                    <a:pt x="17" y="825"/>
                    <a:pt x="16" y="829"/>
                  </a:cubicBezTo>
                  <a:cubicBezTo>
                    <a:pt x="15" y="835"/>
                    <a:pt x="17" y="846"/>
                    <a:pt x="20" y="848"/>
                  </a:cubicBezTo>
                  <a:cubicBezTo>
                    <a:pt x="30" y="853"/>
                    <a:pt x="29" y="860"/>
                    <a:pt x="27" y="868"/>
                  </a:cubicBezTo>
                  <a:cubicBezTo>
                    <a:pt x="25" y="876"/>
                    <a:pt x="29" y="881"/>
                    <a:pt x="36" y="883"/>
                  </a:cubicBezTo>
                  <a:cubicBezTo>
                    <a:pt x="50" y="888"/>
                    <a:pt x="64" y="894"/>
                    <a:pt x="78" y="896"/>
                  </a:cubicBezTo>
                  <a:cubicBezTo>
                    <a:pt x="84" y="896"/>
                    <a:pt x="89" y="897"/>
                    <a:pt x="95" y="897"/>
                  </a:cubicBezTo>
                  <a:cubicBezTo>
                    <a:pt x="116" y="897"/>
                    <a:pt x="137" y="891"/>
                    <a:pt x="156" y="879"/>
                  </a:cubicBezTo>
                  <a:cubicBezTo>
                    <a:pt x="177" y="867"/>
                    <a:pt x="198" y="855"/>
                    <a:pt x="220" y="844"/>
                  </a:cubicBezTo>
                  <a:cubicBezTo>
                    <a:pt x="227" y="839"/>
                    <a:pt x="236" y="836"/>
                    <a:pt x="244" y="832"/>
                  </a:cubicBezTo>
                  <a:cubicBezTo>
                    <a:pt x="261" y="823"/>
                    <a:pt x="278" y="814"/>
                    <a:pt x="295" y="805"/>
                  </a:cubicBezTo>
                  <a:cubicBezTo>
                    <a:pt x="307" y="799"/>
                    <a:pt x="319" y="794"/>
                    <a:pt x="328" y="785"/>
                  </a:cubicBezTo>
                  <a:cubicBezTo>
                    <a:pt x="350" y="760"/>
                    <a:pt x="375" y="737"/>
                    <a:pt x="391" y="706"/>
                  </a:cubicBezTo>
                  <a:cubicBezTo>
                    <a:pt x="402" y="685"/>
                    <a:pt x="415" y="666"/>
                    <a:pt x="426" y="646"/>
                  </a:cubicBezTo>
                  <a:cubicBezTo>
                    <a:pt x="430" y="639"/>
                    <a:pt x="433" y="636"/>
                    <a:pt x="439" y="636"/>
                  </a:cubicBezTo>
                  <a:cubicBezTo>
                    <a:pt x="440" y="636"/>
                    <a:pt x="441" y="636"/>
                    <a:pt x="442" y="636"/>
                  </a:cubicBezTo>
                  <a:cubicBezTo>
                    <a:pt x="448" y="637"/>
                    <a:pt x="453" y="639"/>
                    <a:pt x="458" y="643"/>
                  </a:cubicBezTo>
                  <a:cubicBezTo>
                    <a:pt x="469" y="651"/>
                    <a:pt x="480" y="660"/>
                    <a:pt x="491" y="669"/>
                  </a:cubicBezTo>
                  <a:cubicBezTo>
                    <a:pt x="503" y="679"/>
                    <a:pt x="516" y="686"/>
                    <a:pt x="525" y="698"/>
                  </a:cubicBezTo>
                  <a:cubicBezTo>
                    <a:pt x="534" y="709"/>
                    <a:pt x="542" y="720"/>
                    <a:pt x="553" y="730"/>
                  </a:cubicBezTo>
                  <a:cubicBezTo>
                    <a:pt x="567" y="742"/>
                    <a:pt x="578" y="760"/>
                    <a:pt x="591" y="774"/>
                  </a:cubicBezTo>
                  <a:cubicBezTo>
                    <a:pt x="598" y="782"/>
                    <a:pt x="607" y="787"/>
                    <a:pt x="614" y="794"/>
                  </a:cubicBezTo>
                  <a:cubicBezTo>
                    <a:pt x="623" y="805"/>
                    <a:pt x="631" y="817"/>
                    <a:pt x="639" y="829"/>
                  </a:cubicBezTo>
                  <a:cubicBezTo>
                    <a:pt x="649" y="841"/>
                    <a:pt x="658" y="855"/>
                    <a:pt x="669" y="865"/>
                  </a:cubicBezTo>
                  <a:cubicBezTo>
                    <a:pt x="684" y="881"/>
                    <a:pt x="700" y="895"/>
                    <a:pt x="718" y="907"/>
                  </a:cubicBezTo>
                  <a:cubicBezTo>
                    <a:pt x="724" y="911"/>
                    <a:pt x="729" y="913"/>
                    <a:pt x="733" y="913"/>
                  </a:cubicBezTo>
                  <a:cubicBezTo>
                    <a:pt x="738" y="913"/>
                    <a:pt x="743" y="910"/>
                    <a:pt x="748" y="903"/>
                  </a:cubicBezTo>
                  <a:cubicBezTo>
                    <a:pt x="755" y="892"/>
                    <a:pt x="761" y="879"/>
                    <a:pt x="766" y="866"/>
                  </a:cubicBezTo>
                  <a:cubicBezTo>
                    <a:pt x="771" y="855"/>
                    <a:pt x="774" y="841"/>
                    <a:pt x="781" y="832"/>
                  </a:cubicBezTo>
                  <a:cubicBezTo>
                    <a:pt x="786" y="824"/>
                    <a:pt x="788" y="817"/>
                    <a:pt x="788" y="808"/>
                  </a:cubicBezTo>
                  <a:cubicBezTo>
                    <a:pt x="788" y="805"/>
                    <a:pt x="790" y="801"/>
                    <a:pt x="791" y="798"/>
                  </a:cubicBezTo>
                  <a:cubicBezTo>
                    <a:pt x="799" y="777"/>
                    <a:pt x="805" y="756"/>
                    <a:pt x="799" y="733"/>
                  </a:cubicBezTo>
                  <a:cubicBezTo>
                    <a:pt x="798" y="728"/>
                    <a:pt x="798" y="723"/>
                    <a:pt x="797" y="718"/>
                  </a:cubicBezTo>
                  <a:cubicBezTo>
                    <a:pt x="793" y="707"/>
                    <a:pt x="790" y="695"/>
                    <a:pt x="784" y="685"/>
                  </a:cubicBezTo>
                  <a:cubicBezTo>
                    <a:pt x="777" y="672"/>
                    <a:pt x="769" y="661"/>
                    <a:pt x="759" y="650"/>
                  </a:cubicBezTo>
                  <a:cubicBezTo>
                    <a:pt x="749" y="637"/>
                    <a:pt x="739" y="625"/>
                    <a:pt x="727" y="615"/>
                  </a:cubicBezTo>
                  <a:cubicBezTo>
                    <a:pt x="713" y="604"/>
                    <a:pt x="697" y="595"/>
                    <a:pt x="682" y="585"/>
                  </a:cubicBezTo>
                  <a:cubicBezTo>
                    <a:pt x="677" y="582"/>
                    <a:pt x="672" y="581"/>
                    <a:pt x="668" y="578"/>
                  </a:cubicBezTo>
                  <a:cubicBezTo>
                    <a:pt x="650" y="565"/>
                    <a:pt x="632" y="553"/>
                    <a:pt x="610" y="550"/>
                  </a:cubicBezTo>
                  <a:cubicBezTo>
                    <a:pt x="601" y="548"/>
                    <a:pt x="591" y="547"/>
                    <a:pt x="581" y="547"/>
                  </a:cubicBezTo>
                  <a:cubicBezTo>
                    <a:pt x="581" y="547"/>
                    <a:pt x="581" y="547"/>
                    <a:pt x="581" y="547"/>
                  </a:cubicBezTo>
                  <a:cubicBezTo>
                    <a:pt x="575" y="547"/>
                    <a:pt x="569" y="548"/>
                    <a:pt x="564" y="549"/>
                  </a:cubicBezTo>
                  <a:cubicBezTo>
                    <a:pt x="558" y="549"/>
                    <a:pt x="552" y="550"/>
                    <a:pt x="546" y="550"/>
                  </a:cubicBezTo>
                  <a:cubicBezTo>
                    <a:pt x="541" y="550"/>
                    <a:pt x="535" y="549"/>
                    <a:pt x="530" y="547"/>
                  </a:cubicBezTo>
                  <a:cubicBezTo>
                    <a:pt x="523" y="544"/>
                    <a:pt x="516" y="544"/>
                    <a:pt x="509" y="544"/>
                  </a:cubicBezTo>
                  <a:cubicBezTo>
                    <a:pt x="505" y="544"/>
                    <a:pt x="501" y="544"/>
                    <a:pt x="497" y="544"/>
                  </a:cubicBezTo>
                  <a:cubicBezTo>
                    <a:pt x="493" y="544"/>
                    <a:pt x="490" y="545"/>
                    <a:pt x="486" y="545"/>
                  </a:cubicBezTo>
                  <a:cubicBezTo>
                    <a:pt x="482" y="545"/>
                    <a:pt x="479" y="544"/>
                    <a:pt x="475" y="544"/>
                  </a:cubicBezTo>
                  <a:cubicBezTo>
                    <a:pt x="465" y="542"/>
                    <a:pt x="463" y="539"/>
                    <a:pt x="463" y="531"/>
                  </a:cubicBezTo>
                  <a:cubicBezTo>
                    <a:pt x="463" y="523"/>
                    <a:pt x="464" y="515"/>
                    <a:pt x="465" y="507"/>
                  </a:cubicBezTo>
                  <a:cubicBezTo>
                    <a:pt x="465" y="504"/>
                    <a:pt x="467" y="502"/>
                    <a:pt x="468" y="500"/>
                  </a:cubicBezTo>
                  <a:cubicBezTo>
                    <a:pt x="477" y="479"/>
                    <a:pt x="496" y="471"/>
                    <a:pt x="513" y="460"/>
                  </a:cubicBezTo>
                  <a:cubicBezTo>
                    <a:pt x="518" y="457"/>
                    <a:pt x="523" y="455"/>
                    <a:pt x="528" y="453"/>
                  </a:cubicBezTo>
                  <a:cubicBezTo>
                    <a:pt x="544" y="448"/>
                    <a:pt x="561" y="446"/>
                    <a:pt x="576" y="439"/>
                  </a:cubicBezTo>
                  <a:cubicBezTo>
                    <a:pt x="595" y="430"/>
                    <a:pt x="612" y="417"/>
                    <a:pt x="630" y="406"/>
                  </a:cubicBezTo>
                  <a:cubicBezTo>
                    <a:pt x="646" y="397"/>
                    <a:pt x="662" y="387"/>
                    <a:pt x="681" y="385"/>
                  </a:cubicBezTo>
                  <a:cubicBezTo>
                    <a:pt x="690" y="384"/>
                    <a:pt x="702" y="382"/>
                    <a:pt x="710" y="376"/>
                  </a:cubicBezTo>
                  <a:cubicBezTo>
                    <a:pt x="719" y="369"/>
                    <a:pt x="728" y="366"/>
                    <a:pt x="738" y="366"/>
                  </a:cubicBezTo>
                  <a:cubicBezTo>
                    <a:pt x="739" y="366"/>
                    <a:pt x="740" y="366"/>
                    <a:pt x="742" y="367"/>
                  </a:cubicBezTo>
                  <a:cubicBezTo>
                    <a:pt x="743" y="367"/>
                    <a:pt x="744" y="367"/>
                    <a:pt x="744" y="367"/>
                  </a:cubicBezTo>
                  <a:cubicBezTo>
                    <a:pt x="754" y="367"/>
                    <a:pt x="760" y="361"/>
                    <a:pt x="766" y="352"/>
                  </a:cubicBezTo>
                  <a:cubicBezTo>
                    <a:pt x="773" y="341"/>
                    <a:pt x="778" y="326"/>
                    <a:pt x="794" y="326"/>
                  </a:cubicBezTo>
                  <a:cubicBezTo>
                    <a:pt x="795" y="326"/>
                    <a:pt x="795" y="326"/>
                    <a:pt x="796" y="326"/>
                  </a:cubicBezTo>
                  <a:cubicBezTo>
                    <a:pt x="797" y="315"/>
                    <a:pt x="796" y="313"/>
                    <a:pt x="785" y="301"/>
                  </a:cubicBezTo>
                  <a:cubicBezTo>
                    <a:pt x="779" y="295"/>
                    <a:pt x="777" y="291"/>
                    <a:pt x="779" y="281"/>
                  </a:cubicBezTo>
                  <a:cubicBezTo>
                    <a:pt x="781" y="276"/>
                    <a:pt x="779" y="266"/>
                    <a:pt x="776" y="262"/>
                  </a:cubicBezTo>
                  <a:cubicBezTo>
                    <a:pt x="766" y="249"/>
                    <a:pt x="764" y="237"/>
                    <a:pt x="774" y="222"/>
                  </a:cubicBezTo>
                  <a:cubicBezTo>
                    <a:pt x="770" y="220"/>
                    <a:pt x="767" y="217"/>
                    <a:pt x="763" y="217"/>
                  </a:cubicBezTo>
                  <a:cubicBezTo>
                    <a:pt x="746" y="217"/>
                    <a:pt x="729" y="217"/>
                    <a:pt x="711" y="218"/>
                  </a:cubicBezTo>
                  <a:cubicBezTo>
                    <a:pt x="707" y="218"/>
                    <a:pt x="703" y="219"/>
                    <a:pt x="699" y="220"/>
                  </a:cubicBezTo>
                  <a:cubicBezTo>
                    <a:pt x="684" y="226"/>
                    <a:pt x="669" y="232"/>
                    <a:pt x="654" y="238"/>
                  </a:cubicBezTo>
                  <a:cubicBezTo>
                    <a:pt x="641" y="243"/>
                    <a:pt x="624" y="234"/>
                    <a:pt x="615" y="251"/>
                  </a:cubicBezTo>
                  <a:cubicBezTo>
                    <a:pt x="614" y="252"/>
                    <a:pt x="614" y="252"/>
                    <a:pt x="613" y="252"/>
                  </a:cubicBezTo>
                  <a:cubicBezTo>
                    <a:pt x="613" y="252"/>
                    <a:pt x="612" y="252"/>
                    <a:pt x="612" y="252"/>
                  </a:cubicBezTo>
                  <a:cubicBezTo>
                    <a:pt x="611" y="252"/>
                    <a:pt x="611" y="252"/>
                    <a:pt x="610" y="252"/>
                  </a:cubicBezTo>
                  <a:cubicBezTo>
                    <a:pt x="610" y="252"/>
                    <a:pt x="610" y="252"/>
                    <a:pt x="609" y="252"/>
                  </a:cubicBezTo>
                  <a:cubicBezTo>
                    <a:pt x="606" y="253"/>
                    <a:pt x="601" y="253"/>
                    <a:pt x="599" y="256"/>
                  </a:cubicBezTo>
                  <a:cubicBezTo>
                    <a:pt x="576" y="276"/>
                    <a:pt x="548" y="283"/>
                    <a:pt x="522" y="293"/>
                  </a:cubicBezTo>
                  <a:cubicBezTo>
                    <a:pt x="520" y="294"/>
                    <a:pt x="518" y="294"/>
                    <a:pt x="516" y="294"/>
                  </a:cubicBezTo>
                  <a:cubicBezTo>
                    <a:pt x="515" y="294"/>
                    <a:pt x="514" y="294"/>
                    <a:pt x="513" y="294"/>
                  </a:cubicBezTo>
                  <a:cubicBezTo>
                    <a:pt x="512" y="294"/>
                    <a:pt x="511" y="294"/>
                    <a:pt x="510" y="294"/>
                  </a:cubicBezTo>
                  <a:cubicBezTo>
                    <a:pt x="508" y="294"/>
                    <a:pt x="506" y="294"/>
                    <a:pt x="504" y="295"/>
                  </a:cubicBezTo>
                  <a:cubicBezTo>
                    <a:pt x="501" y="297"/>
                    <a:pt x="499" y="298"/>
                    <a:pt x="497" y="298"/>
                  </a:cubicBezTo>
                  <a:cubicBezTo>
                    <a:pt x="493" y="298"/>
                    <a:pt x="491" y="296"/>
                    <a:pt x="489" y="294"/>
                  </a:cubicBezTo>
                  <a:cubicBezTo>
                    <a:pt x="486" y="292"/>
                    <a:pt x="487" y="285"/>
                    <a:pt x="487" y="280"/>
                  </a:cubicBezTo>
                  <a:cubicBezTo>
                    <a:pt x="487" y="266"/>
                    <a:pt x="487" y="253"/>
                    <a:pt x="488" y="239"/>
                  </a:cubicBezTo>
                  <a:cubicBezTo>
                    <a:pt x="489" y="229"/>
                    <a:pt x="491" y="218"/>
                    <a:pt x="493" y="207"/>
                  </a:cubicBezTo>
                  <a:cubicBezTo>
                    <a:pt x="492" y="205"/>
                    <a:pt x="490" y="201"/>
                    <a:pt x="490" y="198"/>
                  </a:cubicBezTo>
                  <a:cubicBezTo>
                    <a:pt x="490" y="189"/>
                    <a:pt x="492" y="180"/>
                    <a:pt x="492" y="171"/>
                  </a:cubicBezTo>
                  <a:cubicBezTo>
                    <a:pt x="491" y="149"/>
                    <a:pt x="490" y="126"/>
                    <a:pt x="487" y="103"/>
                  </a:cubicBezTo>
                  <a:cubicBezTo>
                    <a:pt x="486" y="89"/>
                    <a:pt x="481" y="76"/>
                    <a:pt x="476" y="63"/>
                  </a:cubicBezTo>
                  <a:cubicBezTo>
                    <a:pt x="473" y="54"/>
                    <a:pt x="466" y="47"/>
                    <a:pt x="461" y="39"/>
                  </a:cubicBezTo>
                  <a:cubicBezTo>
                    <a:pt x="454" y="30"/>
                    <a:pt x="451" y="17"/>
                    <a:pt x="438" y="15"/>
                  </a:cubicBezTo>
                  <a:cubicBezTo>
                    <a:pt x="432" y="13"/>
                    <a:pt x="425" y="11"/>
                    <a:pt x="418" y="8"/>
                  </a:cubicBezTo>
                  <a:cubicBezTo>
                    <a:pt x="407" y="3"/>
                    <a:pt x="397" y="0"/>
                    <a:pt x="38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273">
              <a:extLst>
                <a:ext uri="{FF2B5EF4-FFF2-40B4-BE49-F238E27FC236}">
                  <a16:creationId xmlns:a16="http://schemas.microsoft.com/office/drawing/2014/main" id="{3A0D664C-9FD5-683B-301E-7E626C35545A}"/>
                </a:ext>
              </a:extLst>
            </p:cNvPr>
            <p:cNvSpPr>
              <a:spLocks noEditPoints="1"/>
            </p:cNvSpPr>
            <p:nvPr/>
          </p:nvSpPr>
          <p:spPr bwMode="auto">
            <a:xfrm>
              <a:off x="3515768" y="1536335"/>
              <a:ext cx="349325" cy="264332"/>
            </a:xfrm>
            <a:custGeom>
              <a:avLst/>
              <a:gdLst>
                <a:gd name="T0" fmla="*/ 311 w 958"/>
                <a:gd name="T1" fmla="*/ 228 h 723"/>
                <a:gd name="T2" fmla="*/ 344 w 958"/>
                <a:gd name="T3" fmla="*/ 189 h 723"/>
                <a:gd name="T4" fmla="*/ 379 w 958"/>
                <a:gd name="T5" fmla="*/ 257 h 723"/>
                <a:gd name="T6" fmla="*/ 690 w 958"/>
                <a:gd name="T7" fmla="*/ 0 h 723"/>
                <a:gd name="T8" fmla="*/ 569 w 958"/>
                <a:gd name="T9" fmla="*/ 25 h 723"/>
                <a:gd name="T10" fmla="*/ 508 w 958"/>
                <a:gd name="T11" fmla="*/ 55 h 723"/>
                <a:gd name="T12" fmla="*/ 487 w 958"/>
                <a:gd name="T13" fmla="*/ 62 h 723"/>
                <a:gd name="T14" fmla="*/ 476 w 958"/>
                <a:gd name="T15" fmla="*/ 65 h 723"/>
                <a:gd name="T16" fmla="*/ 438 w 958"/>
                <a:gd name="T17" fmla="*/ 72 h 723"/>
                <a:gd name="T18" fmla="*/ 325 w 958"/>
                <a:gd name="T19" fmla="*/ 99 h 723"/>
                <a:gd name="T20" fmla="*/ 253 w 958"/>
                <a:gd name="T21" fmla="*/ 172 h 723"/>
                <a:gd name="T22" fmla="*/ 225 w 958"/>
                <a:gd name="T23" fmla="*/ 144 h 723"/>
                <a:gd name="T24" fmla="*/ 143 w 958"/>
                <a:gd name="T25" fmla="*/ 126 h 723"/>
                <a:gd name="T26" fmla="*/ 131 w 958"/>
                <a:gd name="T27" fmla="*/ 221 h 723"/>
                <a:gd name="T28" fmla="*/ 130 w 958"/>
                <a:gd name="T29" fmla="*/ 358 h 723"/>
                <a:gd name="T30" fmla="*/ 36 w 958"/>
                <a:gd name="T31" fmla="*/ 479 h 723"/>
                <a:gd name="T32" fmla="*/ 11 w 958"/>
                <a:gd name="T33" fmla="*/ 555 h 723"/>
                <a:gd name="T34" fmla="*/ 24 w 958"/>
                <a:gd name="T35" fmla="*/ 705 h 723"/>
                <a:gd name="T36" fmla="*/ 95 w 958"/>
                <a:gd name="T37" fmla="*/ 680 h 723"/>
                <a:gd name="T38" fmla="*/ 140 w 958"/>
                <a:gd name="T39" fmla="*/ 583 h 723"/>
                <a:gd name="T40" fmla="*/ 292 w 958"/>
                <a:gd name="T41" fmla="*/ 479 h 723"/>
                <a:gd name="T42" fmla="*/ 384 w 958"/>
                <a:gd name="T43" fmla="*/ 429 h 723"/>
                <a:gd name="T44" fmla="*/ 482 w 958"/>
                <a:gd name="T45" fmla="*/ 393 h 723"/>
                <a:gd name="T46" fmla="*/ 572 w 958"/>
                <a:gd name="T47" fmla="*/ 357 h 723"/>
                <a:gd name="T48" fmla="*/ 715 w 958"/>
                <a:gd name="T49" fmla="*/ 322 h 723"/>
                <a:gd name="T50" fmla="*/ 734 w 958"/>
                <a:gd name="T51" fmla="*/ 333 h 723"/>
                <a:gd name="T52" fmla="*/ 684 w 958"/>
                <a:gd name="T53" fmla="*/ 368 h 723"/>
                <a:gd name="T54" fmla="*/ 625 w 958"/>
                <a:gd name="T55" fmla="*/ 396 h 723"/>
                <a:gd name="T56" fmla="*/ 646 w 958"/>
                <a:gd name="T57" fmla="*/ 404 h 723"/>
                <a:gd name="T58" fmla="*/ 693 w 958"/>
                <a:gd name="T59" fmla="*/ 414 h 723"/>
                <a:gd name="T60" fmla="*/ 841 w 958"/>
                <a:gd name="T61" fmla="*/ 442 h 723"/>
                <a:gd name="T62" fmla="*/ 944 w 958"/>
                <a:gd name="T63" fmla="*/ 395 h 723"/>
                <a:gd name="T64" fmla="*/ 849 w 958"/>
                <a:gd name="T65" fmla="*/ 234 h 723"/>
                <a:gd name="T66" fmla="*/ 786 w 958"/>
                <a:gd name="T67" fmla="*/ 214 h 723"/>
                <a:gd name="T68" fmla="*/ 709 w 958"/>
                <a:gd name="T69" fmla="*/ 230 h 723"/>
                <a:gd name="T70" fmla="*/ 557 w 958"/>
                <a:gd name="T71" fmla="*/ 276 h 723"/>
                <a:gd name="T72" fmla="*/ 531 w 958"/>
                <a:gd name="T73" fmla="*/ 291 h 723"/>
                <a:gd name="T74" fmla="*/ 422 w 958"/>
                <a:gd name="T75" fmla="*/ 329 h 723"/>
                <a:gd name="T76" fmla="*/ 296 w 958"/>
                <a:gd name="T77" fmla="*/ 385 h 723"/>
                <a:gd name="T78" fmla="*/ 164 w 958"/>
                <a:gd name="T79" fmla="*/ 461 h 723"/>
                <a:gd name="T80" fmla="*/ 85 w 958"/>
                <a:gd name="T81" fmla="*/ 512 h 723"/>
                <a:gd name="T82" fmla="*/ 100 w 958"/>
                <a:gd name="T83" fmla="*/ 439 h 723"/>
                <a:gd name="T84" fmla="*/ 208 w 958"/>
                <a:gd name="T85" fmla="*/ 356 h 723"/>
                <a:gd name="T86" fmla="*/ 231 w 958"/>
                <a:gd name="T87" fmla="*/ 355 h 723"/>
                <a:gd name="T88" fmla="*/ 306 w 958"/>
                <a:gd name="T89" fmla="*/ 341 h 723"/>
                <a:gd name="T90" fmla="*/ 441 w 958"/>
                <a:gd name="T91" fmla="*/ 298 h 723"/>
                <a:gd name="T92" fmla="*/ 559 w 958"/>
                <a:gd name="T93" fmla="*/ 240 h 723"/>
                <a:gd name="T94" fmla="*/ 649 w 958"/>
                <a:gd name="T95" fmla="*/ 186 h 723"/>
                <a:gd name="T96" fmla="*/ 718 w 958"/>
                <a:gd name="T97" fmla="*/ 121 h 723"/>
                <a:gd name="T98" fmla="*/ 716 w 958"/>
                <a:gd name="T99" fmla="*/ 4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58" h="723">
                  <a:moveTo>
                    <a:pt x="303" y="290"/>
                  </a:moveTo>
                  <a:cubicBezTo>
                    <a:pt x="293" y="284"/>
                    <a:pt x="290" y="273"/>
                    <a:pt x="297" y="260"/>
                  </a:cubicBezTo>
                  <a:cubicBezTo>
                    <a:pt x="302" y="249"/>
                    <a:pt x="306" y="238"/>
                    <a:pt x="311" y="228"/>
                  </a:cubicBezTo>
                  <a:cubicBezTo>
                    <a:pt x="318" y="215"/>
                    <a:pt x="326" y="204"/>
                    <a:pt x="334" y="192"/>
                  </a:cubicBezTo>
                  <a:cubicBezTo>
                    <a:pt x="336" y="190"/>
                    <a:pt x="340" y="188"/>
                    <a:pt x="343" y="188"/>
                  </a:cubicBezTo>
                  <a:cubicBezTo>
                    <a:pt x="343" y="188"/>
                    <a:pt x="344" y="189"/>
                    <a:pt x="344" y="189"/>
                  </a:cubicBezTo>
                  <a:cubicBezTo>
                    <a:pt x="359" y="195"/>
                    <a:pt x="371" y="203"/>
                    <a:pt x="379" y="217"/>
                  </a:cubicBezTo>
                  <a:cubicBezTo>
                    <a:pt x="382" y="222"/>
                    <a:pt x="385" y="226"/>
                    <a:pt x="388" y="231"/>
                  </a:cubicBezTo>
                  <a:cubicBezTo>
                    <a:pt x="391" y="237"/>
                    <a:pt x="386" y="253"/>
                    <a:pt x="379" y="257"/>
                  </a:cubicBezTo>
                  <a:cubicBezTo>
                    <a:pt x="374" y="259"/>
                    <a:pt x="368" y="261"/>
                    <a:pt x="363" y="263"/>
                  </a:cubicBezTo>
                  <a:cubicBezTo>
                    <a:pt x="344" y="272"/>
                    <a:pt x="325" y="280"/>
                    <a:pt x="303" y="290"/>
                  </a:cubicBezTo>
                  <a:moveTo>
                    <a:pt x="690" y="0"/>
                  </a:moveTo>
                  <a:cubicBezTo>
                    <a:pt x="683" y="0"/>
                    <a:pt x="676" y="1"/>
                    <a:pt x="669" y="1"/>
                  </a:cubicBezTo>
                  <a:cubicBezTo>
                    <a:pt x="650" y="3"/>
                    <a:pt x="632" y="10"/>
                    <a:pt x="613" y="12"/>
                  </a:cubicBezTo>
                  <a:cubicBezTo>
                    <a:pt x="597" y="13"/>
                    <a:pt x="582" y="17"/>
                    <a:pt x="569" y="25"/>
                  </a:cubicBezTo>
                  <a:cubicBezTo>
                    <a:pt x="563" y="28"/>
                    <a:pt x="557" y="29"/>
                    <a:pt x="551" y="31"/>
                  </a:cubicBezTo>
                  <a:cubicBezTo>
                    <a:pt x="542" y="35"/>
                    <a:pt x="531" y="37"/>
                    <a:pt x="525" y="44"/>
                  </a:cubicBezTo>
                  <a:cubicBezTo>
                    <a:pt x="520" y="50"/>
                    <a:pt x="515" y="55"/>
                    <a:pt x="508" y="55"/>
                  </a:cubicBezTo>
                  <a:cubicBezTo>
                    <a:pt x="508" y="55"/>
                    <a:pt x="507" y="54"/>
                    <a:pt x="507" y="54"/>
                  </a:cubicBezTo>
                  <a:cubicBezTo>
                    <a:pt x="506" y="54"/>
                    <a:pt x="505" y="54"/>
                    <a:pt x="504" y="54"/>
                  </a:cubicBezTo>
                  <a:cubicBezTo>
                    <a:pt x="497" y="54"/>
                    <a:pt x="491" y="56"/>
                    <a:pt x="487" y="62"/>
                  </a:cubicBezTo>
                  <a:cubicBezTo>
                    <a:pt x="486" y="64"/>
                    <a:pt x="484" y="66"/>
                    <a:pt x="482" y="66"/>
                  </a:cubicBezTo>
                  <a:cubicBezTo>
                    <a:pt x="482" y="66"/>
                    <a:pt x="482" y="66"/>
                    <a:pt x="482" y="66"/>
                  </a:cubicBezTo>
                  <a:cubicBezTo>
                    <a:pt x="480" y="66"/>
                    <a:pt x="478" y="65"/>
                    <a:pt x="476" y="65"/>
                  </a:cubicBezTo>
                  <a:cubicBezTo>
                    <a:pt x="470" y="65"/>
                    <a:pt x="464" y="67"/>
                    <a:pt x="459" y="69"/>
                  </a:cubicBezTo>
                  <a:cubicBezTo>
                    <a:pt x="453" y="70"/>
                    <a:pt x="447" y="72"/>
                    <a:pt x="441" y="72"/>
                  </a:cubicBezTo>
                  <a:cubicBezTo>
                    <a:pt x="440" y="72"/>
                    <a:pt x="439" y="72"/>
                    <a:pt x="438" y="72"/>
                  </a:cubicBezTo>
                  <a:cubicBezTo>
                    <a:pt x="429" y="71"/>
                    <a:pt x="419" y="71"/>
                    <a:pt x="410" y="71"/>
                  </a:cubicBezTo>
                  <a:cubicBezTo>
                    <a:pt x="390" y="71"/>
                    <a:pt x="369" y="73"/>
                    <a:pt x="349" y="77"/>
                  </a:cubicBezTo>
                  <a:cubicBezTo>
                    <a:pt x="336" y="81"/>
                    <a:pt x="329" y="87"/>
                    <a:pt x="325" y="99"/>
                  </a:cubicBezTo>
                  <a:cubicBezTo>
                    <a:pt x="323" y="105"/>
                    <a:pt x="320" y="111"/>
                    <a:pt x="316" y="116"/>
                  </a:cubicBezTo>
                  <a:cubicBezTo>
                    <a:pt x="308" y="126"/>
                    <a:pt x="300" y="135"/>
                    <a:pt x="291" y="143"/>
                  </a:cubicBezTo>
                  <a:cubicBezTo>
                    <a:pt x="279" y="153"/>
                    <a:pt x="266" y="163"/>
                    <a:pt x="253" y="172"/>
                  </a:cubicBezTo>
                  <a:cubicBezTo>
                    <a:pt x="252" y="173"/>
                    <a:pt x="251" y="173"/>
                    <a:pt x="249" y="173"/>
                  </a:cubicBezTo>
                  <a:cubicBezTo>
                    <a:pt x="247" y="173"/>
                    <a:pt x="245" y="172"/>
                    <a:pt x="245" y="171"/>
                  </a:cubicBezTo>
                  <a:cubicBezTo>
                    <a:pt x="237" y="163"/>
                    <a:pt x="229" y="154"/>
                    <a:pt x="225" y="144"/>
                  </a:cubicBezTo>
                  <a:cubicBezTo>
                    <a:pt x="218" y="129"/>
                    <a:pt x="205" y="122"/>
                    <a:pt x="193" y="116"/>
                  </a:cubicBezTo>
                  <a:cubicBezTo>
                    <a:pt x="186" y="114"/>
                    <a:pt x="180" y="112"/>
                    <a:pt x="174" y="112"/>
                  </a:cubicBezTo>
                  <a:cubicBezTo>
                    <a:pt x="163" y="112"/>
                    <a:pt x="153" y="116"/>
                    <a:pt x="143" y="126"/>
                  </a:cubicBezTo>
                  <a:cubicBezTo>
                    <a:pt x="136" y="134"/>
                    <a:pt x="125" y="136"/>
                    <a:pt x="123" y="150"/>
                  </a:cubicBezTo>
                  <a:cubicBezTo>
                    <a:pt x="121" y="164"/>
                    <a:pt x="116" y="176"/>
                    <a:pt x="123" y="189"/>
                  </a:cubicBezTo>
                  <a:cubicBezTo>
                    <a:pt x="127" y="199"/>
                    <a:pt x="128" y="211"/>
                    <a:pt x="131" y="221"/>
                  </a:cubicBezTo>
                  <a:cubicBezTo>
                    <a:pt x="137" y="241"/>
                    <a:pt x="140" y="262"/>
                    <a:pt x="153" y="279"/>
                  </a:cubicBezTo>
                  <a:cubicBezTo>
                    <a:pt x="163" y="294"/>
                    <a:pt x="174" y="309"/>
                    <a:pt x="186" y="326"/>
                  </a:cubicBezTo>
                  <a:cubicBezTo>
                    <a:pt x="165" y="338"/>
                    <a:pt x="148" y="349"/>
                    <a:pt x="130" y="358"/>
                  </a:cubicBezTo>
                  <a:cubicBezTo>
                    <a:pt x="108" y="369"/>
                    <a:pt x="92" y="386"/>
                    <a:pt x="78" y="406"/>
                  </a:cubicBezTo>
                  <a:cubicBezTo>
                    <a:pt x="68" y="421"/>
                    <a:pt x="60" y="437"/>
                    <a:pt x="51" y="452"/>
                  </a:cubicBezTo>
                  <a:cubicBezTo>
                    <a:pt x="46" y="461"/>
                    <a:pt x="41" y="470"/>
                    <a:pt x="36" y="479"/>
                  </a:cubicBezTo>
                  <a:cubicBezTo>
                    <a:pt x="32" y="485"/>
                    <a:pt x="28" y="492"/>
                    <a:pt x="25" y="499"/>
                  </a:cubicBezTo>
                  <a:cubicBezTo>
                    <a:pt x="22" y="504"/>
                    <a:pt x="20" y="510"/>
                    <a:pt x="19" y="515"/>
                  </a:cubicBezTo>
                  <a:cubicBezTo>
                    <a:pt x="16" y="528"/>
                    <a:pt x="14" y="542"/>
                    <a:pt x="11" y="555"/>
                  </a:cubicBezTo>
                  <a:cubicBezTo>
                    <a:pt x="8" y="568"/>
                    <a:pt x="1" y="580"/>
                    <a:pt x="3" y="592"/>
                  </a:cubicBezTo>
                  <a:cubicBezTo>
                    <a:pt x="5" y="607"/>
                    <a:pt x="0" y="623"/>
                    <a:pt x="6" y="638"/>
                  </a:cubicBezTo>
                  <a:cubicBezTo>
                    <a:pt x="14" y="660"/>
                    <a:pt x="17" y="683"/>
                    <a:pt x="24" y="705"/>
                  </a:cubicBezTo>
                  <a:cubicBezTo>
                    <a:pt x="27" y="718"/>
                    <a:pt x="37" y="723"/>
                    <a:pt x="46" y="723"/>
                  </a:cubicBezTo>
                  <a:cubicBezTo>
                    <a:pt x="53" y="723"/>
                    <a:pt x="59" y="721"/>
                    <a:pt x="63" y="717"/>
                  </a:cubicBezTo>
                  <a:cubicBezTo>
                    <a:pt x="75" y="706"/>
                    <a:pt x="86" y="694"/>
                    <a:pt x="95" y="680"/>
                  </a:cubicBezTo>
                  <a:cubicBezTo>
                    <a:pt x="103" y="668"/>
                    <a:pt x="107" y="654"/>
                    <a:pt x="113" y="640"/>
                  </a:cubicBezTo>
                  <a:cubicBezTo>
                    <a:pt x="120" y="625"/>
                    <a:pt x="131" y="612"/>
                    <a:pt x="132" y="594"/>
                  </a:cubicBezTo>
                  <a:cubicBezTo>
                    <a:pt x="132" y="590"/>
                    <a:pt x="136" y="586"/>
                    <a:pt x="140" y="583"/>
                  </a:cubicBezTo>
                  <a:cubicBezTo>
                    <a:pt x="155" y="570"/>
                    <a:pt x="172" y="558"/>
                    <a:pt x="186" y="544"/>
                  </a:cubicBezTo>
                  <a:cubicBezTo>
                    <a:pt x="212" y="516"/>
                    <a:pt x="248" y="504"/>
                    <a:pt x="280" y="486"/>
                  </a:cubicBezTo>
                  <a:cubicBezTo>
                    <a:pt x="284" y="484"/>
                    <a:pt x="288" y="482"/>
                    <a:pt x="292" y="479"/>
                  </a:cubicBezTo>
                  <a:cubicBezTo>
                    <a:pt x="307" y="470"/>
                    <a:pt x="321" y="460"/>
                    <a:pt x="336" y="451"/>
                  </a:cubicBezTo>
                  <a:cubicBezTo>
                    <a:pt x="349" y="442"/>
                    <a:pt x="368" y="445"/>
                    <a:pt x="379" y="431"/>
                  </a:cubicBezTo>
                  <a:cubicBezTo>
                    <a:pt x="380" y="430"/>
                    <a:pt x="382" y="430"/>
                    <a:pt x="384" y="429"/>
                  </a:cubicBezTo>
                  <a:cubicBezTo>
                    <a:pt x="397" y="426"/>
                    <a:pt x="409" y="422"/>
                    <a:pt x="422" y="417"/>
                  </a:cubicBezTo>
                  <a:cubicBezTo>
                    <a:pt x="429" y="415"/>
                    <a:pt x="434" y="409"/>
                    <a:pt x="442" y="406"/>
                  </a:cubicBezTo>
                  <a:cubicBezTo>
                    <a:pt x="455" y="401"/>
                    <a:pt x="469" y="398"/>
                    <a:pt x="482" y="393"/>
                  </a:cubicBezTo>
                  <a:cubicBezTo>
                    <a:pt x="494" y="388"/>
                    <a:pt x="506" y="381"/>
                    <a:pt x="518" y="376"/>
                  </a:cubicBezTo>
                  <a:cubicBezTo>
                    <a:pt x="530" y="372"/>
                    <a:pt x="542" y="369"/>
                    <a:pt x="553" y="366"/>
                  </a:cubicBezTo>
                  <a:cubicBezTo>
                    <a:pt x="559" y="364"/>
                    <a:pt x="566" y="360"/>
                    <a:pt x="572" y="357"/>
                  </a:cubicBezTo>
                  <a:cubicBezTo>
                    <a:pt x="577" y="355"/>
                    <a:pt x="582" y="351"/>
                    <a:pt x="588" y="350"/>
                  </a:cubicBezTo>
                  <a:cubicBezTo>
                    <a:pt x="613" y="343"/>
                    <a:pt x="637" y="335"/>
                    <a:pt x="662" y="329"/>
                  </a:cubicBezTo>
                  <a:cubicBezTo>
                    <a:pt x="680" y="325"/>
                    <a:pt x="697" y="324"/>
                    <a:pt x="715" y="322"/>
                  </a:cubicBezTo>
                  <a:cubicBezTo>
                    <a:pt x="716" y="322"/>
                    <a:pt x="716" y="322"/>
                    <a:pt x="716" y="322"/>
                  </a:cubicBezTo>
                  <a:cubicBezTo>
                    <a:pt x="721" y="322"/>
                    <a:pt x="727" y="324"/>
                    <a:pt x="731" y="326"/>
                  </a:cubicBezTo>
                  <a:cubicBezTo>
                    <a:pt x="733" y="327"/>
                    <a:pt x="734" y="332"/>
                    <a:pt x="734" y="333"/>
                  </a:cubicBezTo>
                  <a:cubicBezTo>
                    <a:pt x="728" y="338"/>
                    <a:pt x="721" y="343"/>
                    <a:pt x="715" y="347"/>
                  </a:cubicBezTo>
                  <a:cubicBezTo>
                    <a:pt x="706" y="353"/>
                    <a:pt x="693" y="352"/>
                    <a:pt x="689" y="366"/>
                  </a:cubicBezTo>
                  <a:cubicBezTo>
                    <a:pt x="689" y="367"/>
                    <a:pt x="686" y="368"/>
                    <a:pt x="684" y="368"/>
                  </a:cubicBezTo>
                  <a:cubicBezTo>
                    <a:pt x="677" y="371"/>
                    <a:pt x="669" y="371"/>
                    <a:pt x="663" y="375"/>
                  </a:cubicBezTo>
                  <a:cubicBezTo>
                    <a:pt x="654" y="382"/>
                    <a:pt x="646" y="387"/>
                    <a:pt x="635" y="388"/>
                  </a:cubicBezTo>
                  <a:cubicBezTo>
                    <a:pt x="631" y="388"/>
                    <a:pt x="628" y="393"/>
                    <a:pt x="625" y="396"/>
                  </a:cubicBezTo>
                  <a:cubicBezTo>
                    <a:pt x="629" y="399"/>
                    <a:pt x="632" y="403"/>
                    <a:pt x="636" y="403"/>
                  </a:cubicBezTo>
                  <a:cubicBezTo>
                    <a:pt x="638" y="404"/>
                    <a:pt x="640" y="404"/>
                    <a:pt x="642" y="404"/>
                  </a:cubicBezTo>
                  <a:cubicBezTo>
                    <a:pt x="643" y="404"/>
                    <a:pt x="645" y="404"/>
                    <a:pt x="646" y="404"/>
                  </a:cubicBezTo>
                  <a:cubicBezTo>
                    <a:pt x="648" y="404"/>
                    <a:pt x="649" y="403"/>
                    <a:pt x="651" y="403"/>
                  </a:cubicBezTo>
                  <a:cubicBezTo>
                    <a:pt x="653" y="403"/>
                    <a:pt x="654" y="404"/>
                    <a:pt x="656" y="404"/>
                  </a:cubicBezTo>
                  <a:cubicBezTo>
                    <a:pt x="669" y="406"/>
                    <a:pt x="685" y="406"/>
                    <a:pt x="693" y="414"/>
                  </a:cubicBezTo>
                  <a:cubicBezTo>
                    <a:pt x="707" y="427"/>
                    <a:pt x="724" y="431"/>
                    <a:pt x="741" y="433"/>
                  </a:cubicBezTo>
                  <a:cubicBezTo>
                    <a:pt x="771" y="438"/>
                    <a:pt x="802" y="439"/>
                    <a:pt x="833" y="441"/>
                  </a:cubicBezTo>
                  <a:cubicBezTo>
                    <a:pt x="836" y="441"/>
                    <a:pt x="838" y="442"/>
                    <a:pt x="841" y="442"/>
                  </a:cubicBezTo>
                  <a:cubicBezTo>
                    <a:pt x="859" y="442"/>
                    <a:pt x="877" y="436"/>
                    <a:pt x="893" y="426"/>
                  </a:cubicBezTo>
                  <a:cubicBezTo>
                    <a:pt x="907" y="417"/>
                    <a:pt x="920" y="408"/>
                    <a:pt x="937" y="403"/>
                  </a:cubicBezTo>
                  <a:cubicBezTo>
                    <a:pt x="940" y="403"/>
                    <a:pt x="943" y="399"/>
                    <a:pt x="944" y="395"/>
                  </a:cubicBezTo>
                  <a:cubicBezTo>
                    <a:pt x="948" y="381"/>
                    <a:pt x="953" y="366"/>
                    <a:pt x="955" y="351"/>
                  </a:cubicBezTo>
                  <a:cubicBezTo>
                    <a:pt x="958" y="301"/>
                    <a:pt x="936" y="285"/>
                    <a:pt x="901" y="265"/>
                  </a:cubicBezTo>
                  <a:cubicBezTo>
                    <a:pt x="883" y="255"/>
                    <a:pt x="861" y="255"/>
                    <a:pt x="849" y="234"/>
                  </a:cubicBezTo>
                  <a:cubicBezTo>
                    <a:pt x="847" y="229"/>
                    <a:pt x="837" y="229"/>
                    <a:pt x="831" y="226"/>
                  </a:cubicBezTo>
                  <a:cubicBezTo>
                    <a:pt x="816" y="222"/>
                    <a:pt x="800" y="223"/>
                    <a:pt x="787" y="214"/>
                  </a:cubicBezTo>
                  <a:cubicBezTo>
                    <a:pt x="787" y="214"/>
                    <a:pt x="786" y="214"/>
                    <a:pt x="786" y="214"/>
                  </a:cubicBezTo>
                  <a:cubicBezTo>
                    <a:pt x="785" y="214"/>
                    <a:pt x="783" y="215"/>
                    <a:pt x="781" y="215"/>
                  </a:cubicBezTo>
                  <a:cubicBezTo>
                    <a:pt x="769" y="217"/>
                    <a:pt x="757" y="219"/>
                    <a:pt x="745" y="221"/>
                  </a:cubicBezTo>
                  <a:cubicBezTo>
                    <a:pt x="733" y="224"/>
                    <a:pt x="721" y="226"/>
                    <a:pt x="709" y="230"/>
                  </a:cubicBezTo>
                  <a:cubicBezTo>
                    <a:pt x="686" y="236"/>
                    <a:pt x="664" y="242"/>
                    <a:pt x="642" y="249"/>
                  </a:cubicBezTo>
                  <a:cubicBezTo>
                    <a:pt x="630" y="253"/>
                    <a:pt x="617" y="257"/>
                    <a:pt x="606" y="264"/>
                  </a:cubicBezTo>
                  <a:cubicBezTo>
                    <a:pt x="591" y="274"/>
                    <a:pt x="573" y="276"/>
                    <a:pt x="557" y="276"/>
                  </a:cubicBezTo>
                  <a:cubicBezTo>
                    <a:pt x="556" y="276"/>
                    <a:pt x="556" y="276"/>
                    <a:pt x="556" y="276"/>
                  </a:cubicBezTo>
                  <a:cubicBezTo>
                    <a:pt x="556" y="276"/>
                    <a:pt x="555" y="276"/>
                    <a:pt x="555" y="276"/>
                  </a:cubicBezTo>
                  <a:cubicBezTo>
                    <a:pt x="542" y="276"/>
                    <a:pt x="537" y="283"/>
                    <a:pt x="531" y="291"/>
                  </a:cubicBezTo>
                  <a:cubicBezTo>
                    <a:pt x="530" y="294"/>
                    <a:pt x="528" y="299"/>
                    <a:pt x="526" y="299"/>
                  </a:cubicBezTo>
                  <a:cubicBezTo>
                    <a:pt x="512" y="304"/>
                    <a:pt x="497" y="307"/>
                    <a:pt x="483" y="311"/>
                  </a:cubicBezTo>
                  <a:cubicBezTo>
                    <a:pt x="463" y="316"/>
                    <a:pt x="442" y="322"/>
                    <a:pt x="422" y="329"/>
                  </a:cubicBezTo>
                  <a:cubicBezTo>
                    <a:pt x="406" y="334"/>
                    <a:pt x="391" y="340"/>
                    <a:pt x="376" y="346"/>
                  </a:cubicBezTo>
                  <a:cubicBezTo>
                    <a:pt x="368" y="350"/>
                    <a:pt x="360" y="354"/>
                    <a:pt x="352" y="358"/>
                  </a:cubicBezTo>
                  <a:cubicBezTo>
                    <a:pt x="333" y="367"/>
                    <a:pt x="314" y="376"/>
                    <a:pt x="296" y="385"/>
                  </a:cubicBezTo>
                  <a:cubicBezTo>
                    <a:pt x="286" y="390"/>
                    <a:pt x="276" y="392"/>
                    <a:pt x="267" y="398"/>
                  </a:cubicBezTo>
                  <a:cubicBezTo>
                    <a:pt x="244" y="411"/>
                    <a:pt x="222" y="426"/>
                    <a:pt x="200" y="440"/>
                  </a:cubicBezTo>
                  <a:cubicBezTo>
                    <a:pt x="188" y="448"/>
                    <a:pt x="176" y="454"/>
                    <a:pt x="164" y="461"/>
                  </a:cubicBezTo>
                  <a:cubicBezTo>
                    <a:pt x="158" y="465"/>
                    <a:pt x="150" y="468"/>
                    <a:pt x="146" y="474"/>
                  </a:cubicBezTo>
                  <a:cubicBezTo>
                    <a:pt x="140" y="484"/>
                    <a:pt x="132" y="491"/>
                    <a:pt x="122" y="495"/>
                  </a:cubicBezTo>
                  <a:cubicBezTo>
                    <a:pt x="110" y="501"/>
                    <a:pt x="98" y="506"/>
                    <a:pt x="85" y="512"/>
                  </a:cubicBezTo>
                  <a:cubicBezTo>
                    <a:pt x="84" y="509"/>
                    <a:pt x="81" y="504"/>
                    <a:pt x="82" y="499"/>
                  </a:cubicBezTo>
                  <a:cubicBezTo>
                    <a:pt x="83" y="490"/>
                    <a:pt x="86" y="482"/>
                    <a:pt x="88" y="474"/>
                  </a:cubicBezTo>
                  <a:cubicBezTo>
                    <a:pt x="92" y="462"/>
                    <a:pt x="95" y="450"/>
                    <a:pt x="100" y="439"/>
                  </a:cubicBezTo>
                  <a:cubicBezTo>
                    <a:pt x="105" y="430"/>
                    <a:pt x="114" y="423"/>
                    <a:pt x="118" y="414"/>
                  </a:cubicBezTo>
                  <a:cubicBezTo>
                    <a:pt x="125" y="398"/>
                    <a:pt x="139" y="391"/>
                    <a:pt x="152" y="384"/>
                  </a:cubicBezTo>
                  <a:cubicBezTo>
                    <a:pt x="170" y="373"/>
                    <a:pt x="189" y="365"/>
                    <a:pt x="208" y="356"/>
                  </a:cubicBezTo>
                  <a:cubicBezTo>
                    <a:pt x="210" y="355"/>
                    <a:pt x="211" y="355"/>
                    <a:pt x="213" y="355"/>
                  </a:cubicBezTo>
                  <a:cubicBezTo>
                    <a:pt x="214" y="355"/>
                    <a:pt x="214" y="355"/>
                    <a:pt x="214" y="355"/>
                  </a:cubicBezTo>
                  <a:cubicBezTo>
                    <a:pt x="220" y="355"/>
                    <a:pt x="225" y="355"/>
                    <a:pt x="231" y="355"/>
                  </a:cubicBezTo>
                  <a:cubicBezTo>
                    <a:pt x="237" y="355"/>
                    <a:pt x="242" y="355"/>
                    <a:pt x="248" y="355"/>
                  </a:cubicBezTo>
                  <a:cubicBezTo>
                    <a:pt x="256" y="355"/>
                    <a:pt x="264" y="355"/>
                    <a:pt x="271" y="354"/>
                  </a:cubicBezTo>
                  <a:cubicBezTo>
                    <a:pt x="284" y="353"/>
                    <a:pt x="297" y="348"/>
                    <a:pt x="306" y="341"/>
                  </a:cubicBezTo>
                  <a:cubicBezTo>
                    <a:pt x="321" y="329"/>
                    <a:pt x="339" y="327"/>
                    <a:pt x="355" y="322"/>
                  </a:cubicBezTo>
                  <a:cubicBezTo>
                    <a:pt x="375" y="316"/>
                    <a:pt x="396" y="313"/>
                    <a:pt x="416" y="308"/>
                  </a:cubicBezTo>
                  <a:cubicBezTo>
                    <a:pt x="425" y="305"/>
                    <a:pt x="433" y="301"/>
                    <a:pt x="441" y="298"/>
                  </a:cubicBezTo>
                  <a:cubicBezTo>
                    <a:pt x="446" y="297"/>
                    <a:pt x="451" y="296"/>
                    <a:pt x="455" y="294"/>
                  </a:cubicBezTo>
                  <a:cubicBezTo>
                    <a:pt x="471" y="286"/>
                    <a:pt x="487" y="280"/>
                    <a:pt x="502" y="269"/>
                  </a:cubicBezTo>
                  <a:cubicBezTo>
                    <a:pt x="519" y="257"/>
                    <a:pt x="540" y="249"/>
                    <a:pt x="559" y="240"/>
                  </a:cubicBezTo>
                  <a:cubicBezTo>
                    <a:pt x="565" y="237"/>
                    <a:pt x="571" y="234"/>
                    <a:pt x="577" y="230"/>
                  </a:cubicBezTo>
                  <a:cubicBezTo>
                    <a:pt x="590" y="223"/>
                    <a:pt x="602" y="215"/>
                    <a:pt x="615" y="207"/>
                  </a:cubicBezTo>
                  <a:cubicBezTo>
                    <a:pt x="626" y="200"/>
                    <a:pt x="640" y="195"/>
                    <a:pt x="649" y="186"/>
                  </a:cubicBezTo>
                  <a:cubicBezTo>
                    <a:pt x="667" y="168"/>
                    <a:pt x="691" y="157"/>
                    <a:pt x="704" y="134"/>
                  </a:cubicBezTo>
                  <a:cubicBezTo>
                    <a:pt x="705" y="133"/>
                    <a:pt x="707" y="132"/>
                    <a:pt x="708" y="131"/>
                  </a:cubicBezTo>
                  <a:cubicBezTo>
                    <a:pt x="712" y="128"/>
                    <a:pt x="716" y="125"/>
                    <a:pt x="718" y="121"/>
                  </a:cubicBezTo>
                  <a:cubicBezTo>
                    <a:pt x="728" y="104"/>
                    <a:pt x="738" y="87"/>
                    <a:pt x="744" y="69"/>
                  </a:cubicBezTo>
                  <a:cubicBezTo>
                    <a:pt x="748" y="59"/>
                    <a:pt x="749" y="46"/>
                    <a:pt x="746" y="35"/>
                  </a:cubicBezTo>
                  <a:cubicBezTo>
                    <a:pt x="743" y="20"/>
                    <a:pt x="734" y="10"/>
                    <a:pt x="716" y="4"/>
                  </a:cubicBezTo>
                  <a:cubicBezTo>
                    <a:pt x="707" y="1"/>
                    <a:pt x="698" y="0"/>
                    <a:pt x="6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4" name="Freeform 274">
              <a:extLst>
                <a:ext uri="{FF2B5EF4-FFF2-40B4-BE49-F238E27FC236}">
                  <a16:creationId xmlns:a16="http://schemas.microsoft.com/office/drawing/2014/main" id="{19D2743A-F601-E976-AFD5-DEB869F813FB}"/>
                </a:ext>
              </a:extLst>
            </p:cNvPr>
            <p:cNvSpPr>
              <a:spLocks noEditPoints="1"/>
            </p:cNvSpPr>
            <p:nvPr/>
          </p:nvSpPr>
          <p:spPr bwMode="auto">
            <a:xfrm>
              <a:off x="3534881" y="1712014"/>
              <a:ext cx="233019" cy="280192"/>
            </a:xfrm>
            <a:custGeom>
              <a:avLst/>
              <a:gdLst>
                <a:gd name="T0" fmla="*/ 381 w 640"/>
                <a:gd name="T1" fmla="*/ 108 h 768"/>
                <a:gd name="T2" fmla="*/ 381 w 640"/>
                <a:gd name="T3" fmla="*/ 108 h 768"/>
                <a:gd name="T4" fmla="*/ 351 w 640"/>
                <a:gd name="T5" fmla="*/ 14 h 768"/>
                <a:gd name="T6" fmla="*/ 251 w 640"/>
                <a:gd name="T7" fmla="*/ 63 h 768"/>
                <a:gd name="T8" fmla="*/ 185 w 640"/>
                <a:gd name="T9" fmla="*/ 136 h 768"/>
                <a:gd name="T10" fmla="*/ 238 w 640"/>
                <a:gd name="T11" fmla="*/ 153 h 768"/>
                <a:gd name="T12" fmla="*/ 260 w 640"/>
                <a:gd name="T13" fmla="*/ 133 h 768"/>
                <a:gd name="T14" fmla="*/ 326 w 640"/>
                <a:gd name="T15" fmla="*/ 96 h 768"/>
                <a:gd name="T16" fmla="*/ 439 w 640"/>
                <a:gd name="T17" fmla="*/ 58 h 768"/>
                <a:gd name="T18" fmla="*/ 453 w 640"/>
                <a:gd name="T19" fmla="*/ 62 h 768"/>
                <a:gd name="T20" fmla="*/ 408 w 640"/>
                <a:gd name="T21" fmla="*/ 96 h 768"/>
                <a:gd name="T22" fmla="*/ 383 w 640"/>
                <a:gd name="T23" fmla="*/ 109 h 768"/>
                <a:gd name="T24" fmla="*/ 381 w 640"/>
                <a:gd name="T25" fmla="*/ 108 h 768"/>
                <a:gd name="T26" fmla="*/ 326 w 640"/>
                <a:gd name="T27" fmla="*/ 160 h 768"/>
                <a:gd name="T28" fmla="*/ 321 w 640"/>
                <a:gd name="T29" fmla="*/ 218 h 768"/>
                <a:gd name="T30" fmla="*/ 328 w 640"/>
                <a:gd name="T31" fmla="*/ 254 h 768"/>
                <a:gd name="T32" fmla="*/ 199 w 640"/>
                <a:gd name="T33" fmla="*/ 293 h 768"/>
                <a:gd name="T34" fmla="*/ 163 w 640"/>
                <a:gd name="T35" fmla="*/ 306 h 768"/>
                <a:gd name="T36" fmla="*/ 149 w 640"/>
                <a:gd name="T37" fmla="*/ 320 h 768"/>
                <a:gd name="T38" fmla="*/ 199 w 640"/>
                <a:gd name="T39" fmla="*/ 375 h 768"/>
                <a:gd name="T40" fmla="*/ 272 w 640"/>
                <a:gd name="T41" fmla="*/ 397 h 768"/>
                <a:gd name="T42" fmla="*/ 316 w 640"/>
                <a:gd name="T43" fmla="*/ 397 h 768"/>
                <a:gd name="T44" fmla="*/ 337 w 640"/>
                <a:gd name="T45" fmla="*/ 397 h 768"/>
                <a:gd name="T46" fmla="*/ 350 w 640"/>
                <a:gd name="T47" fmla="*/ 458 h 768"/>
                <a:gd name="T48" fmla="*/ 343 w 640"/>
                <a:gd name="T49" fmla="*/ 545 h 768"/>
                <a:gd name="T50" fmla="*/ 337 w 640"/>
                <a:gd name="T51" fmla="*/ 581 h 768"/>
                <a:gd name="T52" fmla="*/ 260 w 640"/>
                <a:gd name="T53" fmla="*/ 630 h 768"/>
                <a:gd name="T54" fmla="*/ 249 w 640"/>
                <a:gd name="T55" fmla="*/ 629 h 768"/>
                <a:gd name="T56" fmla="*/ 214 w 640"/>
                <a:gd name="T57" fmla="*/ 636 h 768"/>
                <a:gd name="T58" fmla="*/ 175 w 640"/>
                <a:gd name="T59" fmla="*/ 636 h 768"/>
                <a:gd name="T60" fmla="*/ 48 w 640"/>
                <a:gd name="T61" fmla="*/ 636 h 768"/>
                <a:gd name="T62" fmla="*/ 0 w 640"/>
                <a:gd name="T63" fmla="*/ 651 h 768"/>
                <a:gd name="T64" fmla="*/ 51 w 640"/>
                <a:gd name="T65" fmla="*/ 683 h 768"/>
                <a:gd name="T66" fmla="*/ 131 w 640"/>
                <a:gd name="T67" fmla="*/ 716 h 768"/>
                <a:gd name="T68" fmla="*/ 150 w 640"/>
                <a:gd name="T69" fmla="*/ 730 h 768"/>
                <a:gd name="T70" fmla="*/ 279 w 640"/>
                <a:gd name="T71" fmla="*/ 768 h 768"/>
                <a:gd name="T72" fmla="*/ 331 w 640"/>
                <a:gd name="T73" fmla="*/ 762 h 768"/>
                <a:gd name="T74" fmla="*/ 420 w 640"/>
                <a:gd name="T75" fmla="*/ 722 h 768"/>
                <a:gd name="T76" fmla="*/ 452 w 640"/>
                <a:gd name="T77" fmla="*/ 691 h 768"/>
                <a:gd name="T78" fmla="*/ 465 w 640"/>
                <a:gd name="T79" fmla="*/ 637 h 768"/>
                <a:gd name="T80" fmla="*/ 451 w 640"/>
                <a:gd name="T81" fmla="*/ 563 h 768"/>
                <a:gd name="T82" fmla="*/ 445 w 640"/>
                <a:gd name="T83" fmla="*/ 483 h 768"/>
                <a:gd name="T84" fmla="*/ 439 w 640"/>
                <a:gd name="T85" fmla="*/ 400 h 768"/>
                <a:gd name="T86" fmla="*/ 481 w 640"/>
                <a:gd name="T87" fmla="*/ 373 h 768"/>
                <a:gd name="T88" fmla="*/ 623 w 640"/>
                <a:gd name="T89" fmla="*/ 310 h 768"/>
                <a:gd name="T90" fmla="*/ 610 w 640"/>
                <a:gd name="T91" fmla="*/ 228 h 768"/>
                <a:gd name="T92" fmla="*/ 546 w 640"/>
                <a:gd name="T93" fmla="*/ 198 h 768"/>
                <a:gd name="T94" fmla="*/ 494 w 640"/>
                <a:gd name="T95" fmla="*/ 198 h 768"/>
                <a:gd name="T96" fmla="*/ 485 w 640"/>
                <a:gd name="T97" fmla="*/ 198 h 768"/>
                <a:gd name="T98" fmla="*/ 410 w 640"/>
                <a:gd name="T99" fmla="*/ 202 h 768"/>
                <a:gd name="T100" fmla="*/ 418 w 640"/>
                <a:gd name="T101" fmla="*/ 166 h 768"/>
                <a:gd name="T102" fmla="*/ 536 w 640"/>
                <a:gd name="T103" fmla="*/ 88 h 768"/>
                <a:gd name="T104" fmla="*/ 555 w 640"/>
                <a:gd name="T105" fmla="*/ 34 h 768"/>
                <a:gd name="T106" fmla="*/ 519 w 640"/>
                <a:gd name="T107" fmla="*/ 6 h 768"/>
                <a:gd name="T108" fmla="*/ 511 w 640"/>
                <a:gd name="T109" fmla="*/ 6 h 768"/>
                <a:gd name="T110" fmla="*/ 503 w 640"/>
                <a:gd name="T111" fmla="*/ 7 h 768"/>
                <a:gd name="T112" fmla="*/ 418 w 640"/>
                <a:gd name="T113"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0" h="768">
                  <a:moveTo>
                    <a:pt x="381" y="108"/>
                  </a:moveTo>
                  <a:cubicBezTo>
                    <a:pt x="381" y="108"/>
                    <a:pt x="381" y="108"/>
                    <a:pt x="381" y="108"/>
                  </a:cubicBezTo>
                  <a:cubicBezTo>
                    <a:pt x="381" y="108"/>
                    <a:pt x="381" y="108"/>
                    <a:pt x="381" y="108"/>
                  </a:cubicBezTo>
                  <a:cubicBezTo>
                    <a:pt x="381" y="108"/>
                    <a:pt x="381" y="108"/>
                    <a:pt x="381" y="108"/>
                  </a:cubicBezTo>
                  <a:moveTo>
                    <a:pt x="418" y="0"/>
                  </a:moveTo>
                  <a:cubicBezTo>
                    <a:pt x="394" y="0"/>
                    <a:pt x="373" y="9"/>
                    <a:pt x="351" y="14"/>
                  </a:cubicBezTo>
                  <a:cubicBezTo>
                    <a:pt x="333" y="18"/>
                    <a:pt x="316" y="27"/>
                    <a:pt x="298" y="34"/>
                  </a:cubicBezTo>
                  <a:cubicBezTo>
                    <a:pt x="281" y="41"/>
                    <a:pt x="266" y="52"/>
                    <a:pt x="251" y="63"/>
                  </a:cubicBezTo>
                  <a:cubicBezTo>
                    <a:pt x="231" y="79"/>
                    <a:pt x="208" y="89"/>
                    <a:pt x="189" y="106"/>
                  </a:cubicBezTo>
                  <a:cubicBezTo>
                    <a:pt x="182" y="113"/>
                    <a:pt x="178" y="131"/>
                    <a:pt x="185" y="136"/>
                  </a:cubicBezTo>
                  <a:cubicBezTo>
                    <a:pt x="198" y="147"/>
                    <a:pt x="213" y="154"/>
                    <a:pt x="230" y="154"/>
                  </a:cubicBezTo>
                  <a:cubicBezTo>
                    <a:pt x="232" y="154"/>
                    <a:pt x="235" y="154"/>
                    <a:pt x="238" y="153"/>
                  </a:cubicBezTo>
                  <a:cubicBezTo>
                    <a:pt x="240" y="153"/>
                    <a:pt x="243" y="151"/>
                    <a:pt x="245" y="149"/>
                  </a:cubicBezTo>
                  <a:cubicBezTo>
                    <a:pt x="250" y="144"/>
                    <a:pt x="254" y="137"/>
                    <a:pt x="260" y="133"/>
                  </a:cubicBezTo>
                  <a:cubicBezTo>
                    <a:pt x="274" y="123"/>
                    <a:pt x="285" y="108"/>
                    <a:pt x="304" y="105"/>
                  </a:cubicBezTo>
                  <a:cubicBezTo>
                    <a:pt x="312" y="103"/>
                    <a:pt x="319" y="99"/>
                    <a:pt x="326" y="96"/>
                  </a:cubicBezTo>
                  <a:cubicBezTo>
                    <a:pt x="342" y="90"/>
                    <a:pt x="357" y="80"/>
                    <a:pt x="374" y="77"/>
                  </a:cubicBezTo>
                  <a:cubicBezTo>
                    <a:pt x="396" y="72"/>
                    <a:pt x="418" y="69"/>
                    <a:pt x="439" y="58"/>
                  </a:cubicBezTo>
                  <a:cubicBezTo>
                    <a:pt x="439" y="58"/>
                    <a:pt x="440" y="58"/>
                    <a:pt x="440" y="58"/>
                  </a:cubicBezTo>
                  <a:cubicBezTo>
                    <a:pt x="444" y="58"/>
                    <a:pt x="449" y="61"/>
                    <a:pt x="453" y="62"/>
                  </a:cubicBezTo>
                  <a:cubicBezTo>
                    <a:pt x="451" y="66"/>
                    <a:pt x="449" y="71"/>
                    <a:pt x="445" y="73"/>
                  </a:cubicBezTo>
                  <a:cubicBezTo>
                    <a:pt x="433" y="82"/>
                    <a:pt x="421" y="89"/>
                    <a:pt x="408" y="96"/>
                  </a:cubicBezTo>
                  <a:cubicBezTo>
                    <a:pt x="400" y="101"/>
                    <a:pt x="392" y="105"/>
                    <a:pt x="384" y="109"/>
                  </a:cubicBezTo>
                  <a:cubicBezTo>
                    <a:pt x="384" y="109"/>
                    <a:pt x="383" y="109"/>
                    <a:pt x="383" y="109"/>
                  </a:cubicBezTo>
                  <a:cubicBezTo>
                    <a:pt x="383" y="109"/>
                    <a:pt x="382" y="109"/>
                    <a:pt x="381" y="108"/>
                  </a:cubicBezTo>
                  <a:cubicBezTo>
                    <a:pt x="381" y="108"/>
                    <a:pt x="381" y="108"/>
                    <a:pt x="381" y="108"/>
                  </a:cubicBezTo>
                  <a:cubicBezTo>
                    <a:pt x="373" y="116"/>
                    <a:pt x="367" y="123"/>
                    <a:pt x="360" y="130"/>
                  </a:cubicBezTo>
                  <a:cubicBezTo>
                    <a:pt x="349" y="140"/>
                    <a:pt x="337" y="150"/>
                    <a:pt x="326" y="160"/>
                  </a:cubicBezTo>
                  <a:cubicBezTo>
                    <a:pt x="320" y="166"/>
                    <a:pt x="316" y="173"/>
                    <a:pt x="311" y="180"/>
                  </a:cubicBezTo>
                  <a:cubicBezTo>
                    <a:pt x="303" y="192"/>
                    <a:pt x="307" y="214"/>
                    <a:pt x="321" y="218"/>
                  </a:cubicBezTo>
                  <a:cubicBezTo>
                    <a:pt x="329" y="220"/>
                    <a:pt x="333" y="225"/>
                    <a:pt x="336" y="231"/>
                  </a:cubicBezTo>
                  <a:cubicBezTo>
                    <a:pt x="343" y="242"/>
                    <a:pt x="340" y="251"/>
                    <a:pt x="328" y="254"/>
                  </a:cubicBezTo>
                  <a:cubicBezTo>
                    <a:pt x="293" y="265"/>
                    <a:pt x="257" y="276"/>
                    <a:pt x="221" y="287"/>
                  </a:cubicBezTo>
                  <a:cubicBezTo>
                    <a:pt x="214" y="289"/>
                    <a:pt x="204" y="289"/>
                    <a:pt x="199" y="293"/>
                  </a:cubicBezTo>
                  <a:cubicBezTo>
                    <a:pt x="188" y="302"/>
                    <a:pt x="178" y="306"/>
                    <a:pt x="165" y="306"/>
                  </a:cubicBezTo>
                  <a:cubicBezTo>
                    <a:pt x="164" y="306"/>
                    <a:pt x="163" y="306"/>
                    <a:pt x="163" y="306"/>
                  </a:cubicBezTo>
                  <a:cubicBezTo>
                    <a:pt x="163" y="306"/>
                    <a:pt x="162" y="306"/>
                    <a:pt x="162" y="306"/>
                  </a:cubicBezTo>
                  <a:cubicBezTo>
                    <a:pt x="154" y="306"/>
                    <a:pt x="148" y="311"/>
                    <a:pt x="149" y="320"/>
                  </a:cubicBezTo>
                  <a:cubicBezTo>
                    <a:pt x="150" y="334"/>
                    <a:pt x="159" y="342"/>
                    <a:pt x="169" y="350"/>
                  </a:cubicBezTo>
                  <a:cubicBezTo>
                    <a:pt x="180" y="358"/>
                    <a:pt x="191" y="365"/>
                    <a:pt x="199" y="375"/>
                  </a:cubicBezTo>
                  <a:cubicBezTo>
                    <a:pt x="207" y="383"/>
                    <a:pt x="216" y="389"/>
                    <a:pt x="225" y="392"/>
                  </a:cubicBezTo>
                  <a:cubicBezTo>
                    <a:pt x="240" y="395"/>
                    <a:pt x="256" y="396"/>
                    <a:pt x="272" y="397"/>
                  </a:cubicBezTo>
                  <a:cubicBezTo>
                    <a:pt x="280" y="397"/>
                    <a:pt x="289" y="397"/>
                    <a:pt x="298" y="397"/>
                  </a:cubicBezTo>
                  <a:cubicBezTo>
                    <a:pt x="304" y="397"/>
                    <a:pt x="310" y="397"/>
                    <a:pt x="316" y="397"/>
                  </a:cubicBezTo>
                  <a:cubicBezTo>
                    <a:pt x="322" y="397"/>
                    <a:pt x="328" y="397"/>
                    <a:pt x="334" y="397"/>
                  </a:cubicBezTo>
                  <a:cubicBezTo>
                    <a:pt x="335" y="397"/>
                    <a:pt x="336" y="397"/>
                    <a:pt x="337" y="397"/>
                  </a:cubicBezTo>
                  <a:cubicBezTo>
                    <a:pt x="345" y="397"/>
                    <a:pt x="358" y="412"/>
                    <a:pt x="354" y="419"/>
                  </a:cubicBezTo>
                  <a:cubicBezTo>
                    <a:pt x="348" y="432"/>
                    <a:pt x="351" y="445"/>
                    <a:pt x="350" y="458"/>
                  </a:cubicBezTo>
                  <a:cubicBezTo>
                    <a:pt x="350" y="464"/>
                    <a:pt x="351" y="471"/>
                    <a:pt x="350" y="478"/>
                  </a:cubicBezTo>
                  <a:cubicBezTo>
                    <a:pt x="346" y="500"/>
                    <a:pt x="342" y="522"/>
                    <a:pt x="343" y="545"/>
                  </a:cubicBezTo>
                  <a:cubicBezTo>
                    <a:pt x="343" y="548"/>
                    <a:pt x="343" y="550"/>
                    <a:pt x="343" y="552"/>
                  </a:cubicBezTo>
                  <a:cubicBezTo>
                    <a:pt x="341" y="562"/>
                    <a:pt x="337" y="571"/>
                    <a:pt x="337" y="581"/>
                  </a:cubicBezTo>
                  <a:cubicBezTo>
                    <a:pt x="336" y="598"/>
                    <a:pt x="330" y="613"/>
                    <a:pt x="313" y="616"/>
                  </a:cubicBezTo>
                  <a:cubicBezTo>
                    <a:pt x="295" y="620"/>
                    <a:pt x="278" y="630"/>
                    <a:pt x="260" y="630"/>
                  </a:cubicBezTo>
                  <a:cubicBezTo>
                    <a:pt x="257" y="630"/>
                    <a:pt x="253" y="630"/>
                    <a:pt x="250" y="629"/>
                  </a:cubicBezTo>
                  <a:cubicBezTo>
                    <a:pt x="249" y="629"/>
                    <a:pt x="249" y="629"/>
                    <a:pt x="249" y="629"/>
                  </a:cubicBezTo>
                  <a:cubicBezTo>
                    <a:pt x="247" y="629"/>
                    <a:pt x="244" y="631"/>
                    <a:pt x="242" y="631"/>
                  </a:cubicBezTo>
                  <a:cubicBezTo>
                    <a:pt x="233" y="633"/>
                    <a:pt x="223" y="635"/>
                    <a:pt x="214" y="636"/>
                  </a:cubicBezTo>
                  <a:cubicBezTo>
                    <a:pt x="209" y="636"/>
                    <a:pt x="203" y="636"/>
                    <a:pt x="198" y="636"/>
                  </a:cubicBezTo>
                  <a:cubicBezTo>
                    <a:pt x="190" y="636"/>
                    <a:pt x="183" y="636"/>
                    <a:pt x="175" y="636"/>
                  </a:cubicBezTo>
                  <a:cubicBezTo>
                    <a:pt x="151" y="636"/>
                    <a:pt x="128" y="636"/>
                    <a:pt x="104" y="636"/>
                  </a:cubicBezTo>
                  <a:cubicBezTo>
                    <a:pt x="86" y="636"/>
                    <a:pt x="67" y="636"/>
                    <a:pt x="48" y="636"/>
                  </a:cubicBezTo>
                  <a:cubicBezTo>
                    <a:pt x="35" y="637"/>
                    <a:pt x="21" y="640"/>
                    <a:pt x="8" y="643"/>
                  </a:cubicBezTo>
                  <a:cubicBezTo>
                    <a:pt x="5" y="644"/>
                    <a:pt x="0" y="649"/>
                    <a:pt x="0" y="651"/>
                  </a:cubicBezTo>
                  <a:cubicBezTo>
                    <a:pt x="0" y="655"/>
                    <a:pt x="3" y="660"/>
                    <a:pt x="7" y="662"/>
                  </a:cubicBezTo>
                  <a:cubicBezTo>
                    <a:pt x="21" y="669"/>
                    <a:pt x="36" y="676"/>
                    <a:pt x="51" y="683"/>
                  </a:cubicBezTo>
                  <a:cubicBezTo>
                    <a:pt x="62" y="688"/>
                    <a:pt x="73" y="694"/>
                    <a:pt x="85" y="699"/>
                  </a:cubicBezTo>
                  <a:cubicBezTo>
                    <a:pt x="100" y="705"/>
                    <a:pt x="116" y="710"/>
                    <a:pt x="131" y="716"/>
                  </a:cubicBezTo>
                  <a:cubicBezTo>
                    <a:pt x="134" y="717"/>
                    <a:pt x="136" y="721"/>
                    <a:pt x="138" y="722"/>
                  </a:cubicBezTo>
                  <a:cubicBezTo>
                    <a:pt x="142" y="725"/>
                    <a:pt x="146" y="728"/>
                    <a:pt x="150" y="730"/>
                  </a:cubicBezTo>
                  <a:cubicBezTo>
                    <a:pt x="166" y="736"/>
                    <a:pt x="182" y="741"/>
                    <a:pt x="197" y="747"/>
                  </a:cubicBezTo>
                  <a:cubicBezTo>
                    <a:pt x="223" y="757"/>
                    <a:pt x="250" y="768"/>
                    <a:pt x="279" y="768"/>
                  </a:cubicBezTo>
                  <a:cubicBezTo>
                    <a:pt x="283" y="768"/>
                    <a:pt x="288" y="768"/>
                    <a:pt x="292" y="767"/>
                  </a:cubicBezTo>
                  <a:cubicBezTo>
                    <a:pt x="305" y="766"/>
                    <a:pt x="319" y="765"/>
                    <a:pt x="331" y="762"/>
                  </a:cubicBezTo>
                  <a:cubicBezTo>
                    <a:pt x="344" y="759"/>
                    <a:pt x="356" y="754"/>
                    <a:pt x="369" y="750"/>
                  </a:cubicBezTo>
                  <a:cubicBezTo>
                    <a:pt x="387" y="743"/>
                    <a:pt x="405" y="736"/>
                    <a:pt x="420" y="722"/>
                  </a:cubicBezTo>
                  <a:cubicBezTo>
                    <a:pt x="423" y="719"/>
                    <a:pt x="428" y="717"/>
                    <a:pt x="431" y="714"/>
                  </a:cubicBezTo>
                  <a:cubicBezTo>
                    <a:pt x="438" y="706"/>
                    <a:pt x="447" y="700"/>
                    <a:pt x="452" y="691"/>
                  </a:cubicBezTo>
                  <a:cubicBezTo>
                    <a:pt x="457" y="683"/>
                    <a:pt x="460" y="673"/>
                    <a:pt x="463" y="664"/>
                  </a:cubicBezTo>
                  <a:cubicBezTo>
                    <a:pt x="464" y="655"/>
                    <a:pt x="466" y="646"/>
                    <a:pt x="465" y="637"/>
                  </a:cubicBezTo>
                  <a:cubicBezTo>
                    <a:pt x="461" y="613"/>
                    <a:pt x="456" y="590"/>
                    <a:pt x="451" y="567"/>
                  </a:cubicBezTo>
                  <a:cubicBezTo>
                    <a:pt x="451" y="565"/>
                    <a:pt x="451" y="564"/>
                    <a:pt x="451" y="563"/>
                  </a:cubicBezTo>
                  <a:cubicBezTo>
                    <a:pt x="456" y="545"/>
                    <a:pt x="445" y="530"/>
                    <a:pt x="444" y="513"/>
                  </a:cubicBezTo>
                  <a:cubicBezTo>
                    <a:pt x="443" y="503"/>
                    <a:pt x="438" y="493"/>
                    <a:pt x="445" y="483"/>
                  </a:cubicBezTo>
                  <a:cubicBezTo>
                    <a:pt x="447" y="480"/>
                    <a:pt x="447" y="473"/>
                    <a:pt x="446" y="469"/>
                  </a:cubicBezTo>
                  <a:cubicBezTo>
                    <a:pt x="444" y="446"/>
                    <a:pt x="442" y="423"/>
                    <a:pt x="439" y="400"/>
                  </a:cubicBezTo>
                  <a:cubicBezTo>
                    <a:pt x="438" y="388"/>
                    <a:pt x="444" y="383"/>
                    <a:pt x="454" y="380"/>
                  </a:cubicBezTo>
                  <a:cubicBezTo>
                    <a:pt x="463" y="378"/>
                    <a:pt x="472" y="376"/>
                    <a:pt x="481" y="373"/>
                  </a:cubicBezTo>
                  <a:cubicBezTo>
                    <a:pt x="495" y="368"/>
                    <a:pt x="508" y="361"/>
                    <a:pt x="522" y="357"/>
                  </a:cubicBezTo>
                  <a:cubicBezTo>
                    <a:pt x="558" y="346"/>
                    <a:pt x="591" y="329"/>
                    <a:pt x="623" y="310"/>
                  </a:cubicBezTo>
                  <a:cubicBezTo>
                    <a:pt x="627" y="308"/>
                    <a:pt x="629" y="305"/>
                    <a:pt x="631" y="301"/>
                  </a:cubicBezTo>
                  <a:cubicBezTo>
                    <a:pt x="640" y="282"/>
                    <a:pt x="628" y="240"/>
                    <a:pt x="610" y="228"/>
                  </a:cubicBezTo>
                  <a:cubicBezTo>
                    <a:pt x="600" y="222"/>
                    <a:pt x="589" y="215"/>
                    <a:pt x="577" y="210"/>
                  </a:cubicBezTo>
                  <a:cubicBezTo>
                    <a:pt x="568" y="205"/>
                    <a:pt x="557" y="199"/>
                    <a:pt x="546" y="198"/>
                  </a:cubicBezTo>
                  <a:cubicBezTo>
                    <a:pt x="539" y="198"/>
                    <a:pt x="532" y="197"/>
                    <a:pt x="525" y="197"/>
                  </a:cubicBezTo>
                  <a:cubicBezTo>
                    <a:pt x="514" y="197"/>
                    <a:pt x="504" y="198"/>
                    <a:pt x="494" y="198"/>
                  </a:cubicBezTo>
                  <a:cubicBezTo>
                    <a:pt x="493" y="198"/>
                    <a:pt x="492" y="198"/>
                    <a:pt x="491" y="198"/>
                  </a:cubicBezTo>
                  <a:cubicBezTo>
                    <a:pt x="489" y="198"/>
                    <a:pt x="487" y="198"/>
                    <a:pt x="485" y="198"/>
                  </a:cubicBezTo>
                  <a:cubicBezTo>
                    <a:pt x="462" y="205"/>
                    <a:pt x="439" y="211"/>
                    <a:pt x="416" y="217"/>
                  </a:cubicBezTo>
                  <a:cubicBezTo>
                    <a:pt x="414" y="211"/>
                    <a:pt x="411" y="207"/>
                    <a:pt x="410" y="202"/>
                  </a:cubicBezTo>
                  <a:cubicBezTo>
                    <a:pt x="409" y="197"/>
                    <a:pt x="408" y="192"/>
                    <a:pt x="407" y="187"/>
                  </a:cubicBezTo>
                  <a:cubicBezTo>
                    <a:pt x="404" y="177"/>
                    <a:pt x="407" y="168"/>
                    <a:pt x="418" y="166"/>
                  </a:cubicBezTo>
                  <a:cubicBezTo>
                    <a:pt x="438" y="162"/>
                    <a:pt x="453" y="146"/>
                    <a:pt x="470" y="135"/>
                  </a:cubicBezTo>
                  <a:cubicBezTo>
                    <a:pt x="492" y="120"/>
                    <a:pt x="513" y="103"/>
                    <a:pt x="536" y="88"/>
                  </a:cubicBezTo>
                  <a:cubicBezTo>
                    <a:pt x="549" y="79"/>
                    <a:pt x="556" y="67"/>
                    <a:pt x="558" y="51"/>
                  </a:cubicBezTo>
                  <a:cubicBezTo>
                    <a:pt x="559" y="46"/>
                    <a:pt x="558" y="39"/>
                    <a:pt x="555" y="34"/>
                  </a:cubicBezTo>
                  <a:cubicBezTo>
                    <a:pt x="549" y="25"/>
                    <a:pt x="543" y="17"/>
                    <a:pt x="535" y="10"/>
                  </a:cubicBezTo>
                  <a:cubicBezTo>
                    <a:pt x="531" y="6"/>
                    <a:pt x="524" y="6"/>
                    <a:pt x="519" y="6"/>
                  </a:cubicBezTo>
                  <a:cubicBezTo>
                    <a:pt x="518" y="6"/>
                    <a:pt x="518" y="6"/>
                    <a:pt x="517" y="6"/>
                  </a:cubicBezTo>
                  <a:cubicBezTo>
                    <a:pt x="515" y="6"/>
                    <a:pt x="513" y="6"/>
                    <a:pt x="511" y="6"/>
                  </a:cubicBezTo>
                  <a:cubicBezTo>
                    <a:pt x="508" y="7"/>
                    <a:pt x="506" y="7"/>
                    <a:pt x="504" y="7"/>
                  </a:cubicBezTo>
                  <a:cubicBezTo>
                    <a:pt x="504" y="7"/>
                    <a:pt x="503" y="7"/>
                    <a:pt x="503" y="7"/>
                  </a:cubicBezTo>
                  <a:cubicBezTo>
                    <a:pt x="479" y="5"/>
                    <a:pt x="454" y="4"/>
                    <a:pt x="430" y="1"/>
                  </a:cubicBezTo>
                  <a:cubicBezTo>
                    <a:pt x="426" y="0"/>
                    <a:pt x="422" y="0"/>
                    <a:pt x="41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5" name="Freeform 275">
              <a:extLst>
                <a:ext uri="{FF2B5EF4-FFF2-40B4-BE49-F238E27FC236}">
                  <a16:creationId xmlns:a16="http://schemas.microsoft.com/office/drawing/2014/main" id="{5A589424-A57B-28EA-1C2B-D021D61A7F5A}"/>
                </a:ext>
              </a:extLst>
            </p:cNvPr>
            <p:cNvSpPr>
              <a:spLocks/>
            </p:cNvSpPr>
            <p:nvPr/>
          </p:nvSpPr>
          <p:spPr bwMode="auto">
            <a:xfrm>
              <a:off x="2726433" y="1550974"/>
              <a:ext cx="446518" cy="515244"/>
            </a:xfrm>
            <a:custGeom>
              <a:avLst/>
              <a:gdLst>
                <a:gd name="T0" fmla="*/ 848 w 1226"/>
                <a:gd name="T1" fmla="*/ 24 h 1411"/>
                <a:gd name="T2" fmla="*/ 876 w 1226"/>
                <a:gd name="T3" fmla="*/ 176 h 1411"/>
                <a:gd name="T4" fmla="*/ 862 w 1226"/>
                <a:gd name="T5" fmla="*/ 390 h 1411"/>
                <a:gd name="T6" fmla="*/ 779 w 1226"/>
                <a:gd name="T7" fmla="*/ 442 h 1411"/>
                <a:gd name="T8" fmla="*/ 748 w 1226"/>
                <a:gd name="T9" fmla="*/ 425 h 1411"/>
                <a:gd name="T10" fmla="*/ 770 w 1226"/>
                <a:gd name="T11" fmla="*/ 264 h 1411"/>
                <a:gd name="T12" fmla="*/ 574 w 1226"/>
                <a:gd name="T13" fmla="*/ 360 h 1411"/>
                <a:gd name="T14" fmla="*/ 440 w 1226"/>
                <a:gd name="T15" fmla="*/ 518 h 1411"/>
                <a:gd name="T16" fmla="*/ 488 w 1226"/>
                <a:gd name="T17" fmla="*/ 399 h 1411"/>
                <a:gd name="T18" fmla="*/ 397 w 1226"/>
                <a:gd name="T19" fmla="*/ 347 h 1411"/>
                <a:gd name="T20" fmla="*/ 354 w 1226"/>
                <a:gd name="T21" fmla="*/ 427 h 1411"/>
                <a:gd name="T22" fmla="*/ 199 w 1226"/>
                <a:gd name="T23" fmla="*/ 557 h 1411"/>
                <a:gd name="T24" fmla="*/ 70 w 1226"/>
                <a:gd name="T25" fmla="*/ 587 h 1411"/>
                <a:gd name="T26" fmla="*/ 26 w 1226"/>
                <a:gd name="T27" fmla="*/ 582 h 1411"/>
                <a:gd name="T28" fmla="*/ 3 w 1226"/>
                <a:gd name="T29" fmla="*/ 631 h 1411"/>
                <a:gd name="T30" fmla="*/ 113 w 1226"/>
                <a:gd name="T31" fmla="*/ 697 h 1411"/>
                <a:gd name="T32" fmla="*/ 268 w 1226"/>
                <a:gd name="T33" fmla="*/ 623 h 1411"/>
                <a:gd name="T34" fmla="*/ 234 w 1226"/>
                <a:gd name="T35" fmla="*/ 765 h 1411"/>
                <a:gd name="T36" fmla="*/ 179 w 1226"/>
                <a:gd name="T37" fmla="*/ 920 h 1411"/>
                <a:gd name="T38" fmla="*/ 255 w 1226"/>
                <a:gd name="T39" fmla="*/ 959 h 1411"/>
                <a:gd name="T40" fmla="*/ 354 w 1226"/>
                <a:gd name="T41" fmla="*/ 877 h 1411"/>
                <a:gd name="T42" fmla="*/ 358 w 1226"/>
                <a:gd name="T43" fmla="*/ 912 h 1411"/>
                <a:gd name="T44" fmla="*/ 353 w 1226"/>
                <a:gd name="T45" fmla="*/ 1060 h 1411"/>
                <a:gd name="T46" fmla="*/ 400 w 1226"/>
                <a:gd name="T47" fmla="*/ 1160 h 1411"/>
                <a:gd name="T48" fmla="*/ 443 w 1226"/>
                <a:gd name="T49" fmla="*/ 1051 h 1411"/>
                <a:gd name="T50" fmla="*/ 434 w 1226"/>
                <a:gd name="T51" fmla="*/ 962 h 1411"/>
                <a:gd name="T52" fmla="*/ 446 w 1226"/>
                <a:gd name="T53" fmla="*/ 814 h 1411"/>
                <a:gd name="T54" fmla="*/ 485 w 1226"/>
                <a:gd name="T55" fmla="*/ 624 h 1411"/>
                <a:gd name="T56" fmla="*/ 573 w 1226"/>
                <a:gd name="T57" fmla="*/ 486 h 1411"/>
                <a:gd name="T58" fmla="*/ 646 w 1226"/>
                <a:gd name="T59" fmla="*/ 401 h 1411"/>
                <a:gd name="T60" fmla="*/ 670 w 1226"/>
                <a:gd name="T61" fmla="*/ 560 h 1411"/>
                <a:gd name="T62" fmla="*/ 682 w 1226"/>
                <a:gd name="T63" fmla="*/ 613 h 1411"/>
                <a:gd name="T64" fmla="*/ 498 w 1226"/>
                <a:gd name="T65" fmla="*/ 776 h 1411"/>
                <a:gd name="T66" fmla="*/ 526 w 1226"/>
                <a:gd name="T67" fmla="*/ 859 h 1411"/>
                <a:gd name="T68" fmla="*/ 557 w 1226"/>
                <a:gd name="T69" fmla="*/ 855 h 1411"/>
                <a:gd name="T70" fmla="*/ 776 w 1226"/>
                <a:gd name="T71" fmla="*/ 713 h 1411"/>
                <a:gd name="T72" fmla="*/ 855 w 1226"/>
                <a:gd name="T73" fmla="*/ 703 h 1411"/>
                <a:gd name="T74" fmla="*/ 896 w 1226"/>
                <a:gd name="T75" fmla="*/ 1148 h 1411"/>
                <a:gd name="T76" fmla="*/ 931 w 1226"/>
                <a:gd name="T77" fmla="*/ 1406 h 1411"/>
                <a:gd name="T78" fmla="*/ 985 w 1226"/>
                <a:gd name="T79" fmla="*/ 1328 h 1411"/>
                <a:gd name="T80" fmla="*/ 1019 w 1226"/>
                <a:gd name="T81" fmla="*/ 1094 h 1411"/>
                <a:gd name="T82" fmla="*/ 1017 w 1226"/>
                <a:gd name="T83" fmla="*/ 973 h 1411"/>
                <a:gd name="T84" fmla="*/ 1007 w 1226"/>
                <a:gd name="T85" fmla="*/ 804 h 1411"/>
                <a:gd name="T86" fmla="*/ 1005 w 1226"/>
                <a:gd name="T87" fmla="*/ 693 h 1411"/>
                <a:gd name="T88" fmla="*/ 1006 w 1226"/>
                <a:gd name="T89" fmla="*/ 684 h 1411"/>
                <a:gd name="T90" fmla="*/ 1089 w 1226"/>
                <a:gd name="T91" fmla="*/ 592 h 1411"/>
                <a:gd name="T92" fmla="*/ 1179 w 1226"/>
                <a:gd name="T93" fmla="*/ 461 h 1411"/>
                <a:gd name="T94" fmla="*/ 1119 w 1226"/>
                <a:gd name="T95" fmla="*/ 453 h 1411"/>
                <a:gd name="T96" fmla="*/ 1054 w 1226"/>
                <a:gd name="T97" fmla="*/ 462 h 1411"/>
                <a:gd name="T98" fmla="*/ 989 w 1226"/>
                <a:gd name="T99" fmla="*/ 387 h 1411"/>
                <a:gd name="T100" fmla="*/ 995 w 1226"/>
                <a:gd name="T101" fmla="*/ 141 h 1411"/>
                <a:gd name="T102" fmla="*/ 911 w 1226"/>
                <a:gd name="T103" fmla="*/ 0 h 1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6" h="1411">
                  <a:moveTo>
                    <a:pt x="911" y="0"/>
                  </a:moveTo>
                  <a:cubicBezTo>
                    <a:pt x="905" y="0"/>
                    <a:pt x="899" y="0"/>
                    <a:pt x="893" y="1"/>
                  </a:cubicBezTo>
                  <a:cubicBezTo>
                    <a:pt x="880" y="3"/>
                    <a:pt x="867" y="9"/>
                    <a:pt x="854" y="13"/>
                  </a:cubicBezTo>
                  <a:cubicBezTo>
                    <a:pt x="851" y="15"/>
                    <a:pt x="848" y="21"/>
                    <a:pt x="848" y="24"/>
                  </a:cubicBezTo>
                  <a:cubicBezTo>
                    <a:pt x="852" y="40"/>
                    <a:pt x="855" y="56"/>
                    <a:pt x="860" y="72"/>
                  </a:cubicBezTo>
                  <a:cubicBezTo>
                    <a:pt x="863" y="82"/>
                    <a:pt x="869" y="92"/>
                    <a:pt x="871" y="103"/>
                  </a:cubicBezTo>
                  <a:cubicBezTo>
                    <a:pt x="874" y="118"/>
                    <a:pt x="873" y="134"/>
                    <a:pt x="874" y="150"/>
                  </a:cubicBezTo>
                  <a:cubicBezTo>
                    <a:pt x="875" y="159"/>
                    <a:pt x="878" y="168"/>
                    <a:pt x="876" y="176"/>
                  </a:cubicBezTo>
                  <a:cubicBezTo>
                    <a:pt x="869" y="200"/>
                    <a:pt x="872" y="223"/>
                    <a:pt x="873" y="247"/>
                  </a:cubicBezTo>
                  <a:cubicBezTo>
                    <a:pt x="873" y="262"/>
                    <a:pt x="873" y="276"/>
                    <a:pt x="871" y="290"/>
                  </a:cubicBezTo>
                  <a:cubicBezTo>
                    <a:pt x="870" y="304"/>
                    <a:pt x="863" y="316"/>
                    <a:pt x="867" y="331"/>
                  </a:cubicBezTo>
                  <a:cubicBezTo>
                    <a:pt x="872" y="350"/>
                    <a:pt x="856" y="367"/>
                    <a:pt x="862" y="390"/>
                  </a:cubicBezTo>
                  <a:cubicBezTo>
                    <a:pt x="868" y="418"/>
                    <a:pt x="862" y="450"/>
                    <a:pt x="861" y="480"/>
                  </a:cubicBezTo>
                  <a:cubicBezTo>
                    <a:pt x="861" y="491"/>
                    <a:pt x="856" y="498"/>
                    <a:pt x="843" y="500"/>
                  </a:cubicBezTo>
                  <a:cubicBezTo>
                    <a:pt x="839" y="469"/>
                    <a:pt x="823" y="450"/>
                    <a:pt x="794" y="443"/>
                  </a:cubicBezTo>
                  <a:cubicBezTo>
                    <a:pt x="789" y="442"/>
                    <a:pt x="784" y="442"/>
                    <a:pt x="779" y="442"/>
                  </a:cubicBezTo>
                  <a:cubicBezTo>
                    <a:pt x="776" y="442"/>
                    <a:pt x="773" y="442"/>
                    <a:pt x="770" y="442"/>
                  </a:cubicBezTo>
                  <a:cubicBezTo>
                    <a:pt x="767" y="442"/>
                    <a:pt x="764" y="442"/>
                    <a:pt x="762" y="442"/>
                  </a:cubicBezTo>
                  <a:cubicBezTo>
                    <a:pt x="760" y="442"/>
                    <a:pt x="758" y="442"/>
                    <a:pt x="757" y="442"/>
                  </a:cubicBezTo>
                  <a:cubicBezTo>
                    <a:pt x="745" y="441"/>
                    <a:pt x="742" y="435"/>
                    <a:pt x="748" y="425"/>
                  </a:cubicBezTo>
                  <a:cubicBezTo>
                    <a:pt x="764" y="399"/>
                    <a:pt x="787" y="379"/>
                    <a:pt x="810" y="360"/>
                  </a:cubicBezTo>
                  <a:cubicBezTo>
                    <a:pt x="831" y="342"/>
                    <a:pt x="839" y="322"/>
                    <a:pt x="831" y="296"/>
                  </a:cubicBezTo>
                  <a:cubicBezTo>
                    <a:pt x="827" y="281"/>
                    <a:pt x="797" y="263"/>
                    <a:pt x="777" y="263"/>
                  </a:cubicBezTo>
                  <a:cubicBezTo>
                    <a:pt x="774" y="263"/>
                    <a:pt x="772" y="264"/>
                    <a:pt x="770" y="264"/>
                  </a:cubicBezTo>
                  <a:cubicBezTo>
                    <a:pt x="748" y="270"/>
                    <a:pt x="727" y="275"/>
                    <a:pt x="707" y="283"/>
                  </a:cubicBezTo>
                  <a:cubicBezTo>
                    <a:pt x="687" y="290"/>
                    <a:pt x="668" y="301"/>
                    <a:pt x="649" y="310"/>
                  </a:cubicBezTo>
                  <a:cubicBezTo>
                    <a:pt x="640" y="315"/>
                    <a:pt x="631" y="319"/>
                    <a:pt x="623" y="324"/>
                  </a:cubicBezTo>
                  <a:cubicBezTo>
                    <a:pt x="606" y="336"/>
                    <a:pt x="590" y="347"/>
                    <a:pt x="574" y="360"/>
                  </a:cubicBezTo>
                  <a:cubicBezTo>
                    <a:pt x="566" y="365"/>
                    <a:pt x="559" y="371"/>
                    <a:pt x="554" y="378"/>
                  </a:cubicBezTo>
                  <a:cubicBezTo>
                    <a:pt x="545" y="389"/>
                    <a:pt x="539" y="402"/>
                    <a:pt x="531" y="413"/>
                  </a:cubicBezTo>
                  <a:cubicBezTo>
                    <a:pt x="508" y="440"/>
                    <a:pt x="487" y="467"/>
                    <a:pt x="471" y="498"/>
                  </a:cubicBezTo>
                  <a:cubicBezTo>
                    <a:pt x="466" y="509"/>
                    <a:pt x="456" y="517"/>
                    <a:pt x="440" y="518"/>
                  </a:cubicBezTo>
                  <a:cubicBezTo>
                    <a:pt x="441" y="512"/>
                    <a:pt x="440" y="506"/>
                    <a:pt x="442" y="502"/>
                  </a:cubicBezTo>
                  <a:cubicBezTo>
                    <a:pt x="446" y="493"/>
                    <a:pt x="451" y="484"/>
                    <a:pt x="455" y="475"/>
                  </a:cubicBezTo>
                  <a:cubicBezTo>
                    <a:pt x="457" y="469"/>
                    <a:pt x="470" y="449"/>
                    <a:pt x="472" y="445"/>
                  </a:cubicBezTo>
                  <a:cubicBezTo>
                    <a:pt x="480" y="431"/>
                    <a:pt x="500" y="422"/>
                    <a:pt x="488" y="399"/>
                  </a:cubicBezTo>
                  <a:cubicBezTo>
                    <a:pt x="478" y="383"/>
                    <a:pt x="474" y="363"/>
                    <a:pt x="465" y="346"/>
                  </a:cubicBezTo>
                  <a:cubicBezTo>
                    <a:pt x="460" y="338"/>
                    <a:pt x="451" y="331"/>
                    <a:pt x="442" y="327"/>
                  </a:cubicBezTo>
                  <a:cubicBezTo>
                    <a:pt x="437" y="325"/>
                    <a:pt x="433" y="324"/>
                    <a:pt x="429" y="324"/>
                  </a:cubicBezTo>
                  <a:cubicBezTo>
                    <a:pt x="414" y="324"/>
                    <a:pt x="403" y="336"/>
                    <a:pt x="397" y="347"/>
                  </a:cubicBezTo>
                  <a:cubicBezTo>
                    <a:pt x="384" y="367"/>
                    <a:pt x="377" y="391"/>
                    <a:pt x="369" y="414"/>
                  </a:cubicBezTo>
                  <a:cubicBezTo>
                    <a:pt x="366" y="421"/>
                    <a:pt x="364" y="427"/>
                    <a:pt x="355" y="427"/>
                  </a:cubicBezTo>
                  <a:cubicBezTo>
                    <a:pt x="355" y="427"/>
                    <a:pt x="355" y="427"/>
                    <a:pt x="355" y="427"/>
                  </a:cubicBezTo>
                  <a:cubicBezTo>
                    <a:pt x="354" y="427"/>
                    <a:pt x="354" y="427"/>
                    <a:pt x="354" y="427"/>
                  </a:cubicBezTo>
                  <a:cubicBezTo>
                    <a:pt x="350" y="427"/>
                    <a:pt x="342" y="429"/>
                    <a:pt x="341" y="433"/>
                  </a:cubicBezTo>
                  <a:cubicBezTo>
                    <a:pt x="334" y="454"/>
                    <a:pt x="315" y="465"/>
                    <a:pt x="301" y="480"/>
                  </a:cubicBezTo>
                  <a:cubicBezTo>
                    <a:pt x="286" y="493"/>
                    <a:pt x="270" y="504"/>
                    <a:pt x="254" y="516"/>
                  </a:cubicBezTo>
                  <a:cubicBezTo>
                    <a:pt x="236" y="530"/>
                    <a:pt x="218" y="544"/>
                    <a:pt x="199" y="557"/>
                  </a:cubicBezTo>
                  <a:cubicBezTo>
                    <a:pt x="185" y="566"/>
                    <a:pt x="171" y="575"/>
                    <a:pt x="156" y="581"/>
                  </a:cubicBezTo>
                  <a:cubicBezTo>
                    <a:pt x="140" y="588"/>
                    <a:pt x="123" y="592"/>
                    <a:pt x="106" y="595"/>
                  </a:cubicBezTo>
                  <a:cubicBezTo>
                    <a:pt x="101" y="597"/>
                    <a:pt x="95" y="598"/>
                    <a:pt x="89" y="598"/>
                  </a:cubicBezTo>
                  <a:cubicBezTo>
                    <a:pt x="82" y="598"/>
                    <a:pt x="75" y="596"/>
                    <a:pt x="70" y="587"/>
                  </a:cubicBezTo>
                  <a:cubicBezTo>
                    <a:pt x="69" y="586"/>
                    <a:pt x="66" y="585"/>
                    <a:pt x="64" y="584"/>
                  </a:cubicBezTo>
                  <a:cubicBezTo>
                    <a:pt x="58" y="581"/>
                    <a:pt x="52" y="580"/>
                    <a:pt x="47" y="580"/>
                  </a:cubicBezTo>
                  <a:cubicBezTo>
                    <a:pt x="43" y="580"/>
                    <a:pt x="40" y="581"/>
                    <a:pt x="36" y="581"/>
                  </a:cubicBezTo>
                  <a:cubicBezTo>
                    <a:pt x="33" y="581"/>
                    <a:pt x="29" y="582"/>
                    <a:pt x="26" y="582"/>
                  </a:cubicBezTo>
                  <a:cubicBezTo>
                    <a:pt x="25" y="582"/>
                    <a:pt x="24" y="581"/>
                    <a:pt x="23" y="581"/>
                  </a:cubicBezTo>
                  <a:cubicBezTo>
                    <a:pt x="22" y="581"/>
                    <a:pt x="22" y="581"/>
                    <a:pt x="21" y="581"/>
                  </a:cubicBezTo>
                  <a:cubicBezTo>
                    <a:pt x="8" y="581"/>
                    <a:pt x="4" y="590"/>
                    <a:pt x="3" y="601"/>
                  </a:cubicBezTo>
                  <a:cubicBezTo>
                    <a:pt x="3" y="611"/>
                    <a:pt x="4" y="621"/>
                    <a:pt x="3" y="631"/>
                  </a:cubicBezTo>
                  <a:cubicBezTo>
                    <a:pt x="0" y="652"/>
                    <a:pt x="7" y="669"/>
                    <a:pt x="26" y="680"/>
                  </a:cubicBezTo>
                  <a:cubicBezTo>
                    <a:pt x="37" y="685"/>
                    <a:pt x="47" y="693"/>
                    <a:pt x="58" y="695"/>
                  </a:cubicBezTo>
                  <a:cubicBezTo>
                    <a:pt x="70" y="698"/>
                    <a:pt x="81" y="702"/>
                    <a:pt x="93" y="702"/>
                  </a:cubicBezTo>
                  <a:cubicBezTo>
                    <a:pt x="100" y="702"/>
                    <a:pt x="106" y="701"/>
                    <a:pt x="113" y="697"/>
                  </a:cubicBezTo>
                  <a:cubicBezTo>
                    <a:pt x="129" y="689"/>
                    <a:pt x="146" y="689"/>
                    <a:pt x="162" y="677"/>
                  </a:cubicBezTo>
                  <a:cubicBezTo>
                    <a:pt x="183" y="661"/>
                    <a:pt x="209" y="652"/>
                    <a:pt x="233" y="640"/>
                  </a:cubicBezTo>
                  <a:cubicBezTo>
                    <a:pt x="242" y="635"/>
                    <a:pt x="251" y="629"/>
                    <a:pt x="262" y="625"/>
                  </a:cubicBezTo>
                  <a:cubicBezTo>
                    <a:pt x="264" y="624"/>
                    <a:pt x="266" y="623"/>
                    <a:pt x="268" y="623"/>
                  </a:cubicBezTo>
                  <a:cubicBezTo>
                    <a:pt x="275" y="623"/>
                    <a:pt x="281" y="629"/>
                    <a:pt x="279" y="635"/>
                  </a:cubicBezTo>
                  <a:cubicBezTo>
                    <a:pt x="276" y="645"/>
                    <a:pt x="271" y="655"/>
                    <a:pt x="268" y="666"/>
                  </a:cubicBezTo>
                  <a:cubicBezTo>
                    <a:pt x="260" y="692"/>
                    <a:pt x="243" y="716"/>
                    <a:pt x="241" y="744"/>
                  </a:cubicBezTo>
                  <a:cubicBezTo>
                    <a:pt x="241" y="751"/>
                    <a:pt x="237" y="758"/>
                    <a:pt x="234" y="765"/>
                  </a:cubicBezTo>
                  <a:cubicBezTo>
                    <a:pt x="225" y="787"/>
                    <a:pt x="206" y="803"/>
                    <a:pt x="193" y="824"/>
                  </a:cubicBezTo>
                  <a:cubicBezTo>
                    <a:pt x="181" y="844"/>
                    <a:pt x="175" y="862"/>
                    <a:pt x="177" y="884"/>
                  </a:cubicBezTo>
                  <a:cubicBezTo>
                    <a:pt x="177" y="894"/>
                    <a:pt x="177" y="903"/>
                    <a:pt x="177" y="913"/>
                  </a:cubicBezTo>
                  <a:cubicBezTo>
                    <a:pt x="177" y="915"/>
                    <a:pt x="178" y="918"/>
                    <a:pt x="179" y="920"/>
                  </a:cubicBezTo>
                  <a:cubicBezTo>
                    <a:pt x="186" y="934"/>
                    <a:pt x="193" y="948"/>
                    <a:pt x="201" y="961"/>
                  </a:cubicBezTo>
                  <a:cubicBezTo>
                    <a:pt x="204" y="966"/>
                    <a:pt x="207" y="971"/>
                    <a:pt x="213" y="971"/>
                  </a:cubicBezTo>
                  <a:cubicBezTo>
                    <a:pt x="214" y="971"/>
                    <a:pt x="215" y="971"/>
                    <a:pt x="217" y="971"/>
                  </a:cubicBezTo>
                  <a:cubicBezTo>
                    <a:pt x="230" y="967"/>
                    <a:pt x="245" y="966"/>
                    <a:pt x="255" y="959"/>
                  </a:cubicBezTo>
                  <a:cubicBezTo>
                    <a:pt x="266" y="948"/>
                    <a:pt x="280" y="945"/>
                    <a:pt x="292" y="939"/>
                  </a:cubicBezTo>
                  <a:cubicBezTo>
                    <a:pt x="301" y="935"/>
                    <a:pt x="314" y="929"/>
                    <a:pt x="314" y="922"/>
                  </a:cubicBezTo>
                  <a:cubicBezTo>
                    <a:pt x="317" y="898"/>
                    <a:pt x="337" y="891"/>
                    <a:pt x="351" y="877"/>
                  </a:cubicBezTo>
                  <a:cubicBezTo>
                    <a:pt x="351" y="877"/>
                    <a:pt x="353" y="877"/>
                    <a:pt x="354" y="877"/>
                  </a:cubicBezTo>
                  <a:cubicBezTo>
                    <a:pt x="354" y="877"/>
                    <a:pt x="355" y="877"/>
                    <a:pt x="355" y="877"/>
                  </a:cubicBezTo>
                  <a:cubicBezTo>
                    <a:pt x="356" y="877"/>
                    <a:pt x="356" y="877"/>
                    <a:pt x="357" y="877"/>
                  </a:cubicBezTo>
                  <a:cubicBezTo>
                    <a:pt x="357" y="877"/>
                    <a:pt x="358" y="877"/>
                    <a:pt x="358" y="877"/>
                  </a:cubicBezTo>
                  <a:cubicBezTo>
                    <a:pt x="358" y="889"/>
                    <a:pt x="358" y="901"/>
                    <a:pt x="358" y="912"/>
                  </a:cubicBezTo>
                  <a:cubicBezTo>
                    <a:pt x="358" y="925"/>
                    <a:pt x="359" y="938"/>
                    <a:pt x="358" y="951"/>
                  </a:cubicBezTo>
                  <a:cubicBezTo>
                    <a:pt x="358" y="956"/>
                    <a:pt x="354" y="960"/>
                    <a:pt x="353" y="965"/>
                  </a:cubicBezTo>
                  <a:cubicBezTo>
                    <a:pt x="352" y="985"/>
                    <a:pt x="351" y="1006"/>
                    <a:pt x="351" y="1026"/>
                  </a:cubicBezTo>
                  <a:cubicBezTo>
                    <a:pt x="351" y="1037"/>
                    <a:pt x="353" y="1049"/>
                    <a:pt x="353" y="1060"/>
                  </a:cubicBezTo>
                  <a:cubicBezTo>
                    <a:pt x="354" y="1074"/>
                    <a:pt x="353" y="1087"/>
                    <a:pt x="354" y="1100"/>
                  </a:cubicBezTo>
                  <a:cubicBezTo>
                    <a:pt x="354" y="1105"/>
                    <a:pt x="356" y="1111"/>
                    <a:pt x="359" y="1114"/>
                  </a:cubicBezTo>
                  <a:cubicBezTo>
                    <a:pt x="369" y="1128"/>
                    <a:pt x="380" y="1141"/>
                    <a:pt x="391" y="1154"/>
                  </a:cubicBezTo>
                  <a:cubicBezTo>
                    <a:pt x="394" y="1157"/>
                    <a:pt x="396" y="1160"/>
                    <a:pt x="400" y="1160"/>
                  </a:cubicBezTo>
                  <a:cubicBezTo>
                    <a:pt x="402" y="1160"/>
                    <a:pt x="406" y="1158"/>
                    <a:pt x="409" y="1154"/>
                  </a:cubicBezTo>
                  <a:cubicBezTo>
                    <a:pt x="427" y="1134"/>
                    <a:pt x="430" y="1109"/>
                    <a:pt x="441" y="1087"/>
                  </a:cubicBezTo>
                  <a:cubicBezTo>
                    <a:pt x="442" y="1085"/>
                    <a:pt x="441" y="1083"/>
                    <a:pt x="441" y="1081"/>
                  </a:cubicBezTo>
                  <a:cubicBezTo>
                    <a:pt x="441" y="1072"/>
                    <a:pt x="442" y="1063"/>
                    <a:pt x="443" y="1051"/>
                  </a:cubicBezTo>
                  <a:cubicBezTo>
                    <a:pt x="443" y="1051"/>
                    <a:pt x="438" y="1049"/>
                    <a:pt x="438" y="1047"/>
                  </a:cubicBezTo>
                  <a:cubicBezTo>
                    <a:pt x="438" y="1035"/>
                    <a:pt x="440" y="1024"/>
                    <a:pt x="440" y="1012"/>
                  </a:cubicBezTo>
                  <a:cubicBezTo>
                    <a:pt x="439" y="1003"/>
                    <a:pt x="437" y="994"/>
                    <a:pt x="436" y="986"/>
                  </a:cubicBezTo>
                  <a:cubicBezTo>
                    <a:pt x="435" y="978"/>
                    <a:pt x="434" y="970"/>
                    <a:pt x="434" y="962"/>
                  </a:cubicBezTo>
                  <a:cubicBezTo>
                    <a:pt x="434" y="941"/>
                    <a:pt x="443" y="921"/>
                    <a:pt x="433" y="900"/>
                  </a:cubicBezTo>
                  <a:cubicBezTo>
                    <a:pt x="432" y="898"/>
                    <a:pt x="432" y="895"/>
                    <a:pt x="432" y="892"/>
                  </a:cubicBezTo>
                  <a:cubicBezTo>
                    <a:pt x="433" y="877"/>
                    <a:pt x="433" y="863"/>
                    <a:pt x="434" y="848"/>
                  </a:cubicBezTo>
                  <a:cubicBezTo>
                    <a:pt x="436" y="837"/>
                    <a:pt x="422" y="820"/>
                    <a:pt x="446" y="814"/>
                  </a:cubicBezTo>
                  <a:cubicBezTo>
                    <a:pt x="432" y="811"/>
                    <a:pt x="428" y="801"/>
                    <a:pt x="428" y="791"/>
                  </a:cubicBezTo>
                  <a:cubicBezTo>
                    <a:pt x="427" y="770"/>
                    <a:pt x="431" y="748"/>
                    <a:pt x="429" y="727"/>
                  </a:cubicBezTo>
                  <a:cubicBezTo>
                    <a:pt x="427" y="710"/>
                    <a:pt x="434" y="696"/>
                    <a:pt x="442" y="683"/>
                  </a:cubicBezTo>
                  <a:cubicBezTo>
                    <a:pt x="456" y="663"/>
                    <a:pt x="471" y="644"/>
                    <a:pt x="485" y="624"/>
                  </a:cubicBezTo>
                  <a:cubicBezTo>
                    <a:pt x="492" y="613"/>
                    <a:pt x="497" y="600"/>
                    <a:pt x="504" y="590"/>
                  </a:cubicBezTo>
                  <a:cubicBezTo>
                    <a:pt x="512" y="579"/>
                    <a:pt x="521" y="569"/>
                    <a:pt x="529" y="559"/>
                  </a:cubicBezTo>
                  <a:cubicBezTo>
                    <a:pt x="536" y="549"/>
                    <a:pt x="543" y="539"/>
                    <a:pt x="549" y="529"/>
                  </a:cubicBezTo>
                  <a:cubicBezTo>
                    <a:pt x="556" y="514"/>
                    <a:pt x="570" y="504"/>
                    <a:pt x="573" y="486"/>
                  </a:cubicBezTo>
                  <a:cubicBezTo>
                    <a:pt x="575" y="473"/>
                    <a:pt x="582" y="460"/>
                    <a:pt x="590" y="449"/>
                  </a:cubicBezTo>
                  <a:cubicBezTo>
                    <a:pt x="602" y="433"/>
                    <a:pt x="617" y="419"/>
                    <a:pt x="631" y="405"/>
                  </a:cubicBezTo>
                  <a:cubicBezTo>
                    <a:pt x="634" y="403"/>
                    <a:pt x="639" y="401"/>
                    <a:pt x="643" y="401"/>
                  </a:cubicBezTo>
                  <a:cubicBezTo>
                    <a:pt x="644" y="401"/>
                    <a:pt x="645" y="401"/>
                    <a:pt x="646" y="401"/>
                  </a:cubicBezTo>
                  <a:cubicBezTo>
                    <a:pt x="650" y="403"/>
                    <a:pt x="657" y="411"/>
                    <a:pt x="656" y="413"/>
                  </a:cubicBezTo>
                  <a:cubicBezTo>
                    <a:pt x="652" y="424"/>
                    <a:pt x="646" y="434"/>
                    <a:pt x="641" y="445"/>
                  </a:cubicBezTo>
                  <a:cubicBezTo>
                    <a:pt x="628" y="469"/>
                    <a:pt x="620" y="494"/>
                    <a:pt x="625" y="522"/>
                  </a:cubicBezTo>
                  <a:cubicBezTo>
                    <a:pt x="630" y="547"/>
                    <a:pt x="645" y="560"/>
                    <a:pt x="670" y="560"/>
                  </a:cubicBezTo>
                  <a:cubicBezTo>
                    <a:pt x="670" y="560"/>
                    <a:pt x="671" y="560"/>
                    <a:pt x="671" y="560"/>
                  </a:cubicBezTo>
                  <a:cubicBezTo>
                    <a:pt x="682" y="560"/>
                    <a:pt x="692" y="558"/>
                    <a:pt x="702" y="557"/>
                  </a:cubicBezTo>
                  <a:cubicBezTo>
                    <a:pt x="702" y="566"/>
                    <a:pt x="704" y="574"/>
                    <a:pt x="702" y="581"/>
                  </a:cubicBezTo>
                  <a:cubicBezTo>
                    <a:pt x="697" y="592"/>
                    <a:pt x="688" y="602"/>
                    <a:pt x="682" y="613"/>
                  </a:cubicBezTo>
                  <a:cubicBezTo>
                    <a:pt x="671" y="634"/>
                    <a:pt x="650" y="645"/>
                    <a:pt x="632" y="658"/>
                  </a:cubicBezTo>
                  <a:cubicBezTo>
                    <a:pt x="609" y="674"/>
                    <a:pt x="587" y="693"/>
                    <a:pt x="562" y="707"/>
                  </a:cubicBezTo>
                  <a:cubicBezTo>
                    <a:pt x="541" y="720"/>
                    <a:pt x="525" y="742"/>
                    <a:pt x="508" y="760"/>
                  </a:cubicBezTo>
                  <a:cubicBezTo>
                    <a:pt x="503" y="765"/>
                    <a:pt x="501" y="771"/>
                    <a:pt x="498" y="776"/>
                  </a:cubicBezTo>
                  <a:cubicBezTo>
                    <a:pt x="497" y="781"/>
                    <a:pt x="496" y="786"/>
                    <a:pt x="495" y="791"/>
                  </a:cubicBezTo>
                  <a:cubicBezTo>
                    <a:pt x="494" y="797"/>
                    <a:pt x="495" y="804"/>
                    <a:pt x="493" y="809"/>
                  </a:cubicBezTo>
                  <a:cubicBezTo>
                    <a:pt x="489" y="820"/>
                    <a:pt x="490" y="844"/>
                    <a:pt x="498" y="848"/>
                  </a:cubicBezTo>
                  <a:cubicBezTo>
                    <a:pt x="507" y="853"/>
                    <a:pt x="516" y="859"/>
                    <a:pt x="526" y="859"/>
                  </a:cubicBezTo>
                  <a:cubicBezTo>
                    <a:pt x="532" y="859"/>
                    <a:pt x="537" y="858"/>
                    <a:pt x="543" y="854"/>
                  </a:cubicBezTo>
                  <a:cubicBezTo>
                    <a:pt x="544" y="853"/>
                    <a:pt x="545" y="853"/>
                    <a:pt x="547" y="853"/>
                  </a:cubicBezTo>
                  <a:cubicBezTo>
                    <a:pt x="548" y="853"/>
                    <a:pt x="549" y="853"/>
                    <a:pt x="549" y="853"/>
                  </a:cubicBezTo>
                  <a:cubicBezTo>
                    <a:pt x="552" y="855"/>
                    <a:pt x="554" y="855"/>
                    <a:pt x="557" y="855"/>
                  </a:cubicBezTo>
                  <a:cubicBezTo>
                    <a:pt x="562" y="855"/>
                    <a:pt x="567" y="852"/>
                    <a:pt x="572" y="849"/>
                  </a:cubicBezTo>
                  <a:cubicBezTo>
                    <a:pt x="605" y="828"/>
                    <a:pt x="638" y="808"/>
                    <a:pt x="671" y="787"/>
                  </a:cubicBezTo>
                  <a:cubicBezTo>
                    <a:pt x="689" y="775"/>
                    <a:pt x="706" y="764"/>
                    <a:pt x="723" y="752"/>
                  </a:cubicBezTo>
                  <a:cubicBezTo>
                    <a:pt x="741" y="739"/>
                    <a:pt x="758" y="725"/>
                    <a:pt x="776" y="713"/>
                  </a:cubicBezTo>
                  <a:cubicBezTo>
                    <a:pt x="790" y="704"/>
                    <a:pt x="806" y="697"/>
                    <a:pt x="821" y="690"/>
                  </a:cubicBezTo>
                  <a:cubicBezTo>
                    <a:pt x="823" y="688"/>
                    <a:pt x="825" y="688"/>
                    <a:pt x="828" y="687"/>
                  </a:cubicBezTo>
                  <a:cubicBezTo>
                    <a:pt x="833" y="683"/>
                    <a:pt x="838" y="681"/>
                    <a:pt x="842" y="681"/>
                  </a:cubicBezTo>
                  <a:cubicBezTo>
                    <a:pt x="851" y="681"/>
                    <a:pt x="855" y="690"/>
                    <a:pt x="855" y="703"/>
                  </a:cubicBezTo>
                  <a:cubicBezTo>
                    <a:pt x="856" y="724"/>
                    <a:pt x="855" y="746"/>
                    <a:pt x="857" y="768"/>
                  </a:cubicBezTo>
                  <a:cubicBezTo>
                    <a:pt x="860" y="795"/>
                    <a:pt x="876" y="957"/>
                    <a:pt x="884" y="987"/>
                  </a:cubicBezTo>
                  <a:cubicBezTo>
                    <a:pt x="889" y="1005"/>
                    <a:pt x="886" y="1024"/>
                    <a:pt x="889" y="1043"/>
                  </a:cubicBezTo>
                  <a:cubicBezTo>
                    <a:pt x="893" y="1078"/>
                    <a:pt x="892" y="1113"/>
                    <a:pt x="896" y="1148"/>
                  </a:cubicBezTo>
                  <a:cubicBezTo>
                    <a:pt x="899" y="1170"/>
                    <a:pt x="898" y="1194"/>
                    <a:pt x="902" y="1215"/>
                  </a:cubicBezTo>
                  <a:cubicBezTo>
                    <a:pt x="908" y="1241"/>
                    <a:pt x="902" y="1266"/>
                    <a:pt x="910" y="1292"/>
                  </a:cubicBezTo>
                  <a:cubicBezTo>
                    <a:pt x="917" y="1316"/>
                    <a:pt x="915" y="1342"/>
                    <a:pt x="916" y="1367"/>
                  </a:cubicBezTo>
                  <a:cubicBezTo>
                    <a:pt x="917" y="1382"/>
                    <a:pt x="920" y="1396"/>
                    <a:pt x="931" y="1406"/>
                  </a:cubicBezTo>
                  <a:cubicBezTo>
                    <a:pt x="935" y="1409"/>
                    <a:pt x="937" y="1411"/>
                    <a:pt x="940" y="1411"/>
                  </a:cubicBezTo>
                  <a:cubicBezTo>
                    <a:pt x="943" y="1411"/>
                    <a:pt x="946" y="1408"/>
                    <a:pt x="948" y="1402"/>
                  </a:cubicBezTo>
                  <a:cubicBezTo>
                    <a:pt x="951" y="1393"/>
                    <a:pt x="953" y="1381"/>
                    <a:pt x="959" y="1374"/>
                  </a:cubicBezTo>
                  <a:cubicBezTo>
                    <a:pt x="972" y="1361"/>
                    <a:pt x="981" y="1346"/>
                    <a:pt x="985" y="1328"/>
                  </a:cubicBezTo>
                  <a:cubicBezTo>
                    <a:pt x="989" y="1305"/>
                    <a:pt x="1000" y="1285"/>
                    <a:pt x="1009" y="1263"/>
                  </a:cubicBezTo>
                  <a:cubicBezTo>
                    <a:pt x="1014" y="1251"/>
                    <a:pt x="1017" y="1238"/>
                    <a:pt x="1018" y="1225"/>
                  </a:cubicBezTo>
                  <a:cubicBezTo>
                    <a:pt x="1019" y="1203"/>
                    <a:pt x="1013" y="1181"/>
                    <a:pt x="1017" y="1159"/>
                  </a:cubicBezTo>
                  <a:cubicBezTo>
                    <a:pt x="1021" y="1137"/>
                    <a:pt x="1018" y="1116"/>
                    <a:pt x="1019" y="1094"/>
                  </a:cubicBezTo>
                  <a:cubicBezTo>
                    <a:pt x="1019" y="1087"/>
                    <a:pt x="1022" y="1080"/>
                    <a:pt x="1021" y="1074"/>
                  </a:cubicBezTo>
                  <a:cubicBezTo>
                    <a:pt x="1019" y="1059"/>
                    <a:pt x="1017" y="1046"/>
                    <a:pt x="1021" y="1031"/>
                  </a:cubicBezTo>
                  <a:cubicBezTo>
                    <a:pt x="1023" y="1025"/>
                    <a:pt x="1021" y="1018"/>
                    <a:pt x="1020" y="1012"/>
                  </a:cubicBezTo>
                  <a:cubicBezTo>
                    <a:pt x="1019" y="999"/>
                    <a:pt x="1018" y="986"/>
                    <a:pt x="1017" y="973"/>
                  </a:cubicBezTo>
                  <a:cubicBezTo>
                    <a:pt x="1016" y="962"/>
                    <a:pt x="1014" y="950"/>
                    <a:pt x="1013" y="939"/>
                  </a:cubicBezTo>
                  <a:cubicBezTo>
                    <a:pt x="1013" y="933"/>
                    <a:pt x="1011" y="927"/>
                    <a:pt x="1011" y="921"/>
                  </a:cubicBezTo>
                  <a:cubicBezTo>
                    <a:pt x="1011" y="898"/>
                    <a:pt x="1012" y="875"/>
                    <a:pt x="1011" y="852"/>
                  </a:cubicBezTo>
                  <a:cubicBezTo>
                    <a:pt x="1011" y="836"/>
                    <a:pt x="1008" y="820"/>
                    <a:pt x="1007" y="804"/>
                  </a:cubicBezTo>
                  <a:cubicBezTo>
                    <a:pt x="1006" y="796"/>
                    <a:pt x="1007" y="787"/>
                    <a:pt x="1007" y="779"/>
                  </a:cubicBezTo>
                  <a:cubicBezTo>
                    <a:pt x="1007" y="773"/>
                    <a:pt x="1006" y="718"/>
                    <a:pt x="1006" y="695"/>
                  </a:cubicBezTo>
                  <a:cubicBezTo>
                    <a:pt x="1006" y="692"/>
                    <a:pt x="1006" y="690"/>
                    <a:pt x="1005" y="688"/>
                  </a:cubicBezTo>
                  <a:cubicBezTo>
                    <a:pt x="1005" y="692"/>
                    <a:pt x="1005" y="693"/>
                    <a:pt x="1005" y="693"/>
                  </a:cubicBezTo>
                  <a:cubicBezTo>
                    <a:pt x="1005" y="693"/>
                    <a:pt x="1005" y="691"/>
                    <a:pt x="1005" y="690"/>
                  </a:cubicBezTo>
                  <a:cubicBezTo>
                    <a:pt x="1005" y="688"/>
                    <a:pt x="1005" y="687"/>
                    <a:pt x="1005" y="687"/>
                  </a:cubicBezTo>
                  <a:cubicBezTo>
                    <a:pt x="1005" y="687"/>
                    <a:pt x="1005" y="687"/>
                    <a:pt x="1005" y="688"/>
                  </a:cubicBezTo>
                  <a:cubicBezTo>
                    <a:pt x="1006" y="687"/>
                    <a:pt x="1006" y="686"/>
                    <a:pt x="1006" y="684"/>
                  </a:cubicBezTo>
                  <a:cubicBezTo>
                    <a:pt x="1006" y="680"/>
                    <a:pt x="1008" y="675"/>
                    <a:pt x="1008" y="671"/>
                  </a:cubicBezTo>
                  <a:cubicBezTo>
                    <a:pt x="1007" y="654"/>
                    <a:pt x="1007" y="638"/>
                    <a:pt x="1006" y="622"/>
                  </a:cubicBezTo>
                  <a:cubicBezTo>
                    <a:pt x="1005" y="610"/>
                    <a:pt x="1010" y="604"/>
                    <a:pt x="1022" y="603"/>
                  </a:cubicBezTo>
                  <a:cubicBezTo>
                    <a:pt x="1044" y="599"/>
                    <a:pt x="1067" y="596"/>
                    <a:pt x="1089" y="592"/>
                  </a:cubicBezTo>
                  <a:cubicBezTo>
                    <a:pt x="1106" y="589"/>
                    <a:pt x="1123" y="587"/>
                    <a:pt x="1139" y="580"/>
                  </a:cubicBezTo>
                  <a:cubicBezTo>
                    <a:pt x="1159" y="571"/>
                    <a:pt x="1178" y="559"/>
                    <a:pt x="1196" y="547"/>
                  </a:cubicBezTo>
                  <a:cubicBezTo>
                    <a:pt x="1221" y="529"/>
                    <a:pt x="1226" y="518"/>
                    <a:pt x="1212" y="490"/>
                  </a:cubicBezTo>
                  <a:cubicBezTo>
                    <a:pt x="1206" y="476"/>
                    <a:pt x="1195" y="467"/>
                    <a:pt x="1179" y="461"/>
                  </a:cubicBezTo>
                  <a:cubicBezTo>
                    <a:pt x="1166" y="456"/>
                    <a:pt x="1153" y="450"/>
                    <a:pt x="1139" y="450"/>
                  </a:cubicBezTo>
                  <a:cubicBezTo>
                    <a:pt x="1134" y="450"/>
                    <a:pt x="1128" y="451"/>
                    <a:pt x="1123" y="453"/>
                  </a:cubicBezTo>
                  <a:cubicBezTo>
                    <a:pt x="1122" y="453"/>
                    <a:pt x="1121" y="454"/>
                    <a:pt x="1120" y="454"/>
                  </a:cubicBezTo>
                  <a:cubicBezTo>
                    <a:pt x="1119" y="454"/>
                    <a:pt x="1119" y="454"/>
                    <a:pt x="1119" y="453"/>
                  </a:cubicBezTo>
                  <a:cubicBezTo>
                    <a:pt x="1118" y="453"/>
                    <a:pt x="1118" y="453"/>
                    <a:pt x="1117" y="453"/>
                  </a:cubicBezTo>
                  <a:cubicBezTo>
                    <a:pt x="1117" y="453"/>
                    <a:pt x="1116" y="453"/>
                    <a:pt x="1116" y="454"/>
                  </a:cubicBezTo>
                  <a:cubicBezTo>
                    <a:pt x="1095" y="456"/>
                    <a:pt x="1075" y="459"/>
                    <a:pt x="1055" y="461"/>
                  </a:cubicBezTo>
                  <a:cubicBezTo>
                    <a:pt x="1054" y="461"/>
                    <a:pt x="1054" y="462"/>
                    <a:pt x="1054" y="462"/>
                  </a:cubicBezTo>
                  <a:cubicBezTo>
                    <a:pt x="1041" y="466"/>
                    <a:pt x="1028" y="470"/>
                    <a:pt x="1015" y="474"/>
                  </a:cubicBezTo>
                  <a:cubicBezTo>
                    <a:pt x="1008" y="476"/>
                    <a:pt x="1000" y="478"/>
                    <a:pt x="990" y="481"/>
                  </a:cubicBezTo>
                  <a:cubicBezTo>
                    <a:pt x="983" y="473"/>
                    <a:pt x="988" y="460"/>
                    <a:pt x="988" y="449"/>
                  </a:cubicBezTo>
                  <a:cubicBezTo>
                    <a:pt x="988" y="428"/>
                    <a:pt x="991" y="408"/>
                    <a:pt x="989" y="387"/>
                  </a:cubicBezTo>
                  <a:cubicBezTo>
                    <a:pt x="987" y="355"/>
                    <a:pt x="986" y="323"/>
                    <a:pt x="993" y="291"/>
                  </a:cubicBezTo>
                  <a:cubicBezTo>
                    <a:pt x="994" y="286"/>
                    <a:pt x="995" y="281"/>
                    <a:pt x="995" y="276"/>
                  </a:cubicBezTo>
                  <a:cubicBezTo>
                    <a:pt x="995" y="248"/>
                    <a:pt x="994" y="221"/>
                    <a:pt x="994" y="193"/>
                  </a:cubicBezTo>
                  <a:cubicBezTo>
                    <a:pt x="994" y="175"/>
                    <a:pt x="994" y="158"/>
                    <a:pt x="995" y="141"/>
                  </a:cubicBezTo>
                  <a:cubicBezTo>
                    <a:pt x="995" y="125"/>
                    <a:pt x="997" y="109"/>
                    <a:pt x="997" y="94"/>
                  </a:cubicBezTo>
                  <a:cubicBezTo>
                    <a:pt x="997" y="70"/>
                    <a:pt x="1007" y="43"/>
                    <a:pt x="975" y="30"/>
                  </a:cubicBezTo>
                  <a:cubicBezTo>
                    <a:pt x="974" y="30"/>
                    <a:pt x="973" y="29"/>
                    <a:pt x="973" y="29"/>
                  </a:cubicBezTo>
                  <a:cubicBezTo>
                    <a:pt x="956" y="9"/>
                    <a:pt x="934" y="0"/>
                    <a:pt x="911"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6" name="Freeform 276">
              <a:extLst>
                <a:ext uri="{FF2B5EF4-FFF2-40B4-BE49-F238E27FC236}">
                  <a16:creationId xmlns:a16="http://schemas.microsoft.com/office/drawing/2014/main" id="{729D9F1C-3AC3-84A9-BE15-B3A710BB83C0}"/>
                </a:ext>
              </a:extLst>
            </p:cNvPr>
            <p:cNvSpPr>
              <a:spLocks/>
            </p:cNvSpPr>
            <p:nvPr/>
          </p:nvSpPr>
          <p:spPr bwMode="auto">
            <a:xfrm>
              <a:off x="2801665" y="1569274"/>
              <a:ext cx="137860" cy="93126"/>
            </a:xfrm>
            <a:custGeom>
              <a:avLst/>
              <a:gdLst>
                <a:gd name="T0" fmla="*/ 183 w 379"/>
                <a:gd name="T1" fmla="*/ 0 h 255"/>
                <a:gd name="T2" fmla="*/ 172 w 379"/>
                <a:gd name="T3" fmla="*/ 9 h 255"/>
                <a:gd name="T4" fmla="*/ 159 w 379"/>
                <a:gd name="T5" fmla="*/ 25 h 255"/>
                <a:gd name="T6" fmla="*/ 142 w 379"/>
                <a:gd name="T7" fmla="*/ 42 h 255"/>
                <a:gd name="T8" fmla="*/ 92 w 379"/>
                <a:gd name="T9" fmla="*/ 94 h 255"/>
                <a:gd name="T10" fmla="*/ 48 w 379"/>
                <a:gd name="T11" fmla="*/ 142 h 255"/>
                <a:gd name="T12" fmla="*/ 20 w 379"/>
                <a:gd name="T13" fmla="*/ 186 h 255"/>
                <a:gd name="T14" fmla="*/ 12 w 379"/>
                <a:gd name="T15" fmla="*/ 199 h 255"/>
                <a:gd name="T16" fmla="*/ 1 w 379"/>
                <a:gd name="T17" fmla="*/ 236 h 255"/>
                <a:gd name="T18" fmla="*/ 3 w 379"/>
                <a:gd name="T19" fmla="*/ 252 h 255"/>
                <a:gd name="T20" fmla="*/ 14 w 379"/>
                <a:gd name="T21" fmla="*/ 255 h 255"/>
                <a:gd name="T22" fmla="*/ 18 w 379"/>
                <a:gd name="T23" fmla="*/ 255 h 255"/>
                <a:gd name="T24" fmla="*/ 57 w 379"/>
                <a:gd name="T25" fmla="*/ 246 h 255"/>
                <a:gd name="T26" fmla="*/ 60 w 379"/>
                <a:gd name="T27" fmla="*/ 246 h 255"/>
                <a:gd name="T28" fmla="*/ 64 w 379"/>
                <a:gd name="T29" fmla="*/ 246 h 255"/>
                <a:gd name="T30" fmla="*/ 69 w 379"/>
                <a:gd name="T31" fmla="*/ 247 h 255"/>
                <a:gd name="T32" fmla="*/ 72 w 379"/>
                <a:gd name="T33" fmla="*/ 246 h 255"/>
                <a:gd name="T34" fmla="*/ 102 w 379"/>
                <a:gd name="T35" fmla="*/ 244 h 255"/>
                <a:gd name="T36" fmla="*/ 139 w 379"/>
                <a:gd name="T37" fmla="*/ 250 h 255"/>
                <a:gd name="T38" fmla="*/ 152 w 379"/>
                <a:gd name="T39" fmla="*/ 253 h 255"/>
                <a:gd name="T40" fmla="*/ 167 w 379"/>
                <a:gd name="T41" fmla="*/ 250 h 255"/>
                <a:gd name="T42" fmla="*/ 181 w 379"/>
                <a:gd name="T43" fmla="*/ 245 h 255"/>
                <a:gd name="T44" fmla="*/ 277 w 379"/>
                <a:gd name="T45" fmla="*/ 217 h 255"/>
                <a:gd name="T46" fmla="*/ 358 w 379"/>
                <a:gd name="T47" fmla="*/ 162 h 255"/>
                <a:gd name="T48" fmla="*/ 344 w 379"/>
                <a:gd name="T49" fmla="*/ 103 h 255"/>
                <a:gd name="T50" fmla="*/ 322 w 379"/>
                <a:gd name="T51" fmla="*/ 92 h 255"/>
                <a:gd name="T52" fmla="*/ 287 w 379"/>
                <a:gd name="T53" fmla="*/ 69 h 255"/>
                <a:gd name="T54" fmla="*/ 261 w 379"/>
                <a:gd name="T55" fmla="*/ 46 h 255"/>
                <a:gd name="T56" fmla="*/ 217 w 379"/>
                <a:gd name="T57" fmla="*/ 20 h 255"/>
                <a:gd name="T58" fmla="*/ 183 w 379"/>
                <a:gd name="T5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9" h="255">
                  <a:moveTo>
                    <a:pt x="183" y="0"/>
                  </a:moveTo>
                  <a:cubicBezTo>
                    <a:pt x="178" y="4"/>
                    <a:pt x="175" y="6"/>
                    <a:pt x="172" y="9"/>
                  </a:cubicBezTo>
                  <a:cubicBezTo>
                    <a:pt x="167" y="14"/>
                    <a:pt x="164" y="20"/>
                    <a:pt x="159" y="25"/>
                  </a:cubicBezTo>
                  <a:cubicBezTo>
                    <a:pt x="154" y="31"/>
                    <a:pt x="148" y="36"/>
                    <a:pt x="142" y="42"/>
                  </a:cubicBezTo>
                  <a:cubicBezTo>
                    <a:pt x="126" y="59"/>
                    <a:pt x="110" y="78"/>
                    <a:pt x="92" y="94"/>
                  </a:cubicBezTo>
                  <a:cubicBezTo>
                    <a:pt x="76" y="108"/>
                    <a:pt x="60" y="124"/>
                    <a:pt x="48" y="142"/>
                  </a:cubicBezTo>
                  <a:cubicBezTo>
                    <a:pt x="37" y="156"/>
                    <a:pt x="27" y="170"/>
                    <a:pt x="20" y="186"/>
                  </a:cubicBezTo>
                  <a:cubicBezTo>
                    <a:pt x="18" y="190"/>
                    <a:pt x="14" y="194"/>
                    <a:pt x="12" y="199"/>
                  </a:cubicBezTo>
                  <a:cubicBezTo>
                    <a:pt x="8" y="211"/>
                    <a:pt x="4" y="223"/>
                    <a:pt x="1" y="236"/>
                  </a:cubicBezTo>
                  <a:cubicBezTo>
                    <a:pt x="0" y="241"/>
                    <a:pt x="0" y="248"/>
                    <a:pt x="3" y="252"/>
                  </a:cubicBezTo>
                  <a:cubicBezTo>
                    <a:pt x="5" y="254"/>
                    <a:pt x="9" y="255"/>
                    <a:pt x="14" y="255"/>
                  </a:cubicBezTo>
                  <a:cubicBezTo>
                    <a:pt x="15" y="255"/>
                    <a:pt x="17" y="255"/>
                    <a:pt x="18" y="255"/>
                  </a:cubicBezTo>
                  <a:cubicBezTo>
                    <a:pt x="31" y="253"/>
                    <a:pt x="44" y="249"/>
                    <a:pt x="57" y="246"/>
                  </a:cubicBezTo>
                  <a:cubicBezTo>
                    <a:pt x="58" y="246"/>
                    <a:pt x="59" y="246"/>
                    <a:pt x="60" y="246"/>
                  </a:cubicBezTo>
                  <a:cubicBezTo>
                    <a:pt x="62" y="246"/>
                    <a:pt x="63" y="246"/>
                    <a:pt x="64" y="246"/>
                  </a:cubicBezTo>
                  <a:cubicBezTo>
                    <a:pt x="66" y="246"/>
                    <a:pt x="67" y="247"/>
                    <a:pt x="69" y="247"/>
                  </a:cubicBezTo>
                  <a:cubicBezTo>
                    <a:pt x="70" y="247"/>
                    <a:pt x="71" y="247"/>
                    <a:pt x="72" y="246"/>
                  </a:cubicBezTo>
                  <a:cubicBezTo>
                    <a:pt x="82" y="245"/>
                    <a:pt x="92" y="244"/>
                    <a:pt x="102" y="244"/>
                  </a:cubicBezTo>
                  <a:cubicBezTo>
                    <a:pt x="115" y="244"/>
                    <a:pt x="127" y="246"/>
                    <a:pt x="139" y="250"/>
                  </a:cubicBezTo>
                  <a:cubicBezTo>
                    <a:pt x="144" y="252"/>
                    <a:pt x="148" y="253"/>
                    <a:pt x="152" y="253"/>
                  </a:cubicBezTo>
                  <a:cubicBezTo>
                    <a:pt x="157" y="253"/>
                    <a:pt x="162" y="252"/>
                    <a:pt x="167" y="250"/>
                  </a:cubicBezTo>
                  <a:cubicBezTo>
                    <a:pt x="171" y="248"/>
                    <a:pt x="176" y="246"/>
                    <a:pt x="181" y="245"/>
                  </a:cubicBezTo>
                  <a:cubicBezTo>
                    <a:pt x="214" y="240"/>
                    <a:pt x="246" y="230"/>
                    <a:pt x="277" y="217"/>
                  </a:cubicBezTo>
                  <a:cubicBezTo>
                    <a:pt x="308" y="203"/>
                    <a:pt x="337" y="190"/>
                    <a:pt x="358" y="162"/>
                  </a:cubicBezTo>
                  <a:cubicBezTo>
                    <a:pt x="379" y="134"/>
                    <a:pt x="368" y="118"/>
                    <a:pt x="344" y="103"/>
                  </a:cubicBezTo>
                  <a:cubicBezTo>
                    <a:pt x="337" y="99"/>
                    <a:pt x="329" y="96"/>
                    <a:pt x="322" y="92"/>
                  </a:cubicBezTo>
                  <a:cubicBezTo>
                    <a:pt x="310" y="85"/>
                    <a:pt x="299" y="77"/>
                    <a:pt x="287" y="69"/>
                  </a:cubicBezTo>
                  <a:cubicBezTo>
                    <a:pt x="278" y="62"/>
                    <a:pt x="270" y="52"/>
                    <a:pt x="261" y="46"/>
                  </a:cubicBezTo>
                  <a:cubicBezTo>
                    <a:pt x="247" y="36"/>
                    <a:pt x="232" y="28"/>
                    <a:pt x="217" y="20"/>
                  </a:cubicBezTo>
                  <a:cubicBezTo>
                    <a:pt x="206" y="13"/>
                    <a:pt x="195" y="7"/>
                    <a:pt x="18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7" name="Freeform 277">
              <a:extLst>
                <a:ext uri="{FF2B5EF4-FFF2-40B4-BE49-F238E27FC236}">
                  <a16:creationId xmlns:a16="http://schemas.microsoft.com/office/drawing/2014/main" id="{050A8431-C815-9ECF-924C-EDF92591AF82}"/>
                </a:ext>
              </a:extLst>
            </p:cNvPr>
            <p:cNvSpPr>
              <a:spLocks/>
            </p:cNvSpPr>
            <p:nvPr/>
          </p:nvSpPr>
          <p:spPr bwMode="auto">
            <a:xfrm>
              <a:off x="2122129" y="1692494"/>
              <a:ext cx="190725" cy="290765"/>
            </a:xfrm>
            <a:custGeom>
              <a:avLst/>
              <a:gdLst>
                <a:gd name="T0" fmla="*/ 372 w 523"/>
                <a:gd name="T1" fmla="*/ 1 h 796"/>
                <a:gd name="T2" fmla="*/ 241 w 523"/>
                <a:gd name="T3" fmla="*/ 27 h 796"/>
                <a:gd name="T4" fmla="*/ 154 w 523"/>
                <a:gd name="T5" fmla="*/ 83 h 796"/>
                <a:gd name="T6" fmla="*/ 109 w 523"/>
                <a:gd name="T7" fmla="*/ 147 h 796"/>
                <a:gd name="T8" fmla="*/ 94 w 523"/>
                <a:gd name="T9" fmla="*/ 162 h 796"/>
                <a:gd name="T10" fmla="*/ 73 w 523"/>
                <a:gd name="T11" fmla="*/ 137 h 796"/>
                <a:gd name="T12" fmla="*/ 35 w 523"/>
                <a:gd name="T13" fmla="*/ 79 h 796"/>
                <a:gd name="T14" fmla="*/ 16 w 523"/>
                <a:gd name="T15" fmla="*/ 122 h 796"/>
                <a:gd name="T16" fmla="*/ 4 w 523"/>
                <a:gd name="T17" fmla="*/ 185 h 796"/>
                <a:gd name="T18" fmla="*/ 5 w 523"/>
                <a:gd name="T19" fmla="*/ 249 h 796"/>
                <a:gd name="T20" fmla="*/ 11 w 523"/>
                <a:gd name="T21" fmla="*/ 321 h 796"/>
                <a:gd name="T22" fmla="*/ 50 w 523"/>
                <a:gd name="T23" fmla="*/ 396 h 796"/>
                <a:gd name="T24" fmla="*/ 93 w 523"/>
                <a:gd name="T25" fmla="*/ 405 h 796"/>
                <a:gd name="T26" fmla="*/ 130 w 523"/>
                <a:gd name="T27" fmla="*/ 373 h 796"/>
                <a:gd name="T28" fmla="*/ 132 w 523"/>
                <a:gd name="T29" fmla="*/ 293 h 796"/>
                <a:gd name="T30" fmla="*/ 146 w 523"/>
                <a:gd name="T31" fmla="*/ 194 h 796"/>
                <a:gd name="T32" fmla="*/ 153 w 523"/>
                <a:gd name="T33" fmla="*/ 169 h 796"/>
                <a:gd name="T34" fmla="*/ 256 w 523"/>
                <a:gd name="T35" fmla="*/ 106 h 796"/>
                <a:gd name="T36" fmla="*/ 328 w 523"/>
                <a:gd name="T37" fmla="*/ 88 h 796"/>
                <a:gd name="T38" fmla="*/ 339 w 523"/>
                <a:gd name="T39" fmla="*/ 93 h 796"/>
                <a:gd name="T40" fmla="*/ 319 w 523"/>
                <a:gd name="T41" fmla="*/ 110 h 796"/>
                <a:gd name="T42" fmla="*/ 277 w 523"/>
                <a:gd name="T43" fmla="*/ 152 h 796"/>
                <a:gd name="T44" fmla="*/ 265 w 523"/>
                <a:gd name="T45" fmla="*/ 154 h 796"/>
                <a:gd name="T46" fmla="*/ 231 w 523"/>
                <a:gd name="T47" fmla="*/ 182 h 796"/>
                <a:gd name="T48" fmla="*/ 154 w 523"/>
                <a:gd name="T49" fmla="*/ 298 h 796"/>
                <a:gd name="T50" fmla="*/ 219 w 523"/>
                <a:gd name="T51" fmla="*/ 341 h 796"/>
                <a:gd name="T52" fmla="*/ 229 w 523"/>
                <a:gd name="T53" fmla="*/ 382 h 796"/>
                <a:gd name="T54" fmla="*/ 222 w 523"/>
                <a:gd name="T55" fmla="*/ 442 h 796"/>
                <a:gd name="T56" fmla="*/ 213 w 523"/>
                <a:gd name="T57" fmla="*/ 540 h 796"/>
                <a:gd name="T58" fmla="*/ 203 w 523"/>
                <a:gd name="T59" fmla="*/ 610 h 796"/>
                <a:gd name="T60" fmla="*/ 201 w 523"/>
                <a:gd name="T61" fmla="*/ 652 h 796"/>
                <a:gd name="T62" fmla="*/ 190 w 523"/>
                <a:gd name="T63" fmla="*/ 652 h 796"/>
                <a:gd name="T64" fmla="*/ 132 w 523"/>
                <a:gd name="T65" fmla="*/ 615 h 796"/>
                <a:gd name="T66" fmla="*/ 87 w 523"/>
                <a:gd name="T67" fmla="*/ 593 h 796"/>
                <a:gd name="T68" fmla="*/ 68 w 523"/>
                <a:gd name="T69" fmla="*/ 587 h 796"/>
                <a:gd name="T70" fmla="*/ 78 w 523"/>
                <a:gd name="T71" fmla="*/ 634 h 796"/>
                <a:gd name="T72" fmla="*/ 159 w 523"/>
                <a:gd name="T73" fmla="*/ 712 h 796"/>
                <a:gd name="T74" fmla="*/ 225 w 523"/>
                <a:gd name="T75" fmla="*/ 776 h 796"/>
                <a:gd name="T76" fmla="*/ 246 w 523"/>
                <a:gd name="T77" fmla="*/ 793 h 796"/>
                <a:gd name="T78" fmla="*/ 278 w 523"/>
                <a:gd name="T79" fmla="*/ 795 h 796"/>
                <a:gd name="T80" fmla="*/ 298 w 523"/>
                <a:gd name="T81" fmla="*/ 776 h 796"/>
                <a:gd name="T82" fmla="*/ 304 w 523"/>
                <a:gd name="T83" fmla="*/ 777 h 796"/>
                <a:gd name="T84" fmla="*/ 322 w 523"/>
                <a:gd name="T85" fmla="*/ 765 h 796"/>
                <a:gd name="T86" fmla="*/ 346 w 523"/>
                <a:gd name="T87" fmla="*/ 716 h 796"/>
                <a:gd name="T88" fmla="*/ 343 w 523"/>
                <a:gd name="T89" fmla="*/ 660 h 796"/>
                <a:gd name="T90" fmla="*/ 337 w 523"/>
                <a:gd name="T91" fmla="*/ 576 h 796"/>
                <a:gd name="T92" fmla="*/ 313 w 523"/>
                <a:gd name="T93" fmla="*/ 461 h 796"/>
                <a:gd name="T94" fmla="*/ 317 w 523"/>
                <a:gd name="T95" fmla="*/ 376 h 796"/>
                <a:gd name="T96" fmla="*/ 336 w 523"/>
                <a:gd name="T97" fmla="*/ 302 h 796"/>
                <a:gd name="T98" fmla="*/ 376 w 523"/>
                <a:gd name="T99" fmla="*/ 233 h 796"/>
                <a:gd name="T100" fmla="*/ 391 w 523"/>
                <a:gd name="T101" fmla="*/ 207 h 796"/>
                <a:gd name="T102" fmla="*/ 467 w 523"/>
                <a:gd name="T103" fmla="*/ 135 h 796"/>
                <a:gd name="T104" fmla="*/ 507 w 523"/>
                <a:gd name="T105" fmla="*/ 95 h 796"/>
                <a:gd name="T106" fmla="*/ 473 w 523"/>
                <a:gd name="T107" fmla="*/ 9 h 796"/>
                <a:gd name="T108" fmla="*/ 392 w 523"/>
                <a:gd name="T109" fmla="*/ 0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3" h="796">
                  <a:moveTo>
                    <a:pt x="392" y="0"/>
                  </a:moveTo>
                  <a:cubicBezTo>
                    <a:pt x="385" y="0"/>
                    <a:pt x="378" y="0"/>
                    <a:pt x="372" y="1"/>
                  </a:cubicBezTo>
                  <a:cubicBezTo>
                    <a:pt x="351" y="1"/>
                    <a:pt x="330" y="4"/>
                    <a:pt x="310" y="9"/>
                  </a:cubicBezTo>
                  <a:cubicBezTo>
                    <a:pt x="287" y="14"/>
                    <a:pt x="262" y="15"/>
                    <a:pt x="241" y="27"/>
                  </a:cubicBezTo>
                  <a:cubicBezTo>
                    <a:pt x="227" y="34"/>
                    <a:pt x="212" y="40"/>
                    <a:pt x="198" y="48"/>
                  </a:cubicBezTo>
                  <a:cubicBezTo>
                    <a:pt x="183" y="58"/>
                    <a:pt x="166" y="68"/>
                    <a:pt x="154" y="83"/>
                  </a:cubicBezTo>
                  <a:cubicBezTo>
                    <a:pt x="149" y="90"/>
                    <a:pt x="142" y="96"/>
                    <a:pt x="137" y="103"/>
                  </a:cubicBezTo>
                  <a:cubicBezTo>
                    <a:pt x="127" y="117"/>
                    <a:pt x="113" y="129"/>
                    <a:pt x="109" y="147"/>
                  </a:cubicBezTo>
                  <a:cubicBezTo>
                    <a:pt x="108" y="152"/>
                    <a:pt x="105" y="157"/>
                    <a:pt x="101" y="160"/>
                  </a:cubicBezTo>
                  <a:cubicBezTo>
                    <a:pt x="100" y="161"/>
                    <a:pt x="97" y="162"/>
                    <a:pt x="94" y="162"/>
                  </a:cubicBezTo>
                  <a:cubicBezTo>
                    <a:pt x="92" y="162"/>
                    <a:pt x="91" y="162"/>
                    <a:pt x="90" y="161"/>
                  </a:cubicBezTo>
                  <a:cubicBezTo>
                    <a:pt x="84" y="153"/>
                    <a:pt x="78" y="145"/>
                    <a:pt x="73" y="137"/>
                  </a:cubicBezTo>
                  <a:cubicBezTo>
                    <a:pt x="62" y="119"/>
                    <a:pt x="52" y="102"/>
                    <a:pt x="41" y="84"/>
                  </a:cubicBezTo>
                  <a:cubicBezTo>
                    <a:pt x="40" y="81"/>
                    <a:pt x="37" y="79"/>
                    <a:pt x="35" y="79"/>
                  </a:cubicBezTo>
                  <a:cubicBezTo>
                    <a:pt x="34" y="79"/>
                    <a:pt x="32" y="80"/>
                    <a:pt x="31" y="83"/>
                  </a:cubicBezTo>
                  <a:cubicBezTo>
                    <a:pt x="25" y="95"/>
                    <a:pt x="20" y="109"/>
                    <a:pt x="16" y="122"/>
                  </a:cubicBezTo>
                  <a:cubicBezTo>
                    <a:pt x="13" y="134"/>
                    <a:pt x="11" y="146"/>
                    <a:pt x="8" y="158"/>
                  </a:cubicBezTo>
                  <a:cubicBezTo>
                    <a:pt x="6" y="167"/>
                    <a:pt x="4" y="176"/>
                    <a:pt x="4" y="185"/>
                  </a:cubicBezTo>
                  <a:cubicBezTo>
                    <a:pt x="3" y="199"/>
                    <a:pt x="4" y="212"/>
                    <a:pt x="5" y="226"/>
                  </a:cubicBezTo>
                  <a:cubicBezTo>
                    <a:pt x="5" y="233"/>
                    <a:pt x="7" y="242"/>
                    <a:pt x="5" y="249"/>
                  </a:cubicBezTo>
                  <a:cubicBezTo>
                    <a:pt x="0" y="267"/>
                    <a:pt x="8" y="283"/>
                    <a:pt x="8" y="300"/>
                  </a:cubicBezTo>
                  <a:cubicBezTo>
                    <a:pt x="8" y="307"/>
                    <a:pt x="9" y="314"/>
                    <a:pt x="11" y="321"/>
                  </a:cubicBezTo>
                  <a:cubicBezTo>
                    <a:pt x="16" y="343"/>
                    <a:pt x="22" y="365"/>
                    <a:pt x="34" y="385"/>
                  </a:cubicBezTo>
                  <a:cubicBezTo>
                    <a:pt x="38" y="392"/>
                    <a:pt x="43" y="394"/>
                    <a:pt x="50" y="396"/>
                  </a:cubicBezTo>
                  <a:cubicBezTo>
                    <a:pt x="60" y="398"/>
                    <a:pt x="70" y="401"/>
                    <a:pt x="81" y="403"/>
                  </a:cubicBezTo>
                  <a:cubicBezTo>
                    <a:pt x="84" y="404"/>
                    <a:pt x="89" y="405"/>
                    <a:pt x="93" y="405"/>
                  </a:cubicBezTo>
                  <a:cubicBezTo>
                    <a:pt x="95" y="405"/>
                    <a:pt x="96" y="405"/>
                    <a:pt x="98" y="404"/>
                  </a:cubicBezTo>
                  <a:cubicBezTo>
                    <a:pt x="110" y="395"/>
                    <a:pt x="123" y="385"/>
                    <a:pt x="130" y="373"/>
                  </a:cubicBezTo>
                  <a:cubicBezTo>
                    <a:pt x="136" y="362"/>
                    <a:pt x="137" y="346"/>
                    <a:pt x="135" y="333"/>
                  </a:cubicBezTo>
                  <a:cubicBezTo>
                    <a:pt x="133" y="319"/>
                    <a:pt x="131" y="307"/>
                    <a:pt x="132" y="293"/>
                  </a:cubicBezTo>
                  <a:cubicBezTo>
                    <a:pt x="133" y="283"/>
                    <a:pt x="132" y="273"/>
                    <a:pt x="132" y="263"/>
                  </a:cubicBezTo>
                  <a:cubicBezTo>
                    <a:pt x="132" y="239"/>
                    <a:pt x="136" y="216"/>
                    <a:pt x="146" y="194"/>
                  </a:cubicBezTo>
                  <a:cubicBezTo>
                    <a:pt x="147" y="191"/>
                    <a:pt x="147" y="187"/>
                    <a:pt x="148" y="183"/>
                  </a:cubicBezTo>
                  <a:cubicBezTo>
                    <a:pt x="150" y="179"/>
                    <a:pt x="150" y="173"/>
                    <a:pt x="153" y="169"/>
                  </a:cubicBezTo>
                  <a:cubicBezTo>
                    <a:pt x="174" y="148"/>
                    <a:pt x="196" y="127"/>
                    <a:pt x="224" y="115"/>
                  </a:cubicBezTo>
                  <a:cubicBezTo>
                    <a:pt x="234" y="111"/>
                    <a:pt x="245" y="109"/>
                    <a:pt x="256" y="106"/>
                  </a:cubicBezTo>
                  <a:cubicBezTo>
                    <a:pt x="270" y="102"/>
                    <a:pt x="283" y="99"/>
                    <a:pt x="297" y="95"/>
                  </a:cubicBezTo>
                  <a:cubicBezTo>
                    <a:pt x="307" y="92"/>
                    <a:pt x="318" y="89"/>
                    <a:pt x="328" y="88"/>
                  </a:cubicBezTo>
                  <a:cubicBezTo>
                    <a:pt x="329" y="88"/>
                    <a:pt x="329" y="88"/>
                    <a:pt x="329" y="88"/>
                  </a:cubicBezTo>
                  <a:cubicBezTo>
                    <a:pt x="332" y="88"/>
                    <a:pt x="336" y="91"/>
                    <a:pt x="339" y="93"/>
                  </a:cubicBezTo>
                  <a:cubicBezTo>
                    <a:pt x="337" y="96"/>
                    <a:pt x="336" y="100"/>
                    <a:pt x="333" y="102"/>
                  </a:cubicBezTo>
                  <a:cubicBezTo>
                    <a:pt x="329" y="105"/>
                    <a:pt x="324" y="108"/>
                    <a:pt x="319" y="110"/>
                  </a:cubicBezTo>
                  <a:cubicBezTo>
                    <a:pt x="304" y="116"/>
                    <a:pt x="291" y="126"/>
                    <a:pt x="282" y="141"/>
                  </a:cubicBezTo>
                  <a:cubicBezTo>
                    <a:pt x="280" y="145"/>
                    <a:pt x="279" y="149"/>
                    <a:pt x="277" y="152"/>
                  </a:cubicBezTo>
                  <a:cubicBezTo>
                    <a:pt x="275" y="155"/>
                    <a:pt x="273" y="158"/>
                    <a:pt x="270" y="158"/>
                  </a:cubicBezTo>
                  <a:cubicBezTo>
                    <a:pt x="269" y="158"/>
                    <a:pt x="267" y="156"/>
                    <a:pt x="265" y="154"/>
                  </a:cubicBezTo>
                  <a:cubicBezTo>
                    <a:pt x="262" y="157"/>
                    <a:pt x="261" y="160"/>
                    <a:pt x="259" y="162"/>
                  </a:cubicBezTo>
                  <a:cubicBezTo>
                    <a:pt x="250" y="169"/>
                    <a:pt x="240" y="175"/>
                    <a:pt x="231" y="182"/>
                  </a:cubicBezTo>
                  <a:cubicBezTo>
                    <a:pt x="211" y="201"/>
                    <a:pt x="192" y="221"/>
                    <a:pt x="176" y="243"/>
                  </a:cubicBezTo>
                  <a:cubicBezTo>
                    <a:pt x="164" y="260"/>
                    <a:pt x="153" y="277"/>
                    <a:pt x="154" y="298"/>
                  </a:cubicBezTo>
                  <a:cubicBezTo>
                    <a:pt x="154" y="312"/>
                    <a:pt x="162" y="325"/>
                    <a:pt x="176" y="329"/>
                  </a:cubicBezTo>
                  <a:cubicBezTo>
                    <a:pt x="190" y="334"/>
                    <a:pt x="205" y="337"/>
                    <a:pt x="219" y="341"/>
                  </a:cubicBezTo>
                  <a:cubicBezTo>
                    <a:pt x="221" y="342"/>
                    <a:pt x="224" y="343"/>
                    <a:pt x="225" y="345"/>
                  </a:cubicBezTo>
                  <a:cubicBezTo>
                    <a:pt x="231" y="357"/>
                    <a:pt x="231" y="369"/>
                    <a:pt x="229" y="382"/>
                  </a:cubicBezTo>
                  <a:cubicBezTo>
                    <a:pt x="229" y="387"/>
                    <a:pt x="230" y="392"/>
                    <a:pt x="229" y="396"/>
                  </a:cubicBezTo>
                  <a:cubicBezTo>
                    <a:pt x="227" y="412"/>
                    <a:pt x="223" y="427"/>
                    <a:pt x="222" y="442"/>
                  </a:cubicBezTo>
                  <a:cubicBezTo>
                    <a:pt x="220" y="456"/>
                    <a:pt x="223" y="471"/>
                    <a:pt x="218" y="484"/>
                  </a:cubicBezTo>
                  <a:cubicBezTo>
                    <a:pt x="213" y="503"/>
                    <a:pt x="213" y="522"/>
                    <a:pt x="213" y="540"/>
                  </a:cubicBezTo>
                  <a:cubicBezTo>
                    <a:pt x="213" y="550"/>
                    <a:pt x="214" y="560"/>
                    <a:pt x="211" y="568"/>
                  </a:cubicBezTo>
                  <a:cubicBezTo>
                    <a:pt x="206" y="582"/>
                    <a:pt x="201" y="596"/>
                    <a:pt x="203" y="610"/>
                  </a:cubicBezTo>
                  <a:cubicBezTo>
                    <a:pt x="203" y="622"/>
                    <a:pt x="204" y="633"/>
                    <a:pt x="205" y="645"/>
                  </a:cubicBezTo>
                  <a:cubicBezTo>
                    <a:pt x="205" y="647"/>
                    <a:pt x="203" y="652"/>
                    <a:pt x="201" y="652"/>
                  </a:cubicBezTo>
                  <a:cubicBezTo>
                    <a:pt x="200" y="653"/>
                    <a:pt x="198" y="653"/>
                    <a:pt x="197" y="653"/>
                  </a:cubicBezTo>
                  <a:cubicBezTo>
                    <a:pt x="194" y="653"/>
                    <a:pt x="192" y="652"/>
                    <a:pt x="190" y="652"/>
                  </a:cubicBezTo>
                  <a:cubicBezTo>
                    <a:pt x="185" y="649"/>
                    <a:pt x="180" y="646"/>
                    <a:pt x="175" y="642"/>
                  </a:cubicBezTo>
                  <a:cubicBezTo>
                    <a:pt x="161" y="633"/>
                    <a:pt x="143" y="629"/>
                    <a:pt x="132" y="615"/>
                  </a:cubicBezTo>
                  <a:cubicBezTo>
                    <a:pt x="129" y="611"/>
                    <a:pt x="124" y="609"/>
                    <a:pt x="119" y="607"/>
                  </a:cubicBezTo>
                  <a:cubicBezTo>
                    <a:pt x="109" y="602"/>
                    <a:pt x="98" y="597"/>
                    <a:pt x="87" y="593"/>
                  </a:cubicBezTo>
                  <a:cubicBezTo>
                    <a:pt x="81" y="590"/>
                    <a:pt x="75" y="588"/>
                    <a:pt x="68" y="587"/>
                  </a:cubicBezTo>
                  <a:cubicBezTo>
                    <a:pt x="68" y="587"/>
                    <a:pt x="68" y="587"/>
                    <a:pt x="68" y="587"/>
                  </a:cubicBezTo>
                  <a:cubicBezTo>
                    <a:pt x="66" y="587"/>
                    <a:pt x="62" y="593"/>
                    <a:pt x="62" y="595"/>
                  </a:cubicBezTo>
                  <a:cubicBezTo>
                    <a:pt x="67" y="608"/>
                    <a:pt x="69" y="624"/>
                    <a:pt x="78" y="634"/>
                  </a:cubicBezTo>
                  <a:cubicBezTo>
                    <a:pt x="92" y="652"/>
                    <a:pt x="110" y="666"/>
                    <a:pt x="126" y="682"/>
                  </a:cubicBezTo>
                  <a:cubicBezTo>
                    <a:pt x="137" y="692"/>
                    <a:pt x="149" y="701"/>
                    <a:pt x="159" y="712"/>
                  </a:cubicBezTo>
                  <a:cubicBezTo>
                    <a:pt x="167" y="721"/>
                    <a:pt x="174" y="732"/>
                    <a:pt x="182" y="741"/>
                  </a:cubicBezTo>
                  <a:cubicBezTo>
                    <a:pt x="195" y="755"/>
                    <a:pt x="205" y="771"/>
                    <a:pt x="225" y="776"/>
                  </a:cubicBezTo>
                  <a:cubicBezTo>
                    <a:pt x="228" y="777"/>
                    <a:pt x="229" y="781"/>
                    <a:pt x="232" y="783"/>
                  </a:cubicBezTo>
                  <a:cubicBezTo>
                    <a:pt x="236" y="787"/>
                    <a:pt x="241" y="792"/>
                    <a:pt x="246" y="793"/>
                  </a:cubicBezTo>
                  <a:cubicBezTo>
                    <a:pt x="254" y="795"/>
                    <a:pt x="262" y="796"/>
                    <a:pt x="270" y="796"/>
                  </a:cubicBezTo>
                  <a:cubicBezTo>
                    <a:pt x="273" y="796"/>
                    <a:pt x="275" y="795"/>
                    <a:pt x="278" y="795"/>
                  </a:cubicBezTo>
                  <a:cubicBezTo>
                    <a:pt x="282" y="795"/>
                    <a:pt x="286" y="790"/>
                    <a:pt x="287" y="787"/>
                  </a:cubicBezTo>
                  <a:cubicBezTo>
                    <a:pt x="289" y="780"/>
                    <a:pt x="292" y="776"/>
                    <a:pt x="298" y="776"/>
                  </a:cubicBezTo>
                  <a:cubicBezTo>
                    <a:pt x="299" y="776"/>
                    <a:pt x="300" y="776"/>
                    <a:pt x="301" y="777"/>
                  </a:cubicBezTo>
                  <a:cubicBezTo>
                    <a:pt x="302" y="777"/>
                    <a:pt x="303" y="777"/>
                    <a:pt x="304" y="777"/>
                  </a:cubicBezTo>
                  <a:cubicBezTo>
                    <a:pt x="309" y="777"/>
                    <a:pt x="313" y="775"/>
                    <a:pt x="315" y="769"/>
                  </a:cubicBezTo>
                  <a:cubicBezTo>
                    <a:pt x="315" y="767"/>
                    <a:pt x="319" y="765"/>
                    <a:pt x="322" y="765"/>
                  </a:cubicBezTo>
                  <a:cubicBezTo>
                    <a:pt x="332" y="765"/>
                    <a:pt x="338" y="759"/>
                    <a:pt x="341" y="751"/>
                  </a:cubicBezTo>
                  <a:cubicBezTo>
                    <a:pt x="345" y="740"/>
                    <a:pt x="348" y="728"/>
                    <a:pt x="346" y="716"/>
                  </a:cubicBezTo>
                  <a:cubicBezTo>
                    <a:pt x="345" y="709"/>
                    <a:pt x="344" y="703"/>
                    <a:pt x="344" y="697"/>
                  </a:cubicBezTo>
                  <a:cubicBezTo>
                    <a:pt x="343" y="684"/>
                    <a:pt x="344" y="672"/>
                    <a:pt x="343" y="660"/>
                  </a:cubicBezTo>
                  <a:cubicBezTo>
                    <a:pt x="343" y="644"/>
                    <a:pt x="341" y="628"/>
                    <a:pt x="339" y="613"/>
                  </a:cubicBezTo>
                  <a:cubicBezTo>
                    <a:pt x="338" y="600"/>
                    <a:pt x="339" y="588"/>
                    <a:pt x="337" y="576"/>
                  </a:cubicBezTo>
                  <a:cubicBezTo>
                    <a:pt x="334" y="562"/>
                    <a:pt x="332" y="548"/>
                    <a:pt x="326" y="535"/>
                  </a:cubicBezTo>
                  <a:cubicBezTo>
                    <a:pt x="317" y="511"/>
                    <a:pt x="320" y="486"/>
                    <a:pt x="313" y="461"/>
                  </a:cubicBezTo>
                  <a:cubicBezTo>
                    <a:pt x="309" y="445"/>
                    <a:pt x="313" y="427"/>
                    <a:pt x="314" y="410"/>
                  </a:cubicBezTo>
                  <a:cubicBezTo>
                    <a:pt x="314" y="398"/>
                    <a:pt x="315" y="387"/>
                    <a:pt x="317" y="376"/>
                  </a:cubicBezTo>
                  <a:cubicBezTo>
                    <a:pt x="320" y="357"/>
                    <a:pt x="323" y="339"/>
                    <a:pt x="328" y="320"/>
                  </a:cubicBezTo>
                  <a:cubicBezTo>
                    <a:pt x="329" y="314"/>
                    <a:pt x="331" y="307"/>
                    <a:pt x="336" y="302"/>
                  </a:cubicBezTo>
                  <a:cubicBezTo>
                    <a:pt x="351" y="287"/>
                    <a:pt x="359" y="268"/>
                    <a:pt x="369" y="249"/>
                  </a:cubicBezTo>
                  <a:cubicBezTo>
                    <a:pt x="371" y="244"/>
                    <a:pt x="377" y="237"/>
                    <a:pt x="376" y="233"/>
                  </a:cubicBezTo>
                  <a:cubicBezTo>
                    <a:pt x="371" y="221"/>
                    <a:pt x="375" y="215"/>
                    <a:pt x="387" y="211"/>
                  </a:cubicBezTo>
                  <a:cubicBezTo>
                    <a:pt x="389" y="211"/>
                    <a:pt x="390" y="209"/>
                    <a:pt x="391" y="207"/>
                  </a:cubicBezTo>
                  <a:cubicBezTo>
                    <a:pt x="400" y="199"/>
                    <a:pt x="410" y="190"/>
                    <a:pt x="419" y="181"/>
                  </a:cubicBezTo>
                  <a:cubicBezTo>
                    <a:pt x="435" y="166"/>
                    <a:pt x="451" y="151"/>
                    <a:pt x="467" y="135"/>
                  </a:cubicBezTo>
                  <a:cubicBezTo>
                    <a:pt x="475" y="127"/>
                    <a:pt x="483" y="118"/>
                    <a:pt x="492" y="110"/>
                  </a:cubicBezTo>
                  <a:cubicBezTo>
                    <a:pt x="497" y="105"/>
                    <a:pt x="502" y="100"/>
                    <a:pt x="507" y="95"/>
                  </a:cubicBezTo>
                  <a:cubicBezTo>
                    <a:pt x="523" y="78"/>
                    <a:pt x="516" y="58"/>
                    <a:pt x="512" y="40"/>
                  </a:cubicBezTo>
                  <a:cubicBezTo>
                    <a:pt x="508" y="21"/>
                    <a:pt x="490" y="15"/>
                    <a:pt x="473" y="9"/>
                  </a:cubicBezTo>
                  <a:cubicBezTo>
                    <a:pt x="467" y="7"/>
                    <a:pt x="462" y="3"/>
                    <a:pt x="456" y="2"/>
                  </a:cubicBezTo>
                  <a:cubicBezTo>
                    <a:pt x="435" y="2"/>
                    <a:pt x="413" y="0"/>
                    <a:pt x="39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88" name="Freeform 278">
              <a:extLst>
                <a:ext uri="{FF2B5EF4-FFF2-40B4-BE49-F238E27FC236}">
                  <a16:creationId xmlns:a16="http://schemas.microsoft.com/office/drawing/2014/main" id="{4983A0A0-CB0F-C7FC-2685-FC4F3203AF5B}"/>
                </a:ext>
              </a:extLst>
            </p:cNvPr>
            <p:cNvSpPr>
              <a:spLocks/>
            </p:cNvSpPr>
            <p:nvPr/>
          </p:nvSpPr>
          <p:spPr bwMode="auto">
            <a:xfrm>
              <a:off x="2062349" y="1546094"/>
              <a:ext cx="306219" cy="148433"/>
            </a:xfrm>
            <a:custGeom>
              <a:avLst/>
              <a:gdLst>
                <a:gd name="T0" fmla="*/ 362 w 841"/>
                <a:gd name="T1" fmla="*/ 0 h 407"/>
                <a:gd name="T2" fmla="*/ 299 w 841"/>
                <a:gd name="T3" fmla="*/ 7 h 407"/>
                <a:gd name="T4" fmla="*/ 283 w 841"/>
                <a:gd name="T5" fmla="*/ 30 h 407"/>
                <a:gd name="T6" fmla="*/ 298 w 841"/>
                <a:gd name="T7" fmla="*/ 63 h 407"/>
                <a:gd name="T8" fmla="*/ 326 w 841"/>
                <a:gd name="T9" fmla="*/ 97 h 407"/>
                <a:gd name="T10" fmla="*/ 327 w 841"/>
                <a:gd name="T11" fmla="*/ 113 h 407"/>
                <a:gd name="T12" fmla="*/ 292 w 841"/>
                <a:gd name="T13" fmla="*/ 157 h 407"/>
                <a:gd name="T14" fmla="*/ 265 w 841"/>
                <a:gd name="T15" fmla="*/ 175 h 407"/>
                <a:gd name="T16" fmla="*/ 250 w 841"/>
                <a:gd name="T17" fmla="*/ 180 h 407"/>
                <a:gd name="T18" fmla="*/ 228 w 841"/>
                <a:gd name="T19" fmla="*/ 192 h 407"/>
                <a:gd name="T20" fmla="*/ 170 w 841"/>
                <a:gd name="T21" fmla="*/ 213 h 407"/>
                <a:gd name="T22" fmla="*/ 133 w 841"/>
                <a:gd name="T23" fmla="*/ 227 h 407"/>
                <a:gd name="T24" fmla="*/ 48 w 841"/>
                <a:gd name="T25" fmla="*/ 244 h 407"/>
                <a:gd name="T26" fmla="*/ 22 w 841"/>
                <a:gd name="T27" fmla="*/ 270 h 407"/>
                <a:gd name="T28" fmla="*/ 14 w 841"/>
                <a:gd name="T29" fmla="*/ 281 h 407"/>
                <a:gd name="T30" fmla="*/ 0 w 841"/>
                <a:gd name="T31" fmla="*/ 298 h 407"/>
                <a:gd name="T32" fmla="*/ 7 w 841"/>
                <a:gd name="T33" fmla="*/ 333 h 407"/>
                <a:gd name="T34" fmla="*/ 11 w 841"/>
                <a:gd name="T35" fmla="*/ 349 h 407"/>
                <a:gd name="T36" fmla="*/ 33 w 841"/>
                <a:gd name="T37" fmla="*/ 385 h 407"/>
                <a:gd name="T38" fmla="*/ 78 w 841"/>
                <a:gd name="T39" fmla="*/ 401 h 407"/>
                <a:gd name="T40" fmla="*/ 100 w 841"/>
                <a:gd name="T41" fmla="*/ 403 h 407"/>
                <a:gd name="T42" fmla="*/ 121 w 841"/>
                <a:gd name="T43" fmla="*/ 407 h 407"/>
                <a:gd name="T44" fmla="*/ 132 w 841"/>
                <a:gd name="T45" fmla="*/ 406 h 407"/>
                <a:gd name="T46" fmla="*/ 154 w 841"/>
                <a:gd name="T47" fmla="*/ 403 h 407"/>
                <a:gd name="T48" fmla="*/ 161 w 841"/>
                <a:gd name="T49" fmla="*/ 403 h 407"/>
                <a:gd name="T50" fmla="*/ 168 w 841"/>
                <a:gd name="T51" fmla="*/ 403 h 407"/>
                <a:gd name="T52" fmla="*/ 178 w 841"/>
                <a:gd name="T53" fmla="*/ 403 h 407"/>
                <a:gd name="T54" fmla="*/ 225 w 841"/>
                <a:gd name="T55" fmla="*/ 397 h 407"/>
                <a:gd name="T56" fmla="*/ 305 w 841"/>
                <a:gd name="T57" fmla="*/ 382 h 407"/>
                <a:gd name="T58" fmla="*/ 309 w 841"/>
                <a:gd name="T59" fmla="*/ 380 h 407"/>
                <a:gd name="T60" fmla="*/ 328 w 841"/>
                <a:gd name="T61" fmla="*/ 370 h 407"/>
                <a:gd name="T62" fmla="*/ 368 w 841"/>
                <a:gd name="T63" fmla="*/ 357 h 407"/>
                <a:gd name="T64" fmla="*/ 386 w 841"/>
                <a:gd name="T65" fmla="*/ 353 h 407"/>
                <a:gd name="T66" fmla="*/ 412 w 841"/>
                <a:gd name="T67" fmla="*/ 343 h 407"/>
                <a:gd name="T68" fmla="*/ 454 w 841"/>
                <a:gd name="T69" fmla="*/ 334 h 407"/>
                <a:gd name="T70" fmla="*/ 525 w 841"/>
                <a:gd name="T71" fmla="*/ 304 h 407"/>
                <a:gd name="T72" fmla="*/ 605 w 841"/>
                <a:gd name="T73" fmla="*/ 271 h 407"/>
                <a:gd name="T74" fmla="*/ 677 w 841"/>
                <a:gd name="T75" fmla="*/ 244 h 407"/>
                <a:gd name="T76" fmla="*/ 716 w 841"/>
                <a:gd name="T77" fmla="*/ 232 h 407"/>
                <a:gd name="T78" fmla="*/ 785 w 841"/>
                <a:gd name="T79" fmla="*/ 213 h 407"/>
                <a:gd name="T80" fmla="*/ 807 w 841"/>
                <a:gd name="T81" fmla="*/ 196 h 407"/>
                <a:gd name="T82" fmla="*/ 828 w 841"/>
                <a:gd name="T83" fmla="*/ 164 h 407"/>
                <a:gd name="T84" fmla="*/ 821 w 841"/>
                <a:gd name="T85" fmla="*/ 116 h 407"/>
                <a:gd name="T86" fmla="*/ 784 w 841"/>
                <a:gd name="T87" fmla="*/ 106 h 407"/>
                <a:gd name="T88" fmla="*/ 768 w 841"/>
                <a:gd name="T89" fmla="*/ 109 h 407"/>
                <a:gd name="T90" fmla="*/ 698 w 841"/>
                <a:gd name="T91" fmla="*/ 128 h 407"/>
                <a:gd name="T92" fmla="*/ 674 w 841"/>
                <a:gd name="T93" fmla="*/ 132 h 407"/>
                <a:gd name="T94" fmla="*/ 622 w 841"/>
                <a:gd name="T95" fmla="*/ 133 h 407"/>
                <a:gd name="T96" fmla="*/ 586 w 841"/>
                <a:gd name="T97" fmla="*/ 137 h 407"/>
                <a:gd name="T98" fmla="*/ 573 w 841"/>
                <a:gd name="T99" fmla="*/ 136 h 407"/>
                <a:gd name="T100" fmla="*/ 564 w 841"/>
                <a:gd name="T101" fmla="*/ 128 h 407"/>
                <a:gd name="T102" fmla="*/ 551 w 841"/>
                <a:gd name="T103" fmla="*/ 86 h 407"/>
                <a:gd name="T104" fmla="*/ 530 w 841"/>
                <a:gd name="T105" fmla="*/ 55 h 407"/>
                <a:gd name="T106" fmla="*/ 534 w 841"/>
                <a:gd name="T107" fmla="*/ 52 h 407"/>
                <a:gd name="T108" fmla="*/ 523 w 841"/>
                <a:gd name="T109" fmla="*/ 38 h 407"/>
                <a:gd name="T110" fmla="*/ 514 w 841"/>
                <a:gd name="T111" fmla="*/ 30 h 407"/>
                <a:gd name="T112" fmla="*/ 508 w 841"/>
                <a:gd name="T113" fmla="*/ 28 h 407"/>
                <a:gd name="T114" fmla="*/ 472 w 841"/>
                <a:gd name="T115" fmla="*/ 12 h 407"/>
                <a:gd name="T116" fmla="*/ 408 w 841"/>
                <a:gd name="T117" fmla="*/ 0 h 407"/>
                <a:gd name="T118" fmla="*/ 362 w 841"/>
                <a:gd name="T119"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41" h="407">
                  <a:moveTo>
                    <a:pt x="362" y="0"/>
                  </a:moveTo>
                  <a:cubicBezTo>
                    <a:pt x="341" y="0"/>
                    <a:pt x="320" y="1"/>
                    <a:pt x="299" y="7"/>
                  </a:cubicBezTo>
                  <a:cubicBezTo>
                    <a:pt x="287" y="11"/>
                    <a:pt x="280" y="19"/>
                    <a:pt x="283" y="30"/>
                  </a:cubicBezTo>
                  <a:cubicBezTo>
                    <a:pt x="286" y="41"/>
                    <a:pt x="292" y="52"/>
                    <a:pt x="298" y="63"/>
                  </a:cubicBezTo>
                  <a:cubicBezTo>
                    <a:pt x="305" y="76"/>
                    <a:pt x="321" y="82"/>
                    <a:pt x="326" y="97"/>
                  </a:cubicBezTo>
                  <a:cubicBezTo>
                    <a:pt x="327" y="102"/>
                    <a:pt x="329" y="109"/>
                    <a:pt x="327" y="113"/>
                  </a:cubicBezTo>
                  <a:cubicBezTo>
                    <a:pt x="319" y="130"/>
                    <a:pt x="308" y="146"/>
                    <a:pt x="292" y="157"/>
                  </a:cubicBezTo>
                  <a:cubicBezTo>
                    <a:pt x="283" y="163"/>
                    <a:pt x="274" y="169"/>
                    <a:pt x="265" y="175"/>
                  </a:cubicBezTo>
                  <a:cubicBezTo>
                    <a:pt x="260" y="178"/>
                    <a:pt x="254" y="178"/>
                    <a:pt x="250" y="180"/>
                  </a:cubicBezTo>
                  <a:cubicBezTo>
                    <a:pt x="242" y="184"/>
                    <a:pt x="236" y="189"/>
                    <a:pt x="228" y="192"/>
                  </a:cubicBezTo>
                  <a:cubicBezTo>
                    <a:pt x="209" y="199"/>
                    <a:pt x="190" y="205"/>
                    <a:pt x="170" y="213"/>
                  </a:cubicBezTo>
                  <a:cubicBezTo>
                    <a:pt x="158" y="217"/>
                    <a:pt x="146" y="224"/>
                    <a:pt x="133" y="227"/>
                  </a:cubicBezTo>
                  <a:cubicBezTo>
                    <a:pt x="105" y="233"/>
                    <a:pt x="77" y="238"/>
                    <a:pt x="48" y="244"/>
                  </a:cubicBezTo>
                  <a:cubicBezTo>
                    <a:pt x="35" y="246"/>
                    <a:pt x="23" y="257"/>
                    <a:pt x="22" y="270"/>
                  </a:cubicBezTo>
                  <a:cubicBezTo>
                    <a:pt x="21" y="276"/>
                    <a:pt x="18" y="278"/>
                    <a:pt x="14" y="281"/>
                  </a:cubicBezTo>
                  <a:cubicBezTo>
                    <a:pt x="8" y="286"/>
                    <a:pt x="0" y="292"/>
                    <a:pt x="0" y="298"/>
                  </a:cubicBezTo>
                  <a:cubicBezTo>
                    <a:pt x="0" y="310"/>
                    <a:pt x="4" y="321"/>
                    <a:pt x="7" y="333"/>
                  </a:cubicBezTo>
                  <a:cubicBezTo>
                    <a:pt x="8" y="338"/>
                    <a:pt x="9" y="344"/>
                    <a:pt x="11" y="349"/>
                  </a:cubicBezTo>
                  <a:cubicBezTo>
                    <a:pt x="16" y="363"/>
                    <a:pt x="20" y="378"/>
                    <a:pt x="33" y="385"/>
                  </a:cubicBezTo>
                  <a:cubicBezTo>
                    <a:pt x="46" y="393"/>
                    <a:pt x="62" y="396"/>
                    <a:pt x="78" y="401"/>
                  </a:cubicBezTo>
                  <a:cubicBezTo>
                    <a:pt x="85" y="403"/>
                    <a:pt x="93" y="401"/>
                    <a:pt x="100" y="403"/>
                  </a:cubicBezTo>
                  <a:cubicBezTo>
                    <a:pt x="107" y="406"/>
                    <a:pt x="114" y="407"/>
                    <a:pt x="121" y="407"/>
                  </a:cubicBezTo>
                  <a:cubicBezTo>
                    <a:pt x="125" y="407"/>
                    <a:pt x="128" y="407"/>
                    <a:pt x="132" y="406"/>
                  </a:cubicBezTo>
                  <a:cubicBezTo>
                    <a:pt x="140" y="404"/>
                    <a:pt x="147" y="403"/>
                    <a:pt x="154" y="403"/>
                  </a:cubicBezTo>
                  <a:cubicBezTo>
                    <a:pt x="157" y="403"/>
                    <a:pt x="159" y="403"/>
                    <a:pt x="161" y="403"/>
                  </a:cubicBezTo>
                  <a:cubicBezTo>
                    <a:pt x="164" y="403"/>
                    <a:pt x="166" y="403"/>
                    <a:pt x="168" y="403"/>
                  </a:cubicBezTo>
                  <a:cubicBezTo>
                    <a:pt x="171" y="403"/>
                    <a:pt x="174" y="403"/>
                    <a:pt x="178" y="403"/>
                  </a:cubicBezTo>
                  <a:cubicBezTo>
                    <a:pt x="193" y="402"/>
                    <a:pt x="209" y="400"/>
                    <a:pt x="225" y="397"/>
                  </a:cubicBezTo>
                  <a:cubicBezTo>
                    <a:pt x="252" y="392"/>
                    <a:pt x="278" y="387"/>
                    <a:pt x="305" y="382"/>
                  </a:cubicBezTo>
                  <a:cubicBezTo>
                    <a:pt x="307" y="382"/>
                    <a:pt x="308" y="380"/>
                    <a:pt x="309" y="380"/>
                  </a:cubicBezTo>
                  <a:cubicBezTo>
                    <a:pt x="316" y="376"/>
                    <a:pt x="322" y="373"/>
                    <a:pt x="328" y="370"/>
                  </a:cubicBezTo>
                  <a:cubicBezTo>
                    <a:pt x="341" y="366"/>
                    <a:pt x="355" y="362"/>
                    <a:pt x="368" y="357"/>
                  </a:cubicBezTo>
                  <a:cubicBezTo>
                    <a:pt x="374" y="356"/>
                    <a:pt x="380" y="355"/>
                    <a:pt x="386" y="353"/>
                  </a:cubicBezTo>
                  <a:cubicBezTo>
                    <a:pt x="395" y="350"/>
                    <a:pt x="403" y="346"/>
                    <a:pt x="412" y="343"/>
                  </a:cubicBezTo>
                  <a:cubicBezTo>
                    <a:pt x="426" y="340"/>
                    <a:pt x="441" y="339"/>
                    <a:pt x="454" y="334"/>
                  </a:cubicBezTo>
                  <a:cubicBezTo>
                    <a:pt x="478" y="325"/>
                    <a:pt x="501" y="314"/>
                    <a:pt x="525" y="304"/>
                  </a:cubicBezTo>
                  <a:cubicBezTo>
                    <a:pt x="552" y="292"/>
                    <a:pt x="579" y="281"/>
                    <a:pt x="605" y="271"/>
                  </a:cubicBezTo>
                  <a:cubicBezTo>
                    <a:pt x="629" y="261"/>
                    <a:pt x="653" y="252"/>
                    <a:pt x="677" y="244"/>
                  </a:cubicBezTo>
                  <a:cubicBezTo>
                    <a:pt x="690" y="239"/>
                    <a:pt x="703" y="236"/>
                    <a:pt x="716" y="232"/>
                  </a:cubicBezTo>
                  <a:cubicBezTo>
                    <a:pt x="739" y="225"/>
                    <a:pt x="762" y="218"/>
                    <a:pt x="785" y="213"/>
                  </a:cubicBezTo>
                  <a:cubicBezTo>
                    <a:pt x="796" y="210"/>
                    <a:pt x="801" y="204"/>
                    <a:pt x="807" y="196"/>
                  </a:cubicBezTo>
                  <a:cubicBezTo>
                    <a:pt x="814" y="185"/>
                    <a:pt x="820" y="173"/>
                    <a:pt x="828" y="164"/>
                  </a:cubicBezTo>
                  <a:cubicBezTo>
                    <a:pt x="841" y="149"/>
                    <a:pt x="838" y="124"/>
                    <a:pt x="821" y="116"/>
                  </a:cubicBezTo>
                  <a:cubicBezTo>
                    <a:pt x="809" y="111"/>
                    <a:pt x="797" y="106"/>
                    <a:pt x="784" y="106"/>
                  </a:cubicBezTo>
                  <a:cubicBezTo>
                    <a:pt x="779" y="106"/>
                    <a:pt x="774" y="107"/>
                    <a:pt x="768" y="109"/>
                  </a:cubicBezTo>
                  <a:cubicBezTo>
                    <a:pt x="745" y="116"/>
                    <a:pt x="721" y="122"/>
                    <a:pt x="698" y="128"/>
                  </a:cubicBezTo>
                  <a:cubicBezTo>
                    <a:pt x="690" y="130"/>
                    <a:pt x="682" y="131"/>
                    <a:pt x="674" y="132"/>
                  </a:cubicBezTo>
                  <a:cubicBezTo>
                    <a:pt x="657" y="132"/>
                    <a:pt x="639" y="131"/>
                    <a:pt x="622" y="133"/>
                  </a:cubicBezTo>
                  <a:cubicBezTo>
                    <a:pt x="610" y="135"/>
                    <a:pt x="598" y="137"/>
                    <a:pt x="586" y="137"/>
                  </a:cubicBezTo>
                  <a:cubicBezTo>
                    <a:pt x="582" y="137"/>
                    <a:pt x="578" y="137"/>
                    <a:pt x="573" y="136"/>
                  </a:cubicBezTo>
                  <a:cubicBezTo>
                    <a:pt x="568" y="135"/>
                    <a:pt x="566" y="135"/>
                    <a:pt x="564" y="128"/>
                  </a:cubicBezTo>
                  <a:cubicBezTo>
                    <a:pt x="561" y="114"/>
                    <a:pt x="557" y="100"/>
                    <a:pt x="551" y="86"/>
                  </a:cubicBezTo>
                  <a:cubicBezTo>
                    <a:pt x="545" y="75"/>
                    <a:pt x="537" y="66"/>
                    <a:pt x="530" y="55"/>
                  </a:cubicBezTo>
                  <a:cubicBezTo>
                    <a:pt x="531" y="54"/>
                    <a:pt x="533" y="53"/>
                    <a:pt x="534" y="52"/>
                  </a:cubicBezTo>
                  <a:cubicBezTo>
                    <a:pt x="529" y="49"/>
                    <a:pt x="522" y="48"/>
                    <a:pt x="523" y="38"/>
                  </a:cubicBezTo>
                  <a:cubicBezTo>
                    <a:pt x="524" y="36"/>
                    <a:pt x="518" y="33"/>
                    <a:pt x="514" y="30"/>
                  </a:cubicBezTo>
                  <a:cubicBezTo>
                    <a:pt x="512" y="29"/>
                    <a:pt x="510" y="29"/>
                    <a:pt x="508" y="28"/>
                  </a:cubicBezTo>
                  <a:cubicBezTo>
                    <a:pt x="496" y="23"/>
                    <a:pt x="484" y="15"/>
                    <a:pt x="472" y="12"/>
                  </a:cubicBezTo>
                  <a:cubicBezTo>
                    <a:pt x="451" y="7"/>
                    <a:pt x="430" y="1"/>
                    <a:pt x="408" y="0"/>
                  </a:cubicBezTo>
                  <a:cubicBezTo>
                    <a:pt x="393" y="0"/>
                    <a:pt x="377" y="0"/>
                    <a:pt x="36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9" name="Freeform 279">
              <a:extLst>
                <a:ext uri="{FF2B5EF4-FFF2-40B4-BE49-F238E27FC236}">
                  <a16:creationId xmlns:a16="http://schemas.microsoft.com/office/drawing/2014/main" id="{393CDC6E-0967-919F-6158-3B8BB4D3AC24}"/>
                </a:ext>
              </a:extLst>
            </p:cNvPr>
            <p:cNvSpPr>
              <a:spLocks/>
            </p:cNvSpPr>
            <p:nvPr/>
          </p:nvSpPr>
          <p:spPr bwMode="auto">
            <a:xfrm>
              <a:off x="2259580" y="1824254"/>
              <a:ext cx="101260" cy="94346"/>
            </a:xfrm>
            <a:custGeom>
              <a:avLst/>
              <a:gdLst>
                <a:gd name="T0" fmla="*/ 65 w 278"/>
                <a:gd name="T1" fmla="*/ 0 h 258"/>
                <a:gd name="T2" fmla="*/ 32 w 278"/>
                <a:gd name="T3" fmla="*/ 4 h 258"/>
                <a:gd name="T4" fmla="*/ 1 w 278"/>
                <a:gd name="T5" fmla="*/ 32 h 258"/>
                <a:gd name="T6" fmla="*/ 1 w 278"/>
                <a:gd name="T7" fmla="*/ 38 h 258"/>
                <a:gd name="T8" fmla="*/ 6 w 278"/>
                <a:gd name="T9" fmla="*/ 50 h 258"/>
                <a:gd name="T10" fmla="*/ 30 w 278"/>
                <a:gd name="T11" fmla="*/ 89 h 258"/>
                <a:gd name="T12" fmla="*/ 37 w 278"/>
                <a:gd name="T13" fmla="*/ 102 h 258"/>
                <a:gd name="T14" fmla="*/ 51 w 278"/>
                <a:gd name="T15" fmla="*/ 130 h 258"/>
                <a:gd name="T16" fmla="*/ 72 w 278"/>
                <a:gd name="T17" fmla="*/ 158 h 258"/>
                <a:gd name="T18" fmla="*/ 88 w 278"/>
                <a:gd name="T19" fmla="*/ 184 h 258"/>
                <a:gd name="T20" fmla="*/ 105 w 278"/>
                <a:gd name="T21" fmla="*/ 206 h 258"/>
                <a:gd name="T22" fmla="*/ 105 w 278"/>
                <a:gd name="T23" fmla="*/ 207 h 258"/>
                <a:gd name="T24" fmla="*/ 150 w 278"/>
                <a:gd name="T25" fmla="*/ 249 h 258"/>
                <a:gd name="T26" fmla="*/ 175 w 278"/>
                <a:gd name="T27" fmla="*/ 258 h 258"/>
                <a:gd name="T28" fmla="*/ 177 w 278"/>
                <a:gd name="T29" fmla="*/ 258 h 258"/>
                <a:gd name="T30" fmla="*/ 209 w 278"/>
                <a:gd name="T31" fmla="*/ 247 h 258"/>
                <a:gd name="T32" fmla="*/ 261 w 278"/>
                <a:gd name="T33" fmla="*/ 197 h 258"/>
                <a:gd name="T34" fmla="*/ 266 w 278"/>
                <a:gd name="T35" fmla="*/ 182 h 258"/>
                <a:gd name="T36" fmla="*/ 278 w 278"/>
                <a:gd name="T37" fmla="*/ 143 h 258"/>
                <a:gd name="T38" fmla="*/ 260 w 278"/>
                <a:gd name="T39" fmla="*/ 87 h 258"/>
                <a:gd name="T40" fmla="*/ 206 w 278"/>
                <a:gd name="T41" fmla="*/ 27 h 258"/>
                <a:gd name="T42" fmla="*/ 198 w 278"/>
                <a:gd name="T43" fmla="*/ 23 h 258"/>
                <a:gd name="T44" fmla="*/ 157 w 278"/>
                <a:gd name="T45" fmla="*/ 13 h 258"/>
                <a:gd name="T46" fmla="*/ 111 w 278"/>
                <a:gd name="T47" fmla="*/ 2 h 258"/>
                <a:gd name="T48" fmla="*/ 65 w 278"/>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8" h="258">
                  <a:moveTo>
                    <a:pt x="65" y="0"/>
                  </a:moveTo>
                  <a:cubicBezTo>
                    <a:pt x="54" y="0"/>
                    <a:pt x="43" y="1"/>
                    <a:pt x="32" y="4"/>
                  </a:cubicBezTo>
                  <a:cubicBezTo>
                    <a:pt x="16" y="7"/>
                    <a:pt x="8" y="19"/>
                    <a:pt x="1" y="32"/>
                  </a:cubicBezTo>
                  <a:cubicBezTo>
                    <a:pt x="0" y="33"/>
                    <a:pt x="1" y="36"/>
                    <a:pt x="1" y="38"/>
                  </a:cubicBezTo>
                  <a:cubicBezTo>
                    <a:pt x="3" y="42"/>
                    <a:pt x="4" y="46"/>
                    <a:pt x="6" y="50"/>
                  </a:cubicBezTo>
                  <a:cubicBezTo>
                    <a:pt x="11" y="65"/>
                    <a:pt x="17" y="79"/>
                    <a:pt x="30" y="89"/>
                  </a:cubicBezTo>
                  <a:cubicBezTo>
                    <a:pt x="33" y="92"/>
                    <a:pt x="35" y="97"/>
                    <a:pt x="37" y="102"/>
                  </a:cubicBezTo>
                  <a:cubicBezTo>
                    <a:pt x="41" y="111"/>
                    <a:pt x="45" y="121"/>
                    <a:pt x="51" y="130"/>
                  </a:cubicBezTo>
                  <a:cubicBezTo>
                    <a:pt x="57" y="140"/>
                    <a:pt x="65" y="148"/>
                    <a:pt x="72" y="158"/>
                  </a:cubicBezTo>
                  <a:cubicBezTo>
                    <a:pt x="77" y="166"/>
                    <a:pt x="82" y="176"/>
                    <a:pt x="88" y="184"/>
                  </a:cubicBezTo>
                  <a:cubicBezTo>
                    <a:pt x="93" y="192"/>
                    <a:pt x="92" y="205"/>
                    <a:pt x="105" y="206"/>
                  </a:cubicBezTo>
                  <a:cubicBezTo>
                    <a:pt x="105" y="207"/>
                    <a:pt x="105" y="207"/>
                    <a:pt x="105" y="207"/>
                  </a:cubicBezTo>
                  <a:cubicBezTo>
                    <a:pt x="120" y="221"/>
                    <a:pt x="134" y="237"/>
                    <a:pt x="150" y="249"/>
                  </a:cubicBezTo>
                  <a:cubicBezTo>
                    <a:pt x="156" y="254"/>
                    <a:pt x="167" y="258"/>
                    <a:pt x="175" y="258"/>
                  </a:cubicBezTo>
                  <a:cubicBezTo>
                    <a:pt x="176" y="258"/>
                    <a:pt x="177" y="258"/>
                    <a:pt x="177" y="258"/>
                  </a:cubicBezTo>
                  <a:cubicBezTo>
                    <a:pt x="188" y="257"/>
                    <a:pt x="199" y="252"/>
                    <a:pt x="209" y="247"/>
                  </a:cubicBezTo>
                  <a:cubicBezTo>
                    <a:pt x="231" y="236"/>
                    <a:pt x="250" y="220"/>
                    <a:pt x="261" y="197"/>
                  </a:cubicBezTo>
                  <a:cubicBezTo>
                    <a:pt x="264" y="192"/>
                    <a:pt x="265" y="187"/>
                    <a:pt x="266" y="182"/>
                  </a:cubicBezTo>
                  <a:cubicBezTo>
                    <a:pt x="271" y="167"/>
                    <a:pt x="275" y="152"/>
                    <a:pt x="278" y="143"/>
                  </a:cubicBezTo>
                  <a:cubicBezTo>
                    <a:pt x="277" y="118"/>
                    <a:pt x="268" y="103"/>
                    <a:pt x="260" y="87"/>
                  </a:cubicBezTo>
                  <a:cubicBezTo>
                    <a:pt x="247" y="63"/>
                    <a:pt x="227" y="45"/>
                    <a:pt x="206" y="27"/>
                  </a:cubicBezTo>
                  <a:cubicBezTo>
                    <a:pt x="204" y="25"/>
                    <a:pt x="201" y="23"/>
                    <a:pt x="198" y="23"/>
                  </a:cubicBezTo>
                  <a:cubicBezTo>
                    <a:pt x="184" y="19"/>
                    <a:pt x="171" y="17"/>
                    <a:pt x="157" y="13"/>
                  </a:cubicBezTo>
                  <a:cubicBezTo>
                    <a:pt x="142" y="10"/>
                    <a:pt x="127" y="3"/>
                    <a:pt x="111" y="2"/>
                  </a:cubicBezTo>
                  <a:cubicBezTo>
                    <a:pt x="96" y="2"/>
                    <a:pt x="81" y="0"/>
                    <a:pt x="6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0" name="Freeform 280">
              <a:extLst>
                <a:ext uri="{FF2B5EF4-FFF2-40B4-BE49-F238E27FC236}">
                  <a16:creationId xmlns:a16="http://schemas.microsoft.com/office/drawing/2014/main" id="{7A4E48F7-69A9-DB1C-05F9-B1CABA96214A}"/>
                </a:ext>
              </a:extLst>
            </p:cNvPr>
            <p:cNvSpPr>
              <a:spLocks/>
            </p:cNvSpPr>
            <p:nvPr/>
          </p:nvSpPr>
          <p:spPr bwMode="auto">
            <a:xfrm>
              <a:off x="2072922" y="1886473"/>
              <a:ext cx="75640" cy="54900"/>
            </a:xfrm>
            <a:custGeom>
              <a:avLst/>
              <a:gdLst>
                <a:gd name="T0" fmla="*/ 40 w 207"/>
                <a:gd name="T1" fmla="*/ 0 h 151"/>
                <a:gd name="T2" fmla="*/ 29 w 207"/>
                <a:gd name="T3" fmla="*/ 10 h 151"/>
                <a:gd name="T4" fmla="*/ 3 w 207"/>
                <a:gd name="T5" fmla="*/ 47 h 151"/>
                <a:gd name="T6" fmla="*/ 0 w 207"/>
                <a:gd name="T7" fmla="*/ 56 h 151"/>
                <a:gd name="T8" fmla="*/ 0 w 207"/>
                <a:gd name="T9" fmla="*/ 97 h 151"/>
                <a:gd name="T10" fmla="*/ 20 w 207"/>
                <a:gd name="T11" fmla="*/ 135 h 151"/>
                <a:gd name="T12" fmla="*/ 42 w 207"/>
                <a:gd name="T13" fmla="*/ 147 h 151"/>
                <a:gd name="T14" fmla="*/ 56 w 207"/>
                <a:gd name="T15" fmla="*/ 151 h 151"/>
                <a:gd name="T16" fmla="*/ 65 w 207"/>
                <a:gd name="T17" fmla="*/ 149 h 151"/>
                <a:gd name="T18" fmla="*/ 113 w 207"/>
                <a:gd name="T19" fmla="*/ 124 h 151"/>
                <a:gd name="T20" fmla="*/ 125 w 207"/>
                <a:gd name="T21" fmla="*/ 113 h 151"/>
                <a:gd name="T22" fmla="*/ 165 w 207"/>
                <a:gd name="T23" fmla="*/ 59 h 151"/>
                <a:gd name="T24" fmla="*/ 184 w 207"/>
                <a:gd name="T25" fmla="*/ 44 h 151"/>
                <a:gd name="T26" fmla="*/ 204 w 207"/>
                <a:gd name="T27" fmla="*/ 20 h 151"/>
                <a:gd name="T28" fmla="*/ 195 w 207"/>
                <a:gd name="T29" fmla="*/ 6 h 151"/>
                <a:gd name="T30" fmla="*/ 192 w 207"/>
                <a:gd name="T31" fmla="*/ 6 h 151"/>
                <a:gd name="T32" fmla="*/ 122 w 207"/>
                <a:gd name="T33" fmla="*/ 17 h 151"/>
                <a:gd name="T34" fmla="*/ 101 w 207"/>
                <a:gd name="T35" fmla="*/ 19 h 151"/>
                <a:gd name="T36" fmla="*/ 82 w 207"/>
                <a:gd name="T37" fmla="*/ 14 h 151"/>
                <a:gd name="T38" fmla="*/ 51 w 207"/>
                <a:gd name="T39" fmla="*/ 2 h 151"/>
                <a:gd name="T40" fmla="*/ 42 w 207"/>
                <a:gd name="T41" fmla="*/ 3 h 151"/>
                <a:gd name="T42" fmla="*/ 40 w 207"/>
                <a:gd name="T43"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 h="151">
                  <a:moveTo>
                    <a:pt x="40" y="0"/>
                  </a:moveTo>
                  <a:cubicBezTo>
                    <a:pt x="36" y="3"/>
                    <a:pt x="32" y="6"/>
                    <a:pt x="29" y="10"/>
                  </a:cubicBezTo>
                  <a:cubicBezTo>
                    <a:pt x="20" y="22"/>
                    <a:pt x="12" y="35"/>
                    <a:pt x="3" y="47"/>
                  </a:cubicBezTo>
                  <a:cubicBezTo>
                    <a:pt x="1" y="50"/>
                    <a:pt x="0" y="53"/>
                    <a:pt x="0" y="56"/>
                  </a:cubicBezTo>
                  <a:cubicBezTo>
                    <a:pt x="0" y="69"/>
                    <a:pt x="0" y="83"/>
                    <a:pt x="0" y="97"/>
                  </a:cubicBezTo>
                  <a:cubicBezTo>
                    <a:pt x="0" y="113"/>
                    <a:pt x="5" y="126"/>
                    <a:pt x="20" y="135"/>
                  </a:cubicBezTo>
                  <a:cubicBezTo>
                    <a:pt x="27" y="139"/>
                    <a:pt x="35" y="142"/>
                    <a:pt x="42" y="147"/>
                  </a:cubicBezTo>
                  <a:cubicBezTo>
                    <a:pt x="47" y="150"/>
                    <a:pt x="51" y="151"/>
                    <a:pt x="56" y="151"/>
                  </a:cubicBezTo>
                  <a:cubicBezTo>
                    <a:pt x="59" y="151"/>
                    <a:pt x="62" y="150"/>
                    <a:pt x="65" y="149"/>
                  </a:cubicBezTo>
                  <a:cubicBezTo>
                    <a:pt x="81" y="141"/>
                    <a:pt x="97" y="132"/>
                    <a:pt x="113" y="124"/>
                  </a:cubicBezTo>
                  <a:cubicBezTo>
                    <a:pt x="117" y="121"/>
                    <a:pt x="123" y="117"/>
                    <a:pt x="125" y="113"/>
                  </a:cubicBezTo>
                  <a:cubicBezTo>
                    <a:pt x="136" y="93"/>
                    <a:pt x="148" y="74"/>
                    <a:pt x="165" y="59"/>
                  </a:cubicBezTo>
                  <a:cubicBezTo>
                    <a:pt x="171" y="54"/>
                    <a:pt x="177" y="46"/>
                    <a:pt x="184" y="44"/>
                  </a:cubicBezTo>
                  <a:cubicBezTo>
                    <a:pt x="196" y="40"/>
                    <a:pt x="201" y="31"/>
                    <a:pt x="204" y="20"/>
                  </a:cubicBezTo>
                  <a:cubicBezTo>
                    <a:pt x="207" y="12"/>
                    <a:pt x="203" y="6"/>
                    <a:pt x="195" y="6"/>
                  </a:cubicBezTo>
                  <a:cubicBezTo>
                    <a:pt x="194" y="6"/>
                    <a:pt x="193" y="6"/>
                    <a:pt x="192" y="6"/>
                  </a:cubicBezTo>
                  <a:cubicBezTo>
                    <a:pt x="169" y="9"/>
                    <a:pt x="145" y="14"/>
                    <a:pt x="122" y="17"/>
                  </a:cubicBezTo>
                  <a:cubicBezTo>
                    <a:pt x="115" y="18"/>
                    <a:pt x="108" y="19"/>
                    <a:pt x="101" y="19"/>
                  </a:cubicBezTo>
                  <a:cubicBezTo>
                    <a:pt x="95" y="19"/>
                    <a:pt x="88" y="18"/>
                    <a:pt x="82" y="14"/>
                  </a:cubicBezTo>
                  <a:cubicBezTo>
                    <a:pt x="72" y="7"/>
                    <a:pt x="63" y="2"/>
                    <a:pt x="51" y="2"/>
                  </a:cubicBezTo>
                  <a:cubicBezTo>
                    <a:pt x="48" y="2"/>
                    <a:pt x="45" y="2"/>
                    <a:pt x="42" y="3"/>
                  </a:cubicBezTo>
                  <a:cubicBezTo>
                    <a:pt x="41" y="2"/>
                    <a:pt x="41" y="1"/>
                    <a:pt x="4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1" name="Freeform 281">
              <a:extLst>
                <a:ext uri="{FF2B5EF4-FFF2-40B4-BE49-F238E27FC236}">
                  <a16:creationId xmlns:a16="http://schemas.microsoft.com/office/drawing/2014/main" id="{641974CF-97ED-D36E-D787-9E0F6D59DF56}"/>
                </a:ext>
              </a:extLst>
            </p:cNvPr>
            <p:cNvSpPr>
              <a:spLocks/>
            </p:cNvSpPr>
            <p:nvPr/>
          </p:nvSpPr>
          <p:spPr bwMode="auto">
            <a:xfrm>
              <a:off x="1626811" y="2122744"/>
              <a:ext cx="90280" cy="89467"/>
            </a:xfrm>
            <a:custGeom>
              <a:avLst/>
              <a:gdLst>
                <a:gd name="T0" fmla="*/ 248 w 248"/>
                <a:gd name="T1" fmla="*/ 0 h 245"/>
                <a:gd name="T2" fmla="*/ 171 w 248"/>
                <a:gd name="T3" fmla="*/ 0 h 245"/>
                <a:gd name="T4" fmla="*/ 171 w 248"/>
                <a:gd name="T5" fmla="*/ 9 h 245"/>
                <a:gd name="T6" fmla="*/ 185 w 248"/>
                <a:gd name="T7" fmla="*/ 13 h 245"/>
                <a:gd name="T8" fmla="*/ 191 w 248"/>
                <a:gd name="T9" fmla="*/ 18 h 245"/>
                <a:gd name="T10" fmla="*/ 194 w 248"/>
                <a:gd name="T11" fmla="*/ 27 h 245"/>
                <a:gd name="T12" fmla="*/ 195 w 248"/>
                <a:gd name="T13" fmla="*/ 45 h 245"/>
                <a:gd name="T14" fmla="*/ 195 w 248"/>
                <a:gd name="T15" fmla="*/ 82 h 245"/>
                <a:gd name="T16" fmla="*/ 196 w 248"/>
                <a:gd name="T17" fmla="*/ 141 h 245"/>
                <a:gd name="T18" fmla="*/ 198 w 248"/>
                <a:gd name="T19" fmla="*/ 184 h 245"/>
                <a:gd name="T20" fmla="*/ 195 w 248"/>
                <a:gd name="T21" fmla="*/ 184 h 245"/>
                <a:gd name="T22" fmla="*/ 184 w 248"/>
                <a:gd name="T23" fmla="*/ 166 h 245"/>
                <a:gd name="T24" fmla="*/ 171 w 248"/>
                <a:gd name="T25" fmla="*/ 147 h 245"/>
                <a:gd name="T26" fmla="*/ 67 w 248"/>
                <a:gd name="T27" fmla="*/ 0 h 245"/>
                <a:gd name="T28" fmla="*/ 0 w 248"/>
                <a:gd name="T29" fmla="*/ 0 h 245"/>
                <a:gd name="T30" fmla="*/ 0 w 248"/>
                <a:gd name="T31" fmla="*/ 9 h 245"/>
                <a:gd name="T32" fmla="*/ 14 w 248"/>
                <a:gd name="T33" fmla="*/ 13 h 245"/>
                <a:gd name="T34" fmla="*/ 21 w 248"/>
                <a:gd name="T35" fmla="*/ 18 h 245"/>
                <a:gd name="T36" fmla="*/ 24 w 248"/>
                <a:gd name="T37" fmla="*/ 27 h 245"/>
                <a:gd name="T38" fmla="*/ 25 w 248"/>
                <a:gd name="T39" fmla="*/ 45 h 245"/>
                <a:gd name="T40" fmla="*/ 25 w 248"/>
                <a:gd name="T41" fmla="*/ 199 h 245"/>
                <a:gd name="T42" fmla="*/ 24 w 248"/>
                <a:gd name="T43" fmla="*/ 219 h 245"/>
                <a:gd name="T44" fmla="*/ 18 w 248"/>
                <a:gd name="T45" fmla="*/ 229 h 245"/>
                <a:gd name="T46" fmla="*/ 0 w 248"/>
                <a:gd name="T47" fmla="*/ 235 h 245"/>
                <a:gd name="T48" fmla="*/ 0 w 248"/>
                <a:gd name="T49" fmla="*/ 244 h 245"/>
                <a:gd name="T50" fmla="*/ 78 w 248"/>
                <a:gd name="T51" fmla="*/ 244 h 245"/>
                <a:gd name="T52" fmla="*/ 78 w 248"/>
                <a:gd name="T53" fmla="*/ 235 h 245"/>
                <a:gd name="T54" fmla="*/ 64 w 248"/>
                <a:gd name="T55" fmla="*/ 231 h 245"/>
                <a:gd name="T56" fmla="*/ 57 w 248"/>
                <a:gd name="T57" fmla="*/ 226 h 245"/>
                <a:gd name="T58" fmla="*/ 54 w 248"/>
                <a:gd name="T59" fmla="*/ 217 h 245"/>
                <a:gd name="T60" fmla="*/ 53 w 248"/>
                <a:gd name="T61" fmla="*/ 199 h 245"/>
                <a:gd name="T62" fmla="*/ 53 w 248"/>
                <a:gd name="T63" fmla="*/ 163 h 245"/>
                <a:gd name="T64" fmla="*/ 52 w 248"/>
                <a:gd name="T65" fmla="*/ 91 h 245"/>
                <a:gd name="T66" fmla="*/ 50 w 248"/>
                <a:gd name="T67" fmla="*/ 41 h 245"/>
                <a:gd name="T68" fmla="*/ 54 w 248"/>
                <a:gd name="T69" fmla="*/ 41 h 245"/>
                <a:gd name="T70" fmla="*/ 62 w 248"/>
                <a:gd name="T71" fmla="*/ 56 h 245"/>
                <a:gd name="T72" fmla="*/ 78 w 248"/>
                <a:gd name="T73" fmla="*/ 78 h 245"/>
                <a:gd name="T74" fmla="*/ 196 w 248"/>
                <a:gd name="T75" fmla="*/ 245 h 245"/>
                <a:gd name="T76" fmla="*/ 222 w 248"/>
                <a:gd name="T77" fmla="*/ 245 h 245"/>
                <a:gd name="T78" fmla="*/ 222 w 248"/>
                <a:gd name="T79" fmla="*/ 45 h 245"/>
                <a:gd name="T80" fmla="*/ 224 w 248"/>
                <a:gd name="T81" fmla="*/ 26 h 245"/>
                <a:gd name="T82" fmla="*/ 228 w 248"/>
                <a:gd name="T83" fmla="*/ 18 h 245"/>
                <a:gd name="T84" fmla="*/ 234 w 248"/>
                <a:gd name="T85" fmla="*/ 13 h 245"/>
                <a:gd name="T86" fmla="*/ 248 w 248"/>
                <a:gd name="T87" fmla="*/ 9 h 245"/>
                <a:gd name="T88" fmla="*/ 248 w 248"/>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8" h="245">
                  <a:moveTo>
                    <a:pt x="248" y="0"/>
                  </a:moveTo>
                  <a:cubicBezTo>
                    <a:pt x="171" y="0"/>
                    <a:pt x="171" y="0"/>
                    <a:pt x="171" y="0"/>
                  </a:cubicBezTo>
                  <a:cubicBezTo>
                    <a:pt x="171" y="9"/>
                    <a:pt x="171" y="9"/>
                    <a:pt x="171" y="9"/>
                  </a:cubicBezTo>
                  <a:cubicBezTo>
                    <a:pt x="178" y="10"/>
                    <a:pt x="182" y="12"/>
                    <a:pt x="185" y="13"/>
                  </a:cubicBezTo>
                  <a:cubicBezTo>
                    <a:pt x="187" y="14"/>
                    <a:pt x="189" y="16"/>
                    <a:pt x="191" y="18"/>
                  </a:cubicBezTo>
                  <a:cubicBezTo>
                    <a:pt x="192" y="20"/>
                    <a:pt x="193" y="23"/>
                    <a:pt x="194" y="27"/>
                  </a:cubicBezTo>
                  <a:cubicBezTo>
                    <a:pt x="194" y="31"/>
                    <a:pt x="195" y="37"/>
                    <a:pt x="195" y="45"/>
                  </a:cubicBezTo>
                  <a:cubicBezTo>
                    <a:pt x="195" y="82"/>
                    <a:pt x="195" y="82"/>
                    <a:pt x="195" y="82"/>
                  </a:cubicBezTo>
                  <a:cubicBezTo>
                    <a:pt x="195" y="100"/>
                    <a:pt x="195" y="119"/>
                    <a:pt x="196" y="141"/>
                  </a:cubicBezTo>
                  <a:cubicBezTo>
                    <a:pt x="196" y="163"/>
                    <a:pt x="197" y="177"/>
                    <a:pt x="198" y="184"/>
                  </a:cubicBezTo>
                  <a:cubicBezTo>
                    <a:pt x="195" y="184"/>
                    <a:pt x="195" y="184"/>
                    <a:pt x="195" y="184"/>
                  </a:cubicBezTo>
                  <a:cubicBezTo>
                    <a:pt x="191" y="178"/>
                    <a:pt x="187" y="171"/>
                    <a:pt x="184" y="166"/>
                  </a:cubicBezTo>
                  <a:cubicBezTo>
                    <a:pt x="181" y="161"/>
                    <a:pt x="176" y="155"/>
                    <a:pt x="171" y="147"/>
                  </a:cubicBezTo>
                  <a:cubicBezTo>
                    <a:pt x="67" y="0"/>
                    <a:pt x="67" y="0"/>
                    <a:pt x="67"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8" y="244"/>
                    <a:pt x="78" y="244"/>
                    <a:pt x="78" y="244"/>
                  </a:cubicBezTo>
                  <a:cubicBezTo>
                    <a:pt x="78" y="235"/>
                    <a:pt x="78" y="235"/>
                    <a:pt x="78" y="235"/>
                  </a:cubicBezTo>
                  <a:cubicBezTo>
                    <a:pt x="71" y="234"/>
                    <a:pt x="67" y="232"/>
                    <a:pt x="64" y="231"/>
                  </a:cubicBezTo>
                  <a:cubicBezTo>
                    <a:pt x="61" y="230"/>
                    <a:pt x="58" y="228"/>
                    <a:pt x="57" y="226"/>
                  </a:cubicBezTo>
                  <a:cubicBezTo>
                    <a:pt x="56" y="223"/>
                    <a:pt x="54" y="221"/>
                    <a:pt x="54" y="217"/>
                  </a:cubicBezTo>
                  <a:cubicBezTo>
                    <a:pt x="53" y="213"/>
                    <a:pt x="53" y="207"/>
                    <a:pt x="53" y="199"/>
                  </a:cubicBezTo>
                  <a:cubicBezTo>
                    <a:pt x="53" y="163"/>
                    <a:pt x="53" y="163"/>
                    <a:pt x="53" y="163"/>
                  </a:cubicBezTo>
                  <a:cubicBezTo>
                    <a:pt x="53" y="139"/>
                    <a:pt x="53" y="115"/>
                    <a:pt x="52" y="91"/>
                  </a:cubicBezTo>
                  <a:cubicBezTo>
                    <a:pt x="52" y="67"/>
                    <a:pt x="51" y="51"/>
                    <a:pt x="50" y="41"/>
                  </a:cubicBezTo>
                  <a:cubicBezTo>
                    <a:pt x="54" y="41"/>
                    <a:pt x="54" y="41"/>
                    <a:pt x="54" y="41"/>
                  </a:cubicBezTo>
                  <a:cubicBezTo>
                    <a:pt x="56" y="46"/>
                    <a:pt x="59" y="51"/>
                    <a:pt x="62" y="56"/>
                  </a:cubicBezTo>
                  <a:cubicBezTo>
                    <a:pt x="66" y="60"/>
                    <a:pt x="71" y="68"/>
                    <a:pt x="78" y="78"/>
                  </a:cubicBezTo>
                  <a:cubicBezTo>
                    <a:pt x="196" y="245"/>
                    <a:pt x="196" y="245"/>
                    <a:pt x="196" y="245"/>
                  </a:cubicBezTo>
                  <a:cubicBezTo>
                    <a:pt x="222" y="245"/>
                    <a:pt x="222" y="245"/>
                    <a:pt x="222" y="245"/>
                  </a:cubicBezTo>
                  <a:cubicBezTo>
                    <a:pt x="222" y="45"/>
                    <a:pt x="222" y="45"/>
                    <a:pt x="222" y="45"/>
                  </a:cubicBezTo>
                  <a:cubicBezTo>
                    <a:pt x="222" y="36"/>
                    <a:pt x="223" y="30"/>
                    <a:pt x="224" y="26"/>
                  </a:cubicBezTo>
                  <a:cubicBezTo>
                    <a:pt x="225" y="22"/>
                    <a:pt x="226" y="19"/>
                    <a:pt x="228" y="18"/>
                  </a:cubicBezTo>
                  <a:cubicBezTo>
                    <a:pt x="229" y="16"/>
                    <a:pt x="231" y="14"/>
                    <a:pt x="234" y="13"/>
                  </a:cubicBezTo>
                  <a:cubicBezTo>
                    <a:pt x="237" y="12"/>
                    <a:pt x="241" y="10"/>
                    <a:pt x="248" y="9"/>
                  </a:cubicBezTo>
                  <a:cubicBezTo>
                    <a:pt x="248" y="0"/>
                    <a:pt x="248" y="0"/>
                    <a:pt x="24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2" name="Freeform 282">
              <a:extLst>
                <a:ext uri="{FF2B5EF4-FFF2-40B4-BE49-F238E27FC236}">
                  <a16:creationId xmlns:a16="http://schemas.microsoft.com/office/drawing/2014/main" id="{4F7ACC57-D588-E96F-F241-388582D5F1DF}"/>
                </a:ext>
              </a:extLst>
            </p:cNvPr>
            <p:cNvSpPr>
              <a:spLocks noEditPoints="1"/>
            </p:cNvSpPr>
            <p:nvPr/>
          </p:nvSpPr>
          <p:spPr bwMode="auto">
            <a:xfrm>
              <a:off x="1726038" y="2121525"/>
              <a:ext cx="96380" cy="90280"/>
            </a:xfrm>
            <a:custGeom>
              <a:avLst/>
              <a:gdLst>
                <a:gd name="T0" fmla="*/ 86 w 265"/>
                <a:gd name="T1" fmla="*/ 151 h 247"/>
                <a:gd name="T2" fmla="*/ 135 w 265"/>
                <a:gd name="T3" fmla="*/ 35 h 247"/>
                <a:gd name="T4" fmla="*/ 175 w 265"/>
                <a:gd name="T5" fmla="*/ 151 h 247"/>
                <a:gd name="T6" fmla="*/ 86 w 265"/>
                <a:gd name="T7" fmla="*/ 151 h 247"/>
                <a:gd name="T8" fmla="*/ 160 w 265"/>
                <a:gd name="T9" fmla="*/ 0 h 247"/>
                <a:gd name="T10" fmla="*/ 126 w 265"/>
                <a:gd name="T11" fmla="*/ 0 h 247"/>
                <a:gd name="T12" fmla="*/ 38 w 265"/>
                <a:gd name="T13" fmla="*/ 198 h 247"/>
                <a:gd name="T14" fmla="*/ 21 w 265"/>
                <a:gd name="T15" fmla="*/ 227 h 247"/>
                <a:gd name="T16" fmla="*/ 0 w 265"/>
                <a:gd name="T17" fmla="*/ 238 h 247"/>
                <a:gd name="T18" fmla="*/ 0 w 265"/>
                <a:gd name="T19" fmla="*/ 247 h 247"/>
                <a:gd name="T20" fmla="*/ 91 w 265"/>
                <a:gd name="T21" fmla="*/ 247 h 247"/>
                <a:gd name="T22" fmla="*/ 91 w 265"/>
                <a:gd name="T23" fmla="*/ 238 h 247"/>
                <a:gd name="T24" fmla="*/ 71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2 w 265"/>
                <a:gd name="T39" fmla="*/ 205 h 247"/>
                <a:gd name="T40" fmla="*/ 193 w 265"/>
                <a:gd name="T41" fmla="*/ 218 h 247"/>
                <a:gd name="T42" fmla="*/ 191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1 w 265"/>
                <a:gd name="T57" fmla="*/ 221 h 247"/>
                <a:gd name="T58" fmla="*/ 232 w 265"/>
                <a:gd name="T59" fmla="*/ 200 h 247"/>
                <a:gd name="T60" fmla="*/ 160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5" y="35"/>
                    <a:pt x="135" y="35"/>
                    <a:pt x="135" y="35"/>
                  </a:cubicBezTo>
                  <a:cubicBezTo>
                    <a:pt x="175" y="151"/>
                    <a:pt x="175" y="151"/>
                    <a:pt x="175" y="151"/>
                  </a:cubicBezTo>
                  <a:cubicBezTo>
                    <a:pt x="86" y="151"/>
                    <a:pt x="86" y="151"/>
                    <a:pt x="86" y="151"/>
                  </a:cubicBezTo>
                  <a:moveTo>
                    <a:pt x="160" y="0"/>
                  </a:moveTo>
                  <a:cubicBezTo>
                    <a:pt x="126" y="0"/>
                    <a:pt x="126" y="0"/>
                    <a:pt x="126" y="0"/>
                  </a:cubicBezTo>
                  <a:cubicBezTo>
                    <a:pt x="38" y="198"/>
                    <a:pt x="38" y="198"/>
                    <a:pt x="38" y="198"/>
                  </a:cubicBezTo>
                  <a:cubicBezTo>
                    <a:pt x="32" y="211"/>
                    <a:pt x="27" y="220"/>
                    <a:pt x="21" y="227"/>
                  </a:cubicBezTo>
                  <a:cubicBezTo>
                    <a:pt x="15" y="233"/>
                    <a:pt x="8" y="237"/>
                    <a:pt x="0" y="238"/>
                  </a:cubicBezTo>
                  <a:cubicBezTo>
                    <a:pt x="0" y="247"/>
                    <a:pt x="0" y="247"/>
                    <a:pt x="0" y="247"/>
                  </a:cubicBezTo>
                  <a:cubicBezTo>
                    <a:pt x="91" y="247"/>
                    <a:pt x="91" y="247"/>
                    <a:pt x="91" y="247"/>
                  </a:cubicBezTo>
                  <a:cubicBezTo>
                    <a:pt x="91" y="238"/>
                    <a:pt x="91" y="238"/>
                    <a:pt x="91" y="238"/>
                  </a:cubicBezTo>
                  <a:cubicBezTo>
                    <a:pt x="82" y="237"/>
                    <a:pt x="75" y="235"/>
                    <a:pt x="71" y="232"/>
                  </a:cubicBezTo>
                  <a:cubicBezTo>
                    <a:pt x="66" y="228"/>
                    <a:pt x="64" y="223"/>
                    <a:pt x="64" y="216"/>
                  </a:cubicBezTo>
                  <a:cubicBezTo>
                    <a:pt x="64" y="212"/>
                    <a:pt x="65"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1" y="200"/>
                    <a:pt x="192" y="205"/>
                  </a:cubicBezTo>
                  <a:cubicBezTo>
                    <a:pt x="193" y="210"/>
                    <a:pt x="193" y="214"/>
                    <a:pt x="193" y="218"/>
                  </a:cubicBezTo>
                  <a:cubicBezTo>
                    <a:pt x="193" y="222"/>
                    <a:pt x="193" y="226"/>
                    <a:pt x="191" y="228"/>
                  </a:cubicBezTo>
                  <a:cubicBezTo>
                    <a:pt x="189" y="231"/>
                    <a:pt x="187" y="233"/>
                    <a:pt x="183" y="234"/>
                  </a:cubicBezTo>
                  <a:cubicBezTo>
                    <a:pt x="180" y="236"/>
                    <a:pt x="174" y="237"/>
                    <a:pt x="167" y="238"/>
                  </a:cubicBezTo>
                  <a:cubicBezTo>
                    <a:pt x="167" y="247"/>
                    <a:pt x="167" y="247"/>
                    <a:pt x="167" y="247"/>
                  </a:cubicBezTo>
                  <a:cubicBezTo>
                    <a:pt x="265" y="247"/>
                    <a:pt x="265" y="247"/>
                    <a:pt x="265" y="247"/>
                  </a:cubicBezTo>
                  <a:cubicBezTo>
                    <a:pt x="265" y="238"/>
                    <a:pt x="265" y="238"/>
                    <a:pt x="265" y="238"/>
                  </a:cubicBezTo>
                  <a:cubicBezTo>
                    <a:pt x="259" y="237"/>
                    <a:pt x="254" y="235"/>
                    <a:pt x="250" y="232"/>
                  </a:cubicBezTo>
                  <a:cubicBezTo>
                    <a:pt x="246" y="230"/>
                    <a:pt x="243" y="226"/>
                    <a:pt x="241" y="221"/>
                  </a:cubicBezTo>
                  <a:cubicBezTo>
                    <a:pt x="238" y="216"/>
                    <a:pt x="235" y="209"/>
                    <a:pt x="232" y="200"/>
                  </a:cubicBezTo>
                  <a:cubicBezTo>
                    <a:pt x="160" y="0"/>
                    <a:pt x="160" y="0"/>
                    <a:pt x="16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3" name="Freeform 283">
              <a:extLst>
                <a:ext uri="{FF2B5EF4-FFF2-40B4-BE49-F238E27FC236}">
                  <a16:creationId xmlns:a16="http://schemas.microsoft.com/office/drawing/2014/main" id="{7985CB94-EBEC-13A8-72E8-8BC592336438}"/>
                </a:ext>
              </a:extLst>
            </p:cNvPr>
            <p:cNvSpPr>
              <a:spLocks/>
            </p:cNvSpPr>
            <p:nvPr/>
          </p:nvSpPr>
          <p:spPr bwMode="auto">
            <a:xfrm>
              <a:off x="1832989" y="2122744"/>
              <a:ext cx="89873" cy="89467"/>
            </a:xfrm>
            <a:custGeom>
              <a:avLst/>
              <a:gdLst>
                <a:gd name="T0" fmla="*/ 247 w 247"/>
                <a:gd name="T1" fmla="*/ 0 h 245"/>
                <a:gd name="T2" fmla="*/ 171 w 247"/>
                <a:gd name="T3" fmla="*/ 0 h 245"/>
                <a:gd name="T4" fmla="*/ 171 w 247"/>
                <a:gd name="T5" fmla="*/ 9 h 245"/>
                <a:gd name="T6" fmla="*/ 184 w 247"/>
                <a:gd name="T7" fmla="*/ 13 h 245"/>
                <a:gd name="T8" fmla="*/ 190 w 247"/>
                <a:gd name="T9" fmla="*/ 18 h 245"/>
                <a:gd name="T10" fmla="*/ 194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4 w 247"/>
                <a:gd name="T33" fmla="*/ 13 h 245"/>
                <a:gd name="T34" fmla="*/ 20 w 247"/>
                <a:gd name="T35" fmla="*/ 18 h 245"/>
                <a:gd name="T36" fmla="*/ 24 w 247"/>
                <a:gd name="T37" fmla="*/ 27 h 245"/>
                <a:gd name="T38" fmla="*/ 25 w 247"/>
                <a:gd name="T39" fmla="*/ 45 h 245"/>
                <a:gd name="T40" fmla="*/ 25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8 w 247"/>
                <a:gd name="T73" fmla="*/ 78 h 245"/>
                <a:gd name="T74" fmla="*/ 196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1" y="0"/>
                    <a:pt x="171" y="0"/>
                    <a:pt x="171" y="0"/>
                  </a:cubicBezTo>
                  <a:cubicBezTo>
                    <a:pt x="171" y="9"/>
                    <a:pt x="171" y="9"/>
                    <a:pt x="171" y="9"/>
                  </a:cubicBezTo>
                  <a:cubicBezTo>
                    <a:pt x="177" y="10"/>
                    <a:pt x="182" y="12"/>
                    <a:pt x="184" y="13"/>
                  </a:cubicBezTo>
                  <a:cubicBezTo>
                    <a:pt x="187" y="14"/>
                    <a:pt x="189" y="16"/>
                    <a:pt x="190" y="18"/>
                  </a:cubicBezTo>
                  <a:cubicBezTo>
                    <a:pt x="192" y="20"/>
                    <a:pt x="193" y="23"/>
                    <a:pt x="194"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0" y="227"/>
                    <a:pt x="17"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6"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1" y="51"/>
                    <a:pt x="50" y="41"/>
                  </a:cubicBezTo>
                  <a:cubicBezTo>
                    <a:pt x="53" y="41"/>
                    <a:pt x="53" y="41"/>
                    <a:pt x="53" y="41"/>
                  </a:cubicBezTo>
                  <a:cubicBezTo>
                    <a:pt x="56" y="46"/>
                    <a:pt x="59" y="51"/>
                    <a:pt x="62" y="56"/>
                  </a:cubicBezTo>
                  <a:cubicBezTo>
                    <a:pt x="65" y="60"/>
                    <a:pt x="70" y="68"/>
                    <a:pt x="78" y="78"/>
                  </a:cubicBezTo>
                  <a:cubicBezTo>
                    <a:pt x="196" y="245"/>
                    <a:pt x="196" y="245"/>
                    <a:pt x="196" y="245"/>
                  </a:cubicBezTo>
                  <a:cubicBezTo>
                    <a:pt x="222" y="245"/>
                    <a:pt x="222" y="245"/>
                    <a:pt x="222" y="245"/>
                  </a:cubicBezTo>
                  <a:cubicBezTo>
                    <a:pt x="222" y="45"/>
                    <a:pt x="222" y="45"/>
                    <a:pt x="222" y="45"/>
                  </a:cubicBezTo>
                  <a:cubicBezTo>
                    <a:pt x="222" y="36"/>
                    <a:pt x="222" y="30"/>
                    <a:pt x="223" y="26"/>
                  </a:cubicBezTo>
                  <a:cubicBezTo>
                    <a:pt x="224" y="22"/>
                    <a:pt x="226" y="19"/>
                    <a:pt x="227" y="18"/>
                  </a:cubicBezTo>
                  <a:cubicBezTo>
                    <a:pt x="229" y="16"/>
                    <a:pt x="231" y="14"/>
                    <a:pt x="233" y="13"/>
                  </a:cubicBezTo>
                  <a:cubicBezTo>
                    <a:pt x="236" y="12"/>
                    <a:pt x="241"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 name="Freeform 284">
              <a:extLst>
                <a:ext uri="{FF2B5EF4-FFF2-40B4-BE49-F238E27FC236}">
                  <a16:creationId xmlns:a16="http://schemas.microsoft.com/office/drawing/2014/main" id="{4449E1B4-FC6A-72A8-A599-9BFC4B4DB7AC}"/>
                </a:ext>
              </a:extLst>
            </p:cNvPr>
            <p:cNvSpPr>
              <a:spLocks/>
            </p:cNvSpPr>
            <p:nvPr/>
          </p:nvSpPr>
          <p:spPr bwMode="auto">
            <a:xfrm>
              <a:off x="1933436" y="2122744"/>
              <a:ext cx="38226" cy="114679"/>
            </a:xfrm>
            <a:custGeom>
              <a:avLst/>
              <a:gdLst>
                <a:gd name="T0" fmla="*/ 105 w 105"/>
                <a:gd name="T1" fmla="*/ 0 h 314"/>
                <a:gd name="T2" fmla="*/ 16 w 105"/>
                <a:gd name="T3" fmla="*/ 0 h 314"/>
                <a:gd name="T4" fmla="*/ 16 w 105"/>
                <a:gd name="T5" fmla="*/ 9 h 314"/>
                <a:gd name="T6" fmla="*/ 33 w 105"/>
                <a:gd name="T7" fmla="*/ 15 h 314"/>
                <a:gd name="T8" fmla="*/ 39 w 105"/>
                <a:gd name="T9" fmla="*/ 24 h 314"/>
                <a:gd name="T10" fmla="*/ 41 w 105"/>
                <a:gd name="T11" fmla="*/ 45 h 314"/>
                <a:gd name="T12" fmla="*/ 41 w 105"/>
                <a:gd name="T13" fmla="*/ 246 h 314"/>
                <a:gd name="T14" fmla="*/ 38 w 105"/>
                <a:gd name="T15" fmla="*/ 271 h 314"/>
                <a:gd name="T16" fmla="*/ 27 w 105"/>
                <a:gd name="T17" fmla="*/ 286 h 314"/>
                <a:gd name="T18" fmla="*/ 0 w 105"/>
                <a:gd name="T19" fmla="*/ 298 h 314"/>
                <a:gd name="T20" fmla="*/ 7 w 105"/>
                <a:gd name="T21" fmla="*/ 314 h 314"/>
                <a:gd name="T22" fmla="*/ 52 w 105"/>
                <a:gd name="T23" fmla="*/ 296 h 314"/>
                <a:gd name="T24" fmla="*/ 74 w 105"/>
                <a:gd name="T25" fmla="*/ 271 h 314"/>
                <a:gd name="T26" fmla="*/ 81 w 105"/>
                <a:gd name="T27" fmla="*/ 232 h 314"/>
                <a:gd name="T28" fmla="*/ 81 w 105"/>
                <a:gd name="T29" fmla="*/ 45 h 314"/>
                <a:gd name="T30" fmla="*/ 82 w 105"/>
                <a:gd name="T31" fmla="*/ 27 h 314"/>
                <a:gd name="T32" fmla="*/ 86 w 105"/>
                <a:gd name="T33" fmla="*/ 18 h 314"/>
                <a:gd name="T34" fmla="*/ 92 w 105"/>
                <a:gd name="T35" fmla="*/ 13 h 314"/>
                <a:gd name="T36" fmla="*/ 105 w 105"/>
                <a:gd name="T37" fmla="*/ 9 h 314"/>
                <a:gd name="T38" fmla="*/ 105 w 105"/>
                <a:gd name="T3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 h="314">
                  <a:moveTo>
                    <a:pt x="105" y="0"/>
                  </a:moveTo>
                  <a:cubicBezTo>
                    <a:pt x="16" y="0"/>
                    <a:pt x="16" y="0"/>
                    <a:pt x="16" y="0"/>
                  </a:cubicBezTo>
                  <a:cubicBezTo>
                    <a:pt x="16" y="9"/>
                    <a:pt x="16" y="9"/>
                    <a:pt x="16" y="9"/>
                  </a:cubicBezTo>
                  <a:cubicBezTo>
                    <a:pt x="25" y="11"/>
                    <a:pt x="31" y="13"/>
                    <a:pt x="33" y="15"/>
                  </a:cubicBezTo>
                  <a:cubicBezTo>
                    <a:pt x="36" y="17"/>
                    <a:pt x="38" y="20"/>
                    <a:pt x="39" y="24"/>
                  </a:cubicBezTo>
                  <a:cubicBezTo>
                    <a:pt x="40" y="27"/>
                    <a:pt x="41" y="34"/>
                    <a:pt x="41" y="45"/>
                  </a:cubicBezTo>
                  <a:cubicBezTo>
                    <a:pt x="41" y="246"/>
                    <a:pt x="41" y="246"/>
                    <a:pt x="41" y="246"/>
                  </a:cubicBezTo>
                  <a:cubicBezTo>
                    <a:pt x="41" y="256"/>
                    <a:pt x="40" y="264"/>
                    <a:pt x="38" y="271"/>
                  </a:cubicBezTo>
                  <a:cubicBezTo>
                    <a:pt x="36" y="277"/>
                    <a:pt x="32" y="282"/>
                    <a:pt x="27" y="286"/>
                  </a:cubicBezTo>
                  <a:cubicBezTo>
                    <a:pt x="22" y="290"/>
                    <a:pt x="13" y="294"/>
                    <a:pt x="0" y="298"/>
                  </a:cubicBezTo>
                  <a:cubicBezTo>
                    <a:pt x="7" y="314"/>
                    <a:pt x="7" y="314"/>
                    <a:pt x="7" y="314"/>
                  </a:cubicBezTo>
                  <a:cubicBezTo>
                    <a:pt x="27" y="309"/>
                    <a:pt x="41" y="303"/>
                    <a:pt x="52" y="296"/>
                  </a:cubicBezTo>
                  <a:cubicBezTo>
                    <a:pt x="62" y="290"/>
                    <a:pt x="70" y="281"/>
                    <a:pt x="74" y="271"/>
                  </a:cubicBezTo>
                  <a:cubicBezTo>
                    <a:pt x="78" y="261"/>
                    <a:pt x="81" y="248"/>
                    <a:pt x="81" y="232"/>
                  </a:cubicBezTo>
                  <a:cubicBezTo>
                    <a:pt x="81" y="45"/>
                    <a:pt x="81" y="45"/>
                    <a:pt x="81" y="45"/>
                  </a:cubicBezTo>
                  <a:cubicBezTo>
                    <a:pt x="81" y="37"/>
                    <a:pt x="81" y="31"/>
                    <a:pt x="82" y="27"/>
                  </a:cubicBezTo>
                  <a:cubicBezTo>
                    <a:pt x="83" y="23"/>
                    <a:pt x="84" y="20"/>
                    <a:pt x="86" y="18"/>
                  </a:cubicBezTo>
                  <a:cubicBezTo>
                    <a:pt x="87" y="16"/>
                    <a:pt x="89" y="14"/>
                    <a:pt x="92" y="13"/>
                  </a:cubicBezTo>
                  <a:cubicBezTo>
                    <a:pt x="95" y="12"/>
                    <a:pt x="99" y="10"/>
                    <a:pt x="105" y="9"/>
                  </a:cubicBezTo>
                  <a:cubicBezTo>
                    <a:pt x="105" y="0"/>
                    <a:pt x="105" y="0"/>
                    <a:pt x="10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 name="Freeform 285">
              <a:extLst>
                <a:ext uri="{FF2B5EF4-FFF2-40B4-BE49-F238E27FC236}">
                  <a16:creationId xmlns:a16="http://schemas.microsoft.com/office/drawing/2014/main" id="{C2DED58A-4BDE-062A-E1D2-AD4FF2479D12}"/>
                </a:ext>
              </a:extLst>
            </p:cNvPr>
            <p:cNvSpPr>
              <a:spLocks/>
            </p:cNvSpPr>
            <p:nvPr/>
          </p:nvSpPr>
          <p:spPr bwMode="auto">
            <a:xfrm>
              <a:off x="1989150" y="2122744"/>
              <a:ext cx="32533"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4 w 89"/>
                <a:gd name="T11" fmla="*/ 27 h 244"/>
                <a:gd name="T12" fmla="*/ 25 w 89"/>
                <a:gd name="T13" fmla="*/ 45 h 244"/>
                <a:gd name="T14" fmla="*/ 25 w 89"/>
                <a:gd name="T15" fmla="*/ 199 h 244"/>
                <a:gd name="T16" fmla="*/ 23 w 89"/>
                <a:gd name="T17" fmla="*/ 219 h 244"/>
                <a:gd name="T18" fmla="*/ 18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9 w 89"/>
                <a:gd name="T31" fmla="*/ 226 h 244"/>
                <a:gd name="T32" fmla="*/ 66 w 89"/>
                <a:gd name="T33" fmla="*/ 217 h 244"/>
                <a:gd name="T34" fmla="*/ 65 w 89"/>
                <a:gd name="T35" fmla="*/ 199 h 244"/>
                <a:gd name="T36" fmla="*/ 65 w 89"/>
                <a:gd name="T37" fmla="*/ 45 h 244"/>
                <a:gd name="T38" fmla="*/ 66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1" y="227"/>
                    <a:pt x="18" y="229"/>
                  </a:cubicBezTo>
                  <a:cubicBezTo>
                    <a:pt x="15" y="231"/>
                    <a:pt x="9"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69" y="18"/>
                  </a:cubicBezTo>
                  <a:cubicBezTo>
                    <a:pt x="71" y="16"/>
                    <a:pt x="73" y="14"/>
                    <a:pt x="76" y="13"/>
                  </a:cubicBezTo>
                  <a:cubicBezTo>
                    <a:pt x="79"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 name="Freeform 286">
              <a:extLst>
                <a:ext uri="{FF2B5EF4-FFF2-40B4-BE49-F238E27FC236}">
                  <a16:creationId xmlns:a16="http://schemas.microsoft.com/office/drawing/2014/main" id="{EFDD5E02-178D-537E-A9EA-48A62597C313}"/>
                </a:ext>
              </a:extLst>
            </p:cNvPr>
            <p:cNvSpPr>
              <a:spLocks/>
            </p:cNvSpPr>
            <p:nvPr/>
          </p:nvSpPr>
          <p:spPr bwMode="auto">
            <a:xfrm>
              <a:off x="2040389"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7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2" y="12"/>
                    <a:pt x="184" y="13"/>
                  </a:cubicBezTo>
                  <a:cubicBezTo>
                    <a:pt x="187" y="14"/>
                    <a:pt x="189" y="16"/>
                    <a:pt x="190" y="18"/>
                  </a:cubicBezTo>
                  <a:cubicBezTo>
                    <a:pt x="192" y="20"/>
                    <a:pt x="193" y="23"/>
                    <a:pt x="193"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2"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7"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0" y="51"/>
                    <a:pt x="50"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9"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 name="Freeform 287">
              <a:extLst>
                <a:ext uri="{FF2B5EF4-FFF2-40B4-BE49-F238E27FC236}">
                  <a16:creationId xmlns:a16="http://schemas.microsoft.com/office/drawing/2014/main" id="{DB81776E-60CF-5D3D-CDC2-1FE8F540E473}"/>
                </a:ext>
              </a:extLst>
            </p:cNvPr>
            <p:cNvSpPr>
              <a:spLocks/>
            </p:cNvSpPr>
            <p:nvPr/>
          </p:nvSpPr>
          <p:spPr bwMode="auto">
            <a:xfrm>
              <a:off x="2147749" y="2121525"/>
              <a:ext cx="81740" cy="91499"/>
            </a:xfrm>
            <a:custGeom>
              <a:avLst/>
              <a:gdLst>
                <a:gd name="T0" fmla="*/ 123 w 224"/>
                <a:gd name="T1" fmla="*/ 0 h 250"/>
                <a:gd name="T2" fmla="*/ 58 w 224"/>
                <a:gd name="T3" fmla="*/ 16 h 250"/>
                <a:gd name="T4" fmla="*/ 15 w 224"/>
                <a:gd name="T5" fmla="*/ 60 h 250"/>
                <a:gd name="T6" fmla="*/ 0 w 224"/>
                <a:gd name="T7" fmla="*/ 127 h 250"/>
                <a:gd name="T8" fmla="*/ 28 w 224"/>
                <a:gd name="T9" fmla="*/ 219 h 250"/>
                <a:gd name="T10" fmla="*/ 108 w 224"/>
                <a:gd name="T11" fmla="*/ 250 h 250"/>
                <a:gd name="T12" fmla="*/ 143 w 224"/>
                <a:gd name="T13" fmla="*/ 246 h 250"/>
                <a:gd name="T14" fmla="*/ 172 w 224"/>
                <a:gd name="T15" fmla="*/ 236 h 250"/>
                <a:gd name="T16" fmla="*/ 187 w 224"/>
                <a:gd name="T17" fmla="*/ 250 h 250"/>
                <a:gd name="T18" fmla="*/ 204 w 224"/>
                <a:gd name="T19" fmla="*/ 246 h 250"/>
                <a:gd name="T20" fmla="*/ 204 w 224"/>
                <a:gd name="T21" fmla="*/ 184 h 250"/>
                <a:gd name="T22" fmla="*/ 204 w 224"/>
                <a:gd name="T23" fmla="*/ 167 h 250"/>
                <a:gd name="T24" fmla="*/ 207 w 224"/>
                <a:gd name="T25" fmla="*/ 157 h 250"/>
                <a:gd name="T26" fmla="*/ 213 w 224"/>
                <a:gd name="T27" fmla="*/ 150 h 250"/>
                <a:gd name="T28" fmla="*/ 224 w 224"/>
                <a:gd name="T29" fmla="*/ 145 h 250"/>
                <a:gd name="T30" fmla="*/ 224 w 224"/>
                <a:gd name="T31" fmla="*/ 136 h 250"/>
                <a:gd name="T32" fmla="*/ 139 w 224"/>
                <a:gd name="T33" fmla="*/ 136 h 250"/>
                <a:gd name="T34" fmla="*/ 139 w 224"/>
                <a:gd name="T35" fmla="*/ 145 h 250"/>
                <a:gd name="T36" fmla="*/ 155 w 224"/>
                <a:gd name="T37" fmla="*/ 152 h 250"/>
                <a:gd name="T38" fmla="*/ 163 w 224"/>
                <a:gd name="T39" fmla="*/ 163 h 250"/>
                <a:gd name="T40" fmla="*/ 165 w 224"/>
                <a:gd name="T41" fmla="*/ 186 h 250"/>
                <a:gd name="T42" fmla="*/ 165 w 224"/>
                <a:gd name="T43" fmla="*/ 197 h 250"/>
                <a:gd name="T44" fmla="*/ 153 w 224"/>
                <a:gd name="T45" fmla="*/ 225 h 250"/>
                <a:gd name="T46" fmla="*/ 115 w 224"/>
                <a:gd name="T47" fmla="*/ 234 h 250"/>
                <a:gd name="T48" fmla="*/ 76 w 224"/>
                <a:gd name="T49" fmla="*/ 222 h 250"/>
                <a:gd name="T50" fmla="*/ 52 w 224"/>
                <a:gd name="T51" fmla="*/ 184 h 250"/>
                <a:gd name="T52" fmla="*/ 43 w 224"/>
                <a:gd name="T53" fmla="*/ 124 h 250"/>
                <a:gd name="T54" fmla="*/ 53 w 224"/>
                <a:gd name="T55" fmla="*/ 65 h 250"/>
                <a:gd name="T56" fmla="*/ 80 w 224"/>
                <a:gd name="T57" fmla="*/ 29 h 250"/>
                <a:gd name="T58" fmla="*/ 121 w 224"/>
                <a:gd name="T59" fmla="*/ 16 h 250"/>
                <a:gd name="T60" fmla="*/ 148 w 224"/>
                <a:gd name="T61" fmla="*/ 20 h 250"/>
                <a:gd name="T62" fmla="*/ 167 w 224"/>
                <a:gd name="T63" fmla="*/ 33 h 250"/>
                <a:gd name="T64" fmla="*/ 181 w 224"/>
                <a:gd name="T65" fmla="*/ 58 h 250"/>
                <a:gd name="T66" fmla="*/ 201 w 224"/>
                <a:gd name="T67" fmla="*/ 58 h 250"/>
                <a:gd name="T68" fmla="*/ 201 w 224"/>
                <a:gd name="T69" fmla="*/ 9 h 250"/>
                <a:gd name="T70" fmla="*/ 161 w 224"/>
                <a:gd name="T71" fmla="*/ 2 h 250"/>
                <a:gd name="T72" fmla="*/ 123 w 224"/>
                <a:gd name="T73"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4" h="250">
                  <a:moveTo>
                    <a:pt x="123" y="0"/>
                  </a:moveTo>
                  <a:cubicBezTo>
                    <a:pt x="98" y="0"/>
                    <a:pt x="76" y="5"/>
                    <a:pt x="58" y="16"/>
                  </a:cubicBezTo>
                  <a:cubicBezTo>
                    <a:pt x="39" y="26"/>
                    <a:pt x="25" y="41"/>
                    <a:pt x="15" y="60"/>
                  </a:cubicBezTo>
                  <a:cubicBezTo>
                    <a:pt x="5" y="79"/>
                    <a:pt x="0" y="101"/>
                    <a:pt x="0" y="127"/>
                  </a:cubicBezTo>
                  <a:cubicBezTo>
                    <a:pt x="0" y="168"/>
                    <a:pt x="9" y="198"/>
                    <a:pt x="28" y="219"/>
                  </a:cubicBezTo>
                  <a:cubicBezTo>
                    <a:pt x="46" y="240"/>
                    <a:pt x="72" y="250"/>
                    <a:pt x="108" y="250"/>
                  </a:cubicBezTo>
                  <a:cubicBezTo>
                    <a:pt x="121" y="250"/>
                    <a:pt x="133" y="249"/>
                    <a:pt x="143" y="246"/>
                  </a:cubicBezTo>
                  <a:cubicBezTo>
                    <a:pt x="153" y="244"/>
                    <a:pt x="162" y="241"/>
                    <a:pt x="172" y="236"/>
                  </a:cubicBezTo>
                  <a:cubicBezTo>
                    <a:pt x="187" y="250"/>
                    <a:pt x="187" y="250"/>
                    <a:pt x="187" y="250"/>
                  </a:cubicBezTo>
                  <a:cubicBezTo>
                    <a:pt x="204" y="246"/>
                    <a:pt x="204" y="246"/>
                    <a:pt x="204" y="246"/>
                  </a:cubicBezTo>
                  <a:cubicBezTo>
                    <a:pt x="204" y="184"/>
                    <a:pt x="204" y="184"/>
                    <a:pt x="204" y="184"/>
                  </a:cubicBezTo>
                  <a:cubicBezTo>
                    <a:pt x="204" y="177"/>
                    <a:pt x="204" y="171"/>
                    <a:pt x="204" y="167"/>
                  </a:cubicBezTo>
                  <a:cubicBezTo>
                    <a:pt x="205" y="163"/>
                    <a:pt x="206" y="160"/>
                    <a:pt x="207" y="157"/>
                  </a:cubicBezTo>
                  <a:cubicBezTo>
                    <a:pt x="208" y="154"/>
                    <a:pt x="210" y="152"/>
                    <a:pt x="213" y="150"/>
                  </a:cubicBezTo>
                  <a:cubicBezTo>
                    <a:pt x="216" y="148"/>
                    <a:pt x="219" y="147"/>
                    <a:pt x="224" y="145"/>
                  </a:cubicBezTo>
                  <a:cubicBezTo>
                    <a:pt x="224" y="136"/>
                    <a:pt x="224" y="136"/>
                    <a:pt x="224" y="136"/>
                  </a:cubicBezTo>
                  <a:cubicBezTo>
                    <a:pt x="139" y="136"/>
                    <a:pt x="139" y="136"/>
                    <a:pt x="139" y="136"/>
                  </a:cubicBezTo>
                  <a:cubicBezTo>
                    <a:pt x="139" y="145"/>
                    <a:pt x="139" y="145"/>
                    <a:pt x="139" y="145"/>
                  </a:cubicBezTo>
                  <a:cubicBezTo>
                    <a:pt x="146" y="147"/>
                    <a:pt x="152" y="149"/>
                    <a:pt x="155" y="152"/>
                  </a:cubicBezTo>
                  <a:cubicBezTo>
                    <a:pt x="159" y="154"/>
                    <a:pt x="161" y="158"/>
                    <a:pt x="163" y="163"/>
                  </a:cubicBezTo>
                  <a:cubicBezTo>
                    <a:pt x="164" y="167"/>
                    <a:pt x="165" y="175"/>
                    <a:pt x="165" y="186"/>
                  </a:cubicBezTo>
                  <a:cubicBezTo>
                    <a:pt x="165" y="197"/>
                    <a:pt x="165" y="197"/>
                    <a:pt x="165" y="197"/>
                  </a:cubicBezTo>
                  <a:cubicBezTo>
                    <a:pt x="165" y="209"/>
                    <a:pt x="161" y="219"/>
                    <a:pt x="153" y="225"/>
                  </a:cubicBezTo>
                  <a:cubicBezTo>
                    <a:pt x="144" y="231"/>
                    <a:pt x="132" y="234"/>
                    <a:pt x="115" y="234"/>
                  </a:cubicBezTo>
                  <a:cubicBezTo>
                    <a:pt x="100" y="234"/>
                    <a:pt x="87" y="230"/>
                    <a:pt x="76" y="222"/>
                  </a:cubicBezTo>
                  <a:cubicBezTo>
                    <a:pt x="65" y="213"/>
                    <a:pt x="57" y="201"/>
                    <a:pt x="52" y="184"/>
                  </a:cubicBezTo>
                  <a:cubicBezTo>
                    <a:pt x="46" y="168"/>
                    <a:pt x="43" y="148"/>
                    <a:pt x="43" y="124"/>
                  </a:cubicBezTo>
                  <a:cubicBezTo>
                    <a:pt x="43" y="101"/>
                    <a:pt x="47" y="82"/>
                    <a:pt x="53" y="65"/>
                  </a:cubicBezTo>
                  <a:cubicBezTo>
                    <a:pt x="60" y="49"/>
                    <a:pt x="69" y="37"/>
                    <a:pt x="80" y="29"/>
                  </a:cubicBezTo>
                  <a:cubicBezTo>
                    <a:pt x="92" y="20"/>
                    <a:pt x="105" y="16"/>
                    <a:pt x="121" y="16"/>
                  </a:cubicBezTo>
                  <a:cubicBezTo>
                    <a:pt x="132" y="16"/>
                    <a:pt x="141" y="17"/>
                    <a:pt x="148" y="20"/>
                  </a:cubicBezTo>
                  <a:cubicBezTo>
                    <a:pt x="155" y="22"/>
                    <a:pt x="162" y="27"/>
                    <a:pt x="167" y="33"/>
                  </a:cubicBezTo>
                  <a:cubicBezTo>
                    <a:pt x="172" y="39"/>
                    <a:pt x="177" y="47"/>
                    <a:pt x="181" y="58"/>
                  </a:cubicBezTo>
                  <a:cubicBezTo>
                    <a:pt x="201" y="58"/>
                    <a:pt x="201" y="58"/>
                    <a:pt x="201" y="58"/>
                  </a:cubicBezTo>
                  <a:cubicBezTo>
                    <a:pt x="201" y="9"/>
                    <a:pt x="201" y="9"/>
                    <a:pt x="201" y="9"/>
                  </a:cubicBezTo>
                  <a:cubicBezTo>
                    <a:pt x="187" y="6"/>
                    <a:pt x="173" y="3"/>
                    <a:pt x="161" y="2"/>
                  </a:cubicBezTo>
                  <a:cubicBezTo>
                    <a:pt x="149" y="1"/>
                    <a:pt x="136" y="0"/>
                    <a:pt x="12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4" name="Freeform 288">
              <a:extLst>
                <a:ext uri="{FF2B5EF4-FFF2-40B4-BE49-F238E27FC236}">
                  <a16:creationId xmlns:a16="http://schemas.microsoft.com/office/drawing/2014/main" id="{9FCFDC58-8B9E-6B2C-7312-54CABB9D6161}"/>
                </a:ext>
              </a:extLst>
            </p:cNvPr>
            <p:cNvSpPr>
              <a:spLocks/>
            </p:cNvSpPr>
            <p:nvPr/>
          </p:nvSpPr>
          <p:spPr bwMode="auto">
            <a:xfrm>
              <a:off x="2291708" y="2122744"/>
              <a:ext cx="110613" cy="89060"/>
            </a:xfrm>
            <a:custGeom>
              <a:avLst/>
              <a:gdLst>
                <a:gd name="T0" fmla="*/ 304 w 304"/>
                <a:gd name="T1" fmla="*/ 0 h 244"/>
                <a:gd name="T2" fmla="*/ 232 w 304"/>
                <a:gd name="T3" fmla="*/ 0 h 244"/>
                <a:gd name="T4" fmla="*/ 150 w 304"/>
                <a:gd name="T5" fmla="*/ 174 h 244"/>
                <a:gd name="T6" fmla="*/ 76 w 304"/>
                <a:gd name="T7" fmla="*/ 0 h 244"/>
                <a:gd name="T8" fmla="*/ 0 w 304"/>
                <a:gd name="T9" fmla="*/ 0 h 244"/>
                <a:gd name="T10" fmla="*/ 0 w 304"/>
                <a:gd name="T11" fmla="*/ 9 h 244"/>
                <a:gd name="T12" fmla="*/ 14 w 304"/>
                <a:gd name="T13" fmla="*/ 13 h 244"/>
                <a:gd name="T14" fmla="*/ 21 w 304"/>
                <a:gd name="T15" fmla="*/ 18 h 244"/>
                <a:gd name="T16" fmla="*/ 24 w 304"/>
                <a:gd name="T17" fmla="*/ 27 h 244"/>
                <a:gd name="T18" fmla="*/ 25 w 304"/>
                <a:gd name="T19" fmla="*/ 45 h 244"/>
                <a:gd name="T20" fmla="*/ 25 w 304"/>
                <a:gd name="T21" fmla="*/ 199 h 244"/>
                <a:gd name="T22" fmla="*/ 24 w 304"/>
                <a:gd name="T23" fmla="*/ 219 h 244"/>
                <a:gd name="T24" fmla="*/ 18 w 304"/>
                <a:gd name="T25" fmla="*/ 229 h 244"/>
                <a:gd name="T26" fmla="*/ 0 w 304"/>
                <a:gd name="T27" fmla="*/ 235 h 244"/>
                <a:gd name="T28" fmla="*/ 0 w 304"/>
                <a:gd name="T29" fmla="*/ 244 h 244"/>
                <a:gd name="T30" fmla="*/ 77 w 304"/>
                <a:gd name="T31" fmla="*/ 244 h 244"/>
                <a:gd name="T32" fmla="*/ 77 w 304"/>
                <a:gd name="T33" fmla="*/ 235 h 244"/>
                <a:gd name="T34" fmla="*/ 64 w 304"/>
                <a:gd name="T35" fmla="*/ 231 h 244"/>
                <a:gd name="T36" fmla="*/ 57 w 304"/>
                <a:gd name="T37" fmla="*/ 226 h 244"/>
                <a:gd name="T38" fmla="*/ 54 w 304"/>
                <a:gd name="T39" fmla="*/ 217 h 244"/>
                <a:gd name="T40" fmla="*/ 53 w 304"/>
                <a:gd name="T41" fmla="*/ 199 h 244"/>
                <a:gd name="T42" fmla="*/ 53 w 304"/>
                <a:gd name="T43" fmla="*/ 134 h 244"/>
                <a:gd name="T44" fmla="*/ 52 w 304"/>
                <a:gd name="T45" fmla="*/ 75 h 244"/>
                <a:gd name="T46" fmla="*/ 50 w 304"/>
                <a:gd name="T47" fmla="*/ 36 h 244"/>
                <a:gd name="T48" fmla="*/ 53 w 304"/>
                <a:gd name="T49" fmla="*/ 36 h 244"/>
                <a:gd name="T50" fmla="*/ 131 w 304"/>
                <a:gd name="T51" fmla="*/ 216 h 244"/>
                <a:gd name="T52" fmla="*/ 156 w 304"/>
                <a:gd name="T53" fmla="*/ 216 h 244"/>
                <a:gd name="T54" fmla="*/ 240 w 304"/>
                <a:gd name="T55" fmla="*/ 39 h 244"/>
                <a:gd name="T56" fmla="*/ 243 w 304"/>
                <a:gd name="T57" fmla="*/ 39 h 244"/>
                <a:gd name="T58" fmla="*/ 241 w 304"/>
                <a:gd name="T59" fmla="*/ 76 h 244"/>
                <a:gd name="T60" fmla="*/ 240 w 304"/>
                <a:gd name="T61" fmla="*/ 131 h 244"/>
                <a:gd name="T62" fmla="*/ 240 w 304"/>
                <a:gd name="T63" fmla="*/ 199 h 244"/>
                <a:gd name="T64" fmla="*/ 239 w 304"/>
                <a:gd name="T65" fmla="*/ 220 h 244"/>
                <a:gd name="T66" fmla="*/ 232 w 304"/>
                <a:gd name="T67" fmla="*/ 230 h 244"/>
                <a:gd name="T68" fmla="*/ 215 w 304"/>
                <a:gd name="T69" fmla="*/ 235 h 244"/>
                <a:gd name="T70" fmla="*/ 215 w 304"/>
                <a:gd name="T71" fmla="*/ 244 h 244"/>
                <a:gd name="T72" fmla="*/ 304 w 304"/>
                <a:gd name="T73" fmla="*/ 244 h 244"/>
                <a:gd name="T74" fmla="*/ 304 w 304"/>
                <a:gd name="T75" fmla="*/ 235 h 244"/>
                <a:gd name="T76" fmla="*/ 289 w 304"/>
                <a:gd name="T77" fmla="*/ 231 h 244"/>
                <a:gd name="T78" fmla="*/ 283 w 304"/>
                <a:gd name="T79" fmla="*/ 226 h 244"/>
                <a:gd name="T80" fmla="*/ 280 w 304"/>
                <a:gd name="T81" fmla="*/ 217 h 244"/>
                <a:gd name="T82" fmla="*/ 279 w 304"/>
                <a:gd name="T83" fmla="*/ 199 h 244"/>
                <a:gd name="T84" fmla="*/ 279 w 304"/>
                <a:gd name="T85" fmla="*/ 45 h 244"/>
                <a:gd name="T86" fmla="*/ 280 w 304"/>
                <a:gd name="T87" fmla="*/ 27 h 244"/>
                <a:gd name="T88" fmla="*/ 284 w 304"/>
                <a:gd name="T89" fmla="*/ 18 h 244"/>
                <a:gd name="T90" fmla="*/ 290 w 304"/>
                <a:gd name="T91" fmla="*/ 13 h 244"/>
                <a:gd name="T92" fmla="*/ 304 w 304"/>
                <a:gd name="T93" fmla="*/ 9 h 244"/>
                <a:gd name="T94" fmla="*/ 304 w 304"/>
                <a:gd name="T9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4" h="244">
                  <a:moveTo>
                    <a:pt x="304" y="0"/>
                  </a:moveTo>
                  <a:cubicBezTo>
                    <a:pt x="232" y="0"/>
                    <a:pt x="232" y="0"/>
                    <a:pt x="232" y="0"/>
                  </a:cubicBezTo>
                  <a:cubicBezTo>
                    <a:pt x="150" y="174"/>
                    <a:pt x="150" y="174"/>
                    <a:pt x="150" y="174"/>
                  </a:cubicBezTo>
                  <a:cubicBezTo>
                    <a:pt x="76" y="0"/>
                    <a:pt x="76" y="0"/>
                    <a:pt x="76"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4" y="231"/>
                  </a:cubicBezTo>
                  <a:cubicBezTo>
                    <a:pt x="61" y="230"/>
                    <a:pt x="58" y="228"/>
                    <a:pt x="57" y="226"/>
                  </a:cubicBezTo>
                  <a:cubicBezTo>
                    <a:pt x="56" y="223"/>
                    <a:pt x="54" y="221"/>
                    <a:pt x="54" y="217"/>
                  </a:cubicBezTo>
                  <a:cubicBezTo>
                    <a:pt x="53" y="213"/>
                    <a:pt x="53" y="207"/>
                    <a:pt x="53" y="199"/>
                  </a:cubicBezTo>
                  <a:cubicBezTo>
                    <a:pt x="53" y="134"/>
                    <a:pt x="53" y="134"/>
                    <a:pt x="53" y="134"/>
                  </a:cubicBezTo>
                  <a:cubicBezTo>
                    <a:pt x="53" y="114"/>
                    <a:pt x="52" y="94"/>
                    <a:pt x="52" y="75"/>
                  </a:cubicBezTo>
                  <a:cubicBezTo>
                    <a:pt x="51" y="56"/>
                    <a:pt x="51" y="43"/>
                    <a:pt x="50" y="36"/>
                  </a:cubicBezTo>
                  <a:cubicBezTo>
                    <a:pt x="53" y="36"/>
                    <a:pt x="53" y="36"/>
                    <a:pt x="53" y="36"/>
                  </a:cubicBezTo>
                  <a:cubicBezTo>
                    <a:pt x="131" y="216"/>
                    <a:pt x="131" y="216"/>
                    <a:pt x="131" y="216"/>
                  </a:cubicBezTo>
                  <a:cubicBezTo>
                    <a:pt x="156" y="216"/>
                    <a:pt x="156" y="216"/>
                    <a:pt x="156" y="216"/>
                  </a:cubicBezTo>
                  <a:cubicBezTo>
                    <a:pt x="240" y="39"/>
                    <a:pt x="240" y="39"/>
                    <a:pt x="240" y="39"/>
                  </a:cubicBezTo>
                  <a:cubicBezTo>
                    <a:pt x="243" y="39"/>
                    <a:pt x="243" y="39"/>
                    <a:pt x="243" y="39"/>
                  </a:cubicBezTo>
                  <a:cubicBezTo>
                    <a:pt x="242" y="45"/>
                    <a:pt x="242" y="58"/>
                    <a:pt x="241" y="76"/>
                  </a:cubicBezTo>
                  <a:cubicBezTo>
                    <a:pt x="240" y="95"/>
                    <a:pt x="240" y="113"/>
                    <a:pt x="240" y="131"/>
                  </a:cubicBezTo>
                  <a:cubicBezTo>
                    <a:pt x="240" y="199"/>
                    <a:pt x="240" y="199"/>
                    <a:pt x="240" y="199"/>
                  </a:cubicBezTo>
                  <a:cubicBezTo>
                    <a:pt x="240" y="209"/>
                    <a:pt x="239" y="216"/>
                    <a:pt x="239" y="220"/>
                  </a:cubicBezTo>
                  <a:cubicBezTo>
                    <a:pt x="237" y="224"/>
                    <a:pt x="235" y="227"/>
                    <a:pt x="232" y="230"/>
                  </a:cubicBezTo>
                  <a:cubicBezTo>
                    <a:pt x="229" y="232"/>
                    <a:pt x="223" y="234"/>
                    <a:pt x="215" y="235"/>
                  </a:cubicBezTo>
                  <a:cubicBezTo>
                    <a:pt x="215" y="244"/>
                    <a:pt x="215" y="244"/>
                    <a:pt x="215" y="244"/>
                  </a:cubicBezTo>
                  <a:cubicBezTo>
                    <a:pt x="304" y="244"/>
                    <a:pt x="304" y="244"/>
                    <a:pt x="304" y="244"/>
                  </a:cubicBezTo>
                  <a:cubicBezTo>
                    <a:pt x="304" y="235"/>
                    <a:pt x="304" y="235"/>
                    <a:pt x="304" y="235"/>
                  </a:cubicBezTo>
                  <a:cubicBezTo>
                    <a:pt x="297" y="234"/>
                    <a:pt x="292" y="232"/>
                    <a:pt x="289" y="231"/>
                  </a:cubicBezTo>
                  <a:cubicBezTo>
                    <a:pt x="287" y="230"/>
                    <a:pt x="284" y="228"/>
                    <a:pt x="283" y="226"/>
                  </a:cubicBezTo>
                  <a:cubicBezTo>
                    <a:pt x="282" y="223"/>
                    <a:pt x="280" y="221"/>
                    <a:pt x="280" y="217"/>
                  </a:cubicBezTo>
                  <a:cubicBezTo>
                    <a:pt x="279" y="213"/>
                    <a:pt x="279" y="207"/>
                    <a:pt x="279" y="199"/>
                  </a:cubicBezTo>
                  <a:cubicBezTo>
                    <a:pt x="279" y="45"/>
                    <a:pt x="279" y="45"/>
                    <a:pt x="279" y="45"/>
                  </a:cubicBezTo>
                  <a:cubicBezTo>
                    <a:pt x="279" y="37"/>
                    <a:pt x="279" y="31"/>
                    <a:pt x="280" y="27"/>
                  </a:cubicBezTo>
                  <a:cubicBezTo>
                    <a:pt x="281" y="23"/>
                    <a:pt x="282" y="20"/>
                    <a:pt x="284" y="18"/>
                  </a:cubicBezTo>
                  <a:cubicBezTo>
                    <a:pt x="285" y="16"/>
                    <a:pt x="287" y="14"/>
                    <a:pt x="290" y="13"/>
                  </a:cubicBezTo>
                  <a:cubicBezTo>
                    <a:pt x="293" y="12"/>
                    <a:pt x="297" y="10"/>
                    <a:pt x="304" y="9"/>
                  </a:cubicBezTo>
                  <a:cubicBezTo>
                    <a:pt x="304" y="0"/>
                    <a:pt x="304" y="0"/>
                    <a:pt x="3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6" name="Freeform 289">
              <a:extLst>
                <a:ext uri="{FF2B5EF4-FFF2-40B4-BE49-F238E27FC236}">
                  <a16:creationId xmlns:a16="http://schemas.microsoft.com/office/drawing/2014/main" id="{61C9C9C5-CD01-8841-0D12-4B6919A854A7}"/>
                </a:ext>
              </a:extLst>
            </p:cNvPr>
            <p:cNvSpPr>
              <a:spLocks/>
            </p:cNvSpPr>
            <p:nvPr/>
          </p:nvSpPr>
          <p:spPr bwMode="auto">
            <a:xfrm>
              <a:off x="2421027"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3 w 200"/>
                <a:gd name="T17" fmla="*/ 219 h 244"/>
                <a:gd name="T18" fmla="*/ 17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2 w 200"/>
                <a:gd name="T31" fmla="*/ 200 h 244"/>
                <a:gd name="T32" fmla="*/ 166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5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6" y="189"/>
                    <a:pt x="174" y="196"/>
                    <a:pt x="172" y="200"/>
                  </a:cubicBezTo>
                  <a:cubicBezTo>
                    <a:pt x="171" y="204"/>
                    <a:pt x="169" y="208"/>
                    <a:pt x="166" y="212"/>
                  </a:cubicBezTo>
                  <a:cubicBezTo>
                    <a:pt x="164" y="216"/>
                    <a:pt x="161" y="219"/>
                    <a:pt x="158" y="222"/>
                  </a:cubicBezTo>
                  <a:cubicBezTo>
                    <a:pt x="155" y="224"/>
                    <a:pt x="151"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6" y="125"/>
                    <a:pt x="121"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5" y="17"/>
                  </a:cubicBezTo>
                  <a:cubicBezTo>
                    <a:pt x="149" y="18"/>
                    <a:pt x="153" y="19"/>
                    <a:pt x="156" y="21"/>
                  </a:cubicBezTo>
                  <a:cubicBezTo>
                    <a:pt x="159" y="22"/>
                    <a:pt x="161" y="25"/>
                    <a:pt x="164" y="28"/>
                  </a:cubicBezTo>
                  <a:cubicBezTo>
                    <a:pt x="166" y="31"/>
                    <a:pt x="168"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7" name="Freeform 290">
              <a:extLst>
                <a:ext uri="{FF2B5EF4-FFF2-40B4-BE49-F238E27FC236}">
                  <a16:creationId xmlns:a16="http://schemas.microsoft.com/office/drawing/2014/main" id="{390D859F-9764-DB78-B3CB-881362298D68}"/>
                </a:ext>
              </a:extLst>
            </p:cNvPr>
            <p:cNvSpPr>
              <a:spLocks noEditPoints="1"/>
            </p:cNvSpPr>
            <p:nvPr/>
          </p:nvSpPr>
          <p:spPr bwMode="auto">
            <a:xfrm>
              <a:off x="2511713" y="2122744"/>
              <a:ext cx="86213" cy="89060"/>
            </a:xfrm>
            <a:custGeom>
              <a:avLst/>
              <a:gdLst>
                <a:gd name="T0" fmla="*/ 90 w 237"/>
                <a:gd name="T1" fmla="*/ 228 h 244"/>
                <a:gd name="T2" fmla="*/ 65 w 237"/>
                <a:gd name="T3" fmla="*/ 227 h 244"/>
                <a:gd name="T4" fmla="*/ 65 w 237"/>
                <a:gd name="T5" fmla="*/ 16 h 244"/>
                <a:gd name="T6" fmla="*/ 92 w 237"/>
                <a:gd name="T7" fmla="*/ 16 h 244"/>
                <a:gd name="T8" fmla="*/ 146 w 237"/>
                <a:gd name="T9" fmla="*/ 26 h 244"/>
                <a:gd name="T10" fmla="*/ 181 w 237"/>
                <a:gd name="T11" fmla="*/ 60 h 244"/>
                <a:gd name="T12" fmla="*/ 193 w 237"/>
                <a:gd name="T13" fmla="*/ 120 h 244"/>
                <a:gd name="T14" fmla="*/ 191 w 237"/>
                <a:gd name="T15" fmla="*/ 153 h 244"/>
                <a:gd name="T16" fmla="*/ 182 w 237"/>
                <a:gd name="T17" fmla="*/ 181 h 244"/>
                <a:gd name="T18" fmla="*/ 168 w 237"/>
                <a:gd name="T19" fmla="*/ 203 h 244"/>
                <a:gd name="T20" fmla="*/ 147 w 237"/>
                <a:gd name="T21" fmla="*/ 218 h 244"/>
                <a:gd name="T22" fmla="*/ 122 w 237"/>
                <a:gd name="T23" fmla="*/ 226 h 244"/>
                <a:gd name="T24" fmla="*/ 90 w 237"/>
                <a:gd name="T25" fmla="*/ 228 h 244"/>
                <a:gd name="T26" fmla="*/ 93 w 237"/>
                <a:gd name="T27" fmla="*/ 0 h 244"/>
                <a:gd name="T28" fmla="*/ 0 w 237"/>
                <a:gd name="T29" fmla="*/ 0 h 244"/>
                <a:gd name="T30" fmla="*/ 0 w 237"/>
                <a:gd name="T31" fmla="*/ 9 h 244"/>
                <a:gd name="T32" fmla="*/ 14 w 237"/>
                <a:gd name="T33" fmla="*/ 13 h 244"/>
                <a:gd name="T34" fmla="*/ 21 w 237"/>
                <a:gd name="T35" fmla="*/ 18 h 244"/>
                <a:gd name="T36" fmla="*/ 24 w 237"/>
                <a:gd name="T37" fmla="*/ 27 h 244"/>
                <a:gd name="T38" fmla="*/ 25 w 237"/>
                <a:gd name="T39" fmla="*/ 45 h 244"/>
                <a:gd name="T40" fmla="*/ 25 w 237"/>
                <a:gd name="T41" fmla="*/ 199 h 244"/>
                <a:gd name="T42" fmla="*/ 24 w 237"/>
                <a:gd name="T43" fmla="*/ 217 h 244"/>
                <a:gd name="T44" fmla="*/ 21 w 237"/>
                <a:gd name="T45" fmla="*/ 226 h 244"/>
                <a:gd name="T46" fmla="*/ 14 w 237"/>
                <a:gd name="T47" fmla="*/ 231 h 244"/>
                <a:gd name="T48" fmla="*/ 0 w 237"/>
                <a:gd name="T49" fmla="*/ 235 h 244"/>
                <a:gd name="T50" fmla="*/ 0 w 237"/>
                <a:gd name="T51" fmla="*/ 244 h 244"/>
                <a:gd name="T52" fmla="*/ 77 w 237"/>
                <a:gd name="T53" fmla="*/ 244 h 244"/>
                <a:gd name="T54" fmla="*/ 134 w 237"/>
                <a:gd name="T55" fmla="*/ 241 h 244"/>
                <a:gd name="T56" fmla="*/ 171 w 237"/>
                <a:gd name="T57" fmla="*/ 231 h 244"/>
                <a:gd name="T58" fmla="*/ 205 w 237"/>
                <a:gd name="T59" fmla="*/ 208 h 244"/>
                <a:gd name="T60" fmla="*/ 228 w 237"/>
                <a:gd name="T61" fmla="*/ 170 h 244"/>
                <a:gd name="T62" fmla="*/ 237 w 237"/>
                <a:gd name="T63" fmla="*/ 117 h 244"/>
                <a:gd name="T64" fmla="*/ 228 w 237"/>
                <a:gd name="T65" fmla="*/ 65 h 244"/>
                <a:gd name="T66" fmla="*/ 202 w 237"/>
                <a:gd name="T67" fmla="*/ 29 h 244"/>
                <a:gd name="T68" fmla="*/ 158 w 237"/>
                <a:gd name="T69" fmla="*/ 8 h 244"/>
                <a:gd name="T70" fmla="*/ 93 w 237"/>
                <a:gd name="T7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244">
                  <a:moveTo>
                    <a:pt x="90" y="228"/>
                  </a:moveTo>
                  <a:cubicBezTo>
                    <a:pt x="79" y="228"/>
                    <a:pt x="70" y="228"/>
                    <a:pt x="65" y="227"/>
                  </a:cubicBezTo>
                  <a:cubicBezTo>
                    <a:pt x="65" y="16"/>
                    <a:pt x="65" y="16"/>
                    <a:pt x="65" y="16"/>
                  </a:cubicBezTo>
                  <a:cubicBezTo>
                    <a:pt x="73" y="16"/>
                    <a:pt x="83" y="16"/>
                    <a:pt x="92" y="16"/>
                  </a:cubicBezTo>
                  <a:cubicBezTo>
                    <a:pt x="113" y="16"/>
                    <a:pt x="131" y="19"/>
                    <a:pt x="146" y="26"/>
                  </a:cubicBezTo>
                  <a:cubicBezTo>
                    <a:pt x="161" y="34"/>
                    <a:pt x="173" y="45"/>
                    <a:pt x="181" y="60"/>
                  </a:cubicBezTo>
                  <a:cubicBezTo>
                    <a:pt x="189" y="76"/>
                    <a:pt x="193" y="96"/>
                    <a:pt x="193" y="120"/>
                  </a:cubicBezTo>
                  <a:cubicBezTo>
                    <a:pt x="193" y="132"/>
                    <a:pt x="192" y="143"/>
                    <a:pt x="191" y="153"/>
                  </a:cubicBezTo>
                  <a:cubicBezTo>
                    <a:pt x="189" y="163"/>
                    <a:pt x="186" y="173"/>
                    <a:pt x="182" y="181"/>
                  </a:cubicBezTo>
                  <a:cubicBezTo>
                    <a:pt x="179" y="189"/>
                    <a:pt x="174" y="196"/>
                    <a:pt x="168" y="203"/>
                  </a:cubicBezTo>
                  <a:cubicBezTo>
                    <a:pt x="162" y="209"/>
                    <a:pt x="155" y="214"/>
                    <a:pt x="147" y="218"/>
                  </a:cubicBezTo>
                  <a:cubicBezTo>
                    <a:pt x="139" y="221"/>
                    <a:pt x="131" y="224"/>
                    <a:pt x="122" y="226"/>
                  </a:cubicBezTo>
                  <a:cubicBezTo>
                    <a:pt x="112" y="227"/>
                    <a:pt x="102" y="228"/>
                    <a:pt x="90" y="228"/>
                  </a:cubicBezTo>
                  <a:moveTo>
                    <a:pt x="93"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0"/>
                    <a:pt x="25" y="36"/>
                    <a:pt x="25" y="45"/>
                  </a:cubicBezTo>
                  <a:cubicBezTo>
                    <a:pt x="25" y="199"/>
                    <a:pt x="25" y="199"/>
                    <a:pt x="25" y="199"/>
                  </a:cubicBezTo>
                  <a:cubicBezTo>
                    <a:pt x="25" y="208"/>
                    <a:pt x="25" y="214"/>
                    <a:pt x="24" y="217"/>
                  </a:cubicBezTo>
                  <a:cubicBezTo>
                    <a:pt x="23" y="221"/>
                    <a:pt x="22" y="224"/>
                    <a:pt x="21" y="226"/>
                  </a:cubicBezTo>
                  <a:cubicBezTo>
                    <a:pt x="19" y="228"/>
                    <a:pt x="17" y="230"/>
                    <a:pt x="14" y="231"/>
                  </a:cubicBezTo>
                  <a:cubicBezTo>
                    <a:pt x="11" y="233"/>
                    <a:pt x="7" y="234"/>
                    <a:pt x="0" y="235"/>
                  </a:cubicBezTo>
                  <a:cubicBezTo>
                    <a:pt x="0" y="244"/>
                    <a:pt x="0" y="244"/>
                    <a:pt x="0" y="244"/>
                  </a:cubicBezTo>
                  <a:cubicBezTo>
                    <a:pt x="77" y="244"/>
                    <a:pt x="77" y="244"/>
                    <a:pt x="77" y="244"/>
                  </a:cubicBezTo>
                  <a:cubicBezTo>
                    <a:pt x="100" y="244"/>
                    <a:pt x="119" y="243"/>
                    <a:pt x="134" y="241"/>
                  </a:cubicBezTo>
                  <a:cubicBezTo>
                    <a:pt x="148" y="239"/>
                    <a:pt x="160" y="236"/>
                    <a:pt x="171" y="231"/>
                  </a:cubicBezTo>
                  <a:cubicBezTo>
                    <a:pt x="185" y="225"/>
                    <a:pt x="195" y="218"/>
                    <a:pt x="205" y="208"/>
                  </a:cubicBezTo>
                  <a:cubicBezTo>
                    <a:pt x="215" y="198"/>
                    <a:pt x="223" y="185"/>
                    <a:pt x="228" y="170"/>
                  </a:cubicBezTo>
                  <a:cubicBezTo>
                    <a:pt x="234" y="155"/>
                    <a:pt x="237" y="137"/>
                    <a:pt x="237" y="117"/>
                  </a:cubicBezTo>
                  <a:cubicBezTo>
                    <a:pt x="237" y="97"/>
                    <a:pt x="234" y="80"/>
                    <a:pt x="228" y="65"/>
                  </a:cubicBezTo>
                  <a:cubicBezTo>
                    <a:pt x="222" y="51"/>
                    <a:pt x="213" y="39"/>
                    <a:pt x="202" y="29"/>
                  </a:cubicBezTo>
                  <a:cubicBezTo>
                    <a:pt x="190" y="20"/>
                    <a:pt x="175" y="13"/>
                    <a:pt x="158" y="8"/>
                  </a:cubicBezTo>
                  <a:cubicBezTo>
                    <a:pt x="141" y="3"/>
                    <a:pt x="120" y="0"/>
                    <a:pt x="9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8" name="Freeform 291">
              <a:extLst>
                <a:ext uri="{FF2B5EF4-FFF2-40B4-BE49-F238E27FC236}">
                  <a16:creationId xmlns:a16="http://schemas.microsoft.com/office/drawing/2014/main" id="{6A890733-6063-497A-DC68-F33A613912FE}"/>
                </a:ext>
              </a:extLst>
            </p:cNvPr>
            <p:cNvSpPr>
              <a:spLocks/>
            </p:cNvSpPr>
            <p:nvPr/>
          </p:nvSpPr>
          <p:spPr bwMode="auto">
            <a:xfrm>
              <a:off x="2616632" y="2122744"/>
              <a:ext cx="32533" cy="89060"/>
            </a:xfrm>
            <a:custGeom>
              <a:avLst/>
              <a:gdLst>
                <a:gd name="T0" fmla="*/ 89 w 89"/>
                <a:gd name="T1" fmla="*/ 0 h 244"/>
                <a:gd name="T2" fmla="*/ 0 w 89"/>
                <a:gd name="T3" fmla="*/ 0 h 244"/>
                <a:gd name="T4" fmla="*/ 0 w 89"/>
                <a:gd name="T5" fmla="*/ 9 h 244"/>
                <a:gd name="T6" fmla="*/ 13 w 89"/>
                <a:gd name="T7" fmla="*/ 13 h 244"/>
                <a:gd name="T8" fmla="*/ 20 w 89"/>
                <a:gd name="T9" fmla="*/ 18 h 244"/>
                <a:gd name="T10" fmla="*/ 23 w 89"/>
                <a:gd name="T11" fmla="*/ 27 h 244"/>
                <a:gd name="T12" fmla="*/ 24 w 89"/>
                <a:gd name="T13" fmla="*/ 45 h 244"/>
                <a:gd name="T14" fmla="*/ 24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5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3" y="13"/>
                  </a:cubicBezTo>
                  <a:cubicBezTo>
                    <a:pt x="16" y="14"/>
                    <a:pt x="18" y="16"/>
                    <a:pt x="20" y="18"/>
                  </a:cubicBezTo>
                  <a:cubicBezTo>
                    <a:pt x="21" y="20"/>
                    <a:pt x="22"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2" y="234"/>
                    <a:pt x="78" y="232"/>
                    <a:pt x="75" y="231"/>
                  </a:cubicBezTo>
                  <a:cubicBezTo>
                    <a:pt x="72" y="230"/>
                    <a:pt x="70" y="228"/>
                    <a:pt x="68" y="226"/>
                  </a:cubicBezTo>
                  <a:cubicBezTo>
                    <a:pt x="67" y="223"/>
                    <a:pt x="66" y="221"/>
                    <a:pt x="65" y="217"/>
                  </a:cubicBezTo>
                  <a:cubicBezTo>
                    <a:pt x="64" y="213"/>
                    <a:pt x="64" y="207"/>
                    <a:pt x="64" y="199"/>
                  </a:cubicBezTo>
                  <a:cubicBezTo>
                    <a:pt x="64" y="45"/>
                    <a:pt x="64" y="45"/>
                    <a:pt x="64" y="45"/>
                  </a:cubicBezTo>
                  <a:cubicBezTo>
                    <a:pt x="64" y="37"/>
                    <a:pt x="64" y="31"/>
                    <a:pt x="65" y="27"/>
                  </a:cubicBezTo>
                  <a:cubicBezTo>
                    <a:pt x="66" y="23"/>
                    <a:pt x="67" y="20"/>
                    <a:pt x="69" y="18"/>
                  </a:cubicBezTo>
                  <a:cubicBezTo>
                    <a:pt x="71" y="16"/>
                    <a:pt x="73" y="14"/>
                    <a:pt x="75"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9" name="Freeform 292">
              <a:extLst>
                <a:ext uri="{FF2B5EF4-FFF2-40B4-BE49-F238E27FC236}">
                  <a16:creationId xmlns:a16="http://schemas.microsoft.com/office/drawing/2014/main" id="{23DB7BE6-8582-D5D5-73AB-AC1FD1CF30C8}"/>
                </a:ext>
              </a:extLst>
            </p:cNvPr>
            <p:cNvSpPr>
              <a:spLocks/>
            </p:cNvSpPr>
            <p:nvPr/>
          </p:nvSpPr>
          <p:spPr bwMode="auto">
            <a:xfrm>
              <a:off x="2667466" y="2121525"/>
              <a:ext cx="71167" cy="91499"/>
            </a:xfrm>
            <a:custGeom>
              <a:avLst/>
              <a:gdLst>
                <a:gd name="T0" fmla="*/ 122 w 195"/>
                <a:gd name="T1" fmla="*/ 0 h 250"/>
                <a:gd name="T2" fmla="*/ 56 w 195"/>
                <a:gd name="T3" fmla="*/ 16 h 250"/>
                <a:gd name="T4" fmla="*/ 14 w 195"/>
                <a:gd name="T5" fmla="*/ 60 h 250"/>
                <a:gd name="T6" fmla="*/ 0 w 195"/>
                <a:gd name="T7" fmla="*/ 128 h 250"/>
                <a:gd name="T8" fmla="*/ 27 w 195"/>
                <a:gd name="T9" fmla="*/ 219 h 250"/>
                <a:gd name="T10" fmla="*/ 109 w 195"/>
                <a:gd name="T11" fmla="*/ 250 h 250"/>
                <a:gd name="T12" fmla="*/ 155 w 195"/>
                <a:gd name="T13" fmla="*/ 248 h 250"/>
                <a:gd name="T14" fmla="*/ 195 w 195"/>
                <a:gd name="T15" fmla="*/ 241 h 250"/>
                <a:gd name="T16" fmla="*/ 195 w 195"/>
                <a:gd name="T17" fmla="*/ 190 h 250"/>
                <a:gd name="T18" fmla="*/ 174 w 195"/>
                <a:gd name="T19" fmla="*/ 190 h 250"/>
                <a:gd name="T20" fmla="*/ 160 w 195"/>
                <a:gd name="T21" fmla="*/ 217 h 250"/>
                <a:gd name="T22" fmla="*/ 141 w 195"/>
                <a:gd name="T23" fmla="*/ 230 h 250"/>
                <a:gd name="T24" fmla="*/ 113 w 195"/>
                <a:gd name="T25" fmla="*/ 234 h 250"/>
                <a:gd name="T26" fmla="*/ 74 w 195"/>
                <a:gd name="T27" fmla="*/ 222 h 250"/>
                <a:gd name="T28" fmla="*/ 51 w 195"/>
                <a:gd name="T29" fmla="*/ 184 h 250"/>
                <a:gd name="T30" fmla="*/ 42 w 195"/>
                <a:gd name="T31" fmla="*/ 124 h 250"/>
                <a:gd name="T32" fmla="*/ 52 w 195"/>
                <a:gd name="T33" fmla="*/ 65 h 250"/>
                <a:gd name="T34" fmla="*/ 79 w 195"/>
                <a:gd name="T35" fmla="*/ 28 h 250"/>
                <a:gd name="T36" fmla="*/ 118 w 195"/>
                <a:gd name="T37" fmla="*/ 16 h 250"/>
                <a:gd name="T38" fmla="*/ 143 w 195"/>
                <a:gd name="T39" fmla="*/ 20 h 250"/>
                <a:gd name="T40" fmla="*/ 161 w 195"/>
                <a:gd name="T41" fmla="*/ 33 h 250"/>
                <a:gd name="T42" fmla="*/ 174 w 195"/>
                <a:gd name="T43" fmla="*/ 58 h 250"/>
                <a:gd name="T44" fmla="*/ 195 w 195"/>
                <a:gd name="T45" fmla="*/ 58 h 250"/>
                <a:gd name="T46" fmla="*/ 195 w 195"/>
                <a:gd name="T47" fmla="*/ 8 h 250"/>
                <a:gd name="T48" fmla="*/ 158 w 195"/>
                <a:gd name="T49" fmla="*/ 2 h 250"/>
                <a:gd name="T50" fmla="*/ 122 w 195"/>
                <a:gd name="T51"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5" h="250">
                  <a:moveTo>
                    <a:pt x="122" y="0"/>
                  </a:moveTo>
                  <a:cubicBezTo>
                    <a:pt x="97" y="0"/>
                    <a:pt x="75" y="6"/>
                    <a:pt x="56" y="16"/>
                  </a:cubicBezTo>
                  <a:cubicBezTo>
                    <a:pt x="37" y="27"/>
                    <a:pt x="23" y="41"/>
                    <a:pt x="14" y="60"/>
                  </a:cubicBezTo>
                  <a:cubicBezTo>
                    <a:pt x="4" y="80"/>
                    <a:pt x="0" y="102"/>
                    <a:pt x="0" y="128"/>
                  </a:cubicBezTo>
                  <a:cubicBezTo>
                    <a:pt x="0" y="168"/>
                    <a:pt x="9" y="199"/>
                    <a:pt x="27" y="219"/>
                  </a:cubicBezTo>
                  <a:cubicBezTo>
                    <a:pt x="45" y="240"/>
                    <a:pt x="73" y="250"/>
                    <a:pt x="109" y="250"/>
                  </a:cubicBezTo>
                  <a:cubicBezTo>
                    <a:pt x="125" y="250"/>
                    <a:pt x="140" y="249"/>
                    <a:pt x="155" y="248"/>
                  </a:cubicBezTo>
                  <a:cubicBezTo>
                    <a:pt x="168" y="246"/>
                    <a:pt x="182" y="244"/>
                    <a:pt x="195" y="241"/>
                  </a:cubicBezTo>
                  <a:cubicBezTo>
                    <a:pt x="195" y="190"/>
                    <a:pt x="195" y="190"/>
                    <a:pt x="195" y="190"/>
                  </a:cubicBezTo>
                  <a:cubicBezTo>
                    <a:pt x="174" y="190"/>
                    <a:pt x="174" y="190"/>
                    <a:pt x="174" y="190"/>
                  </a:cubicBezTo>
                  <a:cubicBezTo>
                    <a:pt x="170" y="202"/>
                    <a:pt x="165" y="211"/>
                    <a:pt x="160" y="217"/>
                  </a:cubicBezTo>
                  <a:cubicBezTo>
                    <a:pt x="155" y="223"/>
                    <a:pt x="149" y="227"/>
                    <a:pt x="141" y="230"/>
                  </a:cubicBezTo>
                  <a:cubicBezTo>
                    <a:pt x="134" y="233"/>
                    <a:pt x="124" y="234"/>
                    <a:pt x="113" y="234"/>
                  </a:cubicBezTo>
                  <a:cubicBezTo>
                    <a:pt x="98" y="234"/>
                    <a:pt x="85" y="230"/>
                    <a:pt x="74" y="222"/>
                  </a:cubicBezTo>
                  <a:cubicBezTo>
                    <a:pt x="64" y="213"/>
                    <a:pt x="56" y="201"/>
                    <a:pt x="51" y="184"/>
                  </a:cubicBezTo>
                  <a:cubicBezTo>
                    <a:pt x="45" y="168"/>
                    <a:pt x="42" y="148"/>
                    <a:pt x="42" y="124"/>
                  </a:cubicBezTo>
                  <a:cubicBezTo>
                    <a:pt x="42" y="101"/>
                    <a:pt x="46" y="81"/>
                    <a:pt x="52" y="65"/>
                  </a:cubicBezTo>
                  <a:cubicBezTo>
                    <a:pt x="59" y="49"/>
                    <a:pt x="68" y="36"/>
                    <a:pt x="79" y="28"/>
                  </a:cubicBezTo>
                  <a:cubicBezTo>
                    <a:pt x="90" y="20"/>
                    <a:pt x="104" y="16"/>
                    <a:pt x="118" y="16"/>
                  </a:cubicBezTo>
                  <a:cubicBezTo>
                    <a:pt x="128" y="16"/>
                    <a:pt x="136" y="17"/>
                    <a:pt x="143" y="20"/>
                  </a:cubicBezTo>
                  <a:cubicBezTo>
                    <a:pt x="150" y="23"/>
                    <a:pt x="156" y="27"/>
                    <a:pt x="161" y="33"/>
                  </a:cubicBezTo>
                  <a:cubicBezTo>
                    <a:pt x="166" y="39"/>
                    <a:pt x="171" y="47"/>
                    <a:pt x="174" y="58"/>
                  </a:cubicBezTo>
                  <a:cubicBezTo>
                    <a:pt x="195" y="58"/>
                    <a:pt x="195" y="58"/>
                    <a:pt x="195" y="58"/>
                  </a:cubicBezTo>
                  <a:cubicBezTo>
                    <a:pt x="195" y="8"/>
                    <a:pt x="195" y="8"/>
                    <a:pt x="195" y="8"/>
                  </a:cubicBezTo>
                  <a:cubicBezTo>
                    <a:pt x="181" y="5"/>
                    <a:pt x="169" y="3"/>
                    <a:pt x="158" y="2"/>
                  </a:cubicBezTo>
                  <a:cubicBezTo>
                    <a:pt x="147" y="1"/>
                    <a:pt x="135" y="0"/>
                    <a:pt x="12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0" name="Freeform 293">
              <a:extLst>
                <a:ext uri="{FF2B5EF4-FFF2-40B4-BE49-F238E27FC236}">
                  <a16:creationId xmlns:a16="http://schemas.microsoft.com/office/drawing/2014/main" id="{FBA4BD3D-FE34-BF32-54FF-4AB57C88C1DE}"/>
                </a:ext>
              </a:extLst>
            </p:cNvPr>
            <p:cNvSpPr>
              <a:spLocks noEditPoints="1"/>
            </p:cNvSpPr>
            <p:nvPr/>
          </p:nvSpPr>
          <p:spPr bwMode="auto">
            <a:xfrm>
              <a:off x="2747579" y="2121525"/>
              <a:ext cx="96786" cy="90280"/>
            </a:xfrm>
            <a:custGeom>
              <a:avLst/>
              <a:gdLst>
                <a:gd name="T0" fmla="*/ 86 w 265"/>
                <a:gd name="T1" fmla="*/ 151 h 247"/>
                <a:gd name="T2" fmla="*/ 134 w 265"/>
                <a:gd name="T3" fmla="*/ 35 h 247"/>
                <a:gd name="T4" fmla="*/ 174 w 265"/>
                <a:gd name="T5" fmla="*/ 151 h 247"/>
                <a:gd name="T6" fmla="*/ 86 w 265"/>
                <a:gd name="T7" fmla="*/ 151 h 247"/>
                <a:gd name="T8" fmla="*/ 159 w 265"/>
                <a:gd name="T9" fmla="*/ 0 h 247"/>
                <a:gd name="T10" fmla="*/ 126 w 265"/>
                <a:gd name="T11" fmla="*/ 0 h 247"/>
                <a:gd name="T12" fmla="*/ 37 w 265"/>
                <a:gd name="T13" fmla="*/ 198 h 247"/>
                <a:gd name="T14" fmla="*/ 20 w 265"/>
                <a:gd name="T15" fmla="*/ 227 h 247"/>
                <a:gd name="T16" fmla="*/ 0 w 265"/>
                <a:gd name="T17" fmla="*/ 238 h 247"/>
                <a:gd name="T18" fmla="*/ 0 w 265"/>
                <a:gd name="T19" fmla="*/ 247 h 247"/>
                <a:gd name="T20" fmla="*/ 90 w 265"/>
                <a:gd name="T21" fmla="*/ 247 h 247"/>
                <a:gd name="T22" fmla="*/ 90 w 265"/>
                <a:gd name="T23" fmla="*/ 238 h 247"/>
                <a:gd name="T24" fmla="*/ 70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1 w 265"/>
                <a:gd name="T39" fmla="*/ 205 h 247"/>
                <a:gd name="T40" fmla="*/ 193 w 265"/>
                <a:gd name="T41" fmla="*/ 218 h 247"/>
                <a:gd name="T42" fmla="*/ 190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0 w 265"/>
                <a:gd name="T57" fmla="*/ 221 h 247"/>
                <a:gd name="T58" fmla="*/ 231 w 265"/>
                <a:gd name="T59" fmla="*/ 200 h 247"/>
                <a:gd name="T60" fmla="*/ 159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4" y="35"/>
                    <a:pt x="134" y="35"/>
                    <a:pt x="134" y="35"/>
                  </a:cubicBezTo>
                  <a:cubicBezTo>
                    <a:pt x="174" y="151"/>
                    <a:pt x="174" y="151"/>
                    <a:pt x="174" y="151"/>
                  </a:cubicBezTo>
                  <a:cubicBezTo>
                    <a:pt x="86" y="151"/>
                    <a:pt x="86" y="151"/>
                    <a:pt x="86" y="151"/>
                  </a:cubicBezTo>
                  <a:moveTo>
                    <a:pt x="159" y="0"/>
                  </a:moveTo>
                  <a:cubicBezTo>
                    <a:pt x="126" y="0"/>
                    <a:pt x="126" y="0"/>
                    <a:pt x="126" y="0"/>
                  </a:cubicBezTo>
                  <a:cubicBezTo>
                    <a:pt x="37" y="198"/>
                    <a:pt x="37" y="198"/>
                    <a:pt x="37" y="198"/>
                  </a:cubicBezTo>
                  <a:cubicBezTo>
                    <a:pt x="32" y="211"/>
                    <a:pt x="26" y="220"/>
                    <a:pt x="20" y="227"/>
                  </a:cubicBezTo>
                  <a:cubicBezTo>
                    <a:pt x="15" y="233"/>
                    <a:pt x="8" y="237"/>
                    <a:pt x="0" y="238"/>
                  </a:cubicBezTo>
                  <a:cubicBezTo>
                    <a:pt x="0" y="247"/>
                    <a:pt x="0" y="247"/>
                    <a:pt x="0" y="247"/>
                  </a:cubicBezTo>
                  <a:cubicBezTo>
                    <a:pt x="90" y="247"/>
                    <a:pt x="90" y="247"/>
                    <a:pt x="90" y="247"/>
                  </a:cubicBezTo>
                  <a:cubicBezTo>
                    <a:pt x="90" y="238"/>
                    <a:pt x="90" y="238"/>
                    <a:pt x="90" y="238"/>
                  </a:cubicBezTo>
                  <a:cubicBezTo>
                    <a:pt x="81" y="237"/>
                    <a:pt x="75" y="235"/>
                    <a:pt x="70" y="232"/>
                  </a:cubicBezTo>
                  <a:cubicBezTo>
                    <a:pt x="66" y="228"/>
                    <a:pt x="64" y="223"/>
                    <a:pt x="64" y="216"/>
                  </a:cubicBezTo>
                  <a:cubicBezTo>
                    <a:pt x="64" y="212"/>
                    <a:pt x="64"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0" y="200"/>
                    <a:pt x="191" y="205"/>
                  </a:cubicBezTo>
                  <a:cubicBezTo>
                    <a:pt x="193" y="210"/>
                    <a:pt x="193" y="214"/>
                    <a:pt x="193" y="218"/>
                  </a:cubicBezTo>
                  <a:cubicBezTo>
                    <a:pt x="193" y="222"/>
                    <a:pt x="192" y="226"/>
                    <a:pt x="190" y="228"/>
                  </a:cubicBezTo>
                  <a:cubicBezTo>
                    <a:pt x="189" y="231"/>
                    <a:pt x="186" y="233"/>
                    <a:pt x="183" y="234"/>
                  </a:cubicBezTo>
                  <a:cubicBezTo>
                    <a:pt x="179" y="236"/>
                    <a:pt x="174" y="237"/>
                    <a:pt x="167" y="238"/>
                  </a:cubicBezTo>
                  <a:cubicBezTo>
                    <a:pt x="167" y="247"/>
                    <a:pt x="167" y="247"/>
                    <a:pt x="167" y="247"/>
                  </a:cubicBezTo>
                  <a:cubicBezTo>
                    <a:pt x="265" y="247"/>
                    <a:pt x="265" y="247"/>
                    <a:pt x="265" y="247"/>
                  </a:cubicBezTo>
                  <a:cubicBezTo>
                    <a:pt x="265" y="238"/>
                    <a:pt x="265" y="238"/>
                    <a:pt x="265" y="238"/>
                  </a:cubicBezTo>
                  <a:cubicBezTo>
                    <a:pt x="258" y="237"/>
                    <a:pt x="253" y="235"/>
                    <a:pt x="250" y="232"/>
                  </a:cubicBezTo>
                  <a:cubicBezTo>
                    <a:pt x="246" y="230"/>
                    <a:pt x="243" y="226"/>
                    <a:pt x="240" y="221"/>
                  </a:cubicBezTo>
                  <a:cubicBezTo>
                    <a:pt x="238" y="216"/>
                    <a:pt x="235" y="209"/>
                    <a:pt x="231" y="200"/>
                  </a:cubicBezTo>
                  <a:cubicBezTo>
                    <a:pt x="159" y="0"/>
                    <a:pt x="159" y="0"/>
                    <a:pt x="1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1" name="Freeform 294">
              <a:extLst>
                <a:ext uri="{FF2B5EF4-FFF2-40B4-BE49-F238E27FC236}">
                  <a16:creationId xmlns:a16="http://schemas.microsoft.com/office/drawing/2014/main" id="{0B09EF11-8C7E-E92C-DF0C-8F31B5C68448}"/>
                </a:ext>
              </a:extLst>
            </p:cNvPr>
            <p:cNvSpPr>
              <a:spLocks/>
            </p:cNvSpPr>
            <p:nvPr/>
          </p:nvSpPr>
          <p:spPr bwMode="auto">
            <a:xfrm>
              <a:off x="2854939" y="2122744"/>
              <a:ext cx="70760" cy="89060"/>
            </a:xfrm>
            <a:custGeom>
              <a:avLst/>
              <a:gdLst>
                <a:gd name="T0" fmla="*/ 90 w 195"/>
                <a:gd name="T1" fmla="*/ 0 h 244"/>
                <a:gd name="T2" fmla="*/ 0 w 195"/>
                <a:gd name="T3" fmla="*/ 0 h 244"/>
                <a:gd name="T4" fmla="*/ 0 w 195"/>
                <a:gd name="T5" fmla="*/ 9 h 244"/>
                <a:gd name="T6" fmla="*/ 14 w 195"/>
                <a:gd name="T7" fmla="*/ 13 h 244"/>
                <a:gd name="T8" fmla="*/ 21 w 195"/>
                <a:gd name="T9" fmla="*/ 18 h 244"/>
                <a:gd name="T10" fmla="*/ 24 w 195"/>
                <a:gd name="T11" fmla="*/ 27 h 244"/>
                <a:gd name="T12" fmla="*/ 25 w 195"/>
                <a:gd name="T13" fmla="*/ 45 h 244"/>
                <a:gd name="T14" fmla="*/ 25 w 195"/>
                <a:gd name="T15" fmla="*/ 199 h 244"/>
                <a:gd name="T16" fmla="*/ 24 w 195"/>
                <a:gd name="T17" fmla="*/ 219 h 244"/>
                <a:gd name="T18" fmla="*/ 18 w 195"/>
                <a:gd name="T19" fmla="*/ 229 h 244"/>
                <a:gd name="T20" fmla="*/ 0 w 195"/>
                <a:gd name="T21" fmla="*/ 235 h 244"/>
                <a:gd name="T22" fmla="*/ 0 w 195"/>
                <a:gd name="T23" fmla="*/ 244 h 244"/>
                <a:gd name="T24" fmla="*/ 191 w 195"/>
                <a:gd name="T25" fmla="*/ 244 h 244"/>
                <a:gd name="T26" fmla="*/ 195 w 195"/>
                <a:gd name="T27" fmla="*/ 172 h 244"/>
                <a:gd name="T28" fmla="*/ 174 w 195"/>
                <a:gd name="T29" fmla="*/ 172 h 244"/>
                <a:gd name="T30" fmla="*/ 167 w 195"/>
                <a:gd name="T31" fmla="*/ 197 h 244"/>
                <a:gd name="T32" fmla="*/ 160 w 195"/>
                <a:gd name="T33" fmla="*/ 210 h 244"/>
                <a:gd name="T34" fmla="*/ 154 w 195"/>
                <a:gd name="T35" fmla="*/ 219 h 244"/>
                <a:gd name="T36" fmla="*/ 146 w 195"/>
                <a:gd name="T37" fmla="*/ 224 h 244"/>
                <a:gd name="T38" fmla="*/ 135 w 195"/>
                <a:gd name="T39" fmla="*/ 227 h 244"/>
                <a:gd name="T40" fmla="*/ 120 w 195"/>
                <a:gd name="T41" fmla="*/ 228 h 244"/>
                <a:gd name="T42" fmla="*/ 65 w 195"/>
                <a:gd name="T43" fmla="*/ 228 h 244"/>
                <a:gd name="T44" fmla="*/ 65 w 195"/>
                <a:gd name="T45" fmla="*/ 45 h 244"/>
                <a:gd name="T46" fmla="*/ 66 w 195"/>
                <a:gd name="T47" fmla="*/ 26 h 244"/>
                <a:gd name="T48" fmla="*/ 70 w 195"/>
                <a:gd name="T49" fmla="*/ 17 h 244"/>
                <a:gd name="T50" fmla="*/ 76 w 195"/>
                <a:gd name="T51" fmla="*/ 13 h 244"/>
                <a:gd name="T52" fmla="*/ 90 w 195"/>
                <a:gd name="T53" fmla="*/ 9 h 244"/>
                <a:gd name="T54" fmla="*/ 90 w 195"/>
                <a:gd name="T5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5" h="244">
                  <a:moveTo>
                    <a:pt x="90"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1" y="244"/>
                    <a:pt x="191" y="244"/>
                    <a:pt x="191" y="244"/>
                  </a:cubicBezTo>
                  <a:cubicBezTo>
                    <a:pt x="195" y="172"/>
                    <a:pt x="195" y="172"/>
                    <a:pt x="195" y="172"/>
                  </a:cubicBezTo>
                  <a:cubicBezTo>
                    <a:pt x="174" y="172"/>
                    <a:pt x="174" y="172"/>
                    <a:pt x="174" y="172"/>
                  </a:cubicBezTo>
                  <a:cubicBezTo>
                    <a:pt x="171" y="183"/>
                    <a:pt x="169" y="191"/>
                    <a:pt x="167" y="197"/>
                  </a:cubicBezTo>
                  <a:cubicBezTo>
                    <a:pt x="165" y="202"/>
                    <a:pt x="163" y="207"/>
                    <a:pt x="160" y="210"/>
                  </a:cubicBezTo>
                  <a:cubicBezTo>
                    <a:pt x="159" y="214"/>
                    <a:pt x="156" y="217"/>
                    <a:pt x="154" y="219"/>
                  </a:cubicBezTo>
                  <a:cubicBezTo>
                    <a:pt x="152" y="221"/>
                    <a:pt x="149" y="223"/>
                    <a:pt x="146" y="224"/>
                  </a:cubicBezTo>
                  <a:cubicBezTo>
                    <a:pt x="143" y="225"/>
                    <a:pt x="140" y="226"/>
                    <a:pt x="135" y="227"/>
                  </a:cubicBezTo>
                  <a:cubicBezTo>
                    <a:pt x="131" y="227"/>
                    <a:pt x="126" y="228"/>
                    <a:pt x="120" y="228"/>
                  </a:cubicBezTo>
                  <a:cubicBezTo>
                    <a:pt x="65" y="228"/>
                    <a:pt x="65" y="228"/>
                    <a:pt x="65" y="228"/>
                  </a:cubicBezTo>
                  <a:cubicBezTo>
                    <a:pt x="65" y="45"/>
                    <a:pt x="65" y="45"/>
                    <a:pt x="65" y="45"/>
                  </a:cubicBezTo>
                  <a:cubicBezTo>
                    <a:pt x="65" y="36"/>
                    <a:pt x="65" y="30"/>
                    <a:pt x="66" y="26"/>
                  </a:cubicBezTo>
                  <a:cubicBezTo>
                    <a:pt x="67" y="22"/>
                    <a:pt x="68" y="19"/>
                    <a:pt x="70" y="17"/>
                  </a:cubicBezTo>
                  <a:cubicBezTo>
                    <a:pt x="72" y="15"/>
                    <a:pt x="74"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2" name="Freeform 295">
              <a:extLst>
                <a:ext uri="{FF2B5EF4-FFF2-40B4-BE49-F238E27FC236}">
                  <a16:creationId xmlns:a16="http://schemas.microsoft.com/office/drawing/2014/main" id="{C44A9D3F-7CB0-9A69-F955-E8AF665CF761}"/>
                </a:ext>
              </a:extLst>
            </p:cNvPr>
            <p:cNvSpPr>
              <a:spLocks/>
            </p:cNvSpPr>
            <p:nvPr/>
          </p:nvSpPr>
          <p:spPr bwMode="auto">
            <a:xfrm>
              <a:off x="2984663" y="2122744"/>
              <a:ext cx="89060" cy="90280"/>
            </a:xfrm>
            <a:custGeom>
              <a:avLst/>
              <a:gdLst>
                <a:gd name="T0" fmla="*/ 244 w 244"/>
                <a:gd name="T1" fmla="*/ 0 h 247"/>
                <a:gd name="T2" fmla="*/ 159 w 244"/>
                <a:gd name="T3" fmla="*/ 0 h 247"/>
                <a:gd name="T4" fmla="*/ 159 w 244"/>
                <a:gd name="T5" fmla="*/ 9 h 247"/>
                <a:gd name="T6" fmla="*/ 176 w 244"/>
                <a:gd name="T7" fmla="*/ 15 h 247"/>
                <a:gd name="T8" fmla="*/ 182 w 244"/>
                <a:gd name="T9" fmla="*/ 24 h 247"/>
                <a:gd name="T10" fmla="*/ 184 w 244"/>
                <a:gd name="T11" fmla="*/ 45 h 247"/>
                <a:gd name="T12" fmla="*/ 184 w 244"/>
                <a:gd name="T13" fmla="*/ 157 h 247"/>
                <a:gd name="T14" fmla="*/ 181 w 244"/>
                <a:gd name="T15" fmla="*/ 191 h 247"/>
                <a:gd name="T16" fmla="*/ 171 w 244"/>
                <a:gd name="T17" fmla="*/ 214 h 247"/>
                <a:gd name="T18" fmla="*/ 152 w 244"/>
                <a:gd name="T19" fmla="*/ 227 h 247"/>
                <a:gd name="T20" fmla="*/ 126 w 244"/>
                <a:gd name="T21" fmla="*/ 231 h 247"/>
                <a:gd name="T22" fmla="*/ 99 w 244"/>
                <a:gd name="T23" fmla="*/ 228 h 247"/>
                <a:gd name="T24" fmla="*/ 81 w 244"/>
                <a:gd name="T25" fmla="*/ 219 h 247"/>
                <a:gd name="T26" fmla="*/ 68 w 244"/>
                <a:gd name="T27" fmla="*/ 200 h 247"/>
                <a:gd name="T28" fmla="*/ 64 w 244"/>
                <a:gd name="T29" fmla="*/ 171 h 247"/>
                <a:gd name="T30" fmla="*/ 64 w 244"/>
                <a:gd name="T31" fmla="*/ 45 h 247"/>
                <a:gd name="T32" fmla="*/ 66 w 244"/>
                <a:gd name="T33" fmla="*/ 24 h 247"/>
                <a:gd name="T34" fmla="*/ 72 w 244"/>
                <a:gd name="T35" fmla="*/ 15 h 247"/>
                <a:gd name="T36" fmla="*/ 89 w 244"/>
                <a:gd name="T37" fmla="*/ 9 h 247"/>
                <a:gd name="T38" fmla="*/ 89 w 244"/>
                <a:gd name="T39" fmla="*/ 0 h 247"/>
                <a:gd name="T40" fmla="*/ 0 w 244"/>
                <a:gd name="T41" fmla="*/ 0 h 247"/>
                <a:gd name="T42" fmla="*/ 0 w 244"/>
                <a:gd name="T43" fmla="*/ 9 h 247"/>
                <a:gd name="T44" fmla="*/ 14 w 244"/>
                <a:gd name="T45" fmla="*/ 13 h 247"/>
                <a:gd name="T46" fmla="*/ 20 w 244"/>
                <a:gd name="T47" fmla="*/ 18 h 247"/>
                <a:gd name="T48" fmla="*/ 23 w 244"/>
                <a:gd name="T49" fmla="*/ 26 h 247"/>
                <a:gd name="T50" fmla="*/ 24 w 244"/>
                <a:gd name="T51" fmla="*/ 45 h 247"/>
                <a:gd name="T52" fmla="*/ 24 w 244"/>
                <a:gd name="T53" fmla="*/ 162 h 247"/>
                <a:gd name="T54" fmla="*/ 29 w 244"/>
                <a:gd name="T55" fmla="*/ 200 h 247"/>
                <a:gd name="T56" fmla="*/ 46 w 244"/>
                <a:gd name="T57" fmla="*/ 226 h 247"/>
                <a:gd name="T58" fmla="*/ 77 w 244"/>
                <a:gd name="T59" fmla="*/ 242 h 247"/>
                <a:gd name="T60" fmla="*/ 121 w 244"/>
                <a:gd name="T61" fmla="*/ 247 h 247"/>
                <a:gd name="T62" fmla="*/ 158 w 244"/>
                <a:gd name="T63" fmla="*/ 243 h 247"/>
                <a:gd name="T64" fmla="*/ 184 w 244"/>
                <a:gd name="T65" fmla="*/ 233 h 247"/>
                <a:gd name="T66" fmla="*/ 203 w 244"/>
                <a:gd name="T67" fmla="*/ 217 h 247"/>
                <a:gd name="T68" fmla="*/ 215 w 244"/>
                <a:gd name="T69" fmla="*/ 193 h 247"/>
                <a:gd name="T70" fmla="*/ 219 w 244"/>
                <a:gd name="T71" fmla="*/ 160 h 247"/>
                <a:gd name="T72" fmla="*/ 219 w 244"/>
                <a:gd name="T73" fmla="*/ 45 h 247"/>
                <a:gd name="T74" fmla="*/ 221 w 244"/>
                <a:gd name="T75" fmla="*/ 24 h 247"/>
                <a:gd name="T76" fmla="*/ 227 w 244"/>
                <a:gd name="T77" fmla="*/ 15 h 247"/>
                <a:gd name="T78" fmla="*/ 244 w 244"/>
                <a:gd name="T79" fmla="*/ 9 h 247"/>
                <a:gd name="T80" fmla="*/ 244 w 244"/>
                <a:gd name="T8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4" h="247">
                  <a:moveTo>
                    <a:pt x="244" y="0"/>
                  </a:moveTo>
                  <a:cubicBezTo>
                    <a:pt x="159" y="0"/>
                    <a:pt x="159" y="0"/>
                    <a:pt x="159" y="0"/>
                  </a:cubicBezTo>
                  <a:cubicBezTo>
                    <a:pt x="159" y="9"/>
                    <a:pt x="159" y="9"/>
                    <a:pt x="159" y="9"/>
                  </a:cubicBezTo>
                  <a:cubicBezTo>
                    <a:pt x="168" y="11"/>
                    <a:pt x="174" y="13"/>
                    <a:pt x="176" y="15"/>
                  </a:cubicBezTo>
                  <a:cubicBezTo>
                    <a:pt x="179" y="17"/>
                    <a:pt x="181" y="20"/>
                    <a:pt x="182" y="24"/>
                  </a:cubicBezTo>
                  <a:cubicBezTo>
                    <a:pt x="183" y="27"/>
                    <a:pt x="184" y="34"/>
                    <a:pt x="184" y="45"/>
                  </a:cubicBezTo>
                  <a:cubicBezTo>
                    <a:pt x="184" y="157"/>
                    <a:pt x="184" y="157"/>
                    <a:pt x="184" y="157"/>
                  </a:cubicBezTo>
                  <a:cubicBezTo>
                    <a:pt x="184" y="171"/>
                    <a:pt x="183" y="183"/>
                    <a:pt x="181" y="191"/>
                  </a:cubicBezTo>
                  <a:cubicBezTo>
                    <a:pt x="180" y="200"/>
                    <a:pt x="176" y="208"/>
                    <a:pt x="171" y="214"/>
                  </a:cubicBezTo>
                  <a:cubicBezTo>
                    <a:pt x="166" y="219"/>
                    <a:pt x="160" y="224"/>
                    <a:pt x="152" y="227"/>
                  </a:cubicBezTo>
                  <a:cubicBezTo>
                    <a:pt x="145" y="230"/>
                    <a:pt x="136" y="231"/>
                    <a:pt x="126" y="231"/>
                  </a:cubicBezTo>
                  <a:cubicBezTo>
                    <a:pt x="116" y="231"/>
                    <a:pt x="107" y="230"/>
                    <a:pt x="99" y="228"/>
                  </a:cubicBezTo>
                  <a:cubicBezTo>
                    <a:pt x="92" y="226"/>
                    <a:pt x="86" y="223"/>
                    <a:pt x="81" y="219"/>
                  </a:cubicBezTo>
                  <a:cubicBezTo>
                    <a:pt x="75" y="214"/>
                    <a:pt x="71" y="208"/>
                    <a:pt x="68" y="200"/>
                  </a:cubicBezTo>
                  <a:cubicBezTo>
                    <a:pt x="66" y="193"/>
                    <a:pt x="64" y="183"/>
                    <a:pt x="64" y="171"/>
                  </a:cubicBezTo>
                  <a:cubicBezTo>
                    <a:pt x="64" y="45"/>
                    <a:pt x="64" y="45"/>
                    <a:pt x="64" y="45"/>
                  </a:cubicBezTo>
                  <a:cubicBezTo>
                    <a:pt x="64" y="35"/>
                    <a:pt x="65" y="28"/>
                    <a:pt x="66" y="24"/>
                  </a:cubicBezTo>
                  <a:cubicBezTo>
                    <a:pt x="67" y="20"/>
                    <a:pt x="69" y="17"/>
                    <a:pt x="72" y="15"/>
                  </a:cubicBezTo>
                  <a:cubicBezTo>
                    <a:pt x="75" y="12"/>
                    <a:pt x="81" y="11"/>
                    <a:pt x="89" y="9"/>
                  </a:cubicBezTo>
                  <a:cubicBezTo>
                    <a:pt x="89" y="0"/>
                    <a:pt x="89" y="0"/>
                    <a:pt x="89" y="0"/>
                  </a:cubicBezTo>
                  <a:cubicBezTo>
                    <a:pt x="0" y="0"/>
                    <a:pt x="0" y="0"/>
                    <a:pt x="0" y="0"/>
                  </a:cubicBezTo>
                  <a:cubicBezTo>
                    <a:pt x="0" y="9"/>
                    <a:pt x="0" y="9"/>
                    <a:pt x="0" y="9"/>
                  </a:cubicBezTo>
                  <a:cubicBezTo>
                    <a:pt x="7" y="10"/>
                    <a:pt x="11" y="12"/>
                    <a:pt x="14" y="13"/>
                  </a:cubicBezTo>
                  <a:cubicBezTo>
                    <a:pt x="17" y="15"/>
                    <a:pt x="18" y="16"/>
                    <a:pt x="20" y="18"/>
                  </a:cubicBezTo>
                  <a:cubicBezTo>
                    <a:pt x="21" y="20"/>
                    <a:pt x="22" y="23"/>
                    <a:pt x="23" y="26"/>
                  </a:cubicBezTo>
                  <a:cubicBezTo>
                    <a:pt x="24" y="29"/>
                    <a:pt x="24" y="36"/>
                    <a:pt x="24" y="45"/>
                  </a:cubicBezTo>
                  <a:cubicBezTo>
                    <a:pt x="24" y="162"/>
                    <a:pt x="24" y="162"/>
                    <a:pt x="24" y="162"/>
                  </a:cubicBezTo>
                  <a:cubicBezTo>
                    <a:pt x="24" y="178"/>
                    <a:pt x="26" y="190"/>
                    <a:pt x="29" y="200"/>
                  </a:cubicBezTo>
                  <a:cubicBezTo>
                    <a:pt x="33" y="210"/>
                    <a:pt x="38" y="219"/>
                    <a:pt x="46" y="226"/>
                  </a:cubicBezTo>
                  <a:cubicBezTo>
                    <a:pt x="54" y="234"/>
                    <a:pt x="64" y="239"/>
                    <a:pt x="77" y="242"/>
                  </a:cubicBezTo>
                  <a:cubicBezTo>
                    <a:pt x="89" y="245"/>
                    <a:pt x="104" y="247"/>
                    <a:pt x="121" y="247"/>
                  </a:cubicBezTo>
                  <a:cubicBezTo>
                    <a:pt x="135" y="247"/>
                    <a:pt x="147" y="246"/>
                    <a:pt x="158" y="243"/>
                  </a:cubicBezTo>
                  <a:cubicBezTo>
                    <a:pt x="168" y="241"/>
                    <a:pt x="177" y="237"/>
                    <a:pt x="184" y="233"/>
                  </a:cubicBezTo>
                  <a:cubicBezTo>
                    <a:pt x="192" y="229"/>
                    <a:pt x="198" y="223"/>
                    <a:pt x="203" y="217"/>
                  </a:cubicBezTo>
                  <a:cubicBezTo>
                    <a:pt x="208" y="210"/>
                    <a:pt x="212" y="202"/>
                    <a:pt x="215" y="193"/>
                  </a:cubicBezTo>
                  <a:cubicBezTo>
                    <a:pt x="218" y="184"/>
                    <a:pt x="219" y="173"/>
                    <a:pt x="219" y="160"/>
                  </a:cubicBezTo>
                  <a:cubicBezTo>
                    <a:pt x="219" y="45"/>
                    <a:pt x="219" y="45"/>
                    <a:pt x="219" y="45"/>
                  </a:cubicBezTo>
                  <a:cubicBezTo>
                    <a:pt x="219" y="35"/>
                    <a:pt x="220" y="28"/>
                    <a:pt x="221" y="24"/>
                  </a:cubicBezTo>
                  <a:cubicBezTo>
                    <a:pt x="222" y="20"/>
                    <a:pt x="224" y="17"/>
                    <a:pt x="227" y="15"/>
                  </a:cubicBezTo>
                  <a:cubicBezTo>
                    <a:pt x="230" y="13"/>
                    <a:pt x="236" y="11"/>
                    <a:pt x="244" y="9"/>
                  </a:cubicBezTo>
                  <a:cubicBezTo>
                    <a:pt x="244" y="0"/>
                    <a:pt x="244" y="0"/>
                    <a:pt x="24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3" name="Freeform 296">
              <a:extLst>
                <a:ext uri="{FF2B5EF4-FFF2-40B4-BE49-F238E27FC236}">
                  <a16:creationId xmlns:a16="http://schemas.microsoft.com/office/drawing/2014/main" id="{08F31723-CD3E-3E3C-EADB-F2652FBC4FFA}"/>
                </a:ext>
              </a:extLst>
            </p:cNvPr>
            <p:cNvSpPr>
              <a:spLocks/>
            </p:cNvSpPr>
            <p:nvPr/>
          </p:nvSpPr>
          <p:spPr bwMode="auto">
            <a:xfrm>
              <a:off x="3089583"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3 w 247"/>
                <a:gd name="T23" fmla="*/ 166 h 245"/>
                <a:gd name="T24" fmla="*/ 170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1 w 247"/>
                <a:gd name="T65" fmla="*/ 91 h 245"/>
                <a:gd name="T66" fmla="*/ 49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1" y="12"/>
                    <a:pt x="184" y="13"/>
                  </a:cubicBezTo>
                  <a:cubicBezTo>
                    <a:pt x="186" y="14"/>
                    <a:pt x="189" y="16"/>
                    <a:pt x="190" y="18"/>
                  </a:cubicBezTo>
                  <a:cubicBezTo>
                    <a:pt x="192" y="20"/>
                    <a:pt x="193" y="23"/>
                    <a:pt x="193" y="27"/>
                  </a:cubicBezTo>
                  <a:cubicBezTo>
                    <a:pt x="194" y="31"/>
                    <a:pt x="194" y="37"/>
                    <a:pt x="194" y="45"/>
                  </a:cubicBezTo>
                  <a:cubicBezTo>
                    <a:pt x="194" y="82"/>
                    <a:pt x="194" y="82"/>
                    <a:pt x="194" y="82"/>
                  </a:cubicBezTo>
                  <a:cubicBezTo>
                    <a:pt x="194" y="100"/>
                    <a:pt x="194" y="119"/>
                    <a:pt x="195" y="141"/>
                  </a:cubicBezTo>
                  <a:cubicBezTo>
                    <a:pt x="195" y="163"/>
                    <a:pt x="196" y="177"/>
                    <a:pt x="197" y="184"/>
                  </a:cubicBezTo>
                  <a:cubicBezTo>
                    <a:pt x="194" y="184"/>
                    <a:pt x="194" y="184"/>
                    <a:pt x="194" y="184"/>
                  </a:cubicBezTo>
                  <a:cubicBezTo>
                    <a:pt x="190" y="178"/>
                    <a:pt x="187" y="171"/>
                    <a:pt x="183" y="166"/>
                  </a:cubicBezTo>
                  <a:cubicBezTo>
                    <a:pt x="180" y="161"/>
                    <a:pt x="176" y="155"/>
                    <a:pt x="170"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77" y="244"/>
                    <a:pt x="77" y="244"/>
                    <a:pt x="77" y="244"/>
                  </a:cubicBezTo>
                  <a:cubicBezTo>
                    <a:pt x="77" y="235"/>
                    <a:pt x="77" y="235"/>
                    <a:pt x="77" y="235"/>
                  </a:cubicBezTo>
                  <a:cubicBezTo>
                    <a:pt x="70" y="234"/>
                    <a:pt x="66" y="232"/>
                    <a:pt x="63" y="231"/>
                  </a:cubicBezTo>
                  <a:cubicBezTo>
                    <a:pt x="60" y="230"/>
                    <a:pt x="58" y="228"/>
                    <a:pt x="56" y="226"/>
                  </a:cubicBezTo>
                  <a:cubicBezTo>
                    <a:pt x="55" y="223"/>
                    <a:pt x="54" y="221"/>
                    <a:pt x="53" y="217"/>
                  </a:cubicBezTo>
                  <a:cubicBezTo>
                    <a:pt x="52" y="213"/>
                    <a:pt x="52" y="207"/>
                    <a:pt x="52" y="199"/>
                  </a:cubicBezTo>
                  <a:cubicBezTo>
                    <a:pt x="52" y="163"/>
                    <a:pt x="52" y="163"/>
                    <a:pt x="52" y="163"/>
                  </a:cubicBezTo>
                  <a:cubicBezTo>
                    <a:pt x="52" y="139"/>
                    <a:pt x="52" y="115"/>
                    <a:pt x="51" y="91"/>
                  </a:cubicBezTo>
                  <a:cubicBezTo>
                    <a:pt x="51" y="67"/>
                    <a:pt x="50" y="51"/>
                    <a:pt x="49"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8"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4" name="Freeform 297">
              <a:extLst>
                <a:ext uri="{FF2B5EF4-FFF2-40B4-BE49-F238E27FC236}">
                  <a16:creationId xmlns:a16="http://schemas.microsoft.com/office/drawing/2014/main" id="{FB32A9DB-3EB9-7B43-34E4-68D103800C01}"/>
                </a:ext>
              </a:extLst>
            </p:cNvPr>
            <p:cNvSpPr>
              <a:spLocks/>
            </p:cNvSpPr>
            <p:nvPr/>
          </p:nvSpPr>
          <p:spPr bwMode="auto">
            <a:xfrm>
              <a:off x="3197349" y="2122744"/>
              <a:ext cx="32127"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3 w 89"/>
                <a:gd name="T11" fmla="*/ 27 h 244"/>
                <a:gd name="T12" fmla="*/ 25 w 89"/>
                <a:gd name="T13" fmla="*/ 45 h 244"/>
                <a:gd name="T14" fmla="*/ 25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8" y="16"/>
                    <a:pt x="20" y="18"/>
                  </a:cubicBezTo>
                  <a:cubicBezTo>
                    <a:pt x="22" y="20"/>
                    <a:pt x="23" y="23"/>
                    <a:pt x="23"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8" y="226"/>
                  </a:cubicBezTo>
                  <a:cubicBezTo>
                    <a:pt x="67" y="223"/>
                    <a:pt x="66" y="221"/>
                    <a:pt x="65" y="217"/>
                  </a:cubicBezTo>
                  <a:cubicBezTo>
                    <a:pt x="65" y="213"/>
                    <a:pt x="64" y="207"/>
                    <a:pt x="64" y="199"/>
                  </a:cubicBezTo>
                  <a:cubicBezTo>
                    <a:pt x="64" y="45"/>
                    <a:pt x="64" y="45"/>
                    <a:pt x="64" y="45"/>
                  </a:cubicBezTo>
                  <a:cubicBezTo>
                    <a:pt x="64" y="37"/>
                    <a:pt x="65" y="31"/>
                    <a:pt x="65" y="27"/>
                  </a:cubicBezTo>
                  <a:cubicBezTo>
                    <a:pt x="66" y="23"/>
                    <a:pt x="67" y="20"/>
                    <a:pt x="69" y="18"/>
                  </a:cubicBezTo>
                  <a:cubicBezTo>
                    <a:pt x="71" y="16"/>
                    <a:pt x="73" y="14"/>
                    <a:pt x="76"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5" name="Freeform 298">
              <a:extLst>
                <a:ext uri="{FF2B5EF4-FFF2-40B4-BE49-F238E27FC236}">
                  <a16:creationId xmlns:a16="http://schemas.microsoft.com/office/drawing/2014/main" id="{C69CC5D7-BF9B-B891-596F-8E797E2FBB16}"/>
                </a:ext>
              </a:extLst>
            </p:cNvPr>
            <p:cNvSpPr>
              <a:spLocks/>
            </p:cNvSpPr>
            <p:nvPr/>
          </p:nvSpPr>
          <p:spPr bwMode="auto">
            <a:xfrm>
              <a:off x="3240456" y="2122744"/>
              <a:ext cx="93940" cy="90280"/>
            </a:xfrm>
            <a:custGeom>
              <a:avLst/>
              <a:gdLst>
                <a:gd name="T0" fmla="*/ 258 w 258"/>
                <a:gd name="T1" fmla="*/ 0 h 247"/>
                <a:gd name="T2" fmla="*/ 169 w 258"/>
                <a:gd name="T3" fmla="*/ 0 h 247"/>
                <a:gd name="T4" fmla="*/ 169 w 258"/>
                <a:gd name="T5" fmla="*/ 9 h 247"/>
                <a:gd name="T6" fmla="*/ 189 w 258"/>
                <a:gd name="T7" fmla="*/ 16 h 247"/>
                <a:gd name="T8" fmla="*/ 194 w 258"/>
                <a:gd name="T9" fmla="*/ 31 h 247"/>
                <a:gd name="T10" fmla="*/ 194 w 258"/>
                <a:gd name="T11" fmla="*/ 36 h 247"/>
                <a:gd name="T12" fmla="*/ 193 w 258"/>
                <a:gd name="T13" fmla="*/ 42 h 247"/>
                <a:gd name="T14" fmla="*/ 190 w 258"/>
                <a:gd name="T15" fmla="*/ 50 h 247"/>
                <a:gd name="T16" fmla="*/ 188 w 258"/>
                <a:gd name="T17" fmla="*/ 57 h 247"/>
                <a:gd name="T18" fmla="*/ 127 w 258"/>
                <a:gd name="T19" fmla="*/ 204 h 247"/>
                <a:gd name="T20" fmla="*/ 78 w 258"/>
                <a:gd name="T21" fmla="*/ 58 h 247"/>
                <a:gd name="T22" fmla="*/ 73 w 258"/>
                <a:gd name="T23" fmla="*/ 42 h 247"/>
                <a:gd name="T24" fmla="*/ 71 w 258"/>
                <a:gd name="T25" fmla="*/ 29 h 247"/>
                <a:gd name="T26" fmla="*/ 74 w 258"/>
                <a:gd name="T27" fmla="*/ 19 h 247"/>
                <a:gd name="T28" fmla="*/ 81 w 258"/>
                <a:gd name="T29" fmla="*/ 12 h 247"/>
                <a:gd name="T30" fmla="*/ 96 w 258"/>
                <a:gd name="T31" fmla="*/ 9 h 247"/>
                <a:gd name="T32" fmla="*/ 96 w 258"/>
                <a:gd name="T33" fmla="*/ 0 h 247"/>
                <a:gd name="T34" fmla="*/ 0 w 258"/>
                <a:gd name="T35" fmla="*/ 0 h 247"/>
                <a:gd name="T36" fmla="*/ 0 w 258"/>
                <a:gd name="T37" fmla="*/ 9 h 247"/>
                <a:gd name="T38" fmla="*/ 14 w 258"/>
                <a:gd name="T39" fmla="*/ 14 h 247"/>
                <a:gd name="T40" fmla="*/ 24 w 258"/>
                <a:gd name="T41" fmla="*/ 25 h 247"/>
                <a:gd name="T42" fmla="*/ 34 w 258"/>
                <a:gd name="T43" fmla="*/ 48 h 247"/>
                <a:gd name="T44" fmla="*/ 105 w 258"/>
                <a:gd name="T45" fmla="*/ 247 h 247"/>
                <a:gd name="T46" fmla="*/ 133 w 258"/>
                <a:gd name="T47" fmla="*/ 247 h 247"/>
                <a:gd name="T48" fmla="*/ 221 w 258"/>
                <a:gd name="T49" fmla="*/ 49 h 247"/>
                <a:gd name="T50" fmla="*/ 233 w 258"/>
                <a:gd name="T51" fmla="*/ 25 h 247"/>
                <a:gd name="T52" fmla="*/ 244 w 258"/>
                <a:gd name="T53" fmla="*/ 14 h 247"/>
                <a:gd name="T54" fmla="*/ 258 w 258"/>
                <a:gd name="T55" fmla="*/ 9 h 247"/>
                <a:gd name="T56" fmla="*/ 258 w 258"/>
                <a:gd name="T57"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8" h="247">
                  <a:moveTo>
                    <a:pt x="258" y="0"/>
                  </a:moveTo>
                  <a:cubicBezTo>
                    <a:pt x="169" y="0"/>
                    <a:pt x="169" y="0"/>
                    <a:pt x="169" y="0"/>
                  </a:cubicBezTo>
                  <a:cubicBezTo>
                    <a:pt x="169" y="9"/>
                    <a:pt x="169" y="9"/>
                    <a:pt x="169" y="9"/>
                  </a:cubicBezTo>
                  <a:cubicBezTo>
                    <a:pt x="178" y="10"/>
                    <a:pt x="185" y="12"/>
                    <a:pt x="189" y="16"/>
                  </a:cubicBezTo>
                  <a:cubicBezTo>
                    <a:pt x="192" y="19"/>
                    <a:pt x="194" y="24"/>
                    <a:pt x="194" y="31"/>
                  </a:cubicBezTo>
                  <a:cubicBezTo>
                    <a:pt x="194" y="33"/>
                    <a:pt x="194" y="34"/>
                    <a:pt x="194" y="36"/>
                  </a:cubicBezTo>
                  <a:cubicBezTo>
                    <a:pt x="194" y="38"/>
                    <a:pt x="193" y="40"/>
                    <a:pt x="193" y="42"/>
                  </a:cubicBezTo>
                  <a:cubicBezTo>
                    <a:pt x="192" y="45"/>
                    <a:pt x="191" y="47"/>
                    <a:pt x="190" y="50"/>
                  </a:cubicBezTo>
                  <a:cubicBezTo>
                    <a:pt x="190" y="52"/>
                    <a:pt x="189" y="55"/>
                    <a:pt x="188" y="57"/>
                  </a:cubicBezTo>
                  <a:cubicBezTo>
                    <a:pt x="127" y="204"/>
                    <a:pt x="127" y="204"/>
                    <a:pt x="127" y="204"/>
                  </a:cubicBezTo>
                  <a:cubicBezTo>
                    <a:pt x="78" y="58"/>
                    <a:pt x="78" y="58"/>
                    <a:pt x="78" y="58"/>
                  </a:cubicBezTo>
                  <a:cubicBezTo>
                    <a:pt x="75" y="52"/>
                    <a:pt x="74" y="47"/>
                    <a:pt x="73" y="42"/>
                  </a:cubicBezTo>
                  <a:cubicBezTo>
                    <a:pt x="72" y="38"/>
                    <a:pt x="71" y="33"/>
                    <a:pt x="71" y="29"/>
                  </a:cubicBezTo>
                  <a:cubicBezTo>
                    <a:pt x="71" y="25"/>
                    <a:pt x="72" y="21"/>
                    <a:pt x="74" y="19"/>
                  </a:cubicBezTo>
                  <a:cubicBezTo>
                    <a:pt x="75" y="16"/>
                    <a:pt x="78" y="14"/>
                    <a:pt x="81" y="12"/>
                  </a:cubicBezTo>
                  <a:cubicBezTo>
                    <a:pt x="85" y="11"/>
                    <a:pt x="90" y="10"/>
                    <a:pt x="96" y="9"/>
                  </a:cubicBezTo>
                  <a:cubicBezTo>
                    <a:pt x="96" y="0"/>
                    <a:pt x="96" y="0"/>
                    <a:pt x="96" y="0"/>
                  </a:cubicBezTo>
                  <a:cubicBezTo>
                    <a:pt x="0" y="0"/>
                    <a:pt x="0" y="0"/>
                    <a:pt x="0" y="0"/>
                  </a:cubicBezTo>
                  <a:cubicBezTo>
                    <a:pt x="0" y="9"/>
                    <a:pt x="0" y="9"/>
                    <a:pt x="0" y="9"/>
                  </a:cubicBezTo>
                  <a:cubicBezTo>
                    <a:pt x="6" y="10"/>
                    <a:pt x="11" y="12"/>
                    <a:pt x="14" y="14"/>
                  </a:cubicBezTo>
                  <a:cubicBezTo>
                    <a:pt x="18" y="16"/>
                    <a:pt x="21" y="20"/>
                    <a:pt x="24" y="25"/>
                  </a:cubicBezTo>
                  <a:cubicBezTo>
                    <a:pt x="26" y="29"/>
                    <a:pt x="30" y="37"/>
                    <a:pt x="34" y="48"/>
                  </a:cubicBezTo>
                  <a:cubicBezTo>
                    <a:pt x="105" y="247"/>
                    <a:pt x="105" y="247"/>
                    <a:pt x="105" y="247"/>
                  </a:cubicBezTo>
                  <a:cubicBezTo>
                    <a:pt x="133" y="247"/>
                    <a:pt x="133" y="247"/>
                    <a:pt x="133" y="247"/>
                  </a:cubicBezTo>
                  <a:cubicBezTo>
                    <a:pt x="221" y="49"/>
                    <a:pt x="221" y="49"/>
                    <a:pt x="221" y="49"/>
                  </a:cubicBezTo>
                  <a:cubicBezTo>
                    <a:pt x="226" y="38"/>
                    <a:pt x="230" y="30"/>
                    <a:pt x="233" y="25"/>
                  </a:cubicBezTo>
                  <a:cubicBezTo>
                    <a:pt x="237" y="20"/>
                    <a:pt x="240" y="16"/>
                    <a:pt x="244" y="14"/>
                  </a:cubicBezTo>
                  <a:cubicBezTo>
                    <a:pt x="247" y="12"/>
                    <a:pt x="252" y="10"/>
                    <a:pt x="258" y="9"/>
                  </a:cubicBezTo>
                  <a:cubicBezTo>
                    <a:pt x="258" y="0"/>
                    <a:pt x="258" y="0"/>
                    <a:pt x="25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6" name="Freeform 299">
              <a:extLst>
                <a:ext uri="{FF2B5EF4-FFF2-40B4-BE49-F238E27FC236}">
                  <a16:creationId xmlns:a16="http://schemas.microsoft.com/office/drawing/2014/main" id="{CA4FF9C6-BE55-5793-8886-FDF7994A5D28}"/>
                </a:ext>
              </a:extLst>
            </p:cNvPr>
            <p:cNvSpPr>
              <a:spLocks/>
            </p:cNvSpPr>
            <p:nvPr/>
          </p:nvSpPr>
          <p:spPr bwMode="auto">
            <a:xfrm>
              <a:off x="3343749"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4 w 200"/>
                <a:gd name="T17" fmla="*/ 219 h 244"/>
                <a:gd name="T18" fmla="*/ 18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3 w 200"/>
                <a:gd name="T31" fmla="*/ 200 h 244"/>
                <a:gd name="T32" fmla="*/ 167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6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7" y="189"/>
                    <a:pt x="174" y="196"/>
                    <a:pt x="173" y="200"/>
                  </a:cubicBezTo>
                  <a:cubicBezTo>
                    <a:pt x="171" y="204"/>
                    <a:pt x="169" y="208"/>
                    <a:pt x="167" y="212"/>
                  </a:cubicBezTo>
                  <a:cubicBezTo>
                    <a:pt x="164" y="216"/>
                    <a:pt x="162" y="219"/>
                    <a:pt x="158" y="222"/>
                  </a:cubicBezTo>
                  <a:cubicBezTo>
                    <a:pt x="155" y="224"/>
                    <a:pt x="152"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7" y="125"/>
                    <a:pt x="122"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6" y="17"/>
                  </a:cubicBezTo>
                  <a:cubicBezTo>
                    <a:pt x="150" y="18"/>
                    <a:pt x="153" y="19"/>
                    <a:pt x="156" y="21"/>
                  </a:cubicBezTo>
                  <a:cubicBezTo>
                    <a:pt x="159" y="22"/>
                    <a:pt x="162" y="25"/>
                    <a:pt x="164" y="28"/>
                  </a:cubicBezTo>
                  <a:cubicBezTo>
                    <a:pt x="166" y="31"/>
                    <a:pt x="169"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7" name="Freeform 300">
              <a:extLst>
                <a:ext uri="{FF2B5EF4-FFF2-40B4-BE49-F238E27FC236}">
                  <a16:creationId xmlns:a16="http://schemas.microsoft.com/office/drawing/2014/main" id="{9C27DC3A-6450-1869-EA57-05F95C294CE0}"/>
                </a:ext>
              </a:extLst>
            </p:cNvPr>
            <p:cNvSpPr>
              <a:spLocks noEditPoints="1"/>
            </p:cNvSpPr>
            <p:nvPr/>
          </p:nvSpPr>
          <p:spPr bwMode="auto">
            <a:xfrm>
              <a:off x="3434842" y="2122744"/>
              <a:ext cx="88246" cy="89060"/>
            </a:xfrm>
            <a:custGeom>
              <a:avLst/>
              <a:gdLst>
                <a:gd name="T0" fmla="*/ 64 w 243"/>
                <a:gd name="T1" fmla="*/ 123 h 244"/>
                <a:gd name="T2" fmla="*/ 64 w 243"/>
                <a:gd name="T3" fmla="*/ 17 h 244"/>
                <a:gd name="T4" fmla="*/ 95 w 243"/>
                <a:gd name="T5" fmla="*/ 16 h 244"/>
                <a:gd name="T6" fmla="*/ 133 w 243"/>
                <a:gd name="T7" fmla="*/ 22 h 244"/>
                <a:gd name="T8" fmla="*/ 154 w 243"/>
                <a:gd name="T9" fmla="*/ 39 h 244"/>
                <a:gd name="T10" fmla="*/ 161 w 243"/>
                <a:gd name="T11" fmla="*/ 67 h 244"/>
                <a:gd name="T12" fmla="*/ 155 w 243"/>
                <a:gd name="T13" fmla="*/ 95 h 244"/>
                <a:gd name="T14" fmla="*/ 139 w 243"/>
                <a:gd name="T15" fmla="*/ 112 h 244"/>
                <a:gd name="T16" fmla="*/ 118 w 243"/>
                <a:gd name="T17" fmla="*/ 120 h 244"/>
                <a:gd name="T18" fmla="*/ 88 w 243"/>
                <a:gd name="T19" fmla="*/ 123 h 244"/>
                <a:gd name="T20" fmla="*/ 64 w 243"/>
                <a:gd name="T21" fmla="*/ 123 h 244"/>
                <a:gd name="T22" fmla="*/ 104 w 243"/>
                <a:gd name="T23" fmla="*/ 0 h 244"/>
                <a:gd name="T24" fmla="*/ 0 w 243"/>
                <a:gd name="T25" fmla="*/ 0 h 244"/>
                <a:gd name="T26" fmla="*/ 0 w 243"/>
                <a:gd name="T27" fmla="*/ 9 h 244"/>
                <a:gd name="T28" fmla="*/ 13 w 243"/>
                <a:gd name="T29" fmla="*/ 13 h 244"/>
                <a:gd name="T30" fmla="*/ 20 w 243"/>
                <a:gd name="T31" fmla="*/ 18 h 244"/>
                <a:gd name="T32" fmla="*/ 23 w 243"/>
                <a:gd name="T33" fmla="*/ 27 h 244"/>
                <a:gd name="T34" fmla="*/ 24 w 243"/>
                <a:gd name="T35" fmla="*/ 45 h 244"/>
                <a:gd name="T36" fmla="*/ 24 w 243"/>
                <a:gd name="T37" fmla="*/ 199 h 244"/>
                <a:gd name="T38" fmla="*/ 23 w 243"/>
                <a:gd name="T39" fmla="*/ 219 h 244"/>
                <a:gd name="T40" fmla="*/ 17 w 243"/>
                <a:gd name="T41" fmla="*/ 229 h 244"/>
                <a:gd name="T42" fmla="*/ 0 w 243"/>
                <a:gd name="T43" fmla="*/ 235 h 244"/>
                <a:gd name="T44" fmla="*/ 0 w 243"/>
                <a:gd name="T45" fmla="*/ 244 h 244"/>
                <a:gd name="T46" fmla="*/ 89 w 243"/>
                <a:gd name="T47" fmla="*/ 244 h 244"/>
                <a:gd name="T48" fmla="*/ 89 w 243"/>
                <a:gd name="T49" fmla="*/ 235 h 244"/>
                <a:gd name="T50" fmla="*/ 75 w 243"/>
                <a:gd name="T51" fmla="*/ 231 h 244"/>
                <a:gd name="T52" fmla="*/ 69 w 243"/>
                <a:gd name="T53" fmla="*/ 226 h 244"/>
                <a:gd name="T54" fmla="*/ 66 w 243"/>
                <a:gd name="T55" fmla="*/ 218 h 244"/>
                <a:gd name="T56" fmla="*/ 64 w 243"/>
                <a:gd name="T57" fmla="*/ 199 h 244"/>
                <a:gd name="T58" fmla="*/ 64 w 243"/>
                <a:gd name="T59" fmla="*/ 138 h 244"/>
                <a:gd name="T60" fmla="*/ 87 w 243"/>
                <a:gd name="T61" fmla="*/ 138 h 244"/>
                <a:gd name="T62" fmla="*/ 103 w 243"/>
                <a:gd name="T63" fmla="*/ 139 h 244"/>
                <a:gd name="T64" fmla="*/ 113 w 243"/>
                <a:gd name="T65" fmla="*/ 143 h 244"/>
                <a:gd name="T66" fmla="*/ 123 w 243"/>
                <a:gd name="T67" fmla="*/ 152 h 244"/>
                <a:gd name="T68" fmla="*/ 137 w 243"/>
                <a:gd name="T69" fmla="*/ 172 h 244"/>
                <a:gd name="T70" fmla="*/ 155 w 243"/>
                <a:gd name="T71" fmla="*/ 201 h 244"/>
                <a:gd name="T72" fmla="*/ 169 w 243"/>
                <a:gd name="T73" fmla="*/ 224 h 244"/>
                <a:gd name="T74" fmla="*/ 185 w 243"/>
                <a:gd name="T75" fmla="*/ 244 h 244"/>
                <a:gd name="T76" fmla="*/ 243 w 243"/>
                <a:gd name="T77" fmla="*/ 244 h 244"/>
                <a:gd name="T78" fmla="*/ 243 w 243"/>
                <a:gd name="T79" fmla="*/ 235 h 244"/>
                <a:gd name="T80" fmla="*/ 227 w 243"/>
                <a:gd name="T81" fmla="*/ 230 h 244"/>
                <a:gd name="T82" fmla="*/ 215 w 243"/>
                <a:gd name="T83" fmla="*/ 220 h 244"/>
                <a:gd name="T84" fmla="*/ 201 w 243"/>
                <a:gd name="T85" fmla="*/ 200 h 244"/>
                <a:gd name="T86" fmla="*/ 182 w 243"/>
                <a:gd name="T87" fmla="*/ 171 h 244"/>
                <a:gd name="T88" fmla="*/ 161 w 243"/>
                <a:gd name="T89" fmla="*/ 145 h 244"/>
                <a:gd name="T90" fmla="*/ 139 w 243"/>
                <a:gd name="T91" fmla="*/ 132 h 244"/>
                <a:gd name="T92" fmla="*/ 139 w 243"/>
                <a:gd name="T93" fmla="*/ 131 h 244"/>
                <a:gd name="T94" fmla="*/ 187 w 243"/>
                <a:gd name="T95" fmla="*/ 104 h 244"/>
                <a:gd name="T96" fmla="*/ 203 w 243"/>
                <a:gd name="T97" fmla="*/ 63 h 244"/>
                <a:gd name="T98" fmla="*/ 178 w 243"/>
                <a:gd name="T99" fmla="*/ 15 h 244"/>
                <a:gd name="T100" fmla="*/ 104 w 243"/>
                <a:gd name="T10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244">
                  <a:moveTo>
                    <a:pt x="64" y="123"/>
                  </a:moveTo>
                  <a:cubicBezTo>
                    <a:pt x="64" y="17"/>
                    <a:pt x="64" y="17"/>
                    <a:pt x="64" y="17"/>
                  </a:cubicBezTo>
                  <a:cubicBezTo>
                    <a:pt x="72" y="16"/>
                    <a:pt x="82" y="16"/>
                    <a:pt x="95" y="16"/>
                  </a:cubicBezTo>
                  <a:cubicBezTo>
                    <a:pt x="111" y="16"/>
                    <a:pt x="123" y="18"/>
                    <a:pt x="133" y="22"/>
                  </a:cubicBezTo>
                  <a:cubicBezTo>
                    <a:pt x="142" y="26"/>
                    <a:pt x="149" y="31"/>
                    <a:pt x="154" y="39"/>
                  </a:cubicBezTo>
                  <a:cubicBezTo>
                    <a:pt x="158" y="46"/>
                    <a:pt x="161" y="56"/>
                    <a:pt x="161" y="67"/>
                  </a:cubicBezTo>
                  <a:cubicBezTo>
                    <a:pt x="161" y="78"/>
                    <a:pt x="159" y="87"/>
                    <a:pt x="155" y="95"/>
                  </a:cubicBezTo>
                  <a:cubicBezTo>
                    <a:pt x="151" y="102"/>
                    <a:pt x="146" y="108"/>
                    <a:pt x="139" y="112"/>
                  </a:cubicBezTo>
                  <a:cubicBezTo>
                    <a:pt x="133" y="116"/>
                    <a:pt x="126" y="119"/>
                    <a:pt x="118" y="120"/>
                  </a:cubicBezTo>
                  <a:cubicBezTo>
                    <a:pt x="111" y="122"/>
                    <a:pt x="100" y="123"/>
                    <a:pt x="88" y="123"/>
                  </a:cubicBezTo>
                  <a:cubicBezTo>
                    <a:pt x="64" y="123"/>
                    <a:pt x="64" y="123"/>
                    <a:pt x="64" y="123"/>
                  </a:cubicBezTo>
                  <a:moveTo>
                    <a:pt x="104" y="0"/>
                  </a:move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3" y="230"/>
                    <a:pt x="70" y="228"/>
                    <a:pt x="69" y="226"/>
                  </a:cubicBezTo>
                  <a:cubicBezTo>
                    <a:pt x="67" y="224"/>
                    <a:pt x="66" y="221"/>
                    <a:pt x="66" y="218"/>
                  </a:cubicBezTo>
                  <a:cubicBezTo>
                    <a:pt x="65" y="214"/>
                    <a:pt x="64" y="207"/>
                    <a:pt x="64" y="199"/>
                  </a:cubicBezTo>
                  <a:cubicBezTo>
                    <a:pt x="64" y="138"/>
                    <a:pt x="64" y="138"/>
                    <a:pt x="64" y="138"/>
                  </a:cubicBezTo>
                  <a:cubicBezTo>
                    <a:pt x="87" y="138"/>
                    <a:pt x="87" y="138"/>
                    <a:pt x="87" y="138"/>
                  </a:cubicBezTo>
                  <a:cubicBezTo>
                    <a:pt x="94" y="138"/>
                    <a:pt x="100" y="138"/>
                    <a:pt x="103" y="139"/>
                  </a:cubicBezTo>
                  <a:cubicBezTo>
                    <a:pt x="107" y="140"/>
                    <a:pt x="110" y="141"/>
                    <a:pt x="113" y="143"/>
                  </a:cubicBezTo>
                  <a:cubicBezTo>
                    <a:pt x="116" y="144"/>
                    <a:pt x="119" y="147"/>
                    <a:pt x="123" y="152"/>
                  </a:cubicBezTo>
                  <a:cubicBezTo>
                    <a:pt x="126" y="156"/>
                    <a:pt x="131" y="163"/>
                    <a:pt x="137" y="172"/>
                  </a:cubicBezTo>
                  <a:cubicBezTo>
                    <a:pt x="155" y="201"/>
                    <a:pt x="155" y="201"/>
                    <a:pt x="155" y="201"/>
                  </a:cubicBezTo>
                  <a:cubicBezTo>
                    <a:pt x="160" y="209"/>
                    <a:pt x="165" y="216"/>
                    <a:pt x="169" y="224"/>
                  </a:cubicBezTo>
                  <a:cubicBezTo>
                    <a:pt x="174" y="231"/>
                    <a:pt x="179" y="238"/>
                    <a:pt x="185" y="244"/>
                  </a:cubicBezTo>
                  <a:cubicBezTo>
                    <a:pt x="243" y="244"/>
                    <a:pt x="243" y="244"/>
                    <a:pt x="243" y="244"/>
                  </a:cubicBezTo>
                  <a:cubicBezTo>
                    <a:pt x="243" y="235"/>
                    <a:pt x="243" y="235"/>
                    <a:pt x="243" y="235"/>
                  </a:cubicBezTo>
                  <a:cubicBezTo>
                    <a:pt x="237" y="234"/>
                    <a:pt x="231" y="233"/>
                    <a:pt x="227" y="230"/>
                  </a:cubicBezTo>
                  <a:cubicBezTo>
                    <a:pt x="223" y="228"/>
                    <a:pt x="219" y="224"/>
                    <a:pt x="215" y="220"/>
                  </a:cubicBezTo>
                  <a:cubicBezTo>
                    <a:pt x="211" y="215"/>
                    <a:pt x="206" y="209"/>
                    <a:pt x="201" y="200"/>
                  </a:cubicBezTo>
                  <a:cubicBezTo>
                    <a:pt x="182" y="171"/>
                    <a:pt x="182" y="171"/>
                    <a:pt x="182" y="171"/>
                  </a:cubicBezTo>
                  <a:cubicBezTo>
                    <a:pt x="174" y="159"/>
                    <a:pt x="167" y="151"/>
                    <a:pt x="161" y="145"/>
                  </a:cubicBezTo>
                  <a:cubicBezTo>
                    <a:pt x="155" y="140"/>
                    <a:pt x="148" y="135"/>
                    <a:pt x="139" y="132"/>
                  </a:cubicBezTo>
                  <a:cubicBezTo>
                    <a:pt x="139" y="131"/>
                    <a:pt x="139" y="131"/>
                    <a:pt x="139" y="131"/>
                  </a:cubicBezTo>
                  <a:cubicBezTo>
                    <a:pt x="161" y="125"/>
                    <a:pt x="176" y="116"/>
                    <a:pt x="187" y="104"/>
                  </a:cubicBezTo>
                  <a:cubicBezTo>
                    <a:pt x="198" y="93"/>
                    <a:pt x="203" y="79"/>
                    <a:pt x="203" y="63"/>
                  </a:cubicBezTo>
                  <a:cubicBezTo>
                    <a:pt x="203" y="41"/>
                    <a:pt x="195" y="25"/>
                    <a:pt x="178" y="15"/>
                  </a:cubicBezTo>
                  <a:cubicBezTo>
                    <a:pt x="162" y="5"/>
                    <a:pt x="138" y="0"/>
                    <a:pt x="1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8" name="Freeform 301">
              <a:extLst>
                <a:ext uri="{FF2B5EF4-FFF2-40B4-BE49-F238E27FC236}">
                  <a16:creationId xmlns:a16="http://schemas.microsoft.com/office/drawing/2014/main" id="{E286B980-9794-E868-788E-FC1C26B6869F}"/>
                </a:ext>
              </a:extLst>
            </p:cNvPr>
            <p:cNvSpPr>
              <a:spLocks/>
            </p:cNvSpPr>
            <p:nvPr/>
          </p:nvSpPr>
          <p:spPr bwMode="auto">
            <a:xfrm>
              <a:off x="3532035" y="2121525"/>
              <a:ext cx="62219" cy="91499"/>
            </a:xfrm>
            <a:custGeom>
              <a:avLst/>
              <a:gdLst>
                <a:gd name="T0" fmla="*/ 96 w 171"/>
                <a:gd name="T1" fmla="*/ 0 h 250"/>
                <a:gd name="T2" fmla="*/ 46 w 171"/>
                <a:gd name="T3" fmla="*/ 8 h 250"/>
                <a:gd name="T4" fmla="*/ 14 w 171"/>
                <a:gd name="T5" fmla="*/ 31 h 250"/>
                <a:gd name="T6" fmla="*/ 3 w 171"/>
                <a:gd name="T7" fmla="*/ 66 h 250"/>
                <a:gd name="T8" fmla="*/ 10 w 171"/>
                <a:gd name="T9" fmla="*/ 91 h 250"/>
                <a:gd name="T10" fmla="*/ 31 w 171"/>
                <a:gd name="T11" fmla="*/ 113 h 250"/>
                <a:gd name="T12" fmla="*/ 71 w 171"/>
                <a:gd name="T13" fmla="*/ 133 h 250"/>
                <a:gd name="T14" fmla="*/ 109 w 171"/>
                <a:gd name="T15" fmla="*/ 152 h 250"/>
                <a:gd name="T16" fmla="*/ 126 w 171"/>
                <a:gd name="T17" fmla="*/ 169 h 250"/>
                <a:gd name="T18" fmla="*/ 132 w 171"/>
                <a:gd name="T19" fmla="*/ 192 h 250"/>
                <a:gd name="T20" fmla="*/ 119 w 171"/>
                <a:gd name="T21" fmla="*/ 223 h 250"/>
                <a:gd name="T22" fmla="*/ 81 w 171"/>
                <a:gd name="T23" fmla="*/ 234 h 250"/>
                <a:gd name="T24" fmla="*/ 51 w 171"/>
                <a:gd name="T25" fmla="*/ 230 h 250"/>
                <a:gd name="T26" fmla="*/ 33 w 171"/>
                <a:gd name="T27" fmla="*/ 216 h 250"/>
                <a:gd name="T28" fmla="*/ 21 w 171"/>
                <a:gd name="T29" fmla="*/ 192 h 250"/>
                <a:gd name="T30" fmla="*/ 0 w 171"/>
                <a:gd name="T31" fmla="*/ 192 h 250"/>
                <a:gd name="T32" fmla="*/ 0 w 171"/>
                <a:gd name="T33" fmla="*/ 241 h 250"/>
                <a:gd name="T34" fmla="*/ 77 w 171"/>
                <a:gd name="T35" fmla="*/ 250 h 250"/>
                <a:gd name="T36" fmla="*/ 115 w 171"/>
                <a:gd name="T37" fmla="*/ 246 h 250"/>
                <a:gd name="T38" fmla="*/ 144 w 171"/>
                <a:gd name="T39" fmla="*/ 234 h 250"/>
                <a:gd name="T40" fmla="*/ 164 w 171"/>
                <a:gd name="T41" fmla="*/ 213 h 250"/>
                <a:gd name="T42" fmla="*/ 171 w 171"/>
                <a:gd name="T43" fmla="*/ 182 h 250"/>
                <a:gd name="T44" fmla="*/ 162 w 171"/>
                <a:gd name="T45" fmla="*/ 152 h 250"/>
                <a:gd name="T46" fmla="*/ 139 w 171"/>
                <a:gd name="T47" fmla="*/ 130 h 250"/>
                <a:gd name="T48" fmla="*/ 97 w 171"/>
                <a:gd name="T49" fmla="*/ 109 h 250"/>
                <a:gd name="T50" fmla="*/ 63 w 171"/>
                <a:gd name="T51" fmla="*/ 92 h 250"/>
                <a:gd name="T52" fmla="*/ 46 w 171"/>
                <a:gd name="T53" fmla="*/ 75 h 250"/>
                <a:gd name="T54" fmla="*/ 41 w 171"/>
                <a:gd name="T55" fmla="*/ 54 h 250"/>
                <a:gd name="T56" fmla="*/ 47 w 171"/>
                <a:gd name="T57" fmla="*/ 33 h 250"/>
                <a:gd name="T58" fmla="*/ 64 w 171"/>
                <a:gd name="T59" fmla="*/ 21 h 250"/>
                <a:gd name="T60" fmla="*/ 89 w 171"/>
                <a:gd name="T61" fmla="*/ 16 h 250"/>
                <a:gd name="T62" fmla="*/ 115 w 171"/>
                <a:gd name="T63" fmla="*/ 20 h 250"/>
                <a:gd name="T64" fmla="*/ 132 w 171"/>
                <a:gd name="T65" fmla="*/ 32 h 250"/>
                <a:gd name="T66" fmla="*/ 144 w 171"/>
                <a:gd name="T67" fmla="*/ 56 h 250"/>
                <a:gd name="T68" fmla="*/ 166 w 171"/>
                <a:gd name="T69" fmla="*/ 56 h 250"/>
                <a:gd name="T70" fmla="*/ 166 w 171"/>
                <a:gd name="T71" fmla="*/ 8 h 250"/>
                <a:gd name="T72" fmla="*/ 127 w 171"/>
                <a:gd name="T73" fmla="*/ 2 h 250"/>
                <a:gd name="T74" fmla="*/ 96 w 171"/>
                <a:gd name="T7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1" h="250">
                  <a:moveTo>
                    <a:pt x="96" y="0"/>
                  </a:moveTo>
                  <a:cubicBezTo>
                    <a:pt x="77" y="0"/>
                    <a:pt x="61" y="3"/>
                    <a:pt x="46" y="8"/>
                  </a:cubicBezTo>
                  <a:cubicBezTo>
                    <a:pt x="32" y="14"/>
                    <a:pt x="21" y="21"/>
                    <a:pt x="14" y="31"/>
                  </a:cubicBezTo>
                  <a:cubicBezTo>
                    <a:pt x="6" y="41"/>
                    <a:pt x="3" y="52"/>
                    <a:pt x="3" y="66"/>
                  </a:cubicBezTo>
                  <a:cubicBezTo>
                    <a:pt x="3" y="75"/>
                    <a:pt x="5" y="84"/>
                    <a:pt x="10" y="91"/>
                  </a:cubicBezTo>
                  <a:cubicBezTo>
                    <a:pt x="15" y="99"/>
                    <a:pt x="22" y="106"/>
                    <a:pt x="31" y="113"/>
                  </a:cubicBezTo>
                  <a:cubicBezTo>
                    <a:pt x="41" y="119"/>
                    <a:pt x="54" y="126"/>
                    <a:pt x="71" y="133"/>
                  </a:cubicBezTo>
                  <a:cubicBezTo>
                    <a:pt x="88" y="140"/>
                    <a:pt x="100" y="147"/>
                    <a:pt x="109" y="152"/>
                  </a:cubicBezTo>
                  <a:cubicBezTo>
                    <a:pt x="117" y="157"/>
                    <a:pt x="123" y="163"/>
                    <a:pt x="126" y="169"/>
                  </a:cubicBezTo>
                  <a:cubicBezTo>
                    <a:pt x="130" y="175"/>
                    <a:pt x="132" y="182"/>
                    <a:pt x="132" y="192"/>
                  </a:cubicBezTo>
                  <a:cubicBezTo>
                    <a:pt x="132" y="205"/>
                    <a:pt x="128" y="216"/>
                    <a:pt x="119" y="223"/>
                  </a:cubicBezTo>
                  <a:cubicBezTo>
                    <a:pt x="110" y="231"/>
                    <a:pt x="97" y="234"/>
                    <a:pt x="81" y="234"/>
                  </a:cubicBezTo>
                  <a:cubicBezTo>
                    <a:pt x="69" y="234"/>
                    <a:pt x="59" y="233"/>
                    <a:pt x="51" y="230"/>
                  </a:cubicBezTo>
                  <a:cubicBezTo>
                    <a:pt x="44" y="227"/>
                    <a:pt x="38" y="222"/>
                    <a:pt x="33" y="216"/>
                  </a:cubicBezTo>
                  <a:cubicBezTo>
                    <a:pt x="28" y="210"/>
                    <a:pt x="24" y="202"/>
                    <a:pt x="21" y="192"/>
                  </a:cubicBezTo>
                  <a:cubicBezTo>
                    <a:pt x="0" y="192"/>
                    <a:pt x="0" y="192"/>
                    <a:pt x="0" y="192"/>
                  </a:cubicBezTo>
                  <a:cubicBezTo>
                    <a:pt x="0" y="241"/>
                    <a:pt x="0" y="241"/>
                    <a:pt x="0" y="241"/>
                  </a:cubicBezTo>
                  <a:cubicBezTo>
                    <a:pt x="29" y="247"/>
                    <a:pt x="55" y="250"/>
                    <a:pt x="77" y="250"/>
                  </a:cubicBezTo>
                  <a:cubicBezTo>
                    <a:pt x="91" y="250"/>
                    <a:pt x="103" y="249"/>
                    <a:pt x="115" y="246"/>
                  </a:cubicBezTo>
                  <a:cubicBezTo>
                    <a:pt x="126" y="244"/>
                    <a:pt x="136" y="240"/>
                    <a:pt x="144" y="234"/>
                  </a:cubicBezTo>
                  <a:cubicBezTo>
                    <a:pt x="153" y="229"/>
                    <a:pt x="159" y="222"/>
                    <a:pt x="164" y="213"/>
                  </a:cubicBezTo>
                  <a:cubicBezTo>
                    <a:pt x="168" y="205"/>
                    <a:pt x="171" y="194"/>
                    <a:pt x="171" y="182"/>
                  </a:cubicBezTo>
                  <a:cubicBezTo>
                    <a:pt x="171" y="170"/>
                    <a:pt x="168" y="161"/>
                    <a:pt x="162" y="152"/>
                  </a:cubicBezTo>
                  <a:cubicBezTo>
                    <a:pt x="157" y="144"/>
                    <a:pt x="149" y="136"/>
                    <a:pt x="139" y="130"/>
                  </a:cubicBezTo>
                  <a:cubicBezTo>
                    <a:pt x="129" y="123"/>
                    <a:pt x="115" y="116"/>
                    <a:pt x="97" y="109"/>
                  </a:cubicBezTo>
                  <a:cubicBezTo>
                    <a:pt x="82" y="102"/>
                    <a:pt x="71" y="97"/>
                    <a:pt x="63" y="92"/>
                  </a:cubicBezTo>
                  <a:cubicBezTo>
                    <a:pt x="55" y="87"/>
                    <a:pt x="50" y="81"/>
                    <a:pt x="46" y="75"/>
                  </a:cubicBezTo>
                  <a:cubicBezTo>
                    <a:pt x="43" y="70"/>
                    <a:pt x="41" y="62"/>
                    <a:pt x="41" y="54"/>
                  </a:cubicBezTo>
                  <a:cubicBezTo>
                    <a:pt x="41" y="46"/>
                    <a:pt x="43" y="39"/>
                    <a:pt x="47" y="33"/>
                  </a:cubicBezTo>
                  <a:cubicBezTo>
                    <a:pt x="51" y="28"/>
                    <a:pt x="57" y="23"/>
                    <a:pt x="64" y="21"/>
                  </a:cubicBezTo>
                  <a:cubicBezTo>
                    <a:pt x="72" y="18"/>
                    <a:pt x="80" y="16"/>
                    <a:pt x="89" y="16"/>
                  </a:cubicBezTo>
                  <a:cubicBezTo>
                    <a:pt x="100" y="16"/>
                    <a:pt x="108" y="17"/>
                    <a:pt x="115" y="20"/>
                  </a:cubicBezTo>
                  <a:cubicBezTo>
                    <a:pt x="122" y="22"/>
                    <a:pt x="127" y="26"/>
                    <a:pt x="132" y="32"/>
                  </a:cubicBezTo>
                  <a:cubicBezTo>
                    <a:pt x="137" y="38"/>
                    <a:pt x="141" y="46"/>
                    <a:pt x="144" y="56"/>
                  </a:cubicBezTo>
                  <a:cubicBezTo>
                    <a:pt x="166" y="56"/>
                    <a:pt x="166" y="56"/>
                    <a:pt x="166" y="56"/>
                  </a:cubicBezTo>
                  <a:cubicBezTo>
                    <a:pt x="166" y="8"/>
                    <a:pt x="166" y="8"/>
                    <a:pt x="166" y="8"/>
                  </a:cubicBezTo>
                  <a:cubicBezTo>
                    <a:pt x="150" y="5"/>
                    <a:pt x="137" y="3"/>
                    <a:pt x="127" y="2"/>
                  </a:cubicBezTo>
                  <a:cubicBezTo>
                    <a:pt x="117" y="1"/>
                    <a:pt x="106" y="0"/>
                    <a:pt x="9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9" name="Freeform 302">
              <a:extLst>
                <a:ext uri="{FF2B5EF4-FFF2-40B4-BE49-F238E27FC236}">
                  <a16:creationId xmlns:a16="http://schemas.microsoft.com/office/drawing/2014/main" id="{283C3C18-597C-43B7-C976-A08166F9DF8E}"/>
                </a:ext>
              </a:extLst>
            </p:cNvPr>
            <p:cNvSpPr>
              <a:spLocks/>
            </p:cNvSpPr>
            <p:nvPr/>
          </p:nvSpPr>
          <p:spPr bwMode="auto">
            <a:xfrm>
              <a:off x="3610927" y="2122744"/>
              <a:ext cx="32939" cy="89060"/>
            </a:xfrm>
            <a:custGeom>
              <a:avLst/>
              <a:gdLst>
                <a:gd name="T0" fmla="*/ 90 w 90"/>
                <a:gd name="T1" fmla="*/ 0 h 244"/>
                <a:gd name="T2" fmla="*/ 0 w 90"/>
                <a:gd name="T3" fmla="*/ 0 h 244"/>
                <a:gd name="T4" fmla="*/ 0 w 90"/>
                <a:gd name="T5" fmla="*/ 9 h 244"/>
                <a:gd name="T6" fmla="*/ 14 w 90"/>
                <a:gd name="T7" fmla="*/ 13 h 244"/>
                <a:gd name="T8" fmla="*/ 20 w 90"/>
                <a:gd name="T9" fmla="*/ 18 h 244"/>
                <a:gd name="T10" fmla="*/ 24 w 90"/>
                <a:gd name="T11" fmla="*/ 27 h 244"/>
                <a:gd name="T12" fmla="*/ 25 w 90"/>
                <a:gd name="T13" fmla="*/ 45 h 244"/>
                <a:gd name="T14" fmla="*/ 25 w 90"/>
                <a:gd name="T15" fmla="*/ 199 h 244"/>
                <a:gd name="T16" fmla="*/ 24 w 90"/>
                <a:gd name="T17" fmla="*/ 219 h 244"/>
                <a:gd name="T18" fmla="*/ 18 w 90"/>
                <a:gd name="T19" fmla="*/ 229 h 244"/>
                <a:gd name="T20" fmla="*/ 0 w 90"/>
                <a:gd name="T21" fmla="*/ 235 h 244"/>
                <a:gd name="T22" fmla="*/ 0 w 90"/>
                <a:gd name="T23" fmla="*/ 244 h 244"/>
                <a:gd name="T24" fmla="*/ 90 w 90"/>
                <a:gd name="T25" fmla="*/ 244 h 244"/>
                <a:gd name="T26" fmla="*/ 90 w 90"/>
                <a:gd name="T27" fmla="*/ 235 h 244"/>
                <a:gd name="T28" fmla="*/ 75 w 90"/>
                <a:gd name="T29" fmla="*/ 231 h 244"/>
                <a:gd name="T30" fmla="*/ 69 w 90"/>
                <a:gd name="T31" fmla="*/ 226 h 244"/>
                <a:gd name="T32" fmla="*/ 66 w 90"/>
                <a:gd name="T33" fmla="*/ 217 h 244"/>
                <a:gd name="T34" fmla="*/ 65 w 90"/>
                <a:gd name="T35" fmla="*/ 199 h 244"/>
                <a:gd name="T36" fmla="*/ 65 w 90"/>
                <a:gd name="T37" fmla="*/ 45 h 244"/>
                <a:gd name="T38" fmla="*/ 66 w 90"/>
                <a:gd name="T39" fmla="*/ 27 h 244"/>
                <a:gd name="T40" fmla="*/ 70 w 90"/>
                <a:gd name="T41" fmla="*/ 18 h 244"/>
                <a:gd name="T42" fmla="*/ 76 w 90"/>
                <a:gd name="T43" fmla="*/ 13 h 244"/>
                <a:gd name="T44" fmla="*/ 90 w 90"/>
                <a:gd name="T45" fmla="*/ 9 h 244"/>
                <a:gd name="T46" fmla="*/ 90 w 90"/>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0" h="244">
                  <a:moveTo>
                    <a:pt x="90"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90" y="244"/>
                    <a:pt x="90" y="244"/>
                    <a:pt x="90" y="244"/>
                  </a:cubicBezTo>
                  <a:cubicBezTo>
                    <a:pt x="90" y="235"/>
                    <a:pt x="90" y="235"/>
                    <a:pt x="90" y="235"/>
                  </a:cubicBezTo>
                  <a:cubicBezTo>
                    <a:pt x="83" y="234"/>
                    <a:pt x="78" y="232"/>
                    <a:pt x="75" y="231"/>
                  </a:cubicBezTo>
                  <a:cubicBezTo>
                    <a:pt x="73" y="230"/>
                    <a:pt x="71"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70" y="18"/>
                  </a:cubicBezTo>
                  <a:cubicBezTo>
                    <a:pt x="71" y="16"/>
                    <a:pt x="73"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0" name="Freeform 303">
              <a:extLst>
                <a:ext uri="{FF2B5EF4-FFF2-40B4-BE49-F238E27FC236}">
                  <a16:creationId xmlns:a16="http://schemas.microsoft.com/office/drawing/2014/main" id="{A49E99D0-F68C-48DD-FF42-0FE63DFC7901}"/>
                </a:ext>
              </a:extLst>
            </p:cNvPr>
            <p:cNvSpPr>
              <a:spLocks/>
            </p:cNvSpPr>
            <p:nvPr/>
          </p:nvSpPr>
          <p:spPr bwMode="auto">
            <a:xfrm>
              <a:off x="3658100" y="2122744"/>
              <a:ext cx="83367" cy="89060"/>
            </a:xfrm>
            <a:custGeom>
              <a:avLst/>
              <a:gdLst>
                <a:gd name="T0" fmla="*/ 229 w 229"/>
                <a:gd name="T1" fmla="*/ 0 h 244"/>
                <a:gd name="T2" fmla="*/ 0 w 229"/>
                <a:gd name="T3" fmla="*/ 0 h 244"/>
                <a:gd name="T4" fmla="*/ 0 w 229"/>
                <a:gd name="T5" fmla="*/ 62 h 244"/>
                <a:gd name="T6" fmla="*/ 21 w 229"/>
                <a:gd name="T7" fmla="*/ 62 h 244"/>
                <a:gd name="T8" fmla="*/ 30 w 229"/>
                <a:gd name="T9" fmla="*/ 39 h 244"/>
                <a:gd name="T10" fmla="*/ 40 w 229"/>
                <a:gd name="T11" fmla="*/ 24 h 244"/>
                <a:gd name="T12" fmla="*/ 52 w 229"/>
                <a:gd name="T13" fmla="*/ 18 h 244"/>
                <a:gd name="T14" fmla="*/ 68 w 229"/>
                <a:gd name="T15" fmla="*/ 16 h 244"/>
                <a:gd name="T16" fmla="*/ 95 w 229"/>
                <a:gd name="T17" fmla="*/ 16 h 244"/>
                <a:gd name="T18" fmla="*/ 95 w 229"/>
                <a:gd name="T19" fmla="*/ 199 h 244"/>
                <a:gd name="T20" fmla="*/ 94 w 229"/>
                <a:gd name="T21" fmla="*/ 215 h 244"/>
                <a:gd name="T22" fmla="*/ 91 w 229"/>
                <a:gd name="T23" fmla="*/ 224 h 244"/>
                <a:gd name="T24" fmla="*/ 85 w 229"/>
                <a:gd name="T25" fmla="*/ 229 h 244"/>
                <a:gd name="T26" fmla="*/ 78 w 229"/>
                <a:gd name="T27" fmla="*/ 233 h 244"/>
                <a:gd name="T28" fmla="*/ 66 w 229"/>
                <a:gd name="T29" fmla="*/ 235 h 244"/>
                <a:gd name="T30" fmla="*/ 66 w 229"/>
                <a:gd name="T31" fmla="*/ 244 h 244"/>
                <a:gd name="T32" fmla="*/ 163 w 229"/>
                <a:gd name="T33" fmla="*/ 244 h 244"/>
                <a:gd name="T34" fmla="*/ 163 w 229"/>
                <a:gd name="T35" fmla="*/ 235 h 244"/>
                <a:gd name="T36" fmla="*/ 148 w 229"/>
                <a:gd name="T37" fmla="*/ 231 h 244"/>
                <a:gd name="T38" fmla="*/ 140 w 229"/>
                <a:gd name="T39" fmla="*/ 226 h 244"/>
                <a:gd name="T40" fmla="*/ 136 w 229"/>
                <a:gd name="T41" fmla="*/ 216 h 244"/>
                <a:gd name="T42" fmla="*/ 135 w 229"/>
                <a:gd name="T43" fmla="*/ 199 h 244"/>
                <a:gd name="T44" fmla="*/ 135 w 229"/>
                <a:gd name="T45" fmla="*/ 16 h 244"/>
                <a:gd name="T46" fmla="*/ 161 w 229"/>
                <a:gd name="T47" fmla="*/ 16 h 244"/>
                <a:gd name="T48" fmla="*/ 179 w 229"/>
                <a:gd name="T49" fmla="*/ 18 h 244"/>
                <a:gd name="T50" fmla="*/ 190 w 229"/>
                <a:gd name="T51" fmla="*/ 25 h 244"/>
                <a:gd name="T52" fmla="*/ 199 w 229"/>
                <a:gd name="T53" fmla="*/ 38 h 244"/>
                <a:gd name="T54" fmla="*/ 208 w 229"/>
                <a:gd name="T55" fmla="*/ 62 h 244"/>
                <a:gd name="T56" fmla="*/ 229 w 229"/>
                <a:gd name="T57" fmla="*/ 62 h 244"/>
                <a:gd name="T58" fmla="*/ 229 w 229"/>
                <a:gd name="T5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9" h="244">
                  <a:moveTo>
                    <a:pt x="229" y="0"/>
                  </a:moveTo>
                  <a:cubicBezTo>
                    <a:pt x="0" y="0"/>
                    <a:pt x="0" y="0"/>
                    <a:pt x="0" y="0"/>
                  </a:cubicBezTo>
                  <a:cubicBezTo>
                    <a:pt x="0" y="62"/>
                    <a:pt x="0" y="62"/>
                    <a:pt x="0" y="62"/>
                  </a:cubicBezTo>
                  <a:cubicBezTo>
                    <a:pt x="21" y="62"/>
                    <a:pt x="21" y="62"/>
                    <a:pt x="21" y="62"/>
                  </a:cubicBezTo>
                  <a:cubicBezTo>
                    <a:pt x="24" y="53"/>
                    <a:pt x="27" y="45"/>
                    <a:pt x="30" y="39"/>
                  </a:cubicBezTo>
                  <a:cubicBezTo>
                    <a:pt x="33" y="32"/>
                    <a:pt x="36" y="28"/>
                    <a:pt x="40" y="24"/>
                  </a:cubicBezTo>
                  <a:cubicBezTo>
                    <a:pt x="44" y="21"/>
                    <a:pt x="47" y="19"/>
                    <a:pt x="52" y="18"/>
                  </a:cubicBezTo>
                  <a:cubicBezTo>
                    <a:pt x="56" y="16"/>
                    <a:pt x="62" y="16"/>
                    <a:pt x="68" y="16"/>
                  </a:cubicBezTo>
                  <a:cubicBezTo>
                    <a:pt x="95" y="16"/>
                    <a:pt x="95" y="16"/>
                    <a:pt x="95" y="16"/>
                  </a:cubicBezTo>
                  <a:cubicBezTo>
                    <a:pt x="95" y="199"/>
                    <a:pt x="95" y="199"/>
                    <a:pt x="95" y="199"/>
                  </a:cubicBezTo>
                  <a:cubicBezTo>
                    <a:pt x="95" y="206"/>
                    <a:pt x="94" y="211"/>
                    <a:pt x="94" y="215"/>
                  </a:cubicBezTo>
                  <a:cubicBezTo>
                    <a:pt x="93" y="219"/>
                    <a:pt x="92" y="222"/>
                    <a:pt x="91" y="224"/>
                  </a:cubicBezTo>
                  <a:cubicBezTo>
                    <a:pt x="89" y="226"/>
                    <a:pt x="88" y="228"/>
                    <a:pt x="85" y="229"/>
                  </a:cubicBezTo>
                  <a:cubicBezTo>
                    <a:pt x="83" y="231"/>
                    <a:pt x="81" y="232"/>
                    <a:pt x="78" y="233"/>
                  </a:cubicBezTo>
                  <a:cubicBezTo>
                    <a:pt x="74" y="234"/>
                    <a:pt x="71" y="234"/>
                    <a:pt x="66" y="235"/>
                  </a:cubicBezTo>
                  <a:cubicBezTo>
                    <a:pt x="66" y="244"/>
                    <a:pt x="66" y="244"/>
                    <a:pt x="66" y="244"/>
                  </a:cubicBezTo>
                  <a:cubicBezTo>
                    <a:pt x="163" y="244"/>
                    <a:pt x="163" y="244"/>
                    <a:pt x="163" y="244"/>
                  </a:cubicBezTo>
                  <a:cubicBezTo>
                    <a:pt x="163" y="235"/>
                    <a:pt x="163" y="235"/>
                    <a:pt x="163" y="235"/>
                  </a:cubicBezTo>
                  <a:cubicBezTo>
                    <a:pt x="156" y="234"/>
                    <a:pt x="151" y="233"/>
                    <a:pt x="148" y="231"/>
                  </a:cubicBezTo>
                  <a:cubicBezTo>
                    <a:pt x="145" y="230"/>
                    <a:pt x="142" y="228"/>
                    <a:pt x="140" y="226"/>
                  </a:cubicBezTo>
                  <a:cubicBezTo>
                    <a:pt x="138" y="223"/>
                    <a:pt x="137" y="220"/>
                    <a:pt x="136" y="216"/>
                  </a:cubicBezTo>
                  <a:cubicBezTo>
                    <a:pt x="135" y="211"/>
                    <a:pt x="135" y="206"/>
                    <a:pt x="135" y="199"/>
                  </a:cubicBezTo>
                  <a:cubicBezTo>
                    <a:pt x="135" y="16"/>
                    <a:pt x="135" y="16"/>
                    <a:pt x="135" y="16"/>
                  </a:cubicBezTo>
                  <a:cubicBezTo>
                    <a:pt x="161" y="16"/>
                    <a:pt x="161" y="16"/>
                    <a:pt x="161" y="16"/>
                  </a:cubicBezTo>
                  <a:cubicBezTo>
                    <a:pt x="169" y="16"/>
                    <a:pt x="175" y="16"/>
                    <a:pt x="179" y="18"/>
                  </a:cubicBezTo>
                  <a:cubicBezTo>
                    <a:pt x="183" y="19"/>
                    <a:pt x="186" y="21"/>
                    <a:pt x="190" y="25"/>
                  </a:cubicBezTo>
                  <a:cubicBezTo>
                    <a:pt x="193" y="28"/>
                    <a:pt x="196" y="32"/>
                    <a:pt x="199" y="38"/>
                  </a:cubicBezTo>
                  <a:cubicBezTo>
                    <a:pt x="202" y="44"/>
                    <a:pt x="205" y="52"/>
                    <a:pt x="208" y="62"/>
                  </a:cubicBezTo>
                  <a:cubicBezTo>
                    <a:pt x="229" y="62"/>
                    <a:pt x="229" y="62"/>
                    <a:pt x="229" y="62"/>
                  </a:cubicBezTo>
                  <a:cubicBezTo>
                    <a:pt x="229" y="0"/>
                    <a:pt x="229" y="0"/>
                    <a:pt x="22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1" name="Freeform 304">
              <a:extLst>
                <a:ext uri="{FF2B5EF4-FFF2-40B4-BE49-F238E27FC236}">
                  <a16:creationId xmlns:a16="http://schemas.microsoft.com/office/drawing/2014/main" id="{C75D9C3F-60FA-BFA4-DD60-35B437615C00}"/>
                </a:ext>
              </a:extLst>
            </p:cNvPr>
            <p:cNvSpPr>
              <a:spLocks/>
            </p:cNvSpPr>
            <p:nvPr/>
          </p:nvSpPr>
          <p:spPr bwMode="auto">
            <a:xfrm>
              <a:off x="3747974" y="2122744"/>
              <a:ext cx="89467" cy="89060"/>
            </a:xfrm>
            <a:custGeom>
              <a:avLst/>
              <a:gdLst>
                <a:gd name="T0" fmla="*/ 245 w 245"/>
                <a:gd name="T1" fmla="*/ 0 h 244"/>
                <a:gd name="T2" fmla="*/ 165 w 245"/>
                <a:gd name="T3" fmla="*/ 0 h 244"/>
                <a:gd name="T4" fmla="*/ 165 w 245"/>
                <a:gd name="T5" fmla="*/ 9 h 244"/>
                <a:gd name="T6" fmla="*/ 179 w 245"/>
                <a:gd name="T7" fmla="*/ 13 h 244"/>
                <a:gd name="T8" fmla="*/ 183 w 245"/>
                <a:gd name="T9" fmla="*/ 23 h 244"/>
                <a:gd name="T10" fmla="*/ 180 w 245"/>
                <a:gd name="T11" fmla="*/ 38 h 244"/>
                <a:gd name="T12" fmla="*/ 168 w 245"/>
                <a:gd name="T13" fmla="*/ 59 h 244"/>
                <a:gd name="T14" fmla="*/ 126 w 245"/>
                <a:gd name="T15" fmla="*/ 121 h 244"/>
                <a:gd name="T16" fmla="*/ 83 w 245"/>
                <a:gd name="T17" fmla="*/ 53 h 244"/>
                <a:gd name="T18" fmla="*/ 73 w 245"/>
                <a:gd name="T19" fmla="*/ 35 h 244"/>
                <a:gd name="T20" fmla="*/ 70 w 245"/>
                <a:gd name="T21" fmla="*/ 23 h 244"/>
                <a:gd name="T22" fmla="*/ 90 w 245"/>
                <a:gd name="T23" fmla="*/ 9 h 244"/>
                <a:gd name="T24" fmla="*/ 90 w 245"/>
                <a:gd name="T25" fmla="*/ 0 h 244"/>
                <a:gd name="T26" fmla="*/ 0 w 245"/>
                <a:gd name="T27" fmla="*/ 0 h 244"/>
                <a:gd name="T28" fmla="*/ 0 w 245"/>
                <a:gd name="T29" fmla="*/ 9 h 244"/>
                <a:gd name="T30" fmla="*/ 13 w 245"/>
                <a:gd name="T31" fmla="*/ 15 h 244"/>
                <a:gd name="T32" fmla="*/ 24 w 245"/>
                <a:gd name="T33" fmla="*/ 26 h 244"/>
                <a:gd name="T34" fmla="*/ 40 w 245"/>
                <a:gd name="T35" fmla="*/ 50 h 244"/>
                <a:gd name="T36" fmla="*/ 98 w 245"/>
                <a:gd name="T37" fmla="*/ 142 h 244"/>
                <a:gd name="T38" fmla="*/ 98 w 245"/>
                <a:gd name="T39" fmla="*/ 199 h 244"/>
                <a:gd name="T40" fmla="*/ 97 w 245"/>
                <a:gd name="T41" fmla="*/ 216 h 244"/>
                <a:gd name="T42" fmla="*/ 93 w 245"/>
                <a:gd name="T43" fmla="*/ 226 h 244"/>
                <a:gd name="T44" fmla="*/ 85 w 245"/>
                <a:gd name="T45" fmla="*/ 231 h 244"/>
                <a:gd name="T46" fmla="*/ 70 w 245"/>
                <a:gd name="T47" fmla="*/ 235 h 244"/>
                <a:gd name="T48" fmla="*/ 70 w 245"/>
                <a:gd name="T49" fmla="*/ 244 h 244"/>
                <a:gd name="T50" fmla="*/ 167 w 245"/>
                <a:gd name="T51" fmla="*/ 244 h 244"/>
                <a:gd name="T52" fmla="*/ 167 w 245"/>
                <a:gd name="T53" fmla="*/ 235 h 244"/>
                <a:gd name="T54" fmla="*/ 151 w 245"/>
                <a:gd name="T55" fmla="*/ 231 h 244"/>
                <a:gd name="T56" fmla="*/ 144 w 245"/>
                <a:gd name="T57" fmla="*/ 225 h 244"/>
                <a:gd name="T58" fmla="*/ 139 w 245"/>
                <a:gd name="T59" fmla="*/ 215 h 244"/>
                <a:gd name="T60" fmla="*/ 138 w 245"/>
                <a:gd name="T61" fmla="*/ 199 h 244"/>
                <a:gd name="T62" fmla="*/ 138 w 245"/>
                <a:gd name="T63" fmla="*/ 141 h 244"/>
                <a:gd name="T64" fmla="*/ 197 w 245"/>
                <a:gd name="T65" fmla="*/ 56 h 244"/>
                <a:gd name="T66" fmla="*/ 217 w 245"/>
                <a:gd name="T67" fmla="*/ 29 h 244"/>
                <a:gd name="T68" fmla="*/ 230 w 245"/>
                <a:gd name="T69" fmla="*/ 16 h 244"/>
                <a:gd name="T70" fmla="*/ 245 w 245"/>
                <a:gd name="T71" fmla="*/ 9 h 244"/>
                <a:gd name="T72" fmla="*/ 245 w 245"/>
                <a:gd name="T7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244">
                  <a:moveTo>
                    <a:pt x="245" y="0"/>
                  </a:moveTo>
                  <a:cubicBezTo>
                    <a:pt x="165" y="0"/>
                    <a:pt x="165" y="0"/>
                    <a:pt x="165" y="0"/>
                  </a:cubicBezTo>
                  <a:cubicBezTo>
                    <a:pt x="165" y="9"/>
                    <a:pt x="165" y="9"/>
                    <a:pt x="165" y="9"/>
                  </a:cubicBezTo>
                  <a:cubicBezTo>
                    <a:pt x="171" y="9"/>
                    <a:pt x="176" y="11"/>
                    <a:pt x="179" y="13"/>
                  </a:cubicBezTo>
                  <a:cubicBezTo>
                    <a:pt x="182" y="16"/>
                    <a:pt x="183" y="19"/>
                    <a:pt x="183" y="23"/>
                  </a:cubicBezTo>
                  <a:cubicBezTo>
                    <a:pt x="183" y="28"/>
                    <a:pt x="182" y="33"/>
                    <a:pt x="180" y="38"/>
                  </a:cubicBezTo>
                  <a:cubicBezTo>
                    <a:pt x="177" y="44"/>
                    <a:pt x="173" y="51"/>
                    <a:pt x="168" y="59"/>
                  </a:cubicBezTo>
                  <a:cubicBezTo>
                    <a:pt x="126" y="121"/>
                    <a:pt x="126" y="121"/>
                    <a:pt x="126" y="121"/>
                  </a:cubicBezTo>
                  <a:cubicBezTo>
                    <a:pt x="83" y="53"/>
                    <a:pt x="83" y="53"/>
                    <a:pt x="83" y="53"/>
                  </a:cubicBezTo>
                  <a:cubicBezTo>
                    <a:pt x="78" y="45"/>
                    <a:pt x="75" y="39"/>
                    <a:pt x="73" y="35"/>
                  </a:cubicBezTo>
                  <a:cubicBezTo>
                    <a:pt x="71" y="31"/>
                    <a:pt x="70" y="27"/>
                    <a:pt x="70" y="23"/>
                  </a:cubicBezTo>
                  <a:cubicBezTo>
                    <a:pt x="70" y="15"/>
                    <a:pt x="77" y="10"/>
                    <a:pt x="90" y="9"/>
                  </a:cubicBezTo>
                  <a:cubicBezTo>
                    <a:pt x="90" y="0"/>
                    <a:pt x="90" y="0"/>
                    <a:pt x="90" y="0"/>
                  </a:cubicBezTo>
                  <a:cubicBezTo>
                    <a:pt x="0" y="0"/>
                    <a:pt x="0" y="0"/>
                    <a:pt x="0" y="0"/>
                  </a:cubicBezTo>
                  <a:cubicBezTo>
                    <a:pt x="0" y="9"/>
                    <a:pt x="0" y="9"/>
                    <a:pt x="0" y="9"/>
                  </a:cubicBezTo>
                  <a:cubicBezTo>
                    <a:pt x="5" y="10"/>
                    <a:pt x="9" y="12"/>
                    <a:pt x="13" y="15"/>
                  </a:cubicBezTo>
                  <a:cubicBezTo>
                    <a:pt x="16" y="18"/>
                    <a:pt x="20" y="21"/>
                    <a:pt x="24" y="26"/>
                  </a:cubicBezTo>
                  <a:cubicBezTo>
                    <a:pt x="28" y="31"/>
                    <a:pt x="33" y="39"/>
                    <a:pt x="40" y="50"/>
                  </a:cubicBezTo>
                  <a:cubicBezTo>
                    <a:pt x="98" y="142"/>
                    <a:pt x="98" y="142"/>
                    <a:pt x="98" y="142"/>
                  </a:cubicBezTo>
                  <a:cubicBezTo>
                    <a:pt x="98" y="199"/>
                    <a:pt x="98" y="199"/>
                    <a:pt x="98" y="199"/>
                  </a:cubicBezTo>
                  <a:cubicBezTo>
                    <a:pt x="98" y="206"/>
                    <a:pt x="98" y="211"/>
                    <a:pt x="97" y="216"/>
                  </a:cubicBezTo>
                  <a:cubicBezTo>
                    <a:pt x="96" y="220"/>
                    <a:pt x="95" y="223"/>
                    <a:pt x="93" y="226"/>
                  </a:cubicBezTo>
                  <a:cubicBezTo>
                    <a:pt x="91" y="228"/>
                    <a:pt x="88" y="230"/>
                    <a:pt x="85" y="231"/>
                  </a:cubicBezTo>
                  <a:cubicBezTo>
                    <a:pt x="82" y="233"/>
                    <a:pt x="77" y="234"/>
                    <a:pt x="70" y="235"/>
                  </a:cubicBezTo>
                  <a:cubicBezTo>
                    <a:pt x="70" y="244"/>
                    <a:pt x="70" y="244"/>
                    <a:pt x="70" y="244"/>
                  </a:cubicBezTo>
                  <a:cubicBezTo>
                    <a:pt x="167" y="244"/>
                    <a:pt x="167" y="244"/>
                    <a:pt x="167" y="244"/>
                  </a:cubicBezTo>
                  <a:cubicBezTo>
                    <a:pt x="167" y="235"/>
                    <a:pt x="167" y="235"/>
                    <a:pt x="167" y="235"/>
                  </a:cubicBezTo>
                  <a:cubicBezTo>
                    <a:pt x="160" y="234"/>
                    <a:pt x="155" y="233"/>
                    <a:pt x="151" y="231"/>
                  </a:cubicBezTo>
                  <a:cubicBezTo>
                    <a:pt x="148" y="230"/>
                    <a:pt x="145" y="228"/>
                    <a:pt x="144" y="225"/>
                  </a:cubicBezTo>
                  <a:cubicBezTo>
                    <a:pt x="142" y="223"/>
                    <a:pt x="140" y="219"/>
                    <a:pt x="139" y="215"/>
                  </a:cubicBezTo>
                  <a:cubicBezTo>
                    <a:pt x="139" y="211"/>
                    <a:pt x="138" y="206"/>
                    <a:pt x="138" y="199"/>
                  </a:cubicBezTo>
                  <a:cubicBezTo>
                    <a:pt x="138" y="141"/>
                    <a:pt x="138" y="141"/>
                    <a:pt x="138" y="141"/>
                  </a:cubicBezTo>
                  <a:cubicBezTo>
                    <a:pt x="197" y="56"/>
                    <a:pt x="197" y="56"/>
                    <a:pt x="197" y="56"/>
                  </a:cubicBezTo>
                  <a:cubicBezTo>
                    <a:pt x="206" y="43"/>
                    <a:pt x="212" y="34"/>
                    <a:pt x="217" y="29"/>
                  </a:cubicBezTo>
                  <a:cubicBezTo>
                    <a:pt x="221" y="24"/>
                    <a:pt x="226" y="20"/>
                    <a:pt x="230" y="16"/>
                  </a:cubicBezTo>
                  <a:cubicBezTo>
                    <a:pt x="235" y="13"/>
                    <a:pt x="240" y="11"/>
                    <a:pt x="245" y="9"/>
                  </a:cubicBezTo>
                  <a:cubicBezTo>
                    <a:pt x="245" y="0"/>
                    <a:pt x="245" y="0"/>
                    <a:pt x="24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pic>
          <p:nvPicPr>
            <p:cNvPr id="122" name="图片 121">
              <a:extLst>
                <a:ext uri="{FF2B5EF4-FFF2-40B4-BE49-F238E27FC236}">
                  <a16:creationId xmlns:a16="http://schemas.microsoft.com/office/drawing/2014/main" id="{FF83F810-D0B6-72D0-83E1-243ED83804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386" y="1446438"/>
              <a:ext cx="630731" cy="835719"/>
            </a:xfrm>
            <a:prstGeom prst="rect">
              <a:avLst/>
            </a:prstGeom>
          </p:spPr>
        </p:pic>
      </p:grpSp>
    </p:spTree>
    <p:extLst>
      <p:ext uri="{BB962C8B-B14F-4D97-AF65-F5344CB8AC3E}">
        <p14:creationId xmlns:p14="http://schemas.microsoft.com/office/powerpoint/2010/main" val="1110188097"/>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6A589-E12B-5A30-9374-6BF1ACD6042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32935A2-E5D6-35AE-3386-55A30E80225F}"/>
              </a:ext>
            </a:extLst>
          </p:cNvPr>
          <p:cNvSpPr>
            <a:spLocks noGrp="1"/>
          </p:cNvSpPr>
          <p:nvPr>
            <p:ph type="title"/>
          </p:nvPr>
        </p:nvSpPr>
        <p:spPr>
          <a:xfrm>
            <a:off x="690364" y="310997"/>
            <a:ext cx="10858500" cy="825807"/>
          </a:xfrm>
        </p:spPr>
        <p:txBody>
          <a:bodyPr/>
          <a:lstStyle/>
          <a:p>
            <a:r>
              <a:rPr lang="zh-CN" altLang="en-US" dirty="0"/>
              <a:t>研究目标</a:t>
            </a:r>
          </a:p>
        </p:txBody>
      </p:sp>
      <p:sp>
        <p:nvSpPr>
          <p:cNvPr id="3" name="日期占位符 2">
            <a:extLst>
              <a:ext uri="{FF2B5EF4-FFF2-40B4-BE49-F238E27FC236}">
                <a16:creationId xmlns:a16="http://schemas.microsoft.com/office/drawing/2014/main" id="{293DD67B-3349-EA81-75E3-6D2A9BE1EDFF}"/>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2025/11/23</a:t>
            </a:fld>
            <a:endParaRPr lang="zh-CN" altLang="en-US" dirty="0"/>
          </a:p>
        </p:txBody>
      </p:sp>
      <p:sp>
        <p:nvSpPr>
          <p:cNvPr id="4" name="页脚占位符 3">
            <a:extLst>
              <a:ext uri="{FF2B5EF4-FFF2-40B4-BE49-F238E27FC236}">
                <a16:creationId xmlns:a16="http://schemas.microsoft.com/office/drawing/2014/main" id="{502EA2E7-E552-9AF0-C93F-31EB03270EE7}"/>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B22CF151-01E8-9412-7600-0F1549EE43A4}"/>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9</a:t>
            </a:fld>
            <a:endParaRPr lang="zh-CN" altLang="en-US" dirty="0"/>
          </a:p>
        </p:txBody>
      </p:sp>
      <p:sp>
        <p:nvSpPr>
          <p:cNvPr id="11" name="文本占位符 10">
            <a:extLst>
              <a:ext uri="{FF2B5EF4-FFF2-40B4-BE49-F238E27FC236}">
                <a16:creationId xmlns:a16="http://schemas.microsoft.com/office/drawing/2014/main" id="{51CAD223-4FC3-3D19-A367-68751FE1DD54}"/>
              </a:ext>
            </a:extLst>
          </p:cNvPr>
          <p:cNvSpPr>
            <a:spLocks noGrp="1"/>
          </p:cNvSpPr>
          <p:nvPr>
            <p:ph type="body" sz="quarter" idx="13"/>
          </p:nvPr>
        </p:nvSpPr>
        <p:spPr/>
        <p:txBody>
          <a:bodyPr/>
          <a:lstStyle/>
          <a:p>
            <a:r>
              <a:rPr lang="zh-CN" altLang="en-US" dirty="0"/>
              <a:t>中期研究进展</a:t>
            </a:r>
          </a:p>
        </p:txBody>
      </p:sp>
      <p:graphicFrame>
        <p:nvGraphicFramePr>
          <p:cNvPr id="6" name="图示 5">
            <a:extLst>
              <a:ext uri="{FF2B5EF4-FFF2-40B4-BE49-F238E27FC236}">
                <a16:creationId xmlns:a16="http://schemas.microsoft.com/office/drawing/2014/main" id="{538858FA-2BCF-0CD1-271C-ACAA3AC6B666}"/>
              </a:ext>
            </a:extLst>
          </p:cNvPr>
          <p:cNvGraphicFramePr/>
          <p:nvPr>
            <p:extLst>
              <p:ext uri="{D42A27DB-BD31-4B8C-83A1-F6EECF244321}">
                <p14:modId xmlns:p14="http://schemas.microsoft.com/office/powerpoint/2010/main" val="3756161224"/>
              </p:ext>
            </p:extLst>
          </p:nvPr>
        </p:nvGraphicFramePr>
        <p:xfrm>
          <a:off x="270328" y="1136804"/>
          <a:ext cx="11651344" cy="52276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文本框 6">
            <a:extLst>
              <a:ext uri="{FF2B5EF4-FFF2-40B4-BE49-F238E27FC236}">
                <a16:creationId xmlns:a16="http://schemas.microsoft.com/office/drawing/2014/main" id="{54951DF9-ADF8-A88E-8ED6-002190483AE1}"/>
              </a:ext>
            </a:extLst>
          </p:cNvPr>
          <p:cNvSpPr txBox="1"/>
          <p:nvPr/>
        </p:nvSpPr>
        <p:spPr>
          <a:xfrm>
            <a:off x="774405" y="1818167"/>
            <a:ext cx="415498" cy="646331"/>
          </a:xfrm>
          <a:prstGeom prst="rect">
            <a:avLst/>
          </a:prstGeom>
          <a:ln>
            <a:noFill/>
          </a:ln>
        </p:spPr>
        <p:style>
          <a:lnRef idx="2">
            <a:schemeClr val="accent5"/>
          </a:lnRef>
          <a:fillRef idx="1">
            <a:schemeClr val="lt1"/>
          </a:fillRef>
          <a:effectRef idx="0">
            <a:schemeClr val="accent5"/>
          </a:effectRef>
          <a:fontRef idx="minor">
            <a:schemeClr val="dk1"/>
          </a:fontRef>
        </p:style>
        <p:txBody>
          <a:bodyPr wrap="none" rtlCol="0">
            <a:spAutoFit/>
          </a:bodyPr>
          <a:lstStyle/>
          <a:p>
            <a:r>
              <a:rPr lang="en-US" altLang="zh-CN" sz="36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imes New Roman" panose="02020603050405020304" pitchFamily="18" charset="0"/>
                <a:cs typeface="Times New Roman" panose="02020603050405020304" pitchFamily="18" charset="0"/>
              </a:rPr>
              <a:t>1</a:t>
            </a:r>
            <a:endParaRPr lang="zh-CN" altLang="en-US" sz="36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730937FD-5FE9-0FF1-9F4A-4623C822C075}"/>
              </a:ext>
            </a:extLst>
          </p:cNvPr>
          <p:cNvSpPr txBox="1"/>
          <p:nvPr/>
        </p:nvSpPr>
        <p:spPr>
          <a:xfrm>
            <a:off x="1163323" y="3384921"/>
            <a:ext cx="415498" cy="646331"/>
          </a:xfrm>
          <a:prstGeom prst="rect">
            <a:avLst/>
          </a:prstGeom>
          <a:ln>
            <a:noFill/>
          </a:ln>
        </p:spPr>
        <p:style>
          <a:lnRef idx="2">
            <a:schemeClr val="accent5"/>
          </a:lnRef>
          <a:fillRef idx="1">
            <a:schemeClr val="lt1"/>
          </a:fillRef>
          <a:effectRef idx="0">
            <a:schemeClr val="accent5"/>
          </a:effectRef>
          <a:fontRef idx="minor">
            <a:schemeClr val="dk1"/>
          </a:fontRef>
        </p:style>
        <p:txBody>
          <a:bodyPr wrap="none" rtlCol="0">
            <a:spAutoFit/>
          </a:bodyPr>
          <a:lstStyle/>
          <a:p>
            <a:r>
              <a:rPr lang="en-US" altLang="zh-CN" sz="36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imes New Roman" panose="02020603050405020304" pitchFamily="18" charset="0"/>
                <a:cs typeface="Times New Roman" panose="02020603050405020304" pitchFamily="18" charset="0"/>
              </a:rPr>
              <a:t>2</a:t>
            </a:r>
            <a:endParaRPr lang="zh-CN" altLang="en-US" sz="36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691E6A0E-A618-40C5-676A-BE099A4D5C77}"/>
              </a:ext>
            </a:extLst>
          </p:cNvPr>
          <p:cNvSpPr txBox="1"/>
          <p:nvPr/>
        </p:nvSpPr>
        <p:spPr>
          <a:xfrm>
            <a:off x="785037" y="4951672"/>
            <a:ext cx="415498" cy="646331"/>
          </a:xfrm>
          <a:prstGeom prst="rect">
            <a:avLst/>
          </a:prstGeom>
          <a:ln>
            <a:noFill/>
          </a:ln>
        </p:spPr>
        <p:style>
          <a:lnRef idx="2">
            <a:schemeClr val="accent5"/>
          </a:lnRef>
          <a:fillRef idx="1">
            <a:schemeClr val="lt1"/>
          </a:fillRef>
          <a:effectRef idx="0">
            <a:schemeClr val="accent5"/>
          </a:effectRef>
          <a:fontRef idx="minor">
            <a:schemeClr val="dk1"/>
          </a:fontRef>
        </p:style>
        <p:txBody>
          <a:bodyPr wrap="none" rtlCol="0">
            <a:spAutoFit/>
          </a:bodyPr>
          <a:lstStyle/>
          <a:p>
            <a:r>
              <a:rPr lang="en-US" altLang="zh-CN" sz="36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imes New Roman" panose="02020603050405020304" pitchFamily="18" charset="0"/>
                <a:cs typeface="Times New Roman" panose="02020603050405020304" pitchFamily="18" charset="0"/>
              </a:rPr>
              <a:t>3</a:t>
            </a:r>
            <a:endParaRPr lang="zh-CN" altLang="en-US" sz="36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865910"/>
      </p:ext>
    </p:extLst>
  </p:cSld>
  <p:clrMapOvr>
    <a:masterClrMapping/>
  </p:clrMapOvr>
  <p:transition>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1310-0B61-68A0-0095-CA13FBA954D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5FCBECB-1DB2-127B-2F85-517E2F511A6B}"/>
              </a:ext>
            </a:extLst>
          </p:cNvPr>
          <p:cNvSpPr>
            <a:spLocks noGrp="1"/>
          </p:cNvSpPr>
          <p:nvPr>
            <p:ph type="title"/>
          </p:nvPr>
        </p:nvSpPr>
        <p:spPr>
          <a:xfrm>
            <a:off x="690364" y="310997"/>
            <a:ext cx="10858500" cy="825807"/>
          </a:xfrm>
        </p:spPr>
        <p:txBody>
          <a:bodyPr/>
          <a:lstStyle/>
          <a:p>
            <a:r>
              <a:rPr lang="zh-CN" altLang="en-US" dirty="0"/>
              <a:t>研究内容</a:t>
            </a:r>
          </a:p>
        </p:txBody>
      </p:sp>
      <p:sp>
        <p:nvSpPr>
          <p:cNvPr id="3" name="日期占位符 2">
            <a:extLst>
              <a:ext uri="{FF2B5EF4-FFF2-40B4-BE49-F238E27FC236}">
                <a16:creationId xmlns:a16="http://schemas.microsoft.com/office/drawing/2014/main" id="{88027704-50AD-DD43-4EA4-9DA6525B7282}"/>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2025/11/23</a:t>
            </a:fld>
            <a:endParaRPr lang="zh-CN" altLang="en-US" dirty="0"/>
          </a:p>
        </p:txBody>
      </p:sp>
      <p:sp>
        <p:nvSpPr>
          <p:cNvPr id="4" name="页脚占位符 3">
            <a:extLst>
              <a:ext uri="{FF2B5EF4-FFF2-40B4-BE49-F238E27FC236}">
                <a16:creationId xmlns:a16="http://schemas.microsoft.com/office/drawing/2014/main" id="{F3983702-8BC3-166C-D491-3217C6802A56}"/>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ED7EB0FD-12FF-1ED0-D531-FB68BD851E73}"/>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10</a:t>
            </a:fld>
            <a:endParaRPr lang="zh-CN" altLang="en-US"/>
          </a:p>
        </p:txBody>
      </p:sp>
      <p:sp>
        <p:nvSpPr>
          <p:cNvPr id="11" name="文本占位符 10">
            <a:extLst>
              <a:ext uri="{FF2B5EF4-FFF2-40B4-BE49-F238E27FC236}">
                <a16:creationId xmlns:a16="http://schemas.microsoft.com/office/drawing/2014/main" id="{78ECE108-3DFE-C125-F773-C8BD36FEC72C}"/>
              </a:ext>
            </a:extLst>
          </p:cNvPr>
          <p:cNvSpPr>
            <a:spLocks noGrp="1"/>
          </p:cNvSpPr>
          <p:nvPr>
            <p:ph type="body" sz="quarter" idx="13"/>
          </p:nvPr>
        </p:nvSpPr>
        <p:spPr/>
        <p:txBody>
          <a:bodyPr/>
          <a:lstStyle/>
          <a:p>
            <a:r>
              <a:rPr lang="zh-CN" altLang="en-US" dirty="0"/>
              <a:t>中期研究进展</a:t>
            </a:r>
          </a:p>
        </p:txBody>
      </p:sp>
      <p:graphicFrame>
        <p:nvGraphicFramePr>
          <p:cNvPr id="8" name="图示 7">
            <a:extLst>
              <a:ext uri="{FF2B5EF4-FFF2-40B4-BE49-F238E27FC236}">
                <a16:creationId xmlns:a16="http://schemas.microsoft.com/office/drawing/2014/main" id="{F53A0ED6-9754-8669-3B3E-C2CC45091D31}"/>
              </a:ext>
            </a:extLst>
          </p:cNvPr>
          <p:cNvGraphicFramePr/>
          <p:nvPr>
            <p:extLst>
              <p:ext uri="{D42A27DB-BD31-4B8C-83A1-F6EECF244321}">
                <p14:modId xmlns:p14="http://schemas.microsoft.com/office/powerpoint/2010/main" val="2484218019"/>
              </p:ext>
            </p:extLst>
          </p:nvPr>
        </p:nvGraphicFramePr>
        <p:xfrm>
          <a:off x="301199" y="1136804"/>
          <a:ext cx="11636829" cy="51917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85890557"/>
      </p:ext>
    </p:extLst>
  </p:cSld>
  <p:clrMapOvr>
    <a:masterClrMapping/>
  </p:clrMapOvr>
  <p:transition>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C4305-B667-88A3-FE17-B84CC86B7F5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2E13DEF-9882-15B7-F20E-30B2A1EE1D11}"/>
              </a:ext>
            </a:extLst>
          </p:cNvPr>
          <p:cNvSpPr>
            <a:spLocks noGrp="1"/>
          </p:cNvSpPr>
          <p:nvPr>
            <p:ph type="title"/>
          </p:nvPr>
        </p:nvSpPr>
        <p:spPr>
          <a:xfrm>
            <a:off x="666750" y="298297"/>
            <a:ext cx="10858500" cy="825807"/>
          </a:xfrm>
        </p:spPr>
        <p:txBody>
          <a:bodyPr/>
          <a:lstStyle/>
          <a:p>
            <a:r>
              <a:rPr lang="zh-CN" altLang="en-US" dirty="0"/>
              <a:t>研究进展：数据源、采集策略与预处理</a:t>
            </a:r>
          </a:p>
        </p:txBody>
      </p:sp>
      <p:sp>
        <p:nvSpPr>
          <p:cNvPr id="3" name="日期占位符 2">
            <a:extLst>
              <a:ext uri="{FF2B5EF4-FFF2-40B4-BE49-F238E27FC236}">
                <a16:creationId xmlns:a16="http://schemas.microsoft.com/office/drawing/2014/main" id="{8FBB2A68-593D-9E4F-63C6-6C6DF00023EC}"/>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2025/11/24</a:t>
            </a:fld>
            <a:endParaRPr lang="zh-CN" altLang="en-US" dirty="0"/>
          </a:p>
        </p:txBody>
      </p:sp>
      <p:sp>
        <p:nvSpPr>
          <p:cNvPr id="4" name="页脚占位符 3">
            <a:extLst>
              <a:ext uri="{FF2B5EF4-FFF2-40B4-BE49-F238E27FC236}">
                <a16:creationId xmlns:a16="http://schemas.microsoft.com/office/drawing/2014/main" id="{2A15C9F7-2E4F-CDF5-43B9-4E53F716DFA5}"/>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AA39D334-0311-2A4D-A86D-D4298415CFCE}"/>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11</a:t>
            </a:fld>
            <a:endParaRPr lang="zh-CN" altLang="en-US"/>
          </a:p>
        </p:txBody>
      </p:sp>
      <p:sp>
        <p:nvSpPr>
          <p:cNvPr id="11" name="文本占位符 10">
            <a:extLst>
              <a:ext uri="{FF2B5EF4-FFF2-40B4-BE49-F238E27FC236}">
                <a16:creationId xmlns:a16="http://schemas.microsoft.com/office/drawing/2014/main" id="{4027850B-EB11-C29A-9B35-856D88365A40}"/>
              </a:ext>
            </a:extLst>
          </p:cNvPr>
          <p:cNvSpPr>
            <a:spLocks noGrp="1"/>
          </p:cNvSpPr>
          <p:nvPr>
            <p:ph type="body" sz="quarter" idx="13"/>
          </p:nvPr>
        </p:nvSpPr>
        <p:spPr/>
        <p:txBody>
          <a:bodyPr/>
          <a:lstStyle/>
          <a:p>
            <a:r>
              <a:rPr lang="zh-CN" altLang="en-US" dirty="0"/>
              <a:t>中期研究进展</a:t>
            </a:r>
          </a:p>
        </p:txBody>
      </p:sp>
      <p:sp>
        <p:nvSpPr>
          <p:cNvPr id="7" name="任意多边形: 形状 6">
            <a:extLst>
              <a:ext uri="{FF2B5EF4-FFF2-40B4-BE49-F238E27FC236}">
                <a16:creationId xmlns:a16="http://schemas.microsoft.com/office/drawing/2014/main" id="{62D0190F-6506-61EC-C0AD-937140F78CE6}"/>
              </a:ext>
            </a:extLst>
          </p:cNvPr>
          <p:cNvSpPr/>
          <p:nvPr/>
        </p:nvSpPr>
        <p:spPr>
          <a:xfrm>
            <a:off x="192272" y="1434537"/>
            <a:ext cx="11807455" cy="2625515"/>
          </a:xfrm>
          <a:custGeom>
            <a:avLst/>
            <a:gdLst>
              <a:gd name="connsiteX0" fmla="*/ 0 w 8597900"/>
              <a:gd name="connsiteY0" fmla="*/ 0 h 1122975"/>
              <a:gd name="connsiteX1" fmla="*/ 8597900 w 8597900"/>
              <a:gd name="connsiteY1" fmla="*/ 0 h 1122975"/>
              <a:gd name="connsiteX2" fmla="*/ 8597900 w 8597900"/>
              <a:gd name="connsiteY2" fmla="*/ 1122975 h 1122975"/>
              <a:gd name="connsiteX3" fmla="*/ 0 w 8597900"/>
              <a:gd name="connsiteY3" fmla="*/ 1122975 h 1122975"/>
              <a:gd name="connsiteX4" fmla="*/ 0 w 8597900"/>
              <a:gd name="connsiteY4" fmla="*/ 0 h 1122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97900" h="1122975">
                <a:moveTo>
                  <a:pt x="0" y="0"/>
                </a:moveTo>
                <a:lnTo>
                  <a:pt x="8597900" y="0"/>
                </a:lnTo>
                <a:lnTo>
                  <a:pt x="8597900" y="1122975"/>
                </a:lnTo>
                <a:lnTo>
                  <a:pt x="0" y="1122975"/>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67293" tIns="479044" rIns="667293" bIns="163576" numCol="1" spcCol="1270" anchor="t" anchorCtr="0">
            <a:noAutofit/>
          </a:bodyPr>
          <a:lstStyle/>
          <a:p>
            <a:pPr marL="288000" lvl="1" indent="-288000" defTabSz="1022350">
              <a:lnSpc>
                <a:spcPts val="2800"/>
              </a:lnSpc>
              <a:spcBef>
                <a:spcPct val="0"/>
              </a:spcBef>
              <a:spcAft>
                <a:spcPts val="600"/>
              </a:spcAft>
              <a:buFont typeface="Arial" panose="020B0604020202020204" pitchFamily="34" charset="0"/>
              <a:buChar char="•"/>
            </a:pPr>
            <a:r>
              <a:rPr lang="zh-CN" altLang="en-US" sz="2000" kern="1200" dirty="0">
                <a:latin typeface="+mn-ea"/>
              </a:rPr>
              <a:t>平台： </a:t>
            </a:r>
            <a:r>
              <a:rPr lang="en-US" altLang="zh-CN" sz="2000" kern="1200" dirty="0" err="1">
                <a:latin typeface="+mn-ea"/>
              </a:rPr>
              <a:t>Bilibili</a:t>
            </a:r>
            <a:r>
              <a:rPr lang="zh-CN" altLang="en-US" sz="2000" kern="1200" dirty="0">
                <a:latin typeface="+mn-ea"/>
              </a:rPr>
              <a:t>，在“</a:t>
            </a:r>
            <a:r>
              <a:rPr lang="en-US" altLang="zh-CN" sz="2000" kern="1200" dirty="0">
                <a:latin typeface="+mn-ea"/>
              </a:rPr>
              <a:t>Z</a:t>
            </a:r>
            <a:r>
              <a:rPr lang="zh-CN" altLang="en-US" sz="2000" kern="1200" dirty="0">
                <a:latin typeface="+mn-ea"/>
              </a:rPr>
              <a:t>世代”中拥有巨大影响力（月活用户约</a:t>
            </a:r>
            <a:r>
              <a:rPr lang="en-US" altLang="zh-CN" sz="2000" kern="1200" dirty="0">
                <a:latin typeface="+mn-ea"/>
              </a:rPr>
              <a:t>3.41</a:t>
            </a:r>
            <a:r>
              <a:rPr lang="zh-CN" altLang="en-US" sz="2000" kern="1200" dirty="0">
                <a:latin typeface="+mn-ea"/>
              </a:rPr>
              <a:t>亿，超过</a:t>
            </a:r>
            <a:r>
              <a:rPr lang="en-US" altLang="zh-CN" sz="2000" kern="1200" dirty="0">
                <a:latin typeface="+mn-ea"/>
              </a:rPr>
              <a:t>80%</a:t>
            </a:r>
            <a:r>
              <a:rPr lang="zh-CN" altLang="en-US" sz="2000" kern="1200" dirty="0">
                <a:latin typeface="+mn-ea"/>
              </a:rPr>
              <a:t>用户年龄在</a:t>
            </a:r>
            <a:r>
              <a:rPr lang="en-US" altLang="zh-CN" sz="2000" kern="1200" dirty="0">
                <a:latin typeface="+mn-ea"/>
              </a:rPr>
              <a:t>24</a:t>
            </a:r>
            <a:r>
              <a:rPr lang="zh-CN" altLang="en-US" sz="2000" kern="1200" dirty="0">
                <a:latin typeface="+mn-ea"/>
              </a:rPr>
              <a:t>岁以下），是作为青少年生殖健康信息获取的关键渠道。</a:t>
            </a:r>
            <a:endParaRPr lang="en-US" altLang="zh-CN" sz="2000" kern="1200" dirty="0">
              <a:latin typeface="+mn-ea"/>
            </a:endParaRPr>
          </a:p>
          <a:p>
            <a:pPr marL="288000" lvl="1" indent="-288000" defTabSz="1022350">
              <a:lnSpc>
                <a:spcPts val="2800"/>
              </a:lnSpc>
              <a:spcBef>
                <a:spcPct val="0"/>
              </a:spcBef>
              <a:spcAft>
                <a:spcPts val="600"/>
              </a:spcAft>
              <a:buFont typeface="Arial" panose="020B0604020202020204" pitchFamily="34" charset="0"/>
              <a:buChar char="•"/>
            </a:pPr>
            <a:r>
              <a:rPr lang="zh-CN" altLang="en-US" sz="2000" kern="1200" dirty="0">
                <a:latin typeface="+mn-ea"/>
              </a:rPr>
              <a:t>时间跨度： 数据采集的时间范围为 </a:t>
            </a:r>
            <a:r>
              <a:rPr lang="en-US" altLang="zh-CN" sz="2000" kern="1200" dirty="0">
                <a:latin typeface="+mn-ea"/>
              </a:rPr>
              <a:t>2016</a:t>
            </a:r>
            <a:r>
              <a:rPr lang="zh-CN" altLang="en-US" sz="2000" kern="1200" dirty="0">
                <a:latin typeface="+mn-ea"/>
              </a:rPr>
              <a:t>年</a:t>
            </a:r>
            <a:r>
              <a:rPr lang="en-US" altLang="zh-CN" sz="2000" kern="1200" dirty="0">
                <a:latin typeface="+mn-ea"/>
              </a:rPr>
              <a:t>9</a:t>
            </a:r>
            <a:r>
              <a:rPr lang="zh-CN" altLang="en-US" sz="2000" kern="1200" dirty="0">
                <a:latin typeface="+mn-ea"/>
              </a:rPr>
              <a:t>月至</a:t>
            </a:r>
            <a:r>
              <a:rPr lang="en-US" altLang="zh-CN" sz="2000" kern="1200" dirty="0">
                <a:latin typeface="+mn-ea"/>
              </a:rPr>
              <a:t>2024</a:t>
            </a:r>
            <a:r>
              <a:rPr lang="zh-CN" altLang="en-US" sz="2000" kern="1200" dirty="0">
                <a:latin typeface="+mn-ea"/>
              </a:rPr>
              <a:t>年</a:t>
            </a:r>
            <a:r>
              <a:rPr lang="en-US" altLang="zh-CN" sz="2000" kern="1200" dirty="0">
                <a:latin typeface="+mn-ea"/>
              </a:rPr>
              <a:t>6</a:t>
            </a:r>
            <a:r>
              <a:rPr lang="zh-CN" altLang="en-US" sz="2000" kern="1200" dirty="0">
                <a:latin typeface="+mn-ea"/>
              </a:rPr>
              <a:t>月。</a:t>
            </a:r>
            <a:endParaRPr lang="en-US" altLang="zh-CN" sz="2000" kern="1200" dirty="0">
              <a:latin typeface="+mn-ea"/>
            </a:endParaRPr>
          </a:p>
          <a:p>
            <a:pPr marL="288000" lvl="1" indent="-288000" defTabSz="1022350">
              <a:lnSpc>
                <a:spcPts val="2800"/>
              </a:lnSpc>
              <a:spcBef>
                <a:spcPct val="0"/>
              </a:spcBef>
              <a:spcAft>
                <a:spcPts val="600"/>
              </a:spcAft>
              <a:buFont typeface="Arial" panose="020B0604020202020204" pitchFamily="34" charset="0"/>
              <a:buChar char="•"/>
            </a:pPr>
            <a:r>
              <a:rPr lang="zh-CN" altLang="en-US" sz="2000" kern="1200" dirty="0">
                <a:latin typeface="+mn-ea"/>
              </a:rPr>
              <a:t>纳入标准： 视频筛选标准</a:t>
            </a:r>
            <a:r>
              <a:rPr lang="en-US" altLang="zh-CN" sz="2000" kern="1200" dirty="0">
                <a:latin typeface="+mn-ea"/>
              </a:rPr>
              <a:t>——</a:t>
            </a:r>
            <a:r>
              <a:rPr lang="zh-CN" altLang="en-US" sz="2000" kern="1200" dirty="0">
                <a:latin typeface="+mn-ea"/>
              </a:rPr>
              <a:t>观看次数至少达到 </a:t>
            </a:r>
            <a:r>
              <a:rPr lang="en-US" altLang="zh-CN" sz="2000" kern="1200" dirty="0">
                <a:latin typeface="+mn-ea"/>
              </a:rPr>
              <a:t>100,000</a:t>
            </a:r>
            <a:r>
              <a:rPr lang="zh-CN" altLang="en-US" sz="2000" kern="1200" dirty="0">
                <a:latin typeface="+mn-ea"/>
              </a:rPr>
              <a:t>次，确保研究对象是具有广泛影响力和代表性的热门内容。</a:t>
            </a:r>
          </a:p>
        </p:txBody>
      </p:sp>
      <p:sp>
        <p:nvSpPr>
          <p:cNvPr id="9" name="任意多边形: 形状 8">
            <a:extLst>
              <a:ext uri="{FF2B5EF4-FFF2-40B4-BE49-F238E27FC236}">
                <a16:creationId xmlns:a16="http://schemas.microsoft.com/office/drawing/2014/main" id="{D36C54C8-E933-71FF-F498-C632541411E5}"/>
              </a:ext>
            </a:extLst>
          </p:cNvPr>
          <p:cNvSpPr/>
          <p:nvPr/>
        </p:nvSpPr>
        <p:spPr>
          <a:xfrm>
            <a:off x="428846" y="1246378"/>
            <a:ext cx="6007191" cy="579600"/>
          </a:xfrm>
          <a:custGeom>
            <a:avLst/>
            <a:gdLst>
              <a:gd name="connsiteX0" fmla="*/ 0 w 6018530"/>
              <a:gd name="connsiteY0" fmla="*/ 113162 h 678960"/>
              <a:gd name="connsiteX1" fmla="*/ 113162 w 6018530"/>
              <a:gd name="connsiteY1" fmla="*/ 0 h 678960"/>
              <a:gd name="connsiteX2" fmla="*/ 5905368 w 6018530"/>
              <a:gd name="connsiteY2" fmla="*/ 0 h 678960"/>
              <a:gd name="connsiteX3" fmla="*/ 6018530 w 6018530"/>
              <a:gd name="connsiteY3" fmla="*/ 113162 h 678960"/>
              <a:gd name="connsiteX4" fmla="*/ 6018530 w 6018530"/>
              <a:gd name="connsiteY4" fmla="*/ 565798 h 678960"/>
              <a:gd name="connsiteX5" fmla="*/ 5905368 w 6018530"/>
              <a:gd name="connsiteY5" fmla="*/ 678960 h 678960"/>
              <a:gd name="connsiteX6" fmla="*/ 113162 w 6018530"/>
              <a:gd name="connsiteY6" fmla="*/ 678960 h 678960"/>
              <a:gd name="connsiteX7" fmla="*/ 0 w 6018530"/>
              <a:gd name="connsiteY7" fmla="*/ 565798 h 678960"/>
              <a:gd name="connsiteX8" fmla="*/ 0 w 6018530"/>
              <a:gd name="connsiteY8" fmla="*/ 113162 h 67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8530" h="678960">
                <a:moveTo>
                  <a:pt x="0" y="113162"/>
                </a:moveTo>
                <a:cubicBezTo>
                  <a:pt x="0" y="50664"/>
                  <a:pt x="50664" y="0"/>
                  <a:pt x="113162" y="0"/>
                </a:cubicBezTo>
                <a:lnTo>
                  <a:pt x="5905368" y="0"/>
                </a:lnTo>
                <a:cubicBezTo>
                  <a:pt x="5967866" y="0"/>
                  <a:pt x="6018530" y="50664"/>
                  <a:pt x="6018530" y="113162"/>
                </a:cubicBezTo>
                <a:lnTo>
                  <a:pt x="6018530" y="565798"/>
                </a:lnTo>
                <a:cubicBezTo>
                  <a:pt x="6018530" y="628296"/>
                  <a:pt x="5967866" y="678960"/>
                  <a:pt x="5905368" y="678960"/>
                </a:cubicBezTo>
                <a:lnTo>
                  <a:pt x="113162" y="678960"/>
                </a:lnTo>
                <a:cubicBezTo>
                  <a:pt x="50664" y="678960"/>
                  <a:pt x="0" y="628296"/>
                  <a:pt x="0" y="565798"/>
                </a:cubicBezTo>
                <a:lnTo>
                  <a:pt x="0" y="11316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0630" tIns="33144" rIns="260630" bIns="33144" numCol="1" spcCol="1270" anchor="ctr" anchorCtr="0">
            <a:noAutofit/>
          </a:bodyPr>
          <a:lstStyle/>
          <a:p>
            <a:pPr marL="0" lvl="0" indent="0" algn="l" defTabSz="1066800">
              <a:lnSpc>
                <a:spcPct val="90000"/>
              </a:lnSpc>
              <a:spcBef>
                <a:spcPct val="0"/>
              </a:spcBef>
              <a:spcAft>
                <a:spcPct val="35000"/>
              </a:spcAft>
              <a:buNone/>
            </a:pPr>
            <a:r>
              <a:rPr lang="zh-CN" altLang="en-US" sz="2400" kern="1200" dirty="0">
                <a:latin typeface="华文中宋" panose="02010600040101010101" pitchFamily="2" charset="-122"/>
                <a:ea typeface="华文中宋" panose="02010600040101010101" pitchFamily="2" charset="-122"/>
              </a:rPr>
              <a:t>数据源与研究对象：</a:t>
            </a:r>
          </a:p>
        </p:txBody>
      </p:sp>
      <p:sp>
        <p:nvSpPr>
          <p:cNvPr id="12" name="任意多边形: 形状 11">
            <a:extLst>
              <a:ext uri="{FF2B5EF4-FFF2-40B4-BE49-F238E27FC236}">
                <a16:creationId xmlns:a16="http://schemas.microsoft.com/office/drawing/2014/main" id="{204AEBBE-7B07-C4AE-58DA-1473502985A5}"/>
              </a:ext>
            </a:extLst>
          </p:cNvPr>
          <p:cNvSpPr/>
          <p:nvPr/>
        </p:nvSpPr>
        <p:spPr>
          <a:xfrm>
            <a:off x="192272" y="4577675"/>
            <a:ext cx="11825490" cy="1732385"/>
          </a:xfrm>
          <a:custGeom>
            <a:avLst/>
            <a:gdLst>
              <a:gd name="connsiteX0" fmla="*/ 0 w 8597900"/>
              <a:gd name="connsiteY0" fmla="*/ 0 h 1122975"/>
              <a:gd name="connsiteX1" fmla="*/ 8597900 w 8597900"/>
              <a:gd name="connsiteY1" fmla="*/ 0 h 1122975"/>
              <a:gd name="connsiteX2" fmla="*/ 8597900 w 8597900"/>
              <a:gd name="connsiteY2" fmla="*/ 1122975 h 1122975"/>
              <a:gd name="connsiteX3" fmla="*/ 0 w 8597900"/>
              <a:gd name="connsiteY3" fmla="*/ 1122975 h 1122975"/>
              <a:gd name="connsiteX4" fmla="*/ 0 w 8597900"/>
              <a:gd name="connsiteY4" fmla="*/ 0 h 1122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97900" h="1122975">
                <a:moveTo>
                  <a:pt x="0" y="0"/>
                </a:moveTo>
                <a:lnTo>
                  <a:pt x="8597900" y="0"/>
                </a:lnTo>
                <a:lnTo>
                  <a:pt x="8597900" y="1122975"/>
                </a:lnTo>
                <a:lnTo>
                  <a:pt x="0" y="1122975"/>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67293" tIns="479044" rIns="667293" bIns="163576" numCol="1" spcCol="1270" anchor="t" anchorCtr="0">
            <a:noAutofit/>
          </a:bodyPr>
          <a:lstStyle/>
          <a:p>
            <a:pPr marL="288000" lvl="1" indent="-288000" algn="just" defTabSz="1022350">
              <a:lnSpc>
                <a:spcPts val="2600"/>
              </a:lnSpc>
              <a:spcBef>
                <a:spcPct val="0"/>
              </a:spcBef>
              <a:spcAft>
                <a:spcPts val="600"/>
              </a:spcAf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结构化元数据 </a:t>
            </a:r>
            <a:r>
              <a:rPr lang="en-US" altLang="zh-CN" sz="2000" dirty="0">
                <a:latin typeface="微软雅黑" panose="020B0503020204020204" pitchFamily="34" charset="-122"/>
                <a:ea typeface="微软雅黑" panose="020B0503020204020204" pitchFamily="34" charset="-122"/>
              </a:rPr>
              <a:t>(Metadata)</a:t>
            </a:r>
            <a:r>
              <a:rPr lang="zh-CN" altLang="en-US" sz="2000" dirty="0">
                <a:latin typeface="微软雅黑" panose="020B0503020204020204" pitchFamily="34" charset="-122"/>
                <a:ea typeface="微软雅黑" panose="020B0503020204020204" pitchFamily="34" charset="-122"/>
              </a:rPr>
              <a:t>： 视频标题、上传日期、</a:t>
            </a:r>
            <a:r>
              <a:rPr lang="en-US" altLang="zh-CN" sz="2000" dirty="0">
                <a:latin typeface="微软雅黑" panose="020B0503020204020204" pitchFamily="34" charset="-122"/>
                <a:ea typeface="微软雅黑" panose="020B0503020204020204" pitchFamily="34" charset="-122"/>
              </a:rPr>
              <a:t>UP</a:t>
            </a:r>
            <a:r>
              <a:rPr lang="zh-CN" altLang="en-US" sz="2000" dirty="0">
                <a:latin typeface="微软雅黑" panose="020B0503020204020204" pitchFamily="34" charset="-122"/>
                <a:ea typeface="微软雅黑" panose="020B0503020204020204" pitchFamily="34" charset="-122"/>
              </a:rPr>
              <a:t>主</a:t>
            </a:r>
            <a:r>
              <a:rPr lang="en-US" altLang="zh-CN" sz="2000" dirty="0">
                <a:latin typeface="微软雅黑" panose="020B0503020204020204" pitchFamily="34" charset="-122"/>
                <a:ea typeface="微软雅黑" panose="020B0503020204020204" pitchFamily="34" charset="-122"/>
              </a:rPr>
              <a:t>ID</a:t>
            </a:r>
            <a:r>
              <a:rPr lang="zh-CN" altLang="en-US" sz="2000" dirty="0">
                <a:latin typeface="微软雅黑" panose="020B0503020204020204" pitchFamily="34" charset="-122"/>
                <a:ea typeface="微软雅黑" panose="020B0503020204020204" pitchFamily="34" charset="-122"/>
              </a:rPr>
              <a:t>、观看量、点赞数、投币数、收藏数、分享数、评论数、弹幕数等。</a:t>
            </a:r>
            <a:endParaRPr lang="en-US" altLang="zh-CN" sz="2000" dirty="0">
              <a:latin typeface="微软雅黑" panose="020B0503020204020204" pitchFamily="34" charset="-122"/>
              <a:ea typeface="微软雅黑" panose="020B0503020204020204" pitchFamily="34" charset="-122"/>
            </a:endParaRPr>
          </a:p>
          <a:p>
            <a:pPr marL="288000" lvl="1" indent="-288000" algn="just" defTabSz="1022350">
              <a:lnSpc>
                <a:spcPts val="2600"/>
              </a:lnSpc>
              <a:spcBef>
                <a:spcPct val="0"/>
              </a:spcBef>
              <a:spcAft>
                <a:spcPts val="600"/>
              </a:spcAf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非结构化文本数据 </a:t>
            </a:r>
            <a:r>
              <a:rPr lang="en-US" altLang="zh-CN" sz="2000" dirty="0">
                <a:latin typeface="微软雅黑" panose="020B0503020204020204" pitchFamily="34" charset="-122"/>
                <a:ea typeface="微软雅黑" panose="020B0503020204020204" pitchFamily="34" charset="-122"/>
              </a:rPr>
              <a:t>(User-Generated Text)</a:t>
            </a:r>
            <a:r>
              <a:rPr lang="zh-CN" altLang="en-US" sz="2000" dirty="0">
                <a:latin typeface="微软雅黑" panose="020B0503020204020204" pitchFamily="34" charset="-122"/>
                <a:ea typeface="微软雅黑" panose="020B0503020204020204" pitchFamily="34" charset="-122"/>
              </a:rPr>
              <a:t>： 全部评论（含楼中楼回复）和弹幕的文本内容。</a:t>
            </a:r>
          </a:p>
        </p:txBody>
      </p:sp>
      <p:sp>
        <p:nvSpPr>
          <p:cNvPr id="13" name="任意多边形: 形状 12">
            <a:extLst>
              <a:ext uri="{FF2B5EF4-FFF2-40B4-BE49-F238E27FC236}">
                <a16:creationId xmlns:a16="http://schemas.microsoft.com/office/drawing/2014/main" id="{FF9EE401-D00F-E23C-5A02-B6B64B48A63E}"/>
              </a:ext>
            </a:extLst>
          </p:cNvPr>
          <p:cNvSpPr/>
          <p:nvPr/>
        </p:nvSpPr>
        <p:spPr>
          <a:xfrm>
            <a:off x="500930" y="4279242"/>
            <a:ext cx="6007191" cy="579600"/>
          </a:xfrm>
          <a:custGeom>
            <a:avLst/>
            <a:gdLst>
              <a:gd name="connsiteX0" fmla="*/ 0 w 6018530"/>
              <a:gd name="connsiteY0" fmla="*/ 113162 h 678960"/>
              <a:gd name="connsiteX1" fmla="*/ 113162 w 6018530"/>
              <a:gd name="connsiteY1" fmla="*/ 0 h 678960"/>
              <a:gd name="connsiteX2" fmla="*/ 5905368 w 6018530"/>
              <a:gd name="connsiteY2" fmla="*/ 0 h 678960"/>
              <a:gd name="connsiteX3" fmla="*/ 6018530 w 6018530"/>
              <a:gd name="connsiteY3" fmla="*/ 113162 h 678960"/>
              <a:gd name="connsiteX4" fmla="*/ 6018530 w 6018530"/>
              <a:gd name="connsiteY4" fmla="*/ 565798 h 678960"/>
              <a:gd name="connsiteX5" fmla="*/ 5905368 w 6018530"/>
              <a:gd name="connsiteY5" fmla="*/ 678960 h 678960"/>
              <a:gd name="connsiteX6" fmla="*/ 113162 w 6018530"/>
              <a:gd name="connsiteY6" fmla="*/ 678960 h 678960"/>
              <a:gd name="connsiteX7" fmla="*/ 0 w 6018530"/>
              <a:gd name="connsiteY7" fmla="*/ 565798 h 678960"/>
              <a:gd name="connsiteX8" fmla="*/ 0 w 6018530"/>
              <a:gd name="connsiteY8" fmla="*/ 113162 h 67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8530" h="678960">
                <a:moveTo>
                  <a:pt x="0" y="113162"/>
                </a:moveTo>
                <a:cubicBezTo>
                  <a:pt x="0" y="50664"/>
                  <a:pt x="50664" y="0"/>
                  <a:pt x="113162" y="0"/>
                </a:cubicBezTo>
                <a:lnTo>
                  <a:pt x="5905368" y="0"/>
                </a:lnTo>
                <a:cubicBezTo>
                  <a:pt x="5967866" y="0"/>
                  <a:pt x="6018530" y="50664"/>
                  <a:pt x="6018530" y="113162"/>
                </a:cubicBezTo>
                <a:lnTo>
                  <a:pt x="6018530" y="565798"/>
                </a:lnTo>
                <a:cubicBezTo>
                  <a:pt x="6018530" y="628296"/>
                  <a:pt x="5967866" y="678960"/>
                  <a:pt x="5905368" y="678960"/>
                </a:cubicBezTo>
                <a:lnTo>
                  <a:pt x="113162" y="678960"/>
                </a:lnTo>
                <a:cubicBezTo>
                  <a:pt x="50664" y="678960"/>
                  <a:pt x="0" y="628296"/>
                  <a:pt x="0" y="565798"/>
                </a:cubicBezTo>
                <a:lnTo>
                  <a:pt x="0" y="11316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0630" tIns="33144" rIns="260630" bIns="33144" numCol="1" spcCol="1270" anchor="ctr" anchorCtr="0">
            <a:noAutofit/>
          </a:bodyPr>
          <a:lstStyle/>
          <a:p>
            <a:pPr marL="0" lvl="0" indent="0" algn="l" defTabSz="1066800">
              <a:lnSpc>
                <a:spcPct val="90000"/>
              </a:lnSpc>
              <a:spcBef>
                <a:spcPct val="0"/>
              </a:spcBef>
              <a:spcAft>
                <a:spcPct val="35000"/>
              </a:spcAft>
              <a:buNone/>
            </a:pPr>
            <a:r>
              <a:rPr lang="zh-CN" altLang="en-US" sz="2400" dirty="0">
                <a:latin typeface="华文中宋" panose="02010600040101010101" pitchFamily="2" charset="-122"/>
                <a:ea typeface="华文中宋" panose="02010600040101010101" pitchFamily="2" charset="-122"/>
              </a:rPr>
              <a:t>采集内容：</a:t>
            </a:r>
            <a:endParaRPr lang="zh-CN" altLang="en-US" sz="2400" kern="1200"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47775485"/>
      </p:ext>
    </p:extLst>
  </p:cSld>
  <p:clrMapOvr>
    <a:masterClrMapping/>
  </p:clrMapOvr>
  <p:transition>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94F53-C821-E718-B46C-0BF06A4D075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691E650-BE5E-D094-7A13-10DEC9EAD409}"/>
              </a:ext>
            </a:extLst>
          </p:cNvPr>
          <p:cNvSpPr>
            <a:spLocks noGrp="1"/>
          </p:cNvSpPr>
          <p:nvPr>
            <p:ph type="title"/>
          </p:nvPr>
        </p:nvSpPr>
        <p:spPr>
          <a:xfrm>
            <a:off x="666750" y="298297"/>
            <a:ext cx="10858500" cy="825807"/>
          </a:xfrm>
        </p:spPr>
        <p:txBody>
          <a:bodyPr/>
          <a:lstStyle/>
          <a:p>
            <a:r>
              <a:rPr lang="zh-CN" altLang="en-US" dirty="0"/>
              <a:t>研究进展：数据源、采集策略与预处理</a:t>
            </a:r>
          </a:p>
        </p:txBody>
      </p:sp>
      <p:sp>
        <p:nvSpPr>
          <p:cNvPr id="3" name="日期占位符 2">
            <a:extLst>
              <a:ext uri="{FF2B5EF4-FFF2-40B4-BE49-F238E27FC236}">
                <a16:creationId xmlns:a16="http://schemas.microsoft.com/office/drawing/2014/main" id="{96F05D6C-2669-9B15-690F-0EC8BB8E8BFA}"/>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2025/11/24</a:t>
            </a:fld>
            <a:endParaRPr lang="zh-CN" altLang="en-US" dirty="0"/>
          </a:p>
        </p:txBody>
      </p:sp>
      <p:sp>
        <p:nvSpPr>
          <p:cNvPr id="4" name="页脚占位符 3">
            <a:extLst>
              <a:ext uri="{FF2B5EF4-FFF2-40B4-BE49-F238E27FC236}">
                <a16:creationId xmlns:a16="http://schemas.microsoft.com/office/drawing/2014/main" id="{1E32147B-8E22-39AA-5155-DDA3EB159D4A}"/>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EE714EA5-F327-16E0-BB71-A8174F03FB85}"/>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12</a:t>
            </a:fld>
            <a:endParaRPr lang="zh-CN" altLang="en-US"/>
          </a:p>
        </p:txBody>
      </p:sp>
      <p:sp>
        <p:nvSpPr>
          <p:cNvPr id="11" name="文本占位符 10">
            <a:extLst>
              <a:ext uri="{FF2B5EF4-FFF2-40B4-BE49-F238E27FC236}">
                <a16:creationId xmlns:a16="http://schemas.microsoft.com/office/drawing/2014/main" id="{1B3B7B8A-F2E4-B13B-40F6-542001774881}"/>
              </a:ext>
            </a:extLst>
          </p:cNvPr>
          <p:cNvSpPr>
            <a:spLocks noGrp="1"/>
          </p:cNvSpPr>
          <p:nvPr>
            <p:ph type="body" sz="quarter" idx="13"/>
          </p:nvPr>
        </p:nvSpPr>
        <p:spPr/>
        <p:txBody>
          <a:bodyPr/>
          <a:lstStyle/>
          <a:p>
            <a:r>
              <a:rPr lang="zh-CN" altLang="en-US" dirty="0"/>
              <a:t>中期研究进展</a:t>
            </a:r>
          </a:p>
        </p:txBody>
      </p:sp>
      <p:graphicFrame>
        <p:nvGraphicFramePr>
          <p:cNvPr id="6" name="图示 5">
            <a:extLst>
              <a:ext uri="{FF2B5EF4-FFF2-40B4-BE49-F238E27FC236}">
                <a16:creationId xmlns:a16="http://schemas.microsoft.com/office/drawing/2014/main" id="{6F23A65B-0B51-4F4A-1476-9777E4626445}"/>
              </a:ext>
            </a:extLst>
          </p:cNvPr>
          <p:cNvGraphicFramePr/>
          <p:nvPr>
            <p:extLst>
              <p:ext uri="{D42A27DB-BD31-4B8C-83A1-F6EECF244321}">
                <p14:modId xmlns:p14="http://schemas.microsoft.com/office/powerpoint/2010/main" val="3953796103"/>
              </p:ext>
            </p:extLst>
          </p:nvPr>
        </p:nvGraphicFramePr>
        <p:xfrm>
          <a:off x="1409995" y="1213093"/>
          <a:ext cx="9063076" cy="51408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62514479"/>
      </p:ext>
    </p:extLst>
  </p:cSld>
  <p:clrMapOvr>
    <a:masterClrMapping/>
  </p:clrMapOvr>
  <p:transition>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C7F87-AD92-88CA-2BE6-0FA7746B7A9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32903A8-9C8B-BA26-DC70-0DBDC22E884B}"/>
              </a:ext>
            </a:extLst>
          </p:cNvPr>
          <p:cNvSpPr>
            <a:spLocks noGrp="1"/>
          </p:cNvSpPr>
          <p:nvPr>
            <p:ph type="title"/>
          </p:nvPr>
        </p:nvSpPr>
        <p:spPr>
          <a:xfrm>
            <a:off x="666750" y="298297"/>
            <a:ext cx="10858500" cy="825807"/>
          </a:xfrm>
        </p:spPr>
        <p:txBody>
          <a:bodyPr>
            <a:normAutofit/>
          </a:bodyPr>
          <a:lstStyle/>
          <a:p>
            <a:r>
              <a:rPr lang="zh-CN" altLang="en-US" sz="2800" dirty="0"/>
              <a:t>研究进展：青少年生殖健康问题分类框架与分布特征</a:t>
            </a:r>
          </a:p>
        </p:txBody>
      </p:sp>
      <p:sp>
        <p:nvSpPr>
          <p:cNvPr id="3" name="日期占位符 2">
            <a:extLst>
              <a:ext uri="{FF2B5EF4-FFF2-40B4-BE49-F238E27FC236}">
                <a16:creationId xmlns:a16="http://schemas.microsoft.com/office/drawing/2014/main" id="{A141D6E2-8BF4-257E-BFE8-BB69599B8170}"/>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2025/11/25</a:t>
            </a:fld>
            <a:endParaRPr lang="zh-CN" altLang="en-US" dirty="0"/>
          </a:p>
        </p:txBody>
      </p:sp>
      <p:sp>
        <p:nvSpPr>
          <p:cNvPr id="4" name="页脚占位符 3">
            <a:extLst>
              <a:ext uri="{FF2B5EF4-FFF2-40B4-BE49-F238E27FC236}">
                <a16:creationId xmlns:a16="http://schemas.microsoft.com/office/drawing/2014/main" id="{05FEE650-F5B9-28A0-D588-5748E4A7442D}"/>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57BDFD27-139C-B9AF-959D-4FF1367E8923}"/>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13</a:t>
            </a:fld>
            <a:endParaRPr lang="zh-CN" altLang="en-US"/>
          </a:p>
        </p:txBody>
      </p:sp>
      <p:sp>
        <p:nvSpPr>
          <p:cNvPr id="11" name="文本占位符 10">
            <a:extLst>
              <a:ext uri="{FF2B5EF4-FFF2-40B4-BE49-F238E27FC236}">
                <a16:creationId xmlns:a16="http://schemas.microsoft.com/office/drawing/2014/main" id="{47EA3602-222A-F171-1786-5A5B91199CEC}"/>
              </a:ext>
            </a:extLst>
          </p:cNvPr>
          <p:cNvSpPr>
            <a:spLocks noGrp="1"/>
          </p:cNvSpPr>
          <p:nvPr>
            <p:ph type="body" sz="quarter" idx="13"/>
          </p:nvPr>
        </p:nvSpPr>
        <p:spPr/>
        <p:txBody>
          <a:bodyPr/>
          <a:lstStyle/>
          <a:p>
            <a:r>
              <a:rPr lang="zh-CN" altLang="en-US" dirty="0"/>
              <a:t>中期研究进展</a:t>
            </a:r>
          </a:p>
        </p:txBody>
      </p:sp>
      <p:sp>
        <p:nvSpPr>
          <p:cNvPr id="7" name="任意多边形: 形状 6">
            <a:extLst>
              <a:ext uri="{FF2B5EF4-FFF2-40B4-BE49-F238E27FC236}">
                <a16:creationId xmlns:a16="http://schemas.microsoft.com/office/drawing/2014/main" id="{C52949BA-49EE-46CC-1DCE-56C8A746C320}"/>
              </a:ext>
            </a:extLst>
          </p:cNvPr>
          <p:cNvSpPr/>
          <p:nvPr/>
        </p:nvSpPr>
        <p:spPr>
          <a:xfrm>
            <a:off x="192272" y="1540863"/>
            <a:ext cx="11807455" cy="1441570"/>
          </a:xfrm>
          <a:custGeom>
            <a:avLst/>
            <a:gdLst>
              <a:gd name="connsiteX0" fmla="*/ 0 w 8597900"/>
              <a:gd name="connsiteY0" fmla="*/ 0 h 1122975"/>
              <a:gd name="connsiteX1" fmla="*/ 8597900 w 8597900"/>
              <a:gd name="connsiteY1" fmla="*/ 0 h 1122975"/>
              <a:gd name="connsiteX2" fmla="*/ 8597900 w 8597900"/>
              <a:gd name="connsiteY2" fmla="*/ 1122975 h 1122975"/>
              <a:gd name="connsiteX3" fmla="*/ 0 w 8597900"/>
              <a:gd name="connsiteY3" fmla="*/ 1122975 h 1122975"/>
              <a:gd name="connsiteX4" fmla="*/ 0 w 8597900"/>
              <a:gd name="connsiteY4" fmla="*/ 0 h 1122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97900" h="1122975">
                <a:moveTo>
                  <a:pt x="0" y="0"/>
                </a:moveTo>
                <a:lnTo>
                  <a:pt x="8597900" y="0"/>
                </a:lnTo>
                <a:lnTo>
                  <a:pt x="8597900" y="1122975"/>
                </a:lnTo>
                <a:lnTo>
                  <a:pt x="0" y="1122975"/>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67293" tIns="479044" rIns="667293" bIns="163576" numCol="1" spcCol="1270" anchor="t" anchorCtr="0">
            <a:noAutofit/>
          </a:bodyPr>
          <a:lstStyle/>
          <a:p>
            <a:pPr marL="288000" lvl="1" indent="-288000" defTabSz="1022350">
              <a:lnSpc>
                <a:spcPts val="2800"/>
              </a:lnSpc>
              <a:spcBef>
                <a:spcPct val="0"/>
              </a:spcBef>
              <a:spcAft>
                <a:spcPts val="600"/>
              </a:spcAft>
              <a:buFont typeface="Arial" panose="020B0604020202020204" pitchFamily="34" charset="0"/>
              <a:buChar char="•"/>
            </a:pPr>
            <a:r>
              <a:rPr lang="zh-CN" altLang="en-US" sz="2000" kern="1200" dirty="0">
                <a:latin typeface="+mn-ea"/>
              </a:rPr>
              <a:t>参考权威文献和专家意见，并结合对</a:t>
            </a:r>
            <a:r>
              <a:rPr lang="en-US" altLang="zh-CN" sz="2000" kern="1200" dirty="0" err="1">
                <a:latin typeface="+mn-ea"/>
              </a:rPr>
              <a:t>Bilibili</a:t>
            </a:r>
            <a:r>
              <a:rPr lang="zh-CN" altLang="en-US" sz="2000" kern="1200" dirty="0">
                <a:latin typeface="+mn-ea"/>
              </a:rPr>
              <a:t>平台内容的初步分析，建立了一个涵盖 </a:t>
            </a:r>
            <a:r>
              <a:rPr lang="en-US" altLang="zh-CN" sz="2000" kern="1200" dirty="0">
                <a:latin typeface="+mn-ea"/>
              </a:rPr>
              <a:t>13</a:t>
            </a:r>
            <a:r>
              <a:rPr lang="zh-CN" altLang="en-US" sz="2000" kern="1200" dirty="0">
                <a:latin typeface="+mn-ea"/>
              </a:rPr>
              <a:t>个主题 的分类框架。</a:t>
            </a:r>
          </a:p>
        </p:txBody>
      </p:sp>
      <p:sp>
        <p:nvSpPr>
          <p:cNvPr id="9" name="任意多边形: 形状 8">
            <a:extLst>
              <a:ext uri="{FF2B5EF4-FFF2-40B4-BE49-F238E27FC236}">
                <a16:creationId xmlns:a16="http://schemas.microsoft.com/office/drawing/2014/main" id="{732163F0-DD4F-A85F-F3F8-7955112050FB}"/>
              </a:ext>
            </a:extLst>
          </p:cNvPr>
          <p:cNvSpPr/>
          <p:nvPr/>
        </p:nvSpPr>
        <p:spPr>
          <a:xfrm>
            <a:off x="428846" y="1246378"/>
            <a:ext cx="6007191" cy="579600"/>
          </a:xfrm>
          <a:custGeom>
            <a:avLst/>
            <a:gdLst>
              <a:gd name="connsiteX0" fmla="*/ 0 w 6018530"/>
              <a:gd name="connsiteY0" fmla="*/ 113162 h 678960"/>
              <a:gd name="connsiteX1" fmla="*/ 113162 w 6018530"/>
              <a:gd name="connsiteY1" fmla="*/ 0 h 678960"/>
              <a:gd name="connsiteX2" fmla="*/ 5905368 w 6018530"/>
              <a:gd name="connsiteY2" fmla="*/ 0 h 678960"/>
              <a:gd name="connsiteX3" fmla="*/ 6018530 w 6018530"/>
              <a:gd name="connsiteY3" fmla="*/ 113162 h 678960"/>
              <a:gd name="connsiteX4" fmla="*/ 6018530 w 6018530"/>
              <a:gd name="connsiteY4" fmla="*/ 565798 h 678960"/>
              <a:gd name="connsiteX5" fmla="*/ 5905368 w 6018530"/>
              <a:gd name="connsiteY5" fmla="*/ 678960 h 678960"/>
              <a:gd name="connsiteX6" fmla="*/ 113162 w 6018530"/>
              <a:gd name="connsiteY6" fmla="*/ 678960 h 678960"/>
              <a:gd name="connsiteX7" fmla="*/ 0 w 6018530"/>
              <a:gd name="connsiteY7" fmla="*/ 565798 h 678960"/>
              <a:gd name="connsiteX8" fmla="*/ 0 w 6018530"/>
              <a:gd name="connsiteY8" fmla="*/ 113162 h 67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8530" h="678960">
                <a:moveTo>
                  <a:pt x="0" y="113162"/>
                </a:moveTo>
                <a:cubicBezTo>
                  <a:pt x="0" y="50664"/>
                  <a:pt x="50664" y="0"/>
                  <a:pt x="113162" y="0"/>
                </a:cubicBezTo>
                <a:lnTo>
                  <a:pt x="5905368" y="0"/>
                </a:lnTo>
                <a:cubicBezTo>
                  <a:pt x="5967866" y="0"/>
                  <a:pt x="6018530" y="50664"/>
                  <a:pt x="6018530" y="113162"/>
                </a:cubicBezTo>
                <a:lnTo>
                  <a:pt x="6018530" y="565798"/>
                </a:lnTo>
                <a:cubicBezTo>
                  <a:pt x="6018530" y="628296"/>
                  <a:pt x="5967866" y="678960"/>
                  <a:pt x="5905368" y="678960"/>
                </a:cubicBezTo>
                <a:lnTo>
                  <a:pt x="113162" y="678960"/>
                </a:lnTo>
                <a:cubicBezTo>
                  <a:pt x="50664" y="678960"/>
                  <a:pt x="0" y="628296"/>
                  <a:pt x="0" y="565798"/>
                </a:cubicBezTo>
                <a:lnTo>
                  <a:pt x="0" y="11316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0630" tIns="33144" rIns="260630" bIns="33144" numCol="1" spcCol="1270" anchor="ctr" anchorCtr="0">
            <a:noAutofit/>
          </a:bodyPr>
          <a:lstStyle/>
          <a:p>
            <a:pPr marL="0" lvl="0" indent="0" algn="l" defTabSz="1066800">
              <a:lnSpc>
                <a:spcPct val="90000"/>
              </a:lnSpc>
              <a:spcBef>
                <a:spcPct val="0"/>
              </a:spcBef>
              <a:spcAft>
                <a:spcPct val="35000"/>
              </a:spcAft>
              <a:buNone/>
            </a:pPr>
            <a:r>
              <a:rPr lang="zh-CN" altLang="en-US" sz="2400" kern="1200" dirty="0">
                <a:latin typeface="华文中宋" panose="02010600040101010101" pitchFamily="2" charset="-122"/>
                <a:ea typeface="华文中宋" panose="02010600040101010101" pitchFamily="2" charset="-122"/>
              </a:rPr>
              <a:t>问题分类框架的建立：</a:t>
            </a:r>
          </a:p>
        </p:txBody>
      </p:sp>
      <p:sp>
        <p:nvSpPr>
          <p:cNvPr id="12" name="任意多边形: 形状 11">
            <a:extLst>
              <a:ext uri="{FF2B5EF4-FFF2-40B4-BE49-F238E27FC236}">
                <a16:creationId xmlns:a16="http://schemas.microsoft.com/office/drawing/2014/main" id="{FAEAC4EC-4A2F-1CAF-FC11-1F629CD339AA}"/>
              </a:ext>
            </a:extLst>
          </p:cNvPr>
          <p:cNvSpPr/>
          <p:nvPr/>
        </p:nvSpPr>
        <p:spPr>
          <a:xfrm>
            <a:off x="192272" y="3484975"/>
            <a:ext cx="11825490" cy="2857346"/>
          </a:xfrm>
          <a:custGeom>
            <a:avLst/>
            <a:gdLst>
              <a:gd name="connsiteX0" fmla="*/ 0 w 8597900"/>
              <a:gd name="connsiteY0" fmla="*/ 0 h 1122975"/>
              <a:gd name="connsiteX1" fmla="*/ 8597900 w 8597900"/>
              <a:gd name="connsiteY1" fmla="*/ 0 h 1122975"/>
              <a:gd name="connsiteX2" fmla="*/ 8597900 w 8597900"/>
              <a:gd name="connsiteY2" fmla="*/ 1122975 h 1122975"/>
              <a:gd name="connsiteX3" fmla="*/ 0 w 8597900"/>
              <a:gd name="connsiteY3" fmla="*/ 1122975 h 1122975"/>
              <a:gd name="connsiteX4" fmla="*/ 0 w 8597900"/>
              <a:gd name="connsiteY4" fmla="*/ 0 h 1122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97900" h="1122975">
                <a:moveTo>
                  <a:pt x="0" y="0"/>
                </a:moveTo>
                <a:lnTo>
                  <a:pt x="8597900" y="0"/>
                </a:lnTo>
                <a:lnTo>
                  <a:pt x="8597900" y="1122975"/>
                </a:lnTo>
                <a:lnTo>
                  <a:pt x="0" y="1122975"/>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67293" tIns="479044" rIns="667293" bIns="163576" numCol="1" spcCol="1270" anchor="t" anchorCtr="0">
            <a:noAutofit/>
          </a:bodyPr>
          <a:lstStyle/>
          <a:p>
            <a:pPr marL="288000" lvl="1" indent="-288000" algn="just" defTabSz="1022350">
              <a:lnSpc>
                <a:spcPts val="2600"/>
              </a:lnSpc>
              <a:spcBef>
                <a:spcPct val="0"/>
              </a:spcBef>
              <a:spcAft>
                <a:spcPts val="600"/>
              </a:spcAf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内容集中度高： 超过一半（</a:t>
            </a:r>
            <a:r>
              <a:rPr lang="en-US" altLang="zh-CN" sz="2000" dirty="0">
                <a:latin typeface="微软雅黑" panose="020B0503020204020204" pitchFamily="34" charset="-122"/>
                <a:ea typeface="微软雅黑" panose="020B0503020204020204" pitchFamily="34" charset="-122"/>
              </a:rPr>
              <a:t>57.9%</a:t>
            </a:r>
            <a:r>
              <a:rPr lang="zh-CN" altLang="en-US" sz="2000" dirty="0">
                <a:latin typeface="微软雅黑" panose="020B0503020204020204" pitchFamily="34" charset="-122"/>
                <a:ea typeface="微软雅黑" panose="020B0503020204020204" pitchFamily="34" charset="-122"/>
              </a:rPr>
              <a:t>）的内容集中在“安全套”和“生殖健康教育”两大基础主题上。</a:t>
            </a:r>
            <a:endParaRPr lang="en-US" altLang="zh-CN" sz="2000" dirty="0">
              <a:latin typeface="微软雅黑" panose="020B0503020204020204" pitchFamily="34" charset="-122"/>
              <a:ea typeface="微软雅黑" panose="020B0503020204020204" pitchFamily="34" charset="-122"/>
            </a:endParaRPr>
          </a:p>
          <a:p>
            <a:pPr marL="288000" lvl="1" indent="-288000" algn="just" defTabSz="1022350">
              <a:lnSpc>
                <a:spcPts val="2600"/>
              </a:lnSpc>
              <a:spcBef>
                <a:spcPct val="0"/>
              </a:spcBef>
              <a:spcAft>
                <a:spcPts val="600"/>
              </a:spcAf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存在信息鸿沟： 对“女用安全套”、“自然流产”、“新型避孕方法”等更具体、更深入的话题，内容供给严重不足（均不足总量的</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288000" lvl="1" indent="-288000" algn="just" defTabSz="1022350">
              <a:lnSpc>
                <a:spcPts val="2600"/>
              </a:lnSpc>
              <a:spcBef>
                <a:spcPct val="0"/>
              </a:spcBef>
              <a:spcAft>
                <a:spcPts val="600"/>
              </a:spcAf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研究价值： 这种分布不均的现象，彰显通过挖掘用户在这些视频下的真实提问，来发现主流内容未能满足的、更深层次的信息需求的重要性。</a:t>
            </a:r>
          </a:p>
        </p:txBody>
      </p:sp>
      <p:sp>
        <p:nvSpPr>
          <p:cNvPr id="13" name="任意多边形: 形状 12">
            <a:extLst>
              <a:ext uri="{FF2B5EF4-FFF2-40B4-BE49-F238E27FC236}">
                <a16:creationId xmlns:a16="http://schemas.microsoft.com/office/drawing/2014/main" id="{643F1A96-DF4B-FD86-6118-543227A8355A}"/>
              </a:ext>
            </a:extLst>
          </p:cNvPr>
          <p:cNvSpPr/>
          <p:nvPr/>
        </p:nvSpPr>
        <p:spPr>
          <a:xfrm>
            <a:off x="453084" y="3186542"/>
            <a:ext cx="6007191" cy="579600"/>
          </a:xfrm>
          <a:custGeom>
            <a:avLst/>
            <a:gdLst>
              <a:gd name="connsiteX0" fmla="*/ 0 w 6018530"/>
              <a:gd name="connsiteY0" fmla="*/ 113162 h 678960"/>
              <a:gd name="connsiteX1" fmla="*/ 113162 w 6018530"/>
              <a:gd name="connsiteY1" fmla="*/ 0 h 678960"/>
              <a:gd name="connsiteX2" fmla="*/ 5905368 w 6018530"/>
              <a:gd name="connsiteY2" fmla="*/ 0 h 678960"/>
              <a:gd name="connsiteX3" fmla="*/ 6018530 w 6018530"/>
              <a:gd name="connsiteY3" fmla="*/ 113162 h 678960"/>
              <a:gd name="connsiteX4" fmla="*/ 6018530 w 6018530"/>
              <a:gd name="connsiteY4" fmla="*/ 565798 h 678960"/>
              <a:gd name="connsiteX5" fmla="*/ 5905368 w 6018530"/>
              <a:gd name="connsiteY5" fmla="*/ 678960 h 678960"/>
              <a:gd name="connsiteX6" fmla="*/ 113162 w 6018530"/>
              <a:gd name="connsiteY6" fmla="*/ 678960 h 678960"/>
              <a:gd name="connsiteX7" fmla="*/ 0 w 6018530"/>
              <a:gd name="connsiteY7" fmla="*/ 565798 h 678960"/>
              <a:gd name="connsiteX8" fmla="*/ 0 w 6018530"/>
              <a:gd name="connsiteY8" fmla="*/ 113162 h 67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8530" h="678960">
                <a:moveTo>
                  <a:pt x="0" y="113162"/>
                </a:moveTo>
                <a:cubicBezTo>
                  <a:pt x="0" y="50664"/>
                  <a:pt x="50664" y="0"/>
                  <a:pt x="113162" y="0"/>
                </a:cubicBezTo>
                <a:lnTo>
                  <a:pt x="5905368" y="0"/>
                </a:lnTo>
                <a:cubicBezTo>
                  <a:pt x="5967866" y="0"/>
                  <a:pt x="6018530" y="50664"/>
                  <a:pt x="6018530" y="113162"/>
                </a:cubicBezTo>
                <a:lnTo>
                  <a:pt x="6018530" y="565798"/>
                </a:lnTo>
                <a:cubicBezTo>
                  <a:pt x="6018530" y="628296"/>
                  <a:pt x="5967866" y="678960"/>
                  <a:pt x="5905368" y="678960"/>
                </a:cubicBezTo>
                <a:lnTo>
                  <a:pt x="113162" y="678960"/>
                </a:lnTo>
                <a:cubicBezTo>
                  <a:pt x="50664" y="678960"/>
                  <a:pt x="0" y="628296"/>
                  <a:pt x="0" y="565798"/>
                </a:cubicBezTo>
                <a:lnTo>
                  <a:pt x="0" y="11316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0630" tIns="33144" rIns="260630" bIns="33144" numCol="1" spcCol="1270" anchor="ctr" anchorCtr="0">
            <a:noAutofit/>
          </a:bodyPr>
          <a:lstStyle/>
          <a:p>
            <a:pPr marL="0" lvl="0" indent="0" algn="l" defTabSz="1066800">
              <a:lnSpc>
                <a:spcPct val="90000"/>
              </a:lnSpc>
              <a:spcBef>
                <a:spcPct val="0"/>
              </a:spcBef>
              <a:spcAft>
                <a:spcPct val="35000"/>
              </a:spcAft>
              <a:buNone/>
            </a:pPr>
            <a:r>
              <a:rPr lang="zh-CN" altLang="en-US" sz="2400" dirty="0">
                <a:latin typeface="华文中宋" panose="02010600040101010101" pitchFamily="2" charset="-122"/>
                <a:ea typeface="华文中宋" panose="02010600040101010101" pitchFamily="2" charset="-122"/>
              </a:rPr>
              <a:t>关键发现：</a:t>
            </a:r>
            <a:endParaRPr lang="zh-CN" altLang="en-US" sz="2400" kern="1200"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2881881091"/>
      </p:ext>
    </p:extLst>
  </p:cSld>
  <p:clrMapOvr>
    <a:masterClrMapping/>
  </p:clrMapOvr>
  <p:transition>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A0EE8-B357-D3EC-CFD7-C494DFD15FC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5162B99-13A5-693C-7112-02BCEF6C2AAF}"/>
              </a:ext>
            </a:extLst>
          </p:cNvPr>
          <p:cNvSpPr>
            <a:spLocks noGrp="1"/>
          </p:cNvSpPr>
          <p:nvPr>
            <p:ph type="title"/>
          </p:nvPr>
        </p:nvSpPr>
        <p:spPr>
          <a:xfrm>
            <a:off x="666750" y="298297"/>
            <a:ext cx="10858500" cy="825807"/>
          </a:xfrm>
        </p:spPr>
        <p:txBody>
          <a:bodyPr>
            <a:normAutofit/>
          </a:bodyPr>
          <a:lstStyle/>
          <a:p>
            <a:r>
              <a:rPr lang="zh-CN" altLang="en-US" sz="2800" dirty="0"/>
              <a:t>研究进展：青少年生殖健康问题分类框架与分布特征</a:t>
            </a:r>
          </a:p>
        </p:txBody>
      </p:sp>
      <p:sp>
        <p:nvSpPr>
          <p:cNvPr id="3" name="日期占位符 2">
            <a:extLst>
              <a:ext uri="{FF2B5EF4-FFF2-40B4-BE49-F238E27FC236}">
                <a16:creationId xmlns:a16="http://schemas.microsoft.com/office/drawing/2014/main" id="{397813C7-1017-5F90-D957-CC991C75968C}"/>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2025/11/25</a:t>
            </a:fld>
            <a:endParaRPr lang="zh-CN" altLang="en-US" dirty="0"/>
          </a:p>
        </p:txBody>
      </p:sp>
      <p:sp>
        <p:nvSpPr>
          <p:cNvPr id="4" name="页脚占位符 3">
            <a:extLst>
              <a:ext uri="{FF2B5EF4-FFF2-40B4-BE49-F238E27FC236}">
                <a16:creationId xmlns:a16="http://schemas.microsoft.com/office/drawing/2014/main" id="{F9F0F530-97F3-E932-67D0-FBEB668A37E5}"/>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F9C78328-D40F-62A9-8AFD-AAD56074A480}"/>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14</a:t>
            </a:fld>
            <a:endParaRPr lang="zh-CN" altLang="en-US"/>
          </a:p>
        </p:txBody>
      </p:sp>
      <p:sp>
        <p:nvSpPr>
          <p:cNvPr id="11" name="文本占位符 10">
            <a:extLst>
              <a:ext uri="{FF2B5EF4-FFF2-40B4-BE49-F238E27FC236}">
                <a16:creationId xmlns:a16="http://schemas.microsoft.com/office/drawing/2014/main" id="{265E835A-6BCE-3C78-D0A2-464F9EE81723}"/>
              </a:ext>
            </a:extLst>
          </p:cNvPr>
          <p:cNvSpPr>
            <a:spLocks noGrp="1"/>
          </p:cNvSpPr>
          <p:nvPr>
            <p:ph type="body" sz="quarter" idx="13"/>
          </p:nvPr>
        </p:nvSpPr>
        <p:spPr/>
        <p:txBody>
          <a:bodyPr/>
          <a:lstStyle/>
          <a:p>
            <a:r>
              <a:rPr lang="zh-CN" altLang="en-US" dirty="0"/>
              <a:t>中期研究进展</a:t>
            </a:r>
          </a:p>
        </p:txBody>
      </p:sp>
      <p:pic>
        <p:nvPicPr>
          <p:cNvPr id="8" name="图片 7">
            <a:extLst>
              <a:ext uri="{FF2B5EF4-FFF2-40B4-BE49-F238E27FC236}">
                <a16:creationId xmlns:a16="http://schemas.microsoft.com/office/drawing/2014/main" id="{0BC9EC9C-0DCE-D225-0600-F18C88371322}"/>
              </a:ext>
            </a:extLst>
          </p:cNvPr>
          <p:cNvPicPr>
            <a:picLocks noChangeAspect="1"/>
          </p:cNvPicPr>
          <p:nvPr/>
        </p:nvPicPr>
        <p:blipFill>
          <a:blip r:embed="rId3"/>
          <a:stretch>
            <a:fillRect/>
          </a:stretch>
        </p:blipFill>
        <p:spPr>
          <a:xfrm>
            <a:off x="2562660" y="1010092"/>
            <a:ext cx="7066679" cy="5598901"/>
          </a:xfrm>
          <a:prstGeom prst="rect">
            <a:avLst/>
          </a:prstGeom>
        </p:spPr>
      </p:pic>
    </p:spTree>
    <p:extLst>
      <p:ext uri="{BB962C8B-B14F-4D97-AF65-F5344CB8AC3E}">
        <p14:creationId xmlns:p14="http://schemas.microsoft.com/office/powerpoint/2010/main" val="459574688"/>
      </p:ext>
    </p:extLst>
  </p:cSld>
  <p:clrMapOvr>
    <a:masterClrMapping/>
  </p:clrMapOvr>
  <p:transition>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88DA9-FE59-59B3-003A-A242E799A1C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C2B883A-8EA1-5CF3-900B-78D40C5CA0EB}"/>
              </a:ext>
            </a:extLst>
          </p:cNvPr>
          <p:cNvSpPr>
            <a:spLocks noGrp="1"/>
          </p:cNvSpPr>
          <p:nvPr>
            <p:ph type="title"/>
          </p:nvPr>
        </p:nvSpPr>
        <p:spPr>
          <a:xfrm>
            <a:off x="666750" y="298297"/>
            <a:ext cx="10858500" cy="825807"/>
          </a:xfrm>
        </p:spPr>
        <p:txBody>
          <a:bodyPr>
            <a:normAutofit/>
          </a:bodyPr>
          <a:lstStyle/>
          <a:p>
            <a:r>
              <a:rPr lang="zh-CN" altLang="en-US" sz="2800" dirty="0"/>
              <a:t>研究进展：高质量问答数据集</a:t>
            </a:r>
            <a:r>
              <a:rPr lang="en-US" altLang="zh-CN" sz="2800" dirty="0"/>
              <a:t>(Q&amp;A)</a:t>
            </a:r>
            <a:r>
              <a:rPr lang="zh-CN" altLang="en-US" sz="2800" dirty="0"/>
              <a:t>构建与示例</a:t>
            </a:r>
          </a:p>
        </p:txBody>
      </p:sp>
      <p:sp>
        <p:nvSpPr>
          <p:cNvPr id="3" name="日期占位符 2">
            <a:extLst>
              <a:ext uri="{FF2B5EF4-FFF2-40B4-BE49-F238E27FC236}">
                <a16:creationId xmlns:a16="http://schemas.microsoft.com/office/drawing/2014/main" id="{7181B13B-5223-491E-FB14-F40505105548}"/>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2025/11/25</a:t>
            </a:fld>
            <a:endParaRPr lang="zh-CN" altLang="en-US" dirty="0"/>
          </a:p>
        </p:txBody>
      </p:sp>
      <p:sp>
        <p:nvSpPr>
          <p:cNvPr id="4" name="页脚占位符 3">
            <a:extLst>
              <a:ext uri="{FF2B5EF4-FFF2-40B4-BE49-F238E27FC236}">
                <a16:creationId xmlns:a16="http://schemas.microsoft.com/office/drawing/2014/main" id="{EC402536-2EDB-035F-1C03-40A89D93EEC8}"/>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51AA6C07-F6DC-70E8-553E-768A917A400F}"/>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15</a:t>
            </a:fld>
            <a:endParaRPr lang="zh-CN" altLang="en-US"/>
          </a:p>
        </p:txBody>
      </p:sp>
      <p:sp>
        <p:nvSpPr>
          <p:cNvPr id="11" name="文本占位符 10">
            <a:extLst>
              <a:ext uri="{FF2B5EF4-FFF2-40B4-BE49-F238E27FC236}">
                <a16:creationId xmlns:a16="http://schemas.microsoft.com/office/drawing/2014/main" id="{BCA24B0B-9BD6-71C1-6DFF-EE7132365D56}"/>
              </a:ext>
            </a:extLst>
          </p:cNvPr>
          <p:cNvSpPr>
            <a:spLocks noGrp="1"/>
          </p:cNvSpPr>
          <p:nvPr>
            <p:ph type="body" sz="quarter" idx="13"/>
          </p:nvPr>
        </p:nvSpPr>
        <p:spPr/>
        <p:txBody>
          <a:bodyPr/>
          <a:lstStyle/>
          <a:p>
            <a:r>
              <a:rPr lang="zh-CN" altLang="en-US" dirty="0"/>
              <a:t>中期研究进展</a:t>
            </a:r>
          </a:p>
        </p:txBody>
      </p:sp>
      <p:sp>
        <p:nvSpPr>
          <p:cNvPr id="7" name="任意多边形: 形状 6">
            <a:extLst>
              <a:ext uri="{FF2B5EF4-FFF2-40B4-BE49-F238E27FC236}">
                <a16:creationId xmlns:a16="http://schemas.microsoft.com/office/drawing/2014/main" id="{1A2A3E9A-3A1F-6DB5-678E-1330B9951B26}"/>
              </a:ext>
            </a:extLst>
          </p:cNvPr>
          <p:cNvSpPr/>
          <p:nvPr/>
        </p:nvSpPr>
        <p:spPr>
          <a:xfrm>
            <a:off x="192272" y="1710980"/>
            <a:ext cx="11807455" cy="1441570"/>
          </a:xfrm>
          <a:custGeom>
            <a:avLst/>
            <a:gdLst>
              <a:gd name="connsiteX0" fmla="*/ 0 w 8597900"/>
              <a:gd name="connsiteY0" fmla="*/ 0 h 1122975"/>
              <a:gd name="connsiteX1" fmla="*/ 8597900 w 8597900"/>
              <a:gd name="connsiteY1" fmla="*/ 0 h 1122975"/>
              <a:gd name="connsiteX2" fmla="*/ 8597900 w 8597900"/>
              <a:gd name="connsiteY2" fmla="*/ 1122975 h 1122975"/>
              <a:gd name="connsiteX3" fmla="*/ 0 w 8597900"/>
              <a:gd name="connsiteY3" fmla="*/ 1122975 h 1122975"/>
              <a:gd name="connsiteX4" fmla="*/ 0 w 8597900"/>
              <a:gd name="connsiteY4" fmla="*/ 0 h 1122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97900" h="1122975">
                <a:moveTo>
                  <a:pt x="0" y="0"/>
                </a:moveTo>
                <a:lnTo>
                  <a:pt x="8597900" y="0"/>
                </a:lnTo>
                <a:lnTo>
                  <a:pt x="8597900" y="1122975"/>
                </a:lnTo>
                <a:lnTo>
                  <a:pt x="0" y="1122975"/>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67293" tIns="479044" rIns="667293" bIns="163576" numCol="1" spcCol="1270" anchor="t" anchorCtr="0">
            <a:noAutofit/>
          </a:bodyPr>
          <a:lstStyle/>
          <a:p>
            <a:pPr marL="288000" lvl="1" indent="-288000" defTabSz="1022350">
              <a:lnSpc>
                <a:spcPts val="2800"/>
              </a:lnSpc>
              <a:spcBef>
                <a:spcPct val="0"/>
              </a:spcBef>
              <a:spcAft>
                <a:spcPts val="600"/>
              </a:spcAft>
              <a:buFont typeface="Arial" panose="020B0604020202020204" pitchFamily="34" charset="0"/>
              <a:buChar char="•"/>
            </a:pPr>
            <a:r>
              <a:rPr lang="zh-CN" altLang="en-US" sz="2000" kern="1200" dirty="0">
                <a:latin typeface="+mn-ea"/>
              </a:rPr>
              <a:t>原始用户提问 → 问题识别与</a:t>
            </a:r>
            <a:r>
              <a:rPr lang="zh-CN" altLang="en-US" sz="2000" dirty="0">
                <a:latin typeface="+mn-ea"/>
              </a:rPr>
              <a:t>爬取</a:t>
            </a:r>
            <a:r>
              <a:rPr lang="zh-CN" altLang="en-US" sz="2000" kern="1200" dirty="0">
                <a:latin typeface="+mn-ea"/>
              </a:rPr>
              <a:t> → </a:t>
            </a:r>
            <a:r>
              <a:rPr lang="en-US" altLang="zh-CN" sz="2000" kern="1200" dirty="0">
                <a:latin typeface="+mn-ea"/>
              </a:rPr>
              <a:t>LLM</a:t>
            </a:r>
            <a:r>
              <a:rPr lang="zh-CN" altLang="en-US" sz="2000" kern="1200" dirty="0">
                <a:latin typeface="+mn-ea"/>
              </a:rPr>
              <a:t>规范化改写 → </a:t>
            </a:r>
            <a:r>
              <a:rPr lang="en-US" altLang="zh-CN" sz="2000" kern="1200" dirty="0">
                <a:latin typeface="+mn-ea"/>
              </a:rPr>
              <a:t>LLM</a:t>
            </a:r>
            <a:r>
              <a:rPr lang="zh-CN" altLang="en-US" sz="2000" kern="1200" dirty="0">
                <a:latin typeface="+mn-ea"/>
              </a:rPr>
              <a:t>生成初步答案 → 人工修订与专家审核 → 形成最终</a:t>
            </a:r>
            <a:r>
              <a:rPr lang="en-US" altLang="zh-CN" sz="2000" kern="1200" dirty="0">
                <a:latin typeface="+mn-ea"/>
              </a:rPr>
              <a:t>Q&amp;A</a:t>
            </a:r>
            <a:r>
              <a:rPr lang="zh-CN" altLang="en-US" sz="2000" kern="1200" dirty="0">
                <a:latin typeface="+mn-ea"/>
              </a:rPr>
              <a:t>对</a:t>
            </a:r>
          </a:p>
        </p:txBody>
      </p:sp>
      <p:sp>
        <p:nvSpPr>
          <p:cNvPr id="9" name="任意多边形: 形状 8">
            <a:extLst>
              <a:ext uri="{FF2B5EF4-FFF2-40B4-BE49-F238E27FC236}">
                <a16:creationId xmlns:a16="http://schemas.microsoft.com/office/drawing/2014/main" id="{4AD8600F-190D-F914-1F87-2A676D2414EC}"/>
              </a:ext>
            </a:extLst>
          </p:cNvPr>
          <p:cNvSpPr/>
          <p:nvPr/>
        </p:nvSpPr>
        <p:spPr>
          <a:xfrm>
            <a:off x="428846" y="1416495"/>
            <a:ext cx="6007191" cy="579600"/>
          </a:xfrm>
          <a:custGeom>
            <a:avLst/>
            <a:gdLst>
              <a:gd name="connsiteX0" fmla="*/ 0 w 6018530"/>
              <a:gd name="connsiteY0" fmla="*/ 113162 h 678960"/>
              <a:gd name="connsiteX1" fmla="*/ 113162 w 6018530"/>
              <a:gd name="connsiteY1" fmla="*/ 0 h 678960"/>
              <a:gd name="connsiteX2" fmla="*/ 5905368 w 6018530"/>
              <a:gd name="connsiteY2" fmla="*/ 0 h 678960"/>
              <a:gd name="connsiteX3" fmla="*/ 6018530 w 6018530"/>
              <a:gd name="connsiteY3" fmla="*/ 113162 h 678960"/>
              <a:gd name="connsiteX4" fmla="*/ 6018530 w 6018530"/>
              <a:gd name="connsiteY4" fmla="*/ 565798 h 678960"/>
              <a:gd name="connsiteX5" fmla="*/ 5905368 w 6018530"/>
              <a:gd name="connsiteY5" fmla="*/ 678960 h 678960"/>
              <a:gd name="connsiteX6" fmla="*/ 113162 w 6018530"/>
              <a:gd name="connsiteY6" fmla="*/ 678960 h 678960"/>
              <a:gd name="connsiteX7" fmla="*/ 0 w 6018530"/>
              <a:gd name="connsiteY7" fmla="*/ 565798 h 678960"/>
              <a:gd name="connsiteX8" fmla="*/ 0 w 6018530"/>
              <a:gd name="connsiteY8" fmla="*/ 113162 h 67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8530" h="678960">
                <a:moveTo>
                  <a:pt x="0" y="113162"/>
                </a:moveTo>
                <a:cubicBezTo>
                  <a:pt x="0" y="50664"/>
                  <a:pt x="50664" y="0"/>
                  <a:pt x="113162" y="0"/>
                </a:cubicBezTo>
                <a:lnTo>
                  <a:pt x="5905368" y="0"/>
                </a:lnTo>
                <a:cubicBezTo>
                  <a:pt x="5967866" y="0"/>
                  <a:pt x="6018530" y="50664"/>
                  <a:pt x="6018530" y="113162"/>
                </a:cubicBezTo>
                <a:lnTo>
                  <a:pt x="6018530" y="565798"/>
                </a:lnTo>
                <a:cubicBezTo>
                  <a:pt x="6018530" y="628296"/>
                  <a:pt x="5967866" y="678960"/>
                  <a:pt x="5905368" y="678960"/>
                </a:cubicBezTo>
                <a:lnTo>
                  <a:pt x="113162" y="678960"/>
                </a:lnTo>
                <a:cubicBezTo>
                  <a:pt x="50664" y="678960"/>
                  <a:pt x="0" y="628296"/>
                  <a:pt x="0" y="565798"/>
                </a:cubicBezTo>
                <a:lnTo>
                  <a:pt x="0" y="11316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0630" tIns="33144" rIns="260630" bIns="33144" numCol="1" spcCol="1270" anchor="ctr" anchorCtr="0">
            <a:noAutofit/>
          </a:bodyPr>
          <a:lstStyle/>
          <a:p>
            <a:pPr marL="0" lvl="0" indent="0" algn="l" defTabSz="1066800">
              <a:lnSpc>
                <a:spcPct val="90000"/>
              </a:lnSpc>
              <a:spcBef>
                <a:spcPct val="0"/>
              </a:spcBef>
              <a:spcAft>
                <a:spcPct val="35000"/>
              </a:spcAft>
              <a:buNone/>
            </a:pPr>
            <a:r>
              <a:rPr lang="zh-CN" altLang="en-US" sz="2400" kern="1200" dirty="0">
                <a:latin typeface="华文中宋" panose="02010600040101010101" pitchFamily="2" charset="-122"/>
                <a:ea typeface="华文中宋" panose="02010600040101010101" pitchFamily="2" charset="-122"/>
              </a:rPr>
              <a:t>构建流程：</a:t>
            </a:r>
          </a:p>
        </p:txBody>
      </p:sp>
      <p:sp>
        <p:nvSpPr>
          <p:cNvPr id="12" name="任意多边形: 形状 11">
            <a:extLst>
              <a:ext uri="{FF2B5EF4-FFF2-40B4-BE49-F238E27FC236}">
                <a16:creationId xmlns:a16="http://schemas.microsoft.com/office/drawing/2014/main" id="{90A4B746-0236-BE9F-1B4A-E0125E562A61}"/>
              </a:ext>
            </a:extLst>
          </p:cNvPr>
          <p:cNvSpPr/>
          <p:nvPr/>
        </p:nvSpPr>
        <p:spPr>
          <a:xfrm>
            <a:off x="192272" y="4043185"/>
            <a:ext cx="11825490" cy="2126647"/>
          </a:xfrm>
          <a:custGeom>
            <a:avLst/>
            <a:gdLst>
              <a:gd name="connsiteX0" fmla="*/ 0 w 8597900"/>
              <a:gd name="connsiteY0" fmla="*/ 0 h 1122975"/>
              <a:gd name="connsiteX1" fmla="*/ 8597900 w 8597900"/>
              <a:gd name="connsiteY1" fmla="*/ 0 h 1122975"/>
              <a:gd name="connsiteX2" fmla="*/ 8597900 w 8597900"/>
              <a:gd name="connsiteY2" fmla="*/ 1122975 h 1122975"/>
              <a:gd name="connsiteX3" fmla="*/ 0 w 8597900"/>
              <a:gd name="connsiteY3" fmla="*/ 1122975 h 1122975"/>
              <a:gd name="connsiteX4" fmla="*/ 0 w 8597900"/>
              <a:gd name="connsiteY4" fmla="*/ 0 h 1122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97900" h="1122975">
                <a:moveTo>
                  <a:pt x="0" y="0"/>
                </a:moveTo>
                <a:lnTo>
                  <a:pt x="8597900" y="0"/>
                </a:lnTo>
                <a:lnTo>
                  <a:pt x="8597900" y="1122975"/>
                </a:lnTo>
                <a:lnTo>
                  <a:pt x="0" y="1122975"/>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67293" tIns="479044" rIns="667293" bIns="163576" numCol="1" spcCol="1270" anchor="t" anchorCtr="0">
            <a:noAutofit/>
          </a:bodyPr>
          <a:lstStyle/>
          <a:p>
            <a:pPr marL="288000" lvl="1" indent="-288000" algn="just" defTabSz="1022350">
              <a:lnSpc>
                <a:spcPts val="2600"/>
              </a:lnSpc>
              <a:spcBef>
                <a:spcPct val="0"/>
              </a:spcBef>
              <a:spcAft>
                <a:spcPts val="1200"/>
              </a:spcAf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源于真实场景：问题全部来自青少年在社交媒体上的真实困惑，而非凭空杜撰。</a:t>
            </a:r>
            <a:endParaRPr lang="en-US" altLang="zh-CN" sz="2000" dirty="0">
              <a:latin typeface="微软雅黑" panose="020B0503020204020204" pitchFamily="34" charset="-122"/>
              <a:ea typeface="微软雅黑" panose="020B0503020204020204" pitchFamily="34" charset="-122"/>
            </a:endParaRPr>
          </a:p>
          <a:p>
            <a:pPr marL="288000" lvl="1" indent="-288000" algn="just" defTabSz="1022350">
              <a:lnSpc>
                <a:spcPts val="2600"/>
              </a:lnSpc>
              <a:spcBef>
                <a:spcPct val="0"/>
              </a:spcBef>
              <a:spcAft>
                <a:spcPts val="1200"/>
              </a:spcAf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内容科学可靠：答案经过</a:t>
            </a:r>
            <a:r>
              <a:rPr lang="en-US" altLang="zh-CN" sz="2000" dirty="0">
                <a:latin typeface="微软雅黑" panose="020B0503020204020204" pitchFamily="34" charset="-122"/>
                <a:ea typeface="微软雅黑" panose="020B0503020204020204" pitchFamily="34" charset="-122"/>
              </a:rPr>
              <a:t>AI</a:t>
            </a:r>
            <a:r>
              <a:rPr lang="zh-CN" altLang="en-US" sz="2000" dirty="0">
                <a:latin typeface="微软雅黑" panose="020B0503020204020204" pitchFamily="34" charset="-122"/>
                <a:ea typeface="微软雅黑" panose="020B0503020204020204" pitchFamily="34" charset="-122"/>
              </a:rPr>
              <a:t>生成与人工专家审核双重保障，确保准确性。</a:t>
            </a:r>
            <a:endParaRPr lang="en-US" altLang="zh-CN" sz="2000" dirty="0">
              <a:latin typeface="微软雅黑" panose="020B0503020204020204" pitchFamily="34" charset="-122"/>
              <a:ea typeface="微软雅黑" panose="020B0503020204020204" pitchFamily="34" charset="-122"/>
            </a:endParaRPr>
          </a:p>
          <a:p>
            <a:pPr marL="288000" lvl="1" indent="-288000" algn="just" defTabSz="1022350">
              <a:lnSpc>
                <a:spcPts val="2600"/>
              </a:lnSpc>
              <a:spcBef>
                <a:spcPct val="0"/>
              </a:spcBef>
              <a:spcAft>
                <a:spcPts val="1200"/>
              </a:spcAf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结构化与标准化：将口语化、碎片化的信息转化为可用于模型训练和教育传播的结构化知识。</a:t>
            </a:r>
          </a:p>
        </p:txBody>
      </p:sp>
      <p:sp>
        <p:nvSpPr>
          <p:cNvPr id="13" name="任意多边形: 形状 12">
            <a:extLst>
              <a:ext uri="{FF2B5EF4-FFF2-40B4-BE49-F238E27FC236}">
                <a16:creationId xmlns:a16="http://schemas.microsoft.com/office/drawing/2014/main" id="{5E8FA822-96CA-7C65-740D-1C613EF2EDE3}"/>
              </a:ext>
            </a:extLst>
          </p:cNvPr>
          <p:cNvSpPr/>
          <p:nvPr/>
        </p:nvSpPr>
        <p:spPr>
          <a:xfrm>
            <a:off x="453084" y="3744752"/>
            <a:ext cx="6007191" cy="579600"/>
          </a:xfrm>
          <a:custGeom>
            <a:avLst/>
            <a:gdLst>
              <a:gd name="connsiteX0" fmla="*/ 0 w 6018530"/>
              <a:gd name="connsiteY0" fmla="*/ 113162 h 678960"/>
              <a:gd name="connsiteX1" fmla="*/ 113162 w 6018530"/>
              <a:gd name="connsiteY1" fmla="*/ 0 h 678960"/>
              <a:gd name="connsiteX2" fmla="*/ 5905368 w 6018530"/>
              <a:gd name="connsiteY2" fmla="*/ 0 h 678960"/>
              <a:gd name="connsiteX3" fmla="*/ 6018530 w 6018530"/>
              <a:gd name="connsiteY3" fmla="*/ 113162 h 678960"/>
              <a:gd name="connsiteX4" fmla="*/ 6018530 w 6018530"/>
              <a:gd name="connsiteY4" fmla="*/ 565798 h 678960"/>
              <a:gd name="connsiteX5" fmla="*/ 5905368 w 6018530"/>
              <a:gd name="connsiteY5" fmla="*/ 678960 h 678960"/>
              <a:gd name="connsiteX6" fmla="*/ 113162 w 6018530"/>
              <a:gd name="connsiteY6" fmla="*/ 678960 h 678960"/>
              <a:gd name="connsiteX7" fmla="*/ 0 w 6018530"/>
              <a:gd name="connsiteY7" fmla="*/ 565798 h 678960"/>
              <a:gd name="connsiteX8" fmla="*/ 0 w 6018530"/>
              <a:gd name="connsiteY8" fmla="*/ 113162 h 67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8530" h="678960">
                <a:moveTo>
                  <a:pt x="0" y="113162"/>
                </a:moveTo>
                <a:cubicBezTo>
                  <a:pt x="0" y="50664"/>
                  <a:pt x="50664" y="0"/>
                  <a:pt x="113162" y="0"/>
                </a:cubicBezTo>
                <a:lnTo>
                  <a:pt x="5905368" y="0"/>
                </a:lnTo>
                <a:cubicBezTo>
                  <a:pt x="5967866" y="0"/>
                  <a:pt x="6018530" y="50664"/>
                  <a:pt x="6018530" y="113162"/>
                </a:cubicBezTo>
                <a:lnTo>
                  <a:pt x="6018530" y="565798"/>
                </a:lnTo>
                <a:cubicBezTo>
                  <a:pt x="6018530" y="628296"/>
                  <a:pt x="5967866" y="678960"/>
                  <a:pt x="5905368" y="678960"/>
                </a:cubicBezTo>
                <a:lnTo>
                  <a:pt x="113162" y="678960"/>
                </a:lnTo>
                <a:cubicBezTo>
                  <a:pt x="50664" y="678960"/>
                  <a:pt x="0" y="628296"/>
                  <a:pt x="0" y="565798"/>
                </a:cubicBezTo>
                <a:lnTo>
                  <a:pt x="0" y="11316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0630" tIns="33144" rIns="260630" bIns="33144" numCol="1" spcCol="1270" anchor="ctr" anchorCtr="0">
            <a:noAutofit/>
          </a:bodyPr>
          <a:lstStyle/>
          <a:p>
            <a:pPr marL="0" lvl="0" indent="0" algn="l" defTabSz="1066800">
              <a:lnSpc>
                <a:spcPct val="90000"/>
              </a:lnSpc>
              <a:spcBef>
                <a:spcPct val="0"/>
              </a:spcBef>
              <a:spcAft>
                <a:spcPct val="35000"/>
              </a:spcAft>
              <a:buNone/>
            </a:pPr>
            <a:r>
              <a:rPr lang="zh-CN" altLang="en-US" sz="2400" dirty="0">
                <a:latin typeface="华文中宋" panose="02010600040101010101" pitchFamily="2" charset="-122"/>
                <a:ea typeface="华文中宋" panose="02010600040101010101" pitchFamily="2" charset="-122"/>
              </a:rPr>
              <a:t>数据集核心价值：</a:t>
            </a:r>
            <a:endParaRPr lang="zh-CN" altLang="en-US" sz="2400" kern="1200"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137630795"/>
      </p:ext>
    </p:extLst>
  </p:cSld>
  <p:clrMapOvr>
    <a:masterClrMapping/>
  </p:clrMapOvr>
  <p:transition>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8B4D1-5D2B-1264-22E3-8FC0A85B1D9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6CBEA80-6888-072F-4463-16B5C05DA1B1}"/>
              </a:ext>
            </a:extLst>
          </p:cNvPr>
          <p:cNvSpPr>
            <a:spLocks noGrp="1"/>
          </p:cNvSpPr>
          <p:nvPr>
            <p:ph type="title"/>
          </p:nvPr>
        </p:nvSpPr>
        <p:spPr>
          <a:xfrm>
            <a:off x="666750" y="298297"/>
            <a:ext cx="10858500" cy="825807"/>
          </a:xfrm>
        </p:spPr>
        <p:txBody>
          <a:bodyPr>
            <a:normAutofit/>
          </a:bodyPr>
          <a:lstStyle/>
          <a:p>
            <a:r>
              <a:rPr lang="zh-CN" altLang="en-US" sz="2800" dirty="0"/>
              <a:t>研究进展：高质量问答数据集</a:t>
            </a:r>
            <a:r>
              <a:rPr lang="en-US" altLang="zh-CN" sz="2800" dirty="0"/>
              <a:t>(Q&amp;A)</a:t>
            </a:r>
            <a:r>
              <a:rPr lang="zh-CN" altLang="en-US" sz="2800" dirty="0"/>
              <a:t>构建与示例</a:t>
            </a:r>
          </a:p>
        </p:txBody>
      </p:sp>
      <p:sp>
        <p:nvSpPr>
          <p:cNvPr id="3" name="日期占位符 2">
            <a:extLst>
              <a:ext uri="{FF2B5EF4-FFF2-40B4-BE49-F238E27FC236}">
                <a16:creationId xmlns:a16="http://schemas.microsoft.com/office/drawing/2014/main" id="{6BE59659-B444-94FB-A8D2-08FCC8906EE2}"/>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2025/11/25</a:t>
            </a:fld>
            <a:endParaRPr lang="zh-CN" altLang="en-US" dirty="0"/>
          </a:p>
        </p:txBody>
      </p:sp>
      <p:sp>
        <p:nvSpPr>
          <p:cNvPr id="4" name="页脚占位符 3">
            <a:extLst>
              <a:ext uri="{FF2B5EF4-FFF2-40B4-BE49-F238E27FC236}">
                <a16:creationId xmlns:a16="http://schemas.microsoft.com/office/drawing/2014/main" id="{5F638335-6963-9462-3D69-E2C4A1F69EA4}"/>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4D8AE5DA-5E72-B808-FDAB-D3239A500CED}"/>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16</a:t>
            </a:fld>
            <a:endParaRPr lang="zh-CN" altLang="en-US"/>
          </a:p>
        </p:txBody>
      </p:sp>
      <p:sp>
        <p:nvSpPr>
          <p:cNvPr id="11" name="文本占位符 10">
            <a:extLst>
              <a:ext uri="{FF2B5EF4-FFF2-40B4-BE49-F238E27FC236}">
                <a16:creationId xmlns:a16="http://schemas.microsoft.com/office/drawing/2014/main" id="{17D31609-8107-B5EF-6876-CCB517F9ABC6}"/>
              </a:ext>
            </a:extLst>
          </p:cNvPr>
          <p:cNvSpPr>
            <a:spLocks noGrp="1"/>
          </p:cNvSpPr>
          <p:nvPr>
            <p:ph type="body" sz="quarter" idx="13"/>
          </p:nvPr>
        </p:nvSpPr>
        <p:spPr/>
        <p:txBody>
          <a:bodyPr/>
          <a:lstStyle/>
          <a:p>
            <a:r>
              <a:rPr lang="zh-CN" altLang="en-US" dirty="0"/>
              <a:t>中期研究进展</a:t>
            </a:r>
          </a:p>
        </p:txBody>
      </p:sp>
      <p:pic>
        <p:nvPicPr>
          <p:cNvPr id="18" name="图片 17">
            <a:extLst>
              <a:ext uri="{FF2B5EF4-FFF2-40B4-BE49-F238E27FC236}">
                <a16:creationId xmlns:a16="http://schemas.microsoft.com/office/drawing/2014/main" id="{38B2690B-CA0D-9C9D-9928-0955D9135A45}"/>
              </a:ext>
            </a:extLst>
          </p:cNvPr>
          <p:cNvPicPr>
            <a:picLocks noChangeAspect="1"/>
          </p:cNvPicPr>
          <p:nvPr/>
        </p:nvPicPr>
        <p:blipFill>
          <a:blip r:embed="rId3"/>
          <a:stretch>
            <a:fillRect/>
          </a:stretch>
        </p:blipFill>
        <p:spPr>
          <a:xfrm>
            <a:off x="567149" y="1193488"/>
            <a:ext cx="5220429" cy="5344271"/>
          </a:xfrm>
          <a:prstGeom prst="rect">
            <a:avLst/>
          </a:prstGeom>
        </p:spPr>
      </p:pic>
      <p:pic>
        <p:nvPicPr>
          <p:cNvPr id="20" name="图片 19">
            <a:extLst>
              <a:ext uri="{FF2B5EF4-FFF2-40B4-BE49-F238E27FC236}">
                <a16:creationId xmlns:a16="http://schemas.microsoft.com/office/drawing/2014/main" id="{6543C714-5C32-23EE-9C24-58E67C44AB0A}"/>
              </a:ext>
            </a:extLst>
          </p:cNvPr>
          <p:cNvPicPr>
            <a:picLocks noChangeAspect="1"/>
          </p:cNvPicPr>
          <p:nvPr/>
        </p:nvPicPr>
        <p:blipFill>
          <a:blip r:embed="rId4"/>
          <a:stretch>
            <a:fillRect/>
          </a:stretch>
        </p:blipFill>
        <p:spPr>
          <a:xfrm>
            <a:off x="6404422" y="1193488"/>
            <a:ext cx="5220429" cy="5410955"/>
          </a:xfrm>
          <a:prstGeom prst="rect">
            <a:avLst/>
          </a:prstGeom>
        </p:spPr>
      </p:pic>
    </p:spTree>
    <p:extLst>
      <p:ext uri="{BB962C8B-B14F-4D97-AF65-F5344CB8AC3E}">
        <p14:creationId xmlns:p14="http://schemas.microsoft.com/office/powerpoint/2010/main" val="3595020480"/>
      </p:ext>
    </p:extLst>
  </p:cSld>
  <p:clrMapOvr>
    <a:masterClrMapping/>
  </p:clrMapOvr>
  <p:transition>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80AB1-BFE6-CEAD-A631-E39512600FF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E8C58C7-5013-BDB8-A20F-BDB2ECB1794D}"/>
              </a:ext>
            </a:extLst>
          </p:cNvPr>
          <p:cNvSpPr>
            <a:spLocks noGrp="1"/>
          </p:cNvSpPr>
          <p:nvPr>
            <p:ph type="title"/>
          </p:nvPr>
        </p:nvSpPr>
        <p:spPr>
          <a:xfrm>
            <a:off x="666750" y="298297"/>
            <a:ext cx="10858500" cy="825807"/>
          </a:xfrm>
        </p:spPr>
        <p:txBody>
          <a:bodyPr>
            <a:normAutofit/>
          </a:bodyPr>
          <a:lstStyle/>
          <a:p>
            <a:r>
              <a:rPr lang="zh-CN" altLang="en-US" sz="2800" dirty="0"/>
              <a:t>研究进展：高质量问答数据集</a:t>
            </a:r>
            <a:r>
              <a:rPr lang="en-US" altLang="zh-CN" sz="2800" dirty="0"/>
              <a:t>(Q&amp;A)</a:t>
            </a:r>
            <a:r>
              <a:rPr lang="zh-CN" altLang="en-US" sz="2800" dirty="0"/>
              <a:t>构建与示例</a:t>
            </a:r>
          </a:p>
        </p:txBody>
      </p:sp>
      <p:sp>
        <p:nvSpPr>
          <p:cNvPr id="3" name="日期占位符 2">
            <a:extLst>
              <a:ext uri="{FF2B5EF4-FFF2-40B4-BE49-F238E27FC236}">
                <a16:creationId xmlns:a16="http://schemas.microsoft.com/office/drawing/2014/main" id="{B926D9E9-D3A5-87DE-19FD-AD51BEE47AEA}"/>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2025/11/25</a:t>
            </a:fld>
            <a:endParaRPr lang="zh-CN" altLang="en-US" dirty="0"/>
          </a:p>
        </p:txBody>
      </p:sp>
      <p:sp>
        <p:nvSpPr>
          <p:cNvPr id="4" name="页脚占位符 3">
            <a:extLst>
              <a:ext uri="{FF2B5EF4-FFF2-40B4-BE49-F238E27FC236}">
                <a16:creationId xmlns:a16="http://schemas.microsoft.com/office/drawing/2014/main" id="{CC76F808-EE2C-C831-A627-5364303ADADE}"/>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CCD61304-7D65-D466-C1AB-39A47845B2D9}"/>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17</a:t>
            </a:fld>
            <a:endParaRPr lang="zh-CN" altLang="en-US"/>
          </a:p>
        </p:txBody>
      </p:sp>
      <p:sp>
        <p:nvSpPr>
          <p:cNvPr id="11" name="文本占位符 10">
            <a:extLst>
              <a:ext uri="{FF2B5EF4-FFF2-40B4-BE49-F238E27FC236}">
                <a16:creationId xmlns:a16="http://schemas.microsoft.com/office/drawing/2014/main" id="{95104ED6-042B-38DB-3871-FBA1582E2FA4}"/>
              </a:ext>
            </a:extLst>
          </p:cNvPr>
          <p:cNvSpPr>
            <a:spLocks noGrp="1"/>
          </p:cNvSpPr>
          <p:nvPr>
            <p:ph type="body" sz="quarter" idx="13"/>
          </p:nvPr>
        </p:nvSpPr>
        <p:spPr/>
        <p:txBody>
          <a:bodyPr/>
          <a:lstStyle/>
          <a:p>
            <a:r>
              <a:rPr lang="zh-CN" altLang="en-US" dirty="0"/>
              <a:t>中期研究进展</a:t>
            </a:r>
          </a:p>
        </p:txBody>
      </p:sp>
      <p:pic>
        <p:nvPicPr>
          <p:cNvPr id="7" name="图片 6">
            <a:extLst>
              <a:ext uri="{FF2B5EF4-FFF2-40B4-BE49-F238E27FC236}">
                <a16:creationId xmlns:a16="http://schemas.microsoft.com/office/drawing/2014/main" id="{DA3FDECC-1D38-49B8-C293-8D80C4C8DFE5}"/>
              </a:ext>
            </a:extLst>
          </p:cNvPr>
          <p:cNvPicPr>
            <a:picLocks noChangeAspect="1"/>
          </p:cNvPicPr>
          <p:nvPr/>
        </p:nvPicPr>
        <p:blipFill>
          <a:blip r:embed="rId3"/>
          <a:stretch>
            <a:fillRect/>
          </a:stretch>
        </p:blipFill>
        <p:spPr>
          <a:xfrm>
            <a:off x="3485785" y="1063258"/>
            <a:ext cx="5124815" cy="5545648"/>
          </a:xfrm>
          <a:prstGeom prst="rect">
            <a:avLst/>
          </a:prstGeom>
        </p:spPr>
      </p:pic>
    </p:spTree>
    <p:extLst>
      <p:ext uri="{BB962C8B-B14F-4D97-AF65-F5344CB8AC3E}">
        <p14:creationId xmlns:p14="http://schemas.microsoft.com/office/powerpoint/2010/main" val="4137185398"/>
      </p:ext>
    </p:extLst>
  </p:cSld>
  <p:clrMapOvr>
    <a:masterClrMapping/>
  </p:clrMapOvr>
  <p:transition>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8F2B6-2A0F-3B0A-1CFE-5F2B4A469BFA}"/>
            </a:ext>
          </a:extLst>
        </p:cNvPr>
        <p:cNvGrpSpPr/>
        <p:nvPr/>
      </p:nvGrpSpPr>
      <p:grpSpPr>
        <a:xfrm>
          <a:off x="0" y="0"/>
          <a:ext cx="0" cy="0"/>
          <a:chOff x="0" y="0"/>
          <a:chExt cx="0" cy="0"/>
        </a:xfrm>
      </p:grpSpPr>
      <p:grpSp>
        <p:nvGrpSpPr>
          <p:cNvPr id="58" name="组合 57">
            <a:extLst>
              <a:ext uri="{FF2B5EF4-FFF2-40B4-BE49-F238E27FC236}">
                <a16:creationId xmlns:a16="http://schemas.microsoft.com/office/drawing/2014/main" id="{8807BE23-02C3-73F7-5AB8-9174B90DB670}"/>
              </a:ext>
            </a:extLst>
          </p:cNvPr>
          <p:cNvGrpSpPr/>
          <p:nvPr/>
        </p:nvGrpSpPr>
        <p:grpSpPr>
          <a:xfrm>
            <a:off x="8724345" y="6346398"/>
            <a:ext cx="2861167" cy="323274"/>
            <a:chOff x="1140917" y="2107893"/>
            <a:chExt cx="9910167" cy="1119718"/>
          </a:xfrm>
          <a:solidFill>
            <a:schemeClr val="tx1">
              <a:lumMod val="85000"/>
              <a:lumOff val="15000"/>
            </a:schemeClr>
          </a:solidFill>
        </p:grpSpPr>
        <p:grpSp>
          <p:nvGrpSpPr>
            <p:cNvPr id="59" name="组合 58">
              <a:extLst>
                <a:ext uri="{FF2B5EF4-FFF2-40B4-BE49-F238E27FC236}">
                  <a16:creationId xmlns:a16="http://schemas.microsoft.com/office/drawing/2014/main" id="{0C9CC5B1-467D-AEF9-4F0F-AC61D0117D84}"/>
                </a:ext>
              </a:extLst>
            </p:cNvPr>
            <p:cNvGrpSpPr/>
            <p:nvPr userDrawn="1"/>
          </p:nvGrpSpPr>
          <p:grpSpPr>
            <a:xfrm>
              <a:off x="1140917" y="2107893"/>
              <a:ext cx="9910167" cy="1119718"/>
              <a:chOff x="1140917" y="2107893"/>
              <a:chExt cx="9910167" cy="1119718"/>
            </a:xfrm>
            <a:grpFill/>
          </p:grpSpPr>
          <p:sp>
            <p:nvSpPr>
              <p:cNvPr id="69" name="Freeform 5">
                <a:extLst>
                  <a:ext uri="{FF2B5EF4-FFF2-40B4-BE49-F238E27FC236}">
                    <a16:creationId xmlns:a16="http://schemas.microsoft.com/office/drawing/2014/main" id="{71870C26-DA7C-3B0A-6940-2919509AA4C6}"/>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0" name="Freeform 6">
                <a:extLst>
                  <a:ext uri="{FF2B5EF4-FFF2-40B4-BE49-F238E27FC236}">
                    <a16:creationId xmlns:a16="http://schemas.microsoft.com/office/drawing/2014/main" id="{EFD3F08A-347C-54BA-1F88-E13D49A64BF7}"/>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Freeform 7">
                <a:extLst>
                  <a:ext uri="{FF2B5EF4-FFF2-40B4-BE49-F238E27FC236}">
                    <a16:creationId xmlns:a16="http://schemas.microsoft.com/office/drawing/2014/main" id="{DB6ED3DD-29F1-4491-A2A9-76D161DF48E3}"/>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Freeform 8">
                <a:extLst>
                  <a:ext uri="{FF2B5EF4-FFF2-40B4-BE49-F238E27FC236}">
                    <a16:creationId xmlns:a16="http://schemas.microsoft.com/office/drawing/2014/main" id="{86D5984D-C491-0FF9-C2D1-00D6F3A8EF08}"/>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Freeform 9">
                <a:extLst>
                  <a:ext uri="{FF2B5EF4-FFF2-40B4-BE49-F238E27FC236}">
                    <a16:creationId xmlns:a16="http://schemas.microsoft.com/office/drawing/2014/main" id="{1D6F3B36-9276-9C22-BEE0-BB52092377B1}"/>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10">
                <a:extLst>
                  <a:ext uri="{FF2B5EF4-FFF2-40B4-BE49-F238E27FC236}">
                    <a16:creationId xmlns:a16="http://schemas.microsoft.com/office/drawing/2014/main" id="{4E072279-890E-7F6F-98C2-2C7CAF88805B}"/>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Freeform 11">
                <a:extLst>
                  <a:ext uri="{FF2B5EF4-FFF2-40B4-BE49-F238E27FC236}">
                    <a16:creationId xmlns:a16="http://schemas.microsoft.com/office/drawing/2014/main" id="{6115F03F-8314-C7B4-B009-AB3FD6A6E162}"/>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12">
                <a:extLst>
                  <a:ext uri="{FF2B5EF4-FFF2-40B4-BE49-F238E27FC236}">
                    <a16:creationId xmlns:a16="http://schemas.microsoft.com/office/drawing/2014/main" id="{09A4C5D2-0674-B4BD-27DF-0D6DAF347CF2}"/>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0" name="组合 59">
              <a:extLst>
                <a:ext uri="{FF2B5EF4-FFF2-40B4-BE49-F238E27FC236}">
                  <a16:creationId xmlns:a16="http://schemas.microsoft.com/office/drawing/2014/main" id="{9302C3CE-2B8B-31AD-C188-6BC3594A3E4F}"/>
                </a:ext>
              </a:extLst>
            </p:cNvPr>
            <p:cNvGrpSpPr/>
            <p:nvPr userDrawn="1"/>
          </p:nvGrpSpPr>
          <p:grpSpPr>
            <a:xfrm>
              <a:off x="1140917" y="2107893"/>
              <a:ext cx="9910167" cy="1119718"/>
              <a:chOff x="1140917" y="2107893"/>
              <a:chExt cx="9910167" cy="1119718"/>
            </a:xfrm>
            <a:grpFill/>
          </p:grpSpPr>
          <p:sp>
            <p:nvSpPr>
              <p:cNvPr id="61" name="Freeform 5">
                <a:extLst>
                  <a:ext uri="{FF2B5EF4-FFF2-40B4-BE49-F238E27FC236}">
                    <a16:creationId xmlns:a16="http://schemas.microsoft.com/office/drawing/2014/main" id="{60F39392-E05E-B1A5-319C-7DABDAB6B559}"/>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Freeform 6">
                <a:extLst>
                  <a:ext uri="{FF2B5EF4-FFF2-40B4-BE49-F238E27FC236}">
                    <a16:creationId xmlns:a16="http://schemas.microsoft.com/office/drawing/2014/main" id="{0AC5C167-D67A-1FDB-7ABB-70B040DD75A9}"/>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Freeform 7">
                <a:extLst>
                  <a:ext uri="{FF2B5EF4-FFF2-40B4-BE49-F238E27FC236}">
                    <a16:creationId xmlns:a16="http://schemas.microsoft.com/office/drawing/2014/main" id="{69459C77-C697-386A-BA68-74C12FC7EED5}"/>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8">
                <a:extLst>
                  <a:ext uri="{FF2B5EF4-FFF2-40B4-BE49-F238E27FC236}">
                    <a16:creationId xmlns:a16="http://schemas.microsoft.com/office/drawing/2014/main" id="{83D40170-AF93-D594-4530-3343BD3505B3}"/>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9">
                <a:extLst>
                  <a:ext uri="{FF2B5EF4-FFF2-40B4-BE49-F238E27FC236}">
                    <a16:creationId xmlns:a16="http://schemas.microsoft.com/office/drawing/2014/main" id="{F41F338F-ABA4-0B37-D2F4-4ED16675D6FC}"/>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10">
                <a:extLst>
                  <a:ext uri="{FF2B5EF4-FFF2-40B4-BE49-F238E27FC236}">
                    <a16:creationId xmlns:a16="http://schemas.microsoft.com/office/drawing/2014/main" id="{8BCAB318-AA17-C534-3702-051A7ED42A79}"/>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Freeform 11">
                <a:extLst>
                  <a:ext uri="{FF2B5EF4-FFF2-40B4-BE49-F238E27FC236}">
                    <a16:creationId xmlns:a16="http://schemas.microsoft.com/office/drawing/2014/main" id="{75E8092A-7F61-97E0-6613-1DD1AAB8E4E4}"/>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Freeform 12">
                <a:extLst>
                  <a:ext uri="{FF2B5EF4-FFF2-40B4-BE49-F238E27FC236}">
                    <a16:creationId xmlns:a16="http://schemas.microsoft.com/office/drawing/2014/main" id="{BF51C134-6C93-69C6-8EE6-6EDFD42EA7EC}"/>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100" name="文本框 99">
            <a:extLst>
              <a:ext uri="{FF2B5EF4-FFF2-40B4-BE49-F238E27FC236}">
                <a16:creationId xmlns:a16="http://schemas.microsoft.com/office/drawing/2014/main" id="{973DEF3A-5940-88C4-55F5-356381DF0991}"/>
              </a:ext>
            </a:extLst>
          </p:cNvPr>
          <p:cNvSpPr txBox="1"/>
          <p:nvPr/>
        </p:nvSpPr>
        <p:spPr>
          <a:xfrm>
            <a:off x="8719255" y="3617144"/>
            <a:ext cx="1406953" cy="2295715"/>
          </a:xfrm>
          <a:custGeom>
            <a:avLst/>
            <a:gdLst/>
            <a:ahLst/>
            <a:cxnLst/>
            <a:rect l="l" t="t" r="r" b="b"/>
            <a:pathLst>
              <a:path w="692305" h="1129629">
                <a:moveTo>
                  <a:pt x="385116" y="307"/>
                </a:moveTo>
                <a:lnTo>
                  <a:pt x="555804" y="28349"/>
                </a:lnTo>
                <a:cubicBezTo>
                  <a:pt x="559004" y="28603"/>
                  <a:pt x="561443" y="30228"/>
                  <a:pt x="563119" y="33226"/>
                </a:cubicBezTo>
                <a:cubicBezTo>
                  <a:pt x="564795" y="36223"/>
                  <a:pt x="564795" y="39068"/>
                  <a:pt x="563119" y="41760"/>
                </a:cubicBezTo>
                <a:cubicBezTo>
                  <a:pt x="554991" y="53952"/>
                  <a:pt x="546253" y="62486"/>
                  <a:pt x="536906" y="67363"/>
                </a:cubicBezTo>
                <a:cubicBezTo>
                  <a:pt x="527559" y="72240"/>
                  <a:pt x="522479" y="77117"/>
                  <a:pt x="521666" y="81994"/>
                </a:cubicBezTo>
                <a:lnTo>
                  <a:pt x="521666" y="674525"/>
                </a:lnTo>
                <a:cubicBezTo>
                  <a:pt x="521666" y="678741"/>
                  <a:pt x="522580" y="681586"/>
                  <a:pt x="524409" y="683059"/>
                </a:cubicBezTo>
                <a:cubicBezTo>
                  <a:pt x="526238" y="684533"/>
                  <a:pt x="528981" y="684939"/>
                  <a:pt x="532639" y="684279"/>
                </a:cubicBezTo>
                <a:lnTo>
                  <a:pt x="681381" y="659894"/>
                </a:lnTo>
                <a:cubicBezTo>
                  <a:pt x="686842" y="658371"/>
                  <a:pt x="690245" y="659590"/>
                  <a:pt x="691592" y="663552"/>
                </a:cubicBezTo>
                <a:cubicBezTo>
                  <a:pt x="692938" y="667515"/>
                  <a:pt x="692379" y="672391"/>
                  <a:pt x="689916" y="678183"/>
                </a:cubicBezTo>
                <a:lnTo>
                  <a:pt x="530201" y="705005"/>
                </a:lnTo>
                <a:cubicBezTo>
                  <a:pt x="524308" y="706427"/>
                  <a:pt x="521463" y="709679"/>
                  <a:pt x="521666" y="714759"/>
                </a:cubicBezTo>
                <a:lnTo>
                  <a:pt x="522885" y="1089053"/>
                </a:lnTo>
                <a:cubicBezTo>
                  <a:pt x="522885" y="1092507"/>
                  <a:pt x="521666" y="1095352"/>
                  <a:pt x="519228" y="1097587"/>
                </a:cubicBezTo>
                <a:cubicBezTo>
                  <a:pt x="502464" y="1108966"/>
                  <a:pt x="484176" y="1116993"/>
                  <a:pt x="464364" y="1121666"/>
                </a:cubicBezTo>
                <a:cubicBezTo>
                  <a:pt x="444552" y="1126340"/>
                  <a:pt x="425045" y="1128880"/>
                  <a:pt x="405842" y="1129287"/>
                </a:cubicBezTo>
                <a:cubicBezTo>
                  <a:pt x="400254" y="1129744"/>
                  <a:pt x="393752" y="1129744"/>
                  <a:pt x="386335" y="1129287"/>
                </a:cubicBezTo>
                <a:cubicBezTo>
                  <a:pt x="378918" y="1128829"/>
                  <a:pt x="374854" y="1125172"/>
                  <a:pt x="374143" y="1118314"/>
                </a:cubicBezTo>
                <a:lnTo>
                  <a:pt x="374143" y="741581"/>
                </a:lnTo>
                <a:cubicBezTo>
                  <a:pt x="373991" y="739016"/>
                  <a:pt x="372771" y="736831"/>
                  <a:pt x="370485" y="735028"/>
                </a:cubicBezTo>
                <a:cubicBezTo>
                  <a:pt x="368199" y="733224"/>
                  <a:pt x="365761" y="732564"/>
                  <a:pt x="363170" y="733046"/>
                </a:cubicBezTo>
                <a:lnTo>
                  <a:pt x="4725" y="792787"/>
                </a:lnTo>
                <a:cubicBezTo>
                  <a:pt x="1550" y="789536"/>
                  <a:pt x="-24" y="785980"/>
                  <a:pt x="1" y="782119"/>
                </a:cubicBezTo>
                <a:cubicBezTo>
                  <a:pt x="26" y="778258"/>
                  <a:pt x="2414" y="775312"/>
                  <a:pt x="7164" y="773280"/>
                </a:cubicBezTo>
                <a:lnTo>
                  <a:pt x="365609" y="713539"/>
                </a:lnTo>
                <a:cubicBezTo>
                  <a:pt x="371501" y="712117"/>
                  <a:pt x="374346" y="708866"/>
                  <a:pt x="374143" y="703786"/>
                </a:cubicBezTo>
                <a:lnTo>
                  <a:pt x="374143" y="10061"/>
                </a:lnTo>
                <a:cubicBezTo>
                  <a:pt x="374143" y="5844"/>
                  <a:pt x="375057" y="3000"/>
                  <a:pt x="376886" y="1526"/>
                </a:cubicBezTo>
                <a:cubicBezTo>
                  <a:pt x="378715" y="53"/>
                  <a:pt x="381458" y="-353"/>
                  <a:pt x="385116" y="307"/>
                </a:cubicBezTo>
                <a:close/>
              </a:path>
            </a:pathLst>
          </a:custGeom>
          <a:solidFill>
            <a:schemeClr val="bg1">
              <a:lumMod val="95000"/>
            </a:schemeClr>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zh-CN" altLang="en-US" sz="9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77" name="矩形: 圆角 76">
            <a:extLst>
              <a:ext uri="{FF2B5EF4-FFF2-40B4-BE49-F238E27FC236}">
                <a16:creationId xmlns:a16="http://schemas.microsoft.com/office/drawing/2014/main" id="{05B4E409-098D-45CD-5066-0F01BE3A920E}"/>
              </a:ext>
            </a:extLst>
          </p:cNvPr>
          <p:cNvSpPr/>
          <p:nvPr/>
        </p:nvSpPr>
        <p:spPr>
          <a:xfrm>
            <a:off x="4608177" y="2543175"/>
            <a:ext cx="5710752" cy="1771650"/>
          </a:xfrm>
          <a:prstGeom prst="roundRect">
            <a:avLst>
              <a:gd name="adj" fmla="val 1021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901DF6B9-2C63-5898-8007-806A651BF59E}"/>
              </a:ext>
            </a:extLst>
          </p:cNvPr>
          <p:cNvSpPr txBox="1"/>
          <p:nvPr/>
        </p:nvSpPr>
        <p:spPr>
          <a:xfrm>
            <a:off x="1873071" y="2105561"/>
            <a:ext cx="2454518" cy="2646878"/>
          </a:xfrm>
          <a:prstGeom prst="rect">
            <a:avLst/>
          </a:prstGeom>
          <a:noFill/>
        </p:spPr>
        <p:txBody>
          <a:bodyPr wrap="none" rtlCol="0">
            <a:spAutoFit/>
          </a:bodyPr>
          <a:lstStyle/>
          <a:p>
            <a:pPr algn="l"/>
            <a:r>
              <a:rPr lang="en-US" altLang="zh-CN" sz="16600" dirty="0">
                <a:solidFill>
                  <a:schemeClr val="accent1"/>
                </a:solidFill>
                <a:latin typeface="Impact" panose="020B0806030902050204" pitchFamily="34" charset="0"/>
              </a:rPr>
              <a:t>03</a:t>
            </a:r>
            <a:endParaRPr lang="zh-CN" altLang="en-US" sz="16600" dirty="0">
              <a:solidFill>
                <a:schemeClr val="accent1"/>
              </a:solidFill>
              <a:latin typeface="Impact" panose="020B0806030902050204" pitchFamily="34" charset="0"/>
            </a:endParaRPr>
          </a:p>
        </p:txBody>
      </p:sp>
      <p:sp>
        <p:nvSpPr>
          <p:cNvPr id="12" name="文本占位符 1">
            <a:extLst>
              <a:ext uri="{FF2B5EF4-FFF2-40B4-BE49-F238E27FC236}">
                <a16:creationId xmlns:a16="http://schemas.microsoft.com/office/drawing/2014/main" id="{AFD92FB0-A8B5-D675-5D9E-1AE850F71F4D}"/>
              </a:ext>
            </a:extLst>
          </p:cNvPr>
          <p:cNvSpPr txBox="1">
            <a:spLocks/>
          </p:cNvSpPr>
          <p:nvPr/>
        </p:nvSpPr>
        <p:spPr>
          <a:xfrm>
            <a:off x="4676359" y="3117432"/>
            <a:ext cx="5642570" cy="701731"/>
          </a:xfrm>
          <a:prstGeom prst="rect">
            <a:avLst/>
          </a:prstGeom>
        </p:spPr>
        <p:txBody>
          <a:bodyPr wrap="none" lIns="0" r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4400" b="1" dirty="0">
                <a:solidFill>
                  <a:schemeClr val="bg1"/>
                </a:solidFill>
              </a:rPr>
              <a:t>遇到的问题及解决方案</a:t>
            </a:r>
          </a:p>
        </p:txBody>
      </p:sp>
      <p:cxnSp>
        <p:nvCxnSpPr>
          <p:cNvPr id="80" name="直接连接符 79">
            <a:extLst>
              <a:ext uri="{FF2B5EF4-FFF2-40B4-BE49-F238E27FC236}">
                <a16:creationId xmlns:a16="http://schemas.microsoft.com/office/drawing/2014/main" id="{57C1594E-4B22-AC4F-0001-EC7C8748BAB8}"/>
              </a:ext>
            </a:extLst>
          </p:cNvPr>
          <p:cNvCxnSpPr>
            <a:cxnSpLocks/>
          </p:cNvCxnSpPr>
          <p:nvPr/>
        </p:nvCxnSpPr>
        <p:spPr>
          <a:xfrm>
            <a:off x="4717791" y="3819163"/>
            <a:ext cx="419989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8" name="组合 77">
            <a:extLst>
              <a:ext uri="{FF2B5EF4-FFF2-40B4-BE49-F238E27FC236}">
                <a16:creationId xmlns:a16="http://schemas.microsoft.com/office/drawing/2014/main" id="{25B57811-6F0B-5B06-57F9-5C6978608E62}"/>
              </a:ext>
            </a:extLst>
          </p:cNvPr>
          <p:cNvGrpSpPr/>
          <p:nvPr/>
        </p:nvGrpSpPr>
        <p:grpSpPr>
          <a:xfrm>
            <a:off x="654092" y="6223000"/>
            <a:ext cx="2053789" cy="544591"/>
            <a:chOff x="713386" y="1446438"/>
            <a:chExt cx="3151707" cy="835719"/>
          </a:xfrm>
        </p:grpSpPr>
        <p:sp>
          <p:nvSpPr>
            <p:cNvPr id="79" name="Freeform 270">
              <a:extLst>
                <a:ext uri="{FF2B5EF4-FFF2-40B4-BE49-F238E27FC236}">
                  <a16:creationId xmlns:a16="http://schemas.microsoft.com/office/drawing/2014/main" id="{246C7B3F-FDDC-6927-A559-79E23E6D0F12}"/>
                </a:ext>
              </a:extLst>
            </p:cNvPr>
            <p:cNvSpPr>
              <a:spLocks/>
            </p:cNvSpPr>
            <p:nvPr/>
          </p:nvSpPr>
          <p:spPr bwMode="auto">
            <a:xfrm>
              <a:off x="1607698" y="1539588"/>
              <a:ext cx="425371" cy="449771"/>
            </a:xfrm>
            <a:custGeom>
              <a:avLst/>
              <a:gdLst>
                <a:gd name="T0" fmla="*/ 441 w 1168"/>
                <a:gd name="T1" fmla="*/ 51 h 1232"/>
                <a:gd name="T2" fmla="*/ 449 w 1168"/>
                <a:gd name="T3" fmla="*/ 189 h 1232"/>
                <a:gd name="T4" fmla="*/ 358 w 1168"/>
                <a:gd name="T5" fmla="*/ 244 h 1232"/>
                <a:gd name="T6" fmla="*/ 240 w 1168"/>
                <a:gd name="T7" fmla="*/ 284 h 1232"/>
                <a:gd name="T8" fmla="*/ 206 w 1168"/>
                <a:gd name="T9" fmla="*/ 384 h 1232"/>
                <a:gd name="T10" fmla="*/ 423 w 1168"/>
                <a:gd name="T11" fmla="*/ 459 h 1232"/>
                <a:gd name="T12" fmla="*/ 436 w 1168"/>
                <a:gd name="T13" fmla="*/ 568 h 1232"/>
                <a:gd name="T14" fmla="*/ 355 w 1168"/>
                <a:gd name="T15" fmla="*/ 509 h 1232"/>
                <a:gd name="T16" fmla="*/ 286 w 1168"/>
                <a:gd name="T17" fmla="*/ 589 h 1232"/>
                <a:gd name="T18" fmla="*/ 178 w 1168"/>
                <a:gd name="T19" fmla="*/ 651 h 1232"/>
                <a:gd name="T20" fmla="*/ 118 w 1168"/>
                <a:gd name="T21" fmla="*/ 686 h 1232"/>
                <a:gd name="T22" fmla="*/ 48 w 1168"/>
                <a:gd name="T23" fmla="*/ 643 h 1232"/>
                <a:gd name="T24" fmla="*/ 2 w 1168"/>
                <a:gd name="T25" fmla="*/ 745 h 1232"/>
                <a:gd name="T26" fmla="*/ 4 w 1168"/>
                <a:gd name="T27" fmla="*/ 967 h 1232"/>
                <a:gd name="T28" fmla="*/ 32 w 1168"/>
                <a:gd name="T29" fmla="*/ 1075 h 1232"/>
                <a:gd name="T30" fmla="*/ 130 w 1168"/>
                <a:gd name="T31" fmla="*/ 1163 h 1232"/>
                <a:gd name="T32" fmla="*/ 157 w 1168"/>
                <a:gd name="T33" fmla="*/ 996 h 1232"/>
                <a:gd name="T34" fmla="*/ 122 w 1168"/>
                <a:gd name="T35" fmla="*/ 855 h 1232"/>
                <a:gd name="T36" fmla="*/ 134 w 1168"/>
                <a:gd name="T37" fmla="*/ 766 h 1232"/>
                <a:gd name="T38" fmla="*/ 278 w 1168"/>
                <a:gd name="T39" fmla="*/ 679 h 1232"/>
                <a:gd name="T40" fmla="*/ 326 w 1168"/>
                <a:gd name="T41" fmla="*/ 763 h 1232"/>
                <a:gd name="T42" fmla="*/ 220 w 1168"/>
                <a:gd name="T43" fmla="*/ 850 h 1232"/>
                <a:gd name="T44" fmla="*/ 328 w 1168"/>
                <a:gd name="T45" fmla="*/ 901 h 1232"/>
                <a:gd name="T46" fmla="*/ 423 w 1168"/>
                <a:gd name="T47" fmla="*/ 879 h 1232"/>
                <a:gd name="T48" fmla="*/ 355 w 1168"/>
                <a:gd name="T49" fmla="*/ 948 h 1232"/>
                <a:gd name="T50" fmla="*/ 323 w 1168"/>
                <a:gd name="T51" fmla="*/ 1076 h 1232"/>
                <a:gd name="T52" fmla="*/ 405 w 1168"/>
                <a:gd name="T53" fmla="*/ 1080 h 1232"/>
                <a:gd name="T54" fmla="*/ 479 w 1168"/>
                <a:gd name="T55" fmla="*/ 1139 h 1232"/>
                <a:gd name="T56" fmla="*/ 535 w 1168"/>
                <a:gd name="T57" fmla="*/ 1232 h 1232"/>
                <a:gd name="T58" fmla="*/ 594 w 1168"/>
                <a:gd name="T59" fmla="*/ 1075 h 1232"/>
                <a:gd name="T60" fmla="*/ 699 w 1168"/>
                <a:gd name="T61" fmla="*/ 985 h 1232"/>
                <a:gd name="T62" fmla="*/ 679 w 1168"/>
                <a:gd name="T63" fmla="*/ 883 h 1232"/>
                <a:gd name="T64" fmla="*/ 761 w 1168"/>
                <a:gd name="T65" fmla="*/ 785 h 1232"/>
                <a:gd name="T66" fmla="*/ 698 w 1168"/>
                <a:gd name="T67" fmla="*/ 686 h 1232"/>
                <a:gd name="T68" fmla="*/ 647 w 1168"/>
                <a:gd name="T69" fmla="*/ 674 h 1232"/>
                <a:gd name="T70" fmla="*/ 761 w 1168"/>
                <a:gd name="T71" fmla="*/ 578 h 1232"/>
                <a:gd name="T72" fmla="*/ 827 w 1168"/>
                <a:gd name="T73" fmla="*/ 580 h 1232"/>
                <a:gd name="T74" fmla="*/ 960 w 1168"/>
                <a:gd name="T75" fmla="*/ 616 h 1232"/>
                <a:gd name="T76" fmla="*/ 987 w 1168"/>
                <a:gd name="T77" fmla="*/ 702 h 1232"/>
                <a:gd name="T78" fmla="*/ 963 w 1168"/>
                <a:gd name="T79" fmla="*/ 887 h 1232"/>
                <a:gd name="T80" fmla="*/ 909 w 1168"/>
                <a:gd name="T81" fmla="*/ 1033 h 1232"/>
                <a:gd name="T82" fmla="*/ 806 w 1168"/>
                <a:gd name="T83" fmla="*/ 1036 h 1232"/>
                <a:gd name="T84" fmla="*/ 856 w 1168"/>
                <a:gd name="T85" fmla="*/ 1151 h 1232"/>
                <a:gd name="T86" fmla="*/ 922 w 1168"/>
                <a:gd name="T87" fmla="*/ 1220 h 1232"/>
                <a:gd name="T88" fmla="*/ 1037 w 1168"/>
                <a:gd name="T89" fmla="*/ 1168 h 1232"/>
                <a:gd name="T90" fmla="*/ 1131 w 1168"/>
                <a:gd name="T91" fmla="*/ 1015 h 1232"/>
                <a:gd name="T92" fmla="*/ 1141 w 1168"/>
                <a:gd name="T93" fmla="*/ 841 h 1232"/>
                <a:gd name="T94" fmla="*/ 1160 w 1168"/>
                <a:gd name="T95" fmla="*/ 687 h 1232"/>
                <a:gd name="T96" fmla="*/ 1149 w 1168"/>
                <a:gd name="T97" fmla="*/ 595 h 1232"/>
                <a:gd name="T98" fmla="*/ 1051 w 1168"/>
                <a:gd name="T99" fmla="*/ 519 h 1232"/>
                <a:gd name="T100" fmla="*/ 966 w 1168"/>
                <a:gd name="T101" fmla="*/ 497 h 1232"/>
                <a:gd name="T102" fmla="*/ 830 w 1168"/>
                <a:gd name="T103" fmla="*/ 496 h 1232"/>
                <a:gd name="T104" fmla="*/ 701 w 1168"/>
                <a:gd name="T105" fmla="*/ 455 h 1232"/>
                <a:gd name="T106" fmla="*/ 614 w 1168"/>
                <a:gd name="T107" fmla="*/ 498 h 1232"/>
                <a:gd name="T108" fmla="*/ 559 w 1168"/>
                <a:gd name="T109" fmla="*/ 526 h 1232"/>
                <a:gd name="T110" fmla="*/ 619 w 1168"/>
                <a:gd name="T111" fmla="*/ 417 h 1232"/>
                <a:gd name="T112" fmla="*/ 820 w 1168"/>
                <a:gd name="T113" fmla="*/ 321 h 1232"/>
                <a:gd name="T114" fmla="*/ 762 w 1168"/>
                <a:gd name="T115" fmla="*/ 187 h 1232"/>
                <a:gd name="T116" fmla="*/ 681 w 1168"/>
                <a:gd name="T117" fmla="*/ 181 h 1232"/>
                <a:gd name="T118" fmla="*/ 581 w 1168"/>
                <a:gd name="T119" fmla="*/ 7 h 1232"/>
                <a:gd name="T120" fmla="*/ 533 w 1168"/>
                <a:gd name="T121" fmla="*/ 3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68" h="1232">
                  <a:moveTo>
                    <a:pt x="507" y="0"/>
                  </a:moveTo>
                  <a:cubicBezTo>
                    <a:pt x="505" y="0"/>
                    <a:pt x="503" y="0"/>
                    <a:pt x="502" y="1"/>
                  </a:cubicBezTo>
                  <a:cubicBezTo>
                    <a:pt x="489" y="3"/>
                    <a:pt x="476" y="7"/>
                    <a:pt x="467" y="14"/>
                  </a:cubicBezTo>
                  <a:cubicBezTo>
                    <a:pt x="456" y="24"/>
                    <a:pt x="449" y="38"/>
                    <a:pt x="441" y="51"/>
                  </a:cubicBezTo>
                  <a:cubicBezTo>
                    <a:pt x="438" y="56"/>
                    <a:pt x="434" y="63"/>
                    <a:pt x="435" y="69"/>
                  </a:cubicBezTo>
                  <a:cubicBezTo>
                    <a:pt x="436" y="83"/>
                    <a:pt x="440" y="97"/>
                    <a:pt x="442" y="111"/>
                  </a:cubicBezTo>
                  <a:cubicBezTo>
                    <a:pt x="444" y="124"/>
                    <a:pt x="446" y="137"/>
                    <a:pt x="447" y="150"/>
                  </a:cubicBezTo>
                  <a:cubicBezTo>
                    <a:pt x="448" y="163"/>
                    <a:pt x="446" y="177"/>
                    <a:pt x="449" y="189"/>
                  </a:cubicBezTo>
                  <a:cubicBezTo>
                    <a:pt x="454" y="211"/>
                    <a:pt x="450" y="226"/>
                    <a:pt x="430" y="235"/>
                  </a:cubicBezTo>
                  <a:cubicBezTo>
                    <a:pt x="428" y="236"/>
                    <a:pt x="425" y="236"/>
                    <a:pt x="422" y="236"/>
                  </a:cubicBezTo>
                  <a:cubicBezTo>
                    <a:pt x="410" y="238"/>
                    <a:pt x="398" y="239"/>
                    <a:pt x="386" y="241"/>
                  </a:cubicBezTo>
                  <a:cubicBezTo>
                    <a:pt x="377" y="242"/>
                    <a:pt x="368" y="243"/>
                    <a:pt x="358" y="244"/>
                  </a:cubicBezTo>
                  <a:cubicBezTo>
                    <a:pt x="355" y="245"/>
                    <a:pt x="350" y="246"/>
                    <a:pt x="345" y="248"/>
                  </a:cubicBezTo>
                  <a:cubicBezTo>
                    <a:pt x="334" y="252"/>
                    <a:pt x="323" y="256"/>
                    <a:pt x="312" y="260"/>
                  </a:cubicBezTo>
                  <a:cubicBezTo>
                    <a:pt x="295" y="265"/>
                    <a:pt x="278" y="271"/>
                    <a:pt x="262" y="276"/>
                  </a:cubicBezTo>
                  <a:cubicBezTo>
                    <a:pt x="254" y="279"/>
                    <a:pt x="247" y="282"/>
                    <a:pt x="240" y="284"/>
                  </a:cubicBezTo>
                  <a:cubicBezTo>
                    <a:pt x="230" y="287"/>
                    <a:pt x="218" y="289"/>
                    <a:pt x="209" y="294"/>
                  </a:cubicBezTo>
                  <a:cubicBezTo>
                    <a:pt x="197" y="300"/>
                    <a:pt x="176" y="298"/>
                    <a:pt x="178" y="320"/>
                  </a:cubicBezTo>
                  <a:cubicBezTo>
                    <a:pt x="179" y="325"/>
                    <a:pt x="179" y="330"/>
                    <a:pt x="179" y="334"/>
                  </a:cubicBezTo>
                  <a:cubicBezTo>
                    <a:pt x="179" y="356"/>
                    <a:pt x="191" y="371"/>
                    <a:pt x="206" y="384"/>
                  </a:cubicBezTo>
                  <a:cubicBezTo>
                    <a:pt x="219" y="394"/>
                    <a:pt x="234" y="402"/>
                    <a:pt x="248" y="410"/>
                  </a:cubicBezTo>
                  <a:cubicBezTo>
                    <a:pt x="269" y="420"/>
                    <a:pt x="290" y="430"/>
                    <a:pt x="311" y="437"/>
                  </a:cubicBezTo>
                  <a:cubicBezTo>
                    <a:pt x="342" y="445"/>
                    <a:pt x="373" y="452"/>
                    <a:pt x="405" y="453"/>
                  </a:cubicBezTo>
                  <a:cubicBezTo>
                    <a:pt x="411" y="453"/>
                    <a:pt x="418" y="456"/>
                    <a:pt x="423" y="459"/>
                  </a:cubicBezTo>
                  <a:cubicBezTo>
                    <a:pt x="426" y="461"/>
                    <a:pt x="425" y="468"/>
                    <a:pt x="425" y="472"/>
                  </a:cubicBezTo>
                  <a:cubicBezTo>
                    <a:pt x="430" y="494"/>
                    <a:pt x="434" y="517"/>
                    <a:pt x="438" y="540"/>
                  </a:cubicBezTo>
                  <a:cubicBezTo>
                    <a:pt x="440" y="547"/>
                    <a:pt x="441" y="554"/>
                    <a:pt x="441" y="560"/>
                  </a:cubicBezTo>
                  <a:cubicBezTo>
                    <a:pt x="441" y="563"/>
                    <a:pt x="437" y="568"/>
                    <a:pt x="436" y="568"/>
                  </a:cubicBezTo>
                  <a:cubicBezTo>
                    <a:pt x="436" y="568"/>
                    <a:pt x="436" y="568"/>
                    <a:pt x="436" y="567"/>
                  </a:cubicBezTo>
                  <a:cubicBezTo>
                    <a:pt x="422" y="565"/>
                    <a:pt x="406" y="565"/>
                    <a:pt x="395" y="557"/>
                  </a:cubicBezTo>
                  <a:cubicBezTo>
                    <a:pt x="384" y="549"/>
                    <a:pt x="378" y="534"/>
                    <a:pt x="370" y="522"/>
                  </a:cubicBezTo>
                  <a:cubicBezTo>
                    <a:pt x="366" y="517"/>
                    <a:pt x="361" y="510"/>
                    <a:pt x="355" y="509"/>
                  </a:cubicBezTo>
                  <a:cubicBezTo>
                    <a:pt x="352" y="508"/>
                    <a:pt x="349" y="508"/>
                    <a:pt x="346" y="508"/>
                  </a:cubicBezTo>
                  <a:cubicBezTo>
                    <a:pt x="329" y="508"/>
                    <a:pt x="307" y="515"/>
                    <a:pt x="301" y="533"/>
                  </a:cubicBezTo>
                  <a:cubicBezTo>
                    <a:pt x="297" y="544"/>
                    <a:pt x="295" y="555"/>
                    <a:pt x="292" y="566"/>
                  </a:cubicBezTo>
                  <a:cubicBezTo>
                    <a:pt x="290" y="574"/>
                    <a:pt x="287" y="581"/>
                    <a:pt x="286" y="589"/>
                  </a:cubicBezTo>
                  <a:cubicBezTo>
                    <a:pt x="284" y="609"/>
                    <a:pt x="282" y="613"/>
                    <a:pt x="262" y="617"/>
                  </a:cubicBezTo>
                  <a:cubicBezTo>
                    <a:pt x="259" y="618"/>
                    <a:pt x="256" y="620"/>
                    <a:pt x="253" y="622"/>
                  </a:cubicBezTo>
                  <a:cubicBezTo>
                    <a:pt x="249" y="624"/>
                    <a:pt x="246" y="627"/>
                    <a:pt x="243" y="628"/>
                  </a:cubicBezTo>
                  <a:cubicBezTo>
                    <a:pt x="219" y="630"/>
                    <a:pt x="199" y="643"/>
                    <a:pt x="178" y="651"/>
                  </a:cubicBezTo>
                  <a:cubicBezTo>
                    <a:pt x="163" y="657"/>
                    <a:pt x="151" y="667"/>
                    <a:pt x="137" y="675"/>
                  </a:cubicBezTo>
                  <a:cubicBezTo>
                    <a:pt x="134" y="677"/>
                    <a:pt x="130" y="677"/>
                    <a:pt x="126" y="678"/>
                  </a:cubicBezTo>
                  <a:cubicBezTo>
                    <a:pt x="123" y="681"/>
                    <a:pt x="120" y="686"/>
                    <a:pt x="118" y="686"/>
                  </a:cubicBezTo>
                  <a:cubicBezTo>
                    <a:pt x="118" y="686"/>
                    <a:pt x="118" y="686"/>
                    <a:pt x="118" y="686"/>
                  </a:cubicBezTo>
                  <a:cubicBezTo>
                    <a:pt x="114" y="686"/>
                    <a:pt x="109" y="683"/>
                    <a:pt x="107" y="680"/>
                  </a:cubicBezTo>
                  <a:cubicBezTo>
                    <a:pt x="97" y="666"/>
                    <a:pt x="87" y="654"/>
                    <a:pt x="70" y="649"/>
                  </a:cubicBezTo>
                  <a:cubicBezTo>
                    <a:pt x="65" y="647"/>
                    <a:pt x="60" y="646"/>
                    <a:pt x="54" y="644"/>
                  </a:cubicBezTo>
                  <a:cubicBezTo>
                    <a:pt x="52" y="644"/>
                    <a:pt x="50" y="643"/>
                    <a:pt x="48" y="643"/>
                  </a:cubicBezTo>
                  <a:cubicBezTo>
                    <a:pt x="38" y="643"/>
                    <a:pt x="26" y="649"/>
                    <a:pt x="22" y="655"/>
                  </a:cubicBezTo>
                  <a:cubicBezTo>
                    <a:pt x="20" y="660"/>
                    <a:pt x="17" y="665"/>
                    <a:pt x="15" y="670"/>
                  </a:cubicBezTo>
                  <a:cubicBezTo>
                    <a:pt x="11" y="680"/>
                    <a:pt x="1" y="686"/>
                    <a:pt x="2" y="699"/>
                  </a:cubicBezTo>
                  <a:cubicBezTo>
                    <a:pt x="4" y="714"/>
                    <a:pt x="2" y="730"/>
                    <a:pt x="2" y="745"/>
                  </a:cubicBezTo>
                  <a:cubicBezTo>
                    <a:pt x="2" y="754"/>
                    <a:pt x="3" y="762"/>
                    <a:pt x="2" y="770"/>
                  </a:cubicBezTo>
                  <a:cubicBezTo>
                    <a:pt x="2" y="797"/>
                    <a:pt x="0" y="824"/>
                    <a:pt x="0" y="850"/>
                  </a:cubicBezTo>
                  <a:cubicBezTo>
                    <a:pt x="0" y="880"/>
                    <a:pt x="1" y="910"/>
                    <a:pt x="2" y="940"/>
                  </a:cubicBezTo>
                  <a:cubicBezTo>
                    <a:pt x="2" y="949"/>
                    <a:pt x="3" y="958"/>
                    <a:pt x="4" y="967"/>
                  </a:cubicBezTo>
                  <a:cubicBezTo>
                    <a:pt x="5" y="983"/>
                    <a:pt x="7" y="998"/>
                    <a:pt x="8" y="1013"/>
                  </a:cubicBezTo>
                  <a:cubicBezTo>
                    <a:pt x="9" y="1018"/>
                    <a:pt x="7" y="1022"/>
                    <a:pt x="8" y="1026"/>
                  </a:cubicBezTo>
                  <a:cubicBezTo>
                    <a:pt x="11" y="1039"/>
                    <a:pt x="14" y="1052"/>
                    <a:pt x="24" y="1062"/>
                  </a:cubicBezTo>
                  <a:cubicBezTo>
                    <a:pt x="28" y="1065"/>
                    <a:pt x="30" y="1070"/>
                    <a:pt x="32" y="1075"/>
                  </a:cubicBezTo>
                  <a:cubicBezTo>
                    <a:pt x="37" y="1084"/>
                    <a:pt x="40" y="1095"/>
                    <a:pt x="46" y="1103"/>
                  </a:cubicBezTo>
                  <a:cubicBezTo>
                    <a:pt x="59" y="1118"/>
                    <a:pt x="73" y="1132"/>
                    <a:pt x="87" y="1147"/>
                  </a:cubicBezTo>
                  <a:cubicBezTo>
                    <a:pt x="95" y="1156"/>
                    <a:pt x="103" y="1167"/>
                    <a:pt x="116" y="1167"/>
                  </a:cubicBezTo>
                  <a:cubicBezTo>
                    <a:pt x="120" y="1167"/>
                    <a:pt x="125" y="1166"/>
                    <a:pt x="130" y="1163"/>
                  </a:cubicBezTo>
                  <a:cubicBezTo>
                    <a:pt x="141" y="1158"/>
                    <a:pt x="149" y="1150"/>
                    <a:pt x="151" y="1137"/>
                  </a:cubicBezTo>
                  <a:cubicBezTo>
                    <a:pt x="152" y="1118"/>
                    <a:pt x="152" y="1097"/>
                    <a:pt x="158" y="1078"/>
                  </a:cubicBezTo>
                  <a:cubicBezTo>
                    <a:pt x="166" y="1055"/>
                    <a:pt x="153" y="1034"/>
                    <a:pt x="156" y="1012"/>
                  </a:cubicBezTo>
                  <a:cubicBezTo>
                    <a:pt x="157" y="1007"/>
                    <a:pt x="158" y="1001"/>
                    <a:pt x="157" y="996"/>
                  </a:cubicBezTo>
                  <a:cubicBezTo>
                    <a:pt x="153" y="974"/>
                    <a:pt x="149" y="952"/>
                    <a:pt x="143" y="931"/>
                  </a:cubicBezTo>
                  <a:cubicBezTo>
                    <a:pt x="138" y="910"/>
                    <a:pt x="123" y="891"/>
                    <a:pt x="128" y="868"/>
                  </a:cubicBezTo>
                  <a:cubicBezTo>
                    <a:pt x="128" y="866"/>
                    <a:pt x="125" y="864"/>
                    <a:pt x="124" y="862"/>
                  </a:cubicBezTo>
                  <a:cubicBezTo>
                    <a:pt x="123" y="860"/>
                    <a:pt x="122" y="858"/>
                    <a:pt x="122" y="855"/>
                  </a:cubicBezTo>
                  <a:cubicBezTo>
                    <a:pt x="122" y="850"/>
                    <a:pt x="122" y="844"/>
                    <a:pt x="122" y="839"/>
                  </a:cubicBezTo>
                  <a:cubicBezTo>
                    <a:pt x="123" y="830"/>
                    <a:pt x="124" y="821"/>
                    <a:pt x="125" y="812"/>
                  </a:cubicBezTo>
                  <a:cubicBezTo>
                    <a:pt x="125" y="806"/>
                    <a:pt x="125" y="799"/>
                    <a:pt x="126" y="792"/>
                  </a:cubicBezTo>
                  <a:cubicBezTo>
                    <a:pt x="128" y="783"/>
                    <a:pt x="129" y="774"/>
                    <a:pt x="134" y="766"/>
                  </a:cubicBezTo>
                  <a:cubicBezTo>
                    <a:pt x="137" y="759"/>
                    <a:pt x="144" y="753"/>
                    <a:pt x="150" y="747"/>
                  </a:cubicBezTo>
                  <a:cubicBezTo>
                    <a:pt x="161" y="736"/>
                    <a:pt x="172" y="724"/>
                    <a:pt x="184" y="715"/>
                  </a:cubicBezTo>
                  <a:cubicBezTo>
                    <a:pt x="200" y="705"/>
                    <a:pt x="219" y="699"/>
                    <a:pt x="235" y="690"/>
                  </a:cubicBezTo>
                  <a:cubicBezTo>
                    <a:pt x="249" y="682"/>
                    <a:pt x="263" y="680"/>
                    <a:pt x="278" y="679"/>
                  </a:cubicBezTo>
                  <a:cubicBezTo>
                    <a:pt x="283" y="679"/>
                    <a:pt x="290" y="683"/>
                    <a:pt x="293" y="686"/>
                  </a:cubicBezTo>
                  <a:cubicBezTo>
                    <a:pt x="308" y="701"/>
                    <a:pt x="323" y="716"/>
                    <a:pt x="337" y="732"/>
                  </a:cubicBezTo>
                  <a:cubicBezTo>
                    <a:pt x="340" y="736"/>
                    <a:pt x="342" y="744"/>
                    <a:pt x="340" y="748"/>
                  </a:cubicBezTo>
                  <a:cubicBezTo>
                    <a:pt x="338" y="754"/>
                    <a:pt x="332" y="760"/>
                    <a:pt x="326" y="763"/>
                  </a:cubicBezTo>
                  <a:cubicBezTo>
                    <a:pt x="314" y="768"/>
                    <a:pt x="302" y="772"/>
                    <a:pt x="290" y="777"/>
                  </a:cubicBezTo>
                  <a:cubicBezTo>
                    <a:pt x="283" y="780"/>
                    <a:pt x="274" y="783"/>
                    <a:pt x="269" y="789"/>
                  </a:cubicBezTo>
                  <a:cubicBezTo>
                    <a:pt x="256" y="802"/>
                    <a:pt x="244" y="816"/>
                    <a:pt x="232" y="831"/>
                  </a:cubicBezTo>
                  <a:cubicBezTo>
                    <a:pt x="228" y="837"/>
                    <a:pt x="222" y="842"/>
                    <a:pt x="220" y="850"/>
                  </a:cubicBezTo>
                  <a:cubicBezTo>
                    <a:pt x="214" y="870"/>
                    <a:pt x="229" y="893"/>
                    <a:pt x="250" y="899"/>
                  </a:cubicBezTo>
                  <a:cubicBezTo>
                    <a:pt x="264" y="902"/>
                    <a:pt x="277" y="907"/>
                    <a:pt x="288" y="910"/>
                  </a:cubicBezTo>
                  <a:cubicBezTo>
                    <a:pt x="295" y="908"/>
                    <a:pt x="301" y="904"/>
                    <a:pt x="307" y="903"/>
                  </a:cubicBezTo>
                  <a:cubicBezTo>
                    <a:pt x="314" y="902"/>
                    <a:pt x="321" y="902"/>
                    <a:pt x="328" y="901"/>
                  </a:cubicBezTo>
                  <a:cubicBezTo>
                    <a:pt x="336" y="900"/>
                    <a:pt x="345" y="898"/>
                    <a:pt x="353" y="896"/>
                  </a:cubicBezTo>
                  <a:cubicBezTo>
                    <a:pt x="357" y="896"/>
                    <a:pt x="360" y="895"/>
                    <a:pt x="364" y="894"/>
                  </a:cubicBezTo>
                  <a:cubicBezTo>
                    <a:pt x="374" y="891"/>
                    <a:pt x="385" y="888"/>
                    <a:pt x="396" y="885"/>
                  </a:cubicBezTo>
                  <a:cubicBezTo>
                    <a:pt x="405" y="883"/>
                    <a:pt x="414" y="882"/>
                    <a:pt x="423" y="879"/>
                  </a:cubicBezTo>
                  <a:cubicBezTo>
                    <a:pt x="435" y="877"/>
                    <a:pt x="447" y="873"/>
                    <a:pt x="461" y="870"/>
                  </a:cubicBezTo>
                  <a:cubicBezTo>
                    <a:pt x="461" y="890"/>
                    <a:pt x="446" y="895"/>
                    <a:pt x="436" y="902"/>
                  </a:cubicBezTo>
                  <a:cubicBezTo>
                    <a:pt x="416" y="914"/>
                    <a:pt x="395" y="921"/>
                    <a:pt x="374" y="932"/>
                  </a:cubicBezTo>
                  <a:cubicBezTo>
                    <a:pt x="367" y="936"/>
                    <a:pt x="360" y="942"/>
                    <a:pt x="355" y="948"/>
                  </a:cubicBezTo>
                  <a:cubicBezTo>
                    <a:pt x="349" y="954"/>
                    <a:pt x="347" y="963"/>
                    <a:pt x="341" y="967"/>
                  </a:cubicBezTo>
                  <a:cubicBezTo>
                    <a:pt x="317" y="981"/>
                    <a:pt x="308" y="1004"/>
                    <a:pt x="300" y="1028"/>
                  </a:cubicBezTo>
                  <a:cubicBezTo>
                    <a:pt x="297" y="1036"/>
                    <a:pt x="296" y="1046"/>
                    <a:pt x="297" y="1054"/>
                  </a:cubicBezTo>
                  <a:cubicBezTo>
                    <a:pt x="299" y="1068"/>
                    <a:pt x="311" y="1072"/>
                    <a:pt x="323" y="1076"/>
                  </a:cubicBezTo>
                  <a:cubicBezTo>
                    <a:pt x="333" y="1078"/>
                    <a:pt x="344" y="1079"/>
                    <a:pt x="355" y="1080"/>
                  </a:cubicBezTo>
                  <a:cubicBezTo>
                    <a:pt x="365" y="1082"/>
                    <a:pt x="374" y="1084"/>
                    <a:pt x="384" y="1084"/>
                  </a:cubicBezTo>
                  <a:cubicBezTo>
                    <a:pt x="384" y="1084"/>
                    <a:pt x="384" y="1084"/>
                    <a:pt x="385" y="1084"/>
                  </a:cubicBezTo>
                  <a:cubicBezTo>
                    <a:pt x="391" y="1084"/>
                    <a:pt x="398" y="1081"/>
                    <a:pt x="405" y="1080"/>
                  </a:cubicBezTo>
                  <a:cubicBezTo>
                    <a:pt x="423" y="1078"/>
                    <a:pt x="441" y="1077"/>
                    <a:pt x="459" y="1074"/>
                  </a:cubicBezTo>
                  <a:cubicBezTo>
                    <a:pt x="461" y="1074"/>
                    <a:pt x="463" y="1074"/>
                    <a:pt x="464" y="1074"/>
                  </a:cubicBezTo>
                  <a:cubicBezTo>
                    <a:pt x="472" y="1074"/>
                    <a:pt x="476" y="1078"/>
                    <a:pt x="476" y="1088"/>
                  </a:cubicBezTo>
                  <a:cubicBezTo>
                    <a:pt x="477" y="1105"/>
                    <a:pt x="478" y="1122"/>
                    <a:pt x="479" y="1139"/>
                  </a:cubicBezTo>
                  <a:cubicBezTo>
                    <a:pt x="479" y="1142"/>
                    <a:pt x="480" y="1145"/>
                    <a:pt x="481" y="1147"/>
                  </a:cubicBezTo>
                  <a:cubicBezTo>
                    <a:pt x="487" y="1163"/>
                    <a:pt x="492" y="1179"/>
                    <a:pt x="499" y="1194"/>
                  </a:cubicBezTo>
                  <a:cubicBezTo>
                    <a:pt x="504" y="1205"/>
                    <a:pt x="511" y="1215"/>
                    <a:pt x="520" y="1224"/>
                  </a:cubicBezTo>
                  <a:cubicBezTo>
                    <a:pt x="524" y="1228"/>
                    <a:pt x="529" y="1232"/>
                    <a:pt x="535" y="1232"/>
                  </a:cubicBezTo>
                  <a:cubicBezTo>
                    <a:pt x="538" y="1232"/>
                    <a:pt x="541" y="1231"/>
                    <a:pt x="544" y="1229"/>
                  </a:cubicBezTo>
                  <a:cubicBezTo>
                    <a:pt x="554" y="1223"/>
                    <a:pt x="567" y="1216"/>
                    <a:pt x="571" y="1203"/>
                  </a:cubicBezTo>
                  <a:cubicBezTo>
                    <a:pt x="579" y="1180"/>
                    <a:pt x="587" y="1157"/>
                    <a:pt x="591" y="1133"/>
                  </a:cubicBezTo>
                  <a:cubicBezTo>
                    <a:pt x="595" y="1114"/>
                    <a:pt x="593" y="1094"/>
                    <a:pt x="594" y="1075"/>
                  </a:cubicBezTo>
                  <a:cubicBezTo>
                    <a:pt x="594" y="1065"/>
                    <a:pt x="595" y="1055"/>
                    <a:pt x="597" y="1046"/>
                  </a:cubicBezTo>
                  <a:cubicBezTo>
                    <a:pt x="599" y="1038"/>
                    <a:pt x="604" y="1029"/>
                    <a:pt x="610" y="1025"/>
                  </a:cubicBezTo>
                  <a:cubicBezTo>
                    <a:pt x="622" y="1018"/>
                    <a:pt x="635" y="1013"/>
                    <a:pt x="648" y="1007"/>
                  </a:cubicBezTo>
                  <a:cubicBezTo>
                    <a:pt x="665" y="1000"/>
                    <a:pt x="682" y="993"/>
                    <a:pt x="699" y="985"/>
                  </a:cubicBezTo>
                  <a:cubicBezTo>
                    <a:pt x="704" y="983"/>
                    <a:pt x="709" y="979"/>
                    <a:pt x="714" y="975"/>
                  </a:cubicBezTo>
                  <a:cubicBezTo>
                    <a:pt x="729" y="963"/>
                    <a:pt x="735" y="947"/>
                    <a:pt x="738" y="929"/>
                  </a:cubicBezTo>
                  <a:cubicBezTo>
                    <a:pt x="739" y="920"/>
                    <a:pt x="741" y="909"/>
                    <a:pt x="732" y="902"/>
                  </a:cubicBezTo>
                  <a:cubicBezTo>
                    <a:pt x="717" y="889"/>
                    <a:pt x="697" y="888"/>
                    <a:pt x="679" y="883"/>
                  </a:cubicBezTo>
                  <a:cubicBezTo>
                    <a:pt x="671" y="880"/>
                    <a:pt x="662" y="878"/>
                    <a:pt x="654" y="875"/>
                  </a:cubicBezTo>
                  <a:cubicBezTo>
                    <a:pt x="659" y="867"/>
                    <a:pt x="662" y="858"/>
                    <a:pt x="669" y="852"/>
                  </a:cubicBezTo>
                  <a:cubicBezTo>
                    <a:pt x="685" y="839"/>
                    <a:pt x="703" y="827"/>
                    <a:pt x="720" y="814"/>
                  </a:cubicBezTo>
                  <a:cubicBezTo>
                    <a:pt x="734" y="805"/>
                    <a:pt x="748" y="796"/>
                    <a:pt x="761" y="785"/>
                  </a:cubicBezTo>
                  <a:cubicBezTo>
                    <a:pt x="788" y="764"/>
                    <a:pt x="786" y="719"/>
                    <a:pt x="757" y="700"/>
                  </a:cubicBezTo>
                  <a:cubicBezTo>
                    <a:pt x="749" y="694"/>
                    <a:pt x="738" y="691"/>
                    <a:pt x="727" y="688"/>
                  </a:cubicBezTo>
                  <a:cubicBezTo>
                    <a:pt x="718" y="686"/>
                    <a:pt x="708" y="686"/>
                    <a:pt x="698" y="686"/>
                  </a:cubicBezTo>
                  <a:cubicBezTo>
                    <a:pt x="698" y="686"/>
                    <a:pt x="698" y="686"/>
                    <a:pt x="698" y="686"/>
                  </a:cubicBezTo>
                  <a:cubicBezTo>
                    <a:pt x="692" y="686"/>
                    <a:pt x="687" y="687"/>
                    <a:pt x="682" y="688"/>
                  </a:cubicBezTo>
                  <a:cubicBezTo>
                    <a:pt x="674" y="689"/>
                    <a:pt x="666" y="691"/>
                    <a:pt x="659" y="691"/>
                  </a:cubicBezTo>
                  <a:cubicBezTo>
                    <a:pt x="652" y="691"/>
                    <a:pt x="646" y="690"/>
                    <a:pt x="640" y="686"/>
                  </a:cubicBezTo>
                  <a:cubicBezTo>
                    <a:pt x="642" y="682"/>
                    <a:pt x="645" y="678"/>
                    <a:pt x="647" y="674"/>
                  </a:cubicBezTo>
                  <a:cubicBezTo>
                    <a:pt x="655" y="660"/>
                    <a:pt x="665" y="651"/>
                    <a:pt x="677" y="641"/>
                  </a:cubicBezTo>
                  <a:cubicBezTo>
                    <a:pt x="699" y="622"/>
                    <a:pt x="719" y="602"/>
                    <a:pt x="740" y="583"/>
                  </a:cubicBezTo>
                  <a:cubicBezTo>
                    <a:pt x="744" y="579"/>
                    <a:pt x="749" y="577"/>
                    <a:pt x="754" y="577"/>
                  </a:cubicBezTo>
                  <a:cubicBezTo>
                    <a:pt x="756" y="577"/>
                    <a:pt x="758" y="577"/>
                    <a:pt x="761" y="578"/>
                  </a:cubicBezTo>
                  <a:cubicBezTo>
                    <a:pt x="770" y="581"/>
                    <a:pt x="780" y="583"/>
                    <a:pt x="790" y="583"/>
                  </a:cubicBezTo>
                  <a:cubicBezTo>
                    <a:pt x="791" y="583"/>
                    <a:pt x="791" y="583"/>
                    <a:pt x="791" y="583"/>
                  </a:cubicBezTo>
                  <a:cubicBezTo>
                    <a:pt x="797" y="583"/>
                    <a:pt x="803" y="582"/>
                    <a:pt x="809" y="581"/>
                  </a:cubicBezTo>
                  <a:cubicBezTo>
                    <a:pt x="815" y="580"/>
                    <a:pt x="821" y="580"/>
                    <a:pt x="827" y="580"/>
                  </a:cubicBezTo>
                  <a:cubicBezTo>
                    <a:pt x="827" y="580"/>
                    <a:pt x="827" y="580"/>
                    <a:pt x="827" y="580"/>
                  </a:cubicBezTo>
                  <a:cubicBezTo>
                    <a:pt x="837" y="580"/>
                    <a:pt x="846" y="582"/>
                    <a:pt x="855" y="584"/>
                  </a:cubicBezTo>
                  <a:cubicBezTo>
                    <a:pt x="870" y="587"/>
                    <a:pt x="886" y="590"/>
                    <a:pt x="901" y="594"/>
                  </a:cubicBezTo>
                  <a:cubicBezTo>
                    <a:pt x="921" y="601"/>
                    <a:pt x="940" y="608"/>
                    <a:pt x="960" y="616"/>
                  </a:cubicBezTo>
                  <a:cubicBezTo>
                    <a:pt x="970" y="620"/>
                    <a:pt x="979" y="625"/>
                    <a:pt x="988" y="631"/>
                  </a:cubicBezTo>
                  <a:cubicBezTo>
                    <a:pt x="990" y="632"/>
                    <a:pt x="991" y="636"/>
                    <a:pt x="991" y="639"/>
                  </a:cubicBezTo>
                  <a:cubicBezTo>
                    <a:pt x="990" y="658"/>
                    <a:pt x="995" y="679"/>
                    <a:pt x="987" y="698"/>
                  </a:cubicBezTo>
                  <a:cubicBezTo>
                    <a:pt x="987" y="699"/>
                    <a:pt x="987" y="701"/>
                    <a:pt x="987" y="702"/>
                  </a:cubicBezTo>
                  <a:cubicBezTo>
                    <a:pt x="987" y="713"/>
                    <a:pt x="989" y="725"/>
                    <a:pt x="988" y="736"/>
                  </a:cubicBezTo>
                  <a:cubicBezTo>
                    <a:pt x="987" y="749"/>
                    <a:pt x="982" y="761"/>
                    <a:pt x="980" y="774"/>
                  </a:cubicBezTo>
                  <a:cubicBezTo>
                    <a:pt x="978" y="786"/>
                    <a:pt x="978" y="799"/>
                    <a:pt x="977" y="811"/>
                  </a:cubicBezTo>
                  <a:cubicBezTo>
                    <a:pt x="974" y="837"/>
                    <a:pt x="971" y="862"/>
                    <a:pt x="963" y="887"/>
                  </a:cubicBezTo>
                  <a:cubicBezTo>
                    <a:pt x="957" y="906"/>
                    <a:pt x="949" y="924"/>
                    <a:pt x="942" y="943"/>
                  </a:cubicBezTo>
                  <a:cubicBezTo>
                    <a:pt x="937" y="957"/>
                    <a:pt x="931" y="970"/>
                    <a:pt x="928" y="984"/>
                  </a:cubicBezTo>
                  <a:cubicBezTo>
                    <a:pt x="925" y="993"/>
                    <a:pt x="920" y="1002"/>
                    <a:pt x="921" y="1014"/>
                  </a:cubicBezTo>
                  <a:cubicBezTo>
                    <a:pt x="922" y="1021"/>
                    <a:pt x="919" y="1033"/>
                    <a:pt x="909" y="1033"/>
                  </a:cubicBezTo>
                  <a:cubicBezTo>
                    <a:pt x="899" y="1034"/>
                    <a:pt x="888" y="1035"/>
                    <a:pt x="878" y="1035"/>
                  </a:cubicBezTo>
                  <a:cubicBezTo>
                    <a:pt x="871" y="1035"/>
                    <a:pt x="863" y="1035"/>
                    <a:pt x="856" y="1033"/>
                  </a:cubicBezTo>
                  <a:cubicBezTo>
                    <a:pt x="850" y="1031"/>
                    <a:pt x="844" y="1030"/>
                    <a:pt x="838" y="1030"/>
                  </a:cubicBezTo>
                  <a:cubicBezTo>
                    <a:pt x="827" y="1030"/>
                    <a:pt x="816" y="1033"/>
                    <a:pt x="806" y="1036"/>
                  </a:cubicBezTo>
                  <a:cubicBezTo>
                    <a:pt x="803" y="1037"/>
                    <a:pt x="799" y="1040"/>
                    <a:pt x="798" y="1042"/>
                  </a:cubicBezTo>
                  <a:cubicBezTo>
                    <a:pt x="797" y="1054"/>
                    <a:pt x="796" y="1065"/>
                    <a:pt x="797" y="1076"/>
                  </a:cubicBezTo>
                  <a:cubicBezTo>
                    <a:pt x="798" y="1083"/>
                    <a:pt x="801" y="1092"/>
                    <a:pt x="806" y="1097"/>
                  </a:cubicBezTo>
                  <a:cubicBezTo>
                    <a:pt x="822" y="1116"/>
                    <a:pt x="840" y="1133"/>
                    <a:pt x="856" y="1151"/>
                  </a:cubicBezTo>
                  <a:cubicBezTo>
                    <a:pt x="862" y="1157"/>
                    <a:pt x="866" y="1164"/>
                    <a:pt x="871" y="1170"/>
                  </a:cubicBezTo>
                  <a:cubicBezTo>
                    <a:pt x="880" y="1182"/>
                    <a:pt x="889" y="1194"/>
                    <a:pt x="900" y="1205"/>
                  </a:cubicBezTo>
                  <a:cubicBezTo>
                    <a:pt x="906" y="1212"/>
                    <a:pt x="914" y="1220"/>
                    <a:pt x="922" y="1220"/>
                  </a:cubicBezTo>
                  <a:cubicBezTo>
                    <a:pt x="922" y="1220"/>
                    <a:pt x="922" y="1220"/>
                    <a:pt x="922" y="1220"/>
                  </a:cubicBezTo>
                  <a:cubicBezTo>
                    <a:pt x="936" y="1220"/>
                    <a:pt x="950" y="1215"/>
                    <a:pt x="964" y="1211"/>
                  </a:cubicBezTo>
                  <a:cubicBezTo>
                    <a:pt x="983" y="1206"/>
                    <a:pt x="997" y="1190"/>
                    <a:pt x="1017" y="1186"/>
                  </a:cubicBezTo>
                  <a:cubicBezTo>
                    <a:pt x="1018" y="1186"/>
                    <a:pt x="1019" y="1185"/>
                    <a:pt x="1020" y="1184"/>
                  </a:cubicBezTo>
                  <a:cubicBezTo>
                    <a:pt x="1023" y="1175"/>
                    <a:pt x="1030" y="1171"/>
                    <a:pt x="1037" y="1168"/>
                  </a:cubicBezTo>
                  <a:cubicBezTo>
                    <a:pt x="1044" y="1165"/>
                    <a:pt x="1050" y="1161"/>
                    <a:pt x="1056" y="1156"/>
                  </a:cubicBezTo>
                  <a:cubicBezTo>
                    <a:pt x="1069" y="1144"/>
                    <a:pt x="1080" y="1130"/>
                    <a:pt x="1094" y="1119"/>
                  </a:cubicBezTo>
                  <a:cubicBezTo>
                    <a:pt x="1107" y="1107"/>
                    <a:pt x="1111" y="1092"/>
                    <a:pt x="1115" y="1076"/>
                  </a:cubicBezTo>
                  <a:cubicBezTo>
                    <a:pt x="1120" y="1056"/>
                    <a:pt x="1125" y="1035"/>
                    <a:pt x="1131" y="1015"/>
                  </a:cubicBezTo>
                  <a:cubicBezTo>
                    <a:pt x="1135" y="1004"/>
                    <a:pt x="1136" y="992"/>
                    <a:pt x="1134" y="980"/>
                  </a:cubicBezTo>
                  <a:cubicBezTo>
                    <a:pt x="1134" y="979"/>
                    <a:pt x="1134" y="977"/>
                    <a:pt x="1134" y="976"/>
                  </a:cubicBezTo>
                  <a:cubicBezTo>
                    <a:pt x="1136" y="954"/>
                    <a:pt x="1138" y="931"/>
                    <a:pt x="1139" y="908"/>
                  </a:cubicBezTo>
                  <a:cubicBezTo>
                    <a:pt x="1140" y="886"/>
                    <a:pt x="1140" y="864"/>
                    <a:pt x="1141" y="841"/>
                  </a:cubicBezTo>
                  <a:cubicBezTo>
                    <a:pt x="1141" y="821"/>
                    <a:pt x="1143" y="800"/>
                    <a:pt x="1144" y="779"/>
                  </a:cubicBezTo>
                  <a:cubicBezTo>
                    <a:pt x="1145" y="772"/>
                    <a:pt x="1147" y="765"/>
                    <a:pt x="1148" y="758"/>
                  </a:cubicBezTo>
                  <a:cubicBezTo>
                    <a:pt x="1149" y="744"/>
                    <a:pt x="1150" y="730"/>
                    <a:pt x="1152" y="717"/>
                  </a:cubicBezTo>
                  <a:cubicBezTo>
                    <a:pt x="1153" y="706"/>
                    <a:pt x="1155" y="695"/>
                    <a:pt x="1160" y="687"/>
                  </a:cubicBezTo>
                  <a:cubicBezTo>
                    <a:pt x="1168" y="675"/>
                    <a:pt x="1167" y="662"/>
                    <a:pt x="1165" y="650"/>
                  </a:cubicBezTo>
                  <a:cubicBezTo>
                    <a:pt x="1163" y="637"/>
                    <a:pt x="1164" y="622"/>
                    <a:pt x="1153" y="611"/>
                  </a:cubicBezTo>
                  <a:cubicBezTo>
                    <a:pt x="1152" y="610"/>
                    <a:pt x="1153" y="607"/>
                    <a:pt x="1153" y="605"/>
                  </a:cubicBezTo>
                  <a:cubicBezTo>
                    <a:pt x="1152" y="601"/>
                    <a:pt x="1151" y="597"/>
                    <a:pt x="1149" y="595"/>
                  </a:cubicBezTo>
                  <a:cubicBezTo>
                    <a:pt x="1137" y="579"/>
                    <a:pt x="1127" y="562"/>
                    <a:pt x="1108" y="555"/>
                  </a:cubicBezTo>
                  <a:cubicBezTo>
                    <a:pt x="1107" y="554"/>
                    <a:pt x="1106" y="553"/>
                    <a:pt x="1105" y="552"/>
                  </a:cubicBezTo>
                  <a:cubicBezTo>
                    <a:pt x="1094" y="537"/>
                    <a:pt x="1081" y="526"/>
                    <a:pt x="1061" y="526"/>
                  </a:cubicBezTo>
                  <a:cubicBezTo>
                    <a:pt x="1057" y="525"/>
                    <a:pt x="1054" y="521"/>
                    <a:pt x="1051" y="519"/>
                  </a:cubicBezTo>
                  <a:cubicBezTo>
                    <a:pt x="1050" y="518"/>
                    <a:pt x="1049" y="517"/>
                    <a:pt x="1048" y="517"/>
                  </a:cubicBezTo>
                  <a:cubicBezTo>
                    <a:pt x="1030" y="511"/>
                    <a:pt x="1012" y="506"/>
                    <a:pt x="994" y="501"/>
                  </a:cubicBezTo>
                  <a:cubicBezTo>
                    <a:pt x="985" y="499"/>
                    <a:pt x="976" y="498"/>
                    <a:pt x="967" y="497"/>
                  </a:cubicBezTo>
                  <a:cubicBezTo>
                    <a:pt x="967" y="497"/>
                    <a:pt x="966" y="497"/>
                    <a:pt x="966" y="497"/>
                  </a:cubicBezTo>
                  <a:cubicBezTo>
                    <a:pt x="959" y="497"/>
                    <a:pt x="952" y="499"/>
                    <a:pt x="945" y="499"/>
                  </a:cubicBezTo>
                  <a:cubicBezTo>
                    <a:pt x="933" y="499"/>
                    <a:pt x="921" y="499"/>
                    <a:pt x="909" y="499"/>
                  </a:cubicBezTo>
                  <a:cubicBezTo>
                    <a:pt x="899" y="499"/>
                    <a:pt x="889" y="499"/>
                    <a:pt x="879" y="499"/>
                  </a:cubicBezTo>
                  <a:cubicBezTo>
                    <a:pt x="863" y="499"/>
                    <a:pt x="846" y="497"/>
                    <a:pt x="830" y="496"/>
                  </a:cubicBezTo>
                  <a:cubicBezTo>
                    <a:pt x="825" y="496"/>
                    <a:pt x="821" y="494"/>
                    <a:pt x="817" y="493"/>
                  </a:cubicBezTo>
                  <a:cubicBezTo>
                    <a:pt x="811" y="491"/>
                    <a:pt x="805" y="488"/>
                    <a:pt x="798" y="486"/>
                  </a:cubicBezTo>
                  <a:cubicBezTo>
                    <a:pt x="784" y="481"/>
                    <a:pt x="768" y="480"/>
                    <a:pt x="757" y="471"/>
                  </a:cubicBezTo>
                  <a:cubicBezTo>
                    <a:pt x="740" y="457"/>
                    <a:pt x="721" y="455"/>
                    <a:pt x="701" y="455"/>
                  </a:cubicBezTo>
                  <a:cubicBezTo>
                    <a:pt x="701" y="455"/>
                    <a:pt x="700" y="455"/>
                    <a:pt x="700" y="455"/>
                  </a:cubicBezTo>
                  <a:cubicBezTo>
                    <a:pt x="682" y="455"/>
                    <a:pt x="666" y="464"/>
                    <a:pt x="648" y="467"/>
                  </a:cubicBezTo>
                  <a:cubicBezTo>
                    <a:pt x="639" y="469"/>
                    <a:pt x="630" y="471"/>
                    <a:pt x="624" y="479"/>
                  </a:cubicBezTo>
                  <a:cubicBezTo>
                    <a:pt x="620" y="485"/>
                    <a:pt x="618" y="492"/>
                    <a:pt x="614" y="498"/>
                  </a:cubicBezTo>
                  <a:cubicBezTo>
                    <a:pt x="611" y="502"/>
                    <a:pt x="608" y="505"/>
                    <a:pt x="604" y="508"/>
                  </a:cubicBezTo>
                  <a:cubicBezTo>
                    <a:pt x="596" y="515"/>
                    <a:pt x="588" y="522"/>
                    <a:pt x="578" y="528"/>
                  </a:cubicBezTo>
                  <a:cubicBezTo>
                    <a:pt x="575" y="529"/>
                    <a:pt x="571" y="531"/>
                    <a:pt x="567" y="531"/>
                  </a:cubicBezTo>
                  <a:cubicBezTo>
                    <a:pt x="564" y="531"/>
                    <a:pt x="561" y="530"/>
                    <a:pt x="559" y="526"/>
                  </a:cubicBezTo>
                  <a:cubicBezTo>
                    <a:pt x="556" y="518"/>
                    <a:pt x="554" y="506"/>
                    <a:pt x="558" y="500"/>
                  </a:cubicBezTo>
                  <a:cubicBezTo>
                    <a:pt x="565" y="488"/>
                    <a:pt x="576" y="478"/>
                    <a:pt x="586" y="469"/>
                  </a:cubicBezTo>
                  <a:cubicBezTo>
                    <a:pt x="594" y="462"/>
                    <a:pt x="599" y="455"/>
                    <a:pt x="601" y="445"/>
                  </a:cubicBezTo>
                  <a:cubicBezTo>
                    <a:pt x="603" y="433"/>
                    <a:pt x="607" y="422"/>
                    <a:pt x="619" y="417"/>
                  </a:cubicBezTo>
                  <a:cubicBezTo>
                    <a:pt x="630" y="413"/>
                    <a:pt x="643" y="411"/>
                    <a:pt x="654" y="406"/>
                  </a:cubicBezTo>
                  <a:cubicBezTo>
                    <a:pt x="672" y="399"/>
                    <a:pt x="689" y="389"/>
                    <a:pt x="707" y="382"/>
                  </a:cubicBezTo>
                  <a:cubicBezTo>
                    <a:pt x="735" y="372"/>
                    <a:pt x="765" y="368"/>
                    <a:pt x="789" y="348"/>
                  </a:cubicBezTo>
                  <a:cubicBezTo>
                    <a:pt x="800" y="340"/>
                    <a:pt x="811" y="331"/>
                    <a:pt x="820" y="321"/>
                  </a:cubicBezTo>
                  <a:cubicBezTo>
                    <a:pt x="836" y="303"/>
                    <a:pt x="836" y="280"/>
                    <a:pt x="833" y="258"/>
                  </a:cubicBezTo>
                  <a:cubicBezTo>
                    <a:pt x="831" y="245"/>
                    <a:pt x="826" y="231"/>
                    <a:pt x="809" y="224"/>
                  </a:cubicBezTo>
                  <a:cubicBezTo>
                    <a:pt x="793" y="218"/>
                    <a:pt x="777" y="211"/>
                    <a:pt x="771" y="192"/>
                  </a:cubicBezTo>
                  <a:cubicBezTo>
                    <a:pt x="770" y="190"/>
                    <a:pt x="766" y="187"/>
                    <a:pt x="762" y="187"/>
                  </a:cubicBezTo>
                  <a:cubicBezTo>
                    <a:pt x="762" y="187"/>
                    <a:pt x="762" y="187"/>
                    <a:pt x="762" y="187"/>
                  </a:cubicBezTo>
                  <a:cubicBezTo>
                    <a:pt x="739" y="188"/>
                    <a:pt x="715" y="188"/>
                    <a:pt x="691" y="191"/>
                  </a:cubicBezTo>
                  <a:cubicBezTo>
                    <a:pt x="690" y="191"/>
                    <a:pt x="689" y="191"/>
                    <a:pt x="688" y="191"/>
                  </a:cubicBezTo>
                  <a:cubicBezTo>
                    <a:pt x="682" y="191"/>
                    <a:pt x="680" y="188"/>
                    <a:pt x="681" y="181"/>
                  </a:cubicBezTo>
                  <a:cubicBezTo>
                    <a:pt x="682" y="169"/>
                    <a:pt x="684" y="156"/>
                    <a:pt x="686" y="144"/>
                  </a:cubicBezTo>
                  <a:cubicBezTo>
                    <a:pt x="690" y="125"/>
                    <a:pt x="695" y="108"/>
                    <a:pt x="690" y="88"/>
                  </a:cubicBezTo>
                  <a:cubicBezTo>
                    <a:pt x="681" y="54"/>
                    <a:pt x="660" y="31"/>
                    <a:pt x="629" y="18"/>
                  </a:cubicBezTo>
                  <a:cubicBezTo>
                    <a:pt x="614" y="11"/>
                    <a:pt x="597" y="10"/>
                    <a:pt x="581" y="7"/>
                  </a:cubicBezTo>
                  <a:cubicBezTo>
                    <a:pt x="570" y="5"/>
                    <a:pt x="560" y="4"/>
                    <a:pt x="549" y="3"/>
                  </a:cubicBezTo>
                  <a:cubicBezTo>
                    <a:pt x="547" y="3"/>
                    <a:pt x="545" y="3"/>
                    <a:pt x="543" y="3"/>
                  </a:cubicBezTo>
                  <a:cubicBezTo>
                    <a:pt x="541" y="3"/>
                    <a:pt x="540" y="3"/>
                    <a:pt x="538" y="3"/>
                  </a:cubicBezTo>
                  <a:cubicBezTo>
                    <a:pt x="536" y="3"/>
                    <a:pt x="535" y="3"/>
                    <a:pt x="533" y="3"/>
                  </a:cubicBezTo>
                  <a:cubicBezTo>
                    <a:pt x="531" y="3"/>
                    <a:pt x="529" y="3"/>
                    <a:pt x="527" y="2"/>
                  </a:cubicBezTo>
                  <a:cubicBezTo>
                    <a:pt x="520" y="2"/>
                    <a:pt x="513" y="0"/>
                    <a:pt x="50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271">
              <a:extLst>
                <a:ext uri="{FF2B5EF4-FFF2-40B4-BE49-F238E27FC236}">
                  <a16:creationId xmlns:a16="http://schemas.microsoft.com/office/drawing/2014/main" id="{6CFFA48B-9762-1CFF-435D-7DFD4CAD4A22}"/>
                </a:ext>
              </a:extLst>
            </p:cNvPr>
            <p:cNvSpPr>
              <a:spLocks/>
            </p:cNvSpPr>
            <p:nvPr/>
          </p:nvSpPr>
          <p:spPr bwMode="auto">
            <a:xfrm>
              <a:off x="2434447" y="1567648"/>
              <a:ext cx="301745" cy="393652"/>
            </a:xfrm>
            <a:custGeom>
              <a:avLst/>
              <a:gdLst>
                <a:gd name="T0" fmla="*/ 553 w 828"/>
                <a:gd name="T1" fmla="*/ 29 h 1078"/>
                <a:gd name="T2" fmla="*/ 334 w 828"/>
                <a:gd name="T3" fmla="*/ 98 h 1078"/>
                <a:gd name="T4" fmla="*/ 188 w 828"/>
                <a:gd name="T5" fmla="*/ 125 h 1078"/>
                <a:gd name="T6" fmla="*/ 131 w 828"/>
                <a:gd name="T7" fmla="*/ 124 h 1078"/>
                <a:gd name="T8" fmla="*/ 118 w 828"/>
                <a:gd name="T9" fmla="*/ 173 h 1078"/>
                <a:gd name="T10" fmla="*/ 186 w 828"/>
                <a:gd name="T11" fmla="*/ 238 h 1078"/>
                <a:gd name="T12" fmla="*/ 230 w 828"/>
                <a:gd name="T13" fmla="*/ 358 h 1078"/>
                <a:gd name="T14" fmla="*/ 225 w 828"/>
                <a:gd name="T15" fmla="*/ 456 h 1078"/>
                <a:gd name="T16" fmla="*/ 314 w 828"/>
                <a:gd name="T17" fmla="*/ 478 h 1078"/>
                <a:gd name="T18" fmla="*/ 308 w 828"/>
                <a:gd name="T19" fmla="*/ 498 h 1078"/>
                <a:gd name="T20" fmla="*/ 193 w 828"/>
                <a:gd name="T21" fmla="*/ 654 h 1078"/>
                <a:gd name="T22" fmla="*/ 184 w 828"/>
                <a:gd name="T23" fmla="*/ 799 h 1078"/>
                <a:gd name="T24" fmla="*/ 195 w 828"/>
                <a:gd name="T25" fmla="*/ 911 h 1078"/>
                <a:gd name="T26" fmla="*/ 386 w 828"/>
                <a:gd name="T27" fmla="*/ 810 h 1078"/>
                <a:gd name="T28" fmla="*/ 459 w 828"/>
                <a:gd name="T29" fmla="*/ 749 h 1078"/>
                <a:gd name="T30" fmla="*/ 599 w 828"/>
                <a:gd name="T31" fmla="*/ 906 h 1078"/>
                <a:gd name="T32" fmla="*/ 563 w 828"/>
                <a:gd name="T33" fmla="*/ 933 h 1078"/>
                <a:gd name="T34" fmla="*/ 407 w 828"/>
                <a:gd name="T35" fmla="*/ 954 h 1078"/>
                <a:gd name="T36" fmla="*/ 389 w 828"/>
                <a:gd name="T37" fmla="*/ 954 h 1078"/>
                <a:gd name="T38" fmla="*/ 269 w 828"/>
                <a:gd name="T39" fmla="*/ 966 h 1078"/>
                <a:gd name="T40" fmla="*/ 183 w 828"/>
                <a:gd name="T41" fmla="*/ 974 h 1078"/>
                <a:gd name="T42" fmla="*/ 104 w 828"/>
                <a:gd name="T43" fmla="*/ 970 h 1078"/>
                <a:gd name="T44" fmla="*/ 108 w 828"/>
                <a:gd name="T45" fmla="*/ 886 h 1078"/>
                <a:gd name="T46" fmla="*/ 106 w 828"/>
                <a:gd name="T47" fmla="*/ 779 h 1078"/>
                <a:gd name="T48" fmla="*/ 103 w 828"/>
                <a:gd name="T49" fmla="*/ 634 h 1078"/>
                <a:gd name="T50" fmla="*/ 106 w 828"/>
                <a:gd name="T51" fmla="*/ 408 h 1078"/>
                <a:gd name="T52" fmla="*/ 137 w 828"/>
                <a:gd name="T53" fmla="*/ 335 h 1078"/>
                <a:gd name="T54" fmla="*/ 163 w 828"/>
                <a:gd name="T55" fmla="*/ 279 h 1078"/>
                <a:gd name="T56" fmla="*/ 70 w 828"/>
                <a:gd name="T57" fmla="*/ 262 h 1078"/>
                <a:gd name="T58" fmla="*/ 34 w 828"/>
                <a:gd name="T59" fmla="*/ 434 h 1078"/>
                <a:gd name="T60" fmla="*/ 18 w 828"/>
                <a:gd name="T61" fmla="*/ 608 h 1078"/>
                <a:gd name="T62" fmla="*/ 11 w 828"/>
                <a:gd name="T63" fmla="*/ 832 h 1078"/>
                <a:gd name="T64" fmla="*/ 7 w 828"/>
                <a:gd name="T65" fmla="*/ 995 h 1078"/>
                <a:gd name="T66" fmla="*/ 167 w 828"/>
                <a:gd name="T67" fmla="*/ 1071 h 1078"/>
                <a:gd name="T68" fmla="*/ 296 w 828"/>
                <a:gd name="T69" fmla="*/ 1060 h 1078"/>
                <a:gd name="T70" fmla="*/ 436 w 828"/>
                <a:gd name="T71" fmla="*/ 1047 h 1078"/>
                <a:gd name="T72" fmla="*/ 549 w 828"/>
                <a:gd name="T73" fmla="*/ 1045 h 1078"/>
                <a:gd name="T74" fmla="*/ 729 w 828"/>
                <a:gd name="T75" fmla="*/ 1056 h 1078"/>
                <a:gd name="T76" fmla="*/ 814 w 828"/>
                <a:gd name="T77" fmla="*/ 1034 h 1078"/>
                <a:gd name="T78" fmla="*/ 705 w 828"/>
                <a:gd name="T79" fmla="*/ 915 h 1078"/>
                <a:gd name="T80" fmla="*/ 655 w 828"/>
                <a:gd name="T81" fmla="*/ 762 h 1078"/>
                <a:gd name="T82" fmla="*/ 480 w 828"/>
                <a:gd name="T83" fmla="*/ 706 h 1078"/>
                <a:gd name="T84" fmla="*/ 584 w 828"/>
                <a:gd name="T85" fmla="*/ 545 h 1078"/>
                <a:gd name="T86" fmla="*/ 585 w 828"/>
                <a:gd name="T87" fmla="*/ 446 h 1078"/>
                <a:gd name="T88" fmla="*/ 634 w 828"/>
                <a:gd name="T89" fmla="*/ 344 h 1078"/>
                <a:gd name="T90" fmla="*/ 548 w 828"/>
                <a:gd name="T91" fmla="*/ 274 h 1078"/>
                <a:gd name="T92" fmla="*/ 473 w 828"/>
                <a:gd name="T93" fmla="*/ 265 h 1078"/>
                <a:gd name="T94" fmla="*/ 565 w 828"/>
                <a:gd name="T95" fmla="*/ 209 h 1078"/>
                <a:gd name="T96" fmla="*/ 753 w 828"/>
                <a:gd name="T97" fmla="*/ 44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28" h="1078">
                  <a:moveTo>
                    <a:pt x="659" y="0"/>
                  </a:moveTo>
                  <a:cubicBezTo>
                    <a:pt x="657" y="0"/>
                    <a:pt x="655" y="0"/>
                    <a:pt x="653" y="0"/>
                  </a:cubicBezTo>
                  <a:cubicBezTo>
                    <a:pt x="643" y="3"/>
                    <a:pt x="634" y="6"/>
                    <a:pt x="624" y="9"/>
                  </a:cubicBezTo>
                  <a:cubicBezTo>
                    <a:pt x="600" y="16"/>
                    <a:pt x="576" y="22"/>
                    <a:pt x="553" y="29"/>
                  </a:cubicBezTo>
                  <a:cubicBezTo>
                    <a:pt x="528" y="36"/>
                    <a:pt x="503" y="43"/>
                    <a:pt x="479" y="51"/>
                  </a:cubicBezTo>
                  <a:cubicBezTo>
                    <a:pt x="472" y="53"/>
                    <a:pt x="466" y="60"/>
                    <a:pt x="458" y="62"/>
                  </a:cubicBezTo>
                  <a:cubicBezTo>
                    <a:pt x="443" y="67"/>
                    <a:pt x="427" y="70"/>
                    <a:pt x="411" y="75"/>
                  </a:cubicBezTo>
                  <a:cubicBezTo>
                    <a:pt x="385" y="82"/>
                    <a:pt x="360" y="91"/>
                    <a:pt x="334" y="98"/>
                  </a:cubicBezTo>
                  <a:cubicBezTo>
                    <a:pt x="316" y="103"/>
                    <a:pt x="297" y="107"/>
                    <a:pt x="278" y="111"/>
                  </a:cubicBezTo>
                  <a:cubicBezTo>
                    <a:pt x="271" y="112"/>
                    <a:pt x="262" y="110"/>
                    <a:pt x="256" y="114"/>
                  </a:cubicBezTo>
                  <a:cubicBezTo>
                    <a:pt x="238" y="126"/>
                    <a:pt x="218" y="124"/>
                    <a:pt x="198" y="125"/>
                  </a:cubicBezTo>
                  <a:cubicBezTo>
                    <a:pt x="195" y="125"/>
                    <a:pt x="192" y="125"/>
                    <a:pt x="188" y="125"/>
                  </a:cubicBezTo>
                  <a:cubicBezTo>
                    <a:pt x="179" y="125"/>
                    <a:pt x="170" y="125"/>
                    <a:pt x="161" y="124"/>
                  </a:cubicBezTo>
                  <a:cubicBezTo>
                    <a:pt x="151" y="124"/>
                    <a:pt x="142" y="124"/>
                    <a:pt x="133" y="124"/>
                  </a:cubicBezTo>
                  <a:cubicBezTo>
                    <a:pt x="132" y="124"/>
                    <a:pt x="132" y="124"/>
                    <a:pt x="131" y="124"/>
                  </a:cubicBezTo>
                  <a:cubicBezTo>
                    <a:pt x="131" y="124"/>
                    <a:pt x="131" y="124"/>
                    <a:pt x="131" y="124"/>
                  </a:cubicBezTo>
                  <a:cubicBezTo>
                    <a:pt x="130" y="124"/>
                    <a:pt x="129" y="124"/>
                    <a:pt x="128" y="124"/>
                  </a:cubicBezTo>
                  <a:cubicBezTo>
                    <a:pt x="128" y="124"/>
                    <a:pt x="127" y="124"/>
                    <a:pt x="126" y="124"/>
                  </a:cubicBezTo>
                  <a:cubicBezTo>
                    <a:pt x="119" y="124"/>
                    <a:pt x="111" y="125"/>
                    <a:pt x="108" y="134"/>
                  </a:cubicBezTo>
                  <a:cubicBezTo>
                    <a:pt x="103" y="149"/>
                    <a:pt x="106" y="162"/>
                    <a:pt x="118" y="173"/>
                  </a:cubicBezTo>
                  <a:cubicBezTo>
                    <a:pt x="129" y="182"/>
                    <a:pt x="139" y="192"/>
                    <a:pt x="148" y="202"/>
                  </a:cubicBezTo>
                  <a:cubicBezTo>
                    <a:pt x="152" y="205"/>
                    <a:pt x="154" y="210"/>
                    <a:pt x="156" y="214"/>
                  </a:cubicBezTo>
                  <a:cubicBezTo>
                    <a:pt x="157" y="216"/>
                    <a:pt x="158" y="219"/>
                    <a:pt x="160" y="221"/>
                  </a:cubicBezTo>
                  <a:cubicBezTo>
                    <a:pt x="168" y="227"/>
                    <a:pt x="176" y="234"/>
                    <a:pt x="186" y="238"/>
                  </a:cubicBezTo>
                  <a:cubicBezTo>
                    <a:pt x="212" y="248"/>
                    <a:pt x="237" y="258"/>
                    <a:pt x="264" y="266"/>
                  </a:cubicBezTo>
                  <a:cubicBezTo>
                    <a:pt x="273" y="269"/>
                    <a:pt x="276" y="274"/>
                    <a:pt x="272" y="281"/>
                  </a:cubicBezTo>
                  <a:cubicBezTo>
                    <a:pt x="262" y="301"/>
                    <a:pt x="250" y="321"/>
                    <a:pt x="239" y="341"/>
                  </a:cubicBezTo>
                  <a:cubicBezTo>
                    <a:pt x="236" y="347"/>
                    <a:pt x="233" y="352"/>
                    <a:pt x="230" y="358"/>
                  </a:cubicBezTo>
                  <a:cubicBezTo>
                    <a:pt x="226" y="363"/>
                    <a:pt x="224" y="369"/>
                    <a:pt x="221" y="375"/>
                  </a:cubicBezTo>
                  <a:cubicBezTo>
                    <a:pt x="214" y="386"/>
                    <a:pt x="206" y="397"/>
                    <a:pt x="213" y="412"/>
                  </a:cubicBezTo>
                  <a:cubicBezTo>
                    <a:pt x="214" y="413"/>
                    <a:pt x="214" y="414"/>
                    <a:pt x="214" y="415"/>
                  </a:cubicBezTo>
                  <a:cubicBezTo>
                    <a:pt x="213" y="430"/>
                    <a:pt x="216" y="444"/>
                    <a:pt x="225" y="456"/>
                  </a:cubicBezTo>
                  <a:cubicBezTo>
                    <a:pt x="233" y="468"/>
                    <a:pt x="259" y="481"/>
                    <a:pt x="275" y="481"/>
                  </a:cubicBezTo>
                  <a:cubicBezTo>
                    <a:pt x="277" y="481"/>
                    <a:pt x="279" y="480"/>
                    <a:pt x="281" y="480"/>
                  </a:cubicBezTo>
                  <a:cubicBezTo>
                    <a:pt x="287" y="478"/>
                    <a:pt x="295" y="478"/>
                    <a:pt x="302" y="478"/>
                  </a:cubicBezTo>
                  <a:cubicBezTo>
                    <a:pt x="306" y="478"/>
                    <a:pt x="310" y="478"/>
                    <a:pt x="314" y="478"/>
                  </a:cubicBezTo>
                  <a:cubicBezTo>
                    <a:pt x="315" y="478"/>
                    <a:pt x="317" y="478"/>
                    <a:pt x="318" y="478"/>
                  </a:cubicBezTo>
                  <a:cubicBezTo>
                    <a:pt x="323" y="478"/>
                    <a:pt x="327" y="479"/>
                    <a:pt x="332" y="480"/>
                  </a:cubicBezTo>
                  <a:cubicBezTo>
                    <a:pt x="331" y="481"/>
                    <a:pt x="331" y="483"/>
                    <a:pt x="331" y="484"/>
                  </a:cubicBezTo>
                  <a:cubicBezTo>
                    <a:pt x="323" y="488"/>
                    <a:pt x="315" y="492"/>
                    <a:pt x="308" y="498"/>
                  </a:cubicBezTo>
                  <a:cubicBezTo>
                    <a:pt x="296" y="508"/>
                    <a:pt x="285" y="520"/>
                    <a:pt x="273" y="528"/>
                  </a:cubicBezTo>
                  <a:cubicBezTo>
                    <a:pt x="259" y="538"/>
                    <a:pt x="243" y="544"/>
                    <a:pt x="228" y="553"/>
                  </a:cubicBezTo>
                  <a:cubicBezTo>
                    <a:pt x="209" y="566"/>
                    <a:pt x="197" y="585"/>
                    <a:pt x="192" y="607"/>
                  </a:cubicBezTo>
                  <a:cubicBezTo>
                    <a:pt x="189" y="622"/>
                    <a:pt x="188" y="639"/>
                    <a:pt x="193" y="654"/>
                  </a:cubicBezTo>
                  <a:cubicBezTo>
                    <a:pt x="201" y="677"/>
                    <a:pt x="219" y="694"/>
                    <a:pt x="241" y="706"/>
                  </a:cubicBezTo>
                  <a:cubicBezTo>
                    <a:pt x="250" y="711"/>
                    <a:pt x="252" y="718"/>
                    <a:pt x="246" y="726"/>
                  </a:cubicBezTo>
                  <a:cubicBezTo>
                    <a:pt x="229" y="748"/>
                    <a:pt x="211" y="769"/>
                    <a:pt x="193" y="790"/>
                  </a:cubicBezTo>
                  <a:cubicBezTo>
                    <a:pt x="190" y="793"/>
                    <a:pt x="185" y="795"/>
                    <a:pt x="184" y="799"/>
                  </a:cubicBezTo>
                  <a:cubicBezTo>
                    <a:pt x="179" y="811"/>
                    <a:pt x="170" y="819"/>
                    <a:pt x="159" y="825"/>
                  </a:cubicBezTo>
                  <a:cubicBezTo>
                    <a:pt x="157" y="826"/>
                    <a:pt x="155" y="829"/>
                    <a:pt x="154" y="831"/>
                  </a:cubicBezTo>
                  <a:cubicBezTo>
                    <a:pt x="138" y="858"/>
                    <a:pt x="146" y="884"/>
                    <a:pt x="156" y="909"/>
                  </a:cubicBezTo>
                  <a:cubicBezTo>
                    <a:pt x="169" y="909"/>
                    <a:pt x="183" y="911"/>
                    <a:pt x="195" y="911"/>
                  </a:cubicBezTo>
                  <a:cubicBezTo>
                    <a:pt x="203" y="911"/>
                    <a:pt x="210" y="910"/>
                    <a:pt x="218" y="908"/>
                  </a:cubicBezTo>
                  <a:cubicBezTo>
                    <a:pt x="245" y="903"/>
                    <a:pt x="269" y="890"/>
                    <a:pt x="289" y="870"/>
                  </a:cubicBezTo>
                  <a:cubicBezTo>
                    <a:pt x="295" y="864"/>
                    <a:pt x="303" y="859"/>
                    <a:pt x="311" y="856"/>
                  </a:cubicBezTo>
                  <a:cubicBezTo>
                    <a:pt x="338" y="844"/>
                    <a:pt x="364" y="830"/>
                    <a:pt x="386" y="810"/>
                  </a:cubicBezTo>
                  <a:cubicBezTo>
                    <a:pt x="409" y="790"/>
                    <a:pt x="430" y="768"/>
                    <a:pt x="442" y="740"/>
                  </a:cubicBezTo>
                  <a:cubicBezTo>
                    <a:pt x="444" y="737"/>
                    <a:pt x="449" y="735"/>
                    <a:pt x="452" y="733"/>
                  </a:cubicBezTo>
                  <a:cubicBezTo>
                    <a:pt x="454" y="737"/>
                    <a:pt x="456" y="741"/>
                    <a:pt x="458" y="744"/>
                  </a:cubicBezTo>
                  <a:cubicBezTo>
                    <a:pt x="459" y="746"/>
                    <a:pt x="458" y="748"/>
                    <a:pt x="459" y="749"/>
                  </a:cubicBezTo>
                  <a:cubicBezTo>
                    <a:pt x="467" y="760"/>
                    <a:pt x="475" y="771"/>
                    <a:pt x="482" y="782"/>
                  </a:cubicBezTo>
                  <a:cubicBezTo>
                    <a:pt x="498" y="805"/>
                    <a:pt x="512" y="829"/>
                    <a:pt x="529" y="851"/>
                  </a:cubicBezTo>
                  <a:cubicBezTo>
                    <a:pt x="536" y="862"/>
                    <a:pt x="546" y="872"/>
                    <a:pt x="556" y="879"/>
                  </a:cubicBezTo>
                  <a:cubicBezTo>
                    <a:pt x="569" y="889"/>
                    <a:pt x="585" y="896"/>
                    <a:pt x="599" y="906"/>
                  </a:cubicBezTo>
                  <a:cubicBezTo>
                    <a:pt x="603" y="908"/>
                    <a:pt x="606" y="914"/>
                    <a:pt x="609" y="919"/>
                  </a:cubicBezTo>
                  <a:cubicBezTo>
                    <a:pt x="609" y="920"/>
                    <a:pt x="605" y="924"/>
                    <a:pt x="603" y="925"/>
                  </a:cubicBezTo>
                  <a:cubicBezTo>
                    <a:pt x="595" y="927"/>
                    <a:pt x="588" y="930"/>
                    <a:pt x="581" y="931"/>
                  </a:cubicBezTo>
                  <a:cubicBezTo>
                    <a:pt x="575" y="933"/>
                    <a:pt x="568" y="932"/>
                    <a:pt x="563" y="933"/>
                  </a:cubicBezTo>
                  <a:cubicBezTo>
                    <a:pt x="538" y="938"/>
                    <a:pt x="514" y="944"/>
                    <a:pt x="489" y="949"/>
                  </a:cubicBezTo>
                  <a:cubicBezTo>
                    <a:pt x="475" y="951"/>
                    <a:pt x="461" y="953"/>
                    <a:pt x="447" y="954"/>
                  </a:cubicBezTo>
                  <a:cubicBezTo>
                    <a:pt x="441" y="954"/>
                    <a:pt x="436" y="954"/>
                    <a:pt x="430" y="954"/>
                  </a:cubicBezTo>
                  <a:cubicBezTo>
                    <a:pt x="422" y="954"/>
                    <a:pt x="415" y="954"/>
                    <a:pt x="407" y="954"/>
                  </a:cubicBezTo>
                  <a:cubicBezTo>
                    <a:pt x="405" y="954"/>
                    <a:pt x="404" y="954"/>
                    <a:pt x="403" y="954"/>
                  </a:cubicBezTo>
                  <a:cubicBezTo>
                    <a:pt x="402" y="954"/>
                    <a:pt x="401" y="954"/>
                    <a:pt x="400" y="954"/>
                  </a:cubicBezTo>
                  <a:cubicBezTo>
                    <a:pt x="399" y="954"/>
                    <a:pt x="398" y="954"/>
                    <a:pt x="396" y="954"/>
                  </a:cubicBezTo>
                  <a:cubicBezTo>
                    <a:pt x="394" y="954"/>
                    <a:pt x="391" y="954"/>
                    <a:pt x="389" y="954"/>
                  </a:cubicBezTo>
                  <a:cubicBezTo>
                    <a:pt x="375" y="955"/>
                    <a:pt x="362" y="957"/>
                    <a:pt x="349" y="959"/>
                  </a:cubicBezTo>
                  <a:cubicBezTo>
                    <a:pt x="335" y="960"/>
                    <a:pt x="321" y="962"/>
                    <a:pt x="307" y="963"/>
                  </a:cubicBezTo>
                  <a:cubicBezTo>
                    <a:pt x="295" y="964"/>
                    <a:pt x="284" y="966"/>
                    <a:pt x="272" y="966"/>
                  </a:cubicBezTo>
                  <a:cubicBezTo>
                    <a:pt x="271" y="966"/>
                    <a:pt x="270" y="966"/>
                    <a:pt x="269" y="966"/>
                  </a:cubicBezTo>
                  <a:cubicBezTo>
                    <a:pt x="264" y="965"/>
                    <a:pt x="260" y="965"/>
                    <a:pt x="256" y="965"/>
                  </a:cubicBezTo>
                  <a:cubicBezTo>
                    <a:pt x="249" y="965"/>
                    <a:pt x="241" y="966"/>
                    <a:pt x="234" y="968"/>
                  </a:cubicBezTo>
                  <a:cubicBezTo>
                    <a:pt x="224" y="971"/>
                    <a:pt x="213" y="970"/>
                    <a:pt x="202" y="971"/>
                  </a:cubicBezTo>
                  <a:cubicBezTo>
                    <a:pt x="196" y="972"/>
                    <a:pt x="190" y="973"/>
                    <a:pt x="183" y="974"/>
                  </a:cubicBezTo>
                  <a:cubicBezTo>
                    <a:pt x="178" y="975"/>
                    <a:pt x="173" y="977"/>
                    <a:pt x="168" y="978"/>
                  </a:cubicBezTo>
                  <a:cubicBezTo>
                    <a:pt x="159" y="980"/>
                    <a:pt x="150" y="982"/>
                    <a:pt x="141" y="985"/>
                  </a:cubicBezTo>
                  <a:cubicBezTo>
                    <a:pt x="130" y="989"/>
                    <a:pt x="119" y="994"/>
                    <a:pt x="106" y="999"/>
                  </a:cubicBezTo>
                  <a:cubicBezTo>
                    <a:pt x="105" y="988"/>
                    <a:pt x="104" y="979"/>
                    <a:pt x="104" y="970"/>
                  </a:cubicBezTo>
                  <a:cubicBezTo>
                    <a:pt x="103" y="963"/>
                    <a:pt x="103" y="956"/>
                    <a:pt x="103" y="949"/>
                  </a:cubicBezTo>
                  <a:cubicBezTo>
                    <a:pt x="103" y="944"/>
                    <a:pt x="103" y="939"/>
                    <a:pt x="104" y="935"/>
                  </a:cubicBezTo>
                  <a:cubicBezTo>
                    <a:pt x="106" y="926"/>
                    <a:pt x="109" y="918"/>
                    <a:pt x="109" y="909"/>
                  </a:cubicBezTo>
                  <a:cubicBezTo>
                    <a:pt x="110" y="902"/>
                    <a:pt x="108" y="894"/>
                    <a:pt x="108" y="886"/>
                  </a:cubicBezTo>
                  <a:cubicBezTo>
                    <a:pt x="107" y="879"/>
                    <a:pt x="106" y="873"/>
                    <a:pt x="106" y="866"/>
                  </a:cubicBezTo>
                  <a:cubicBezTo>
                    <a:pt x="105" y="859"/>
                    <a:pt x="104" y="851"/>
                    <a:pt x="106" y="844"/>
                  </a:cubicBezTo>
                  <a:cubicBezTo>
                    <a:pt x="111" y="829"/>
                    <a:pt x="115" y="815"/>
                    <a:pt x="108" y="799"/>
                  </a:cubicBezTo>
                  <a:cubicBezTo>
                    <a:pt x="106" y="793"/>
                    <a:pt x="106" y="786"/>
                    <a:pt x="106" y="779"/>
                  </a:cubicBezTo>
                  <a:cubicBezTo>
                    <a:pt x="106" y="765"/>
                    <a:pt x="106" y="750"/>
                    <a:pt x="106" y="736"/>
                  </a:cubicBezTo>
                  <a:cubicBezTo>
                    <a:pt x="105" y="715"/>
                    <a:pt x="102" y="695"/>
                    <a:pt x="101" y="674"/>
                  </a:cubicBezTo>
                  <a:cubicBezTo>
                    <a:pt x="100" y="668"/>
                    <a:pt x="100" y="661"/>
                    <a:pt x="100" y="655"/>
                  </a:cubicBezTo>
                  <a:cubicBezTo>
                    <a:pt x="101" y="648"/>
                    <a:pt x="102" y="641"/>
                    <a:pt x="103" y="634"/>
                  </a:cubicBezTo>
                  <a:cubicBezTo>
                    <a:pt x="105" y="624"/>
                    <a:pt x="112" y="615"/>
                    <a:pt x="109" y="602"/>
                  </a:cubicBezTo>
                  <a:cubicBezTo>
                    <a:pt x="106" y="584"/>
                    <a:pt x="106" y="566"/>
                    <a:pt x="106" y="548"/>
                  </a:cubicBezTo>
                  <a:cubicBezTo>
                    <a:pt x="105" y="525"/>
                    <a:pt x="108" y="502"/>
                    <a:pt x="108" y="479"/>
                  </a:cubicBezTo>
                  <a:cubicBezTo>
                    <a:pt x="108" y="455"/>
                    <a:pt x="106" y="432"/>
                    <a:pt x="106" y="408"/>
                  </a:cubicBezTo>
                  <a:cubicBezTo>
                    <a:pt x="106" y="402"/>
                    <a:pt x="111" y="395"/>
                    <a:pt x="110" y="390"/>
                  </a:cubicBezTo>
                  <a:cubicBezTo>
                    <a:pt x="105" y="375"/>
                    <a:pt x="109" y="361"/>
                    <a:pt x="113" y="347"/>
                  </a:cubicBezTo>
                  <a:cubicBezTo>
                    <a:pt x="116" y="338"/>
                    <a:pt x="120" y="334"/>
                    <a:pt x="128" y="334"/>
                  </a:cubicBezTo>
                  <a:cubicBezTo>
                    <a:pt x="131" y="334"/>
                    <a:pt x="134" y="334"/>
                    <a:pt x="137" y="335"/>
                  </a:cubicBezTo>
                  <a:cubicBezTo>
                    <a:pt x="142" y="336"/>
                    <a:pt x="148" y="337"/>
                    <a:pt x="153" y="337"/>
                  </a:cubicBezTo>
                  <a:cubicBezTo>
                    <a:pt x="157" y="337"/>
                    <a:pt x="162" y="336"/>
                    <a:pt x="166" y="336"/>
                  </a:cubicBezTo>
                  <a:cubicBezTo>
                    <a:pt x="168" y="336"/>
                    <a:pt x="172" y="332"/>
                    <a:pt x="173" y="330"/>
                  </a:cubicBezTo>
                  <a:cubicBezTo>
                    <a:pt x="174" y="312"/>
                    <a:pt x="174" y="293"/>
                    <a:pt x="163" y="279"/>
                  </a:cubicBezTo>
                  <a:cubicBezTo>
                    <a:pt x="155" y="269"/>
                    <a:pt x="144" y="259"/>
                    <a:pt x="132" y="256"/>
                  </a:cubicBezTo>
                  <a:cubicBezTo>
                    <a:pt x="124" y="253"/>
                    <a:pt x="115" y="252"/>
                    <a:pt x="106" y="252"/>
                  </a:cubicBezTo>
                  <a:cubicBezTo>
                    <a:pt x="100" y="252"/>
                    <a:pt x="94" y="253"/>
                    <a:pt x="88" y="253"/>
                  </a:cubicBezTo>
                  <a:cubicBezTo>
                    <a:pt x="81" y="253"/>
                    <a:pt x="72" y="257"/>
                    <a:pt x="70" y="262"/>
                  </a:cubicBezTo>
                  <a:cubicBezTo>
                    <a:pt x="62" y="276"/>
                    <a:pt x="55" y="292"/>
                    <a:pt x="51" y="308"/>
                  </a:cubicBezTo>
                  <a:cubicBezTo>
                    <a:pt x="46" y="324"/>
                    <a:pt x="45" y="341"/>
                    <a:pt x="42" y="358"/>
                  </a:cubicBezTo>
                  <a:cubicBezTo>
                    <a:pt x="40" y="375"/>
                    <a:pt x="38" y="392"/>
                    <a:pt x="36" y="409"/>
                  </a:cubicBezTo>
                  <a:cubicBezTo>
                    <a:pt x="35" y="417"/>
                    <a:pt x="35" y="426"/>
                    <a:pt x="34" y="434"/>
                  </a:cubicBezTo>
                  <a:cubicBezTo>
                    <a:pt x="31" y="447"/>
                    <a:pt x="26" y="460"/>
                    <a:pt x="24" y="473"/>
                  </a:cubicBezTo>
                  <a:cubicBezTo>
                    <a:pt x="23" y="494"/>
                    <a:pt x="24" y="514"/>
                    <a:pt x="23" y="535"/>
                  </a:cubicBezTo>
                  <a:cubicBezTo>
                    <a:pt x="22" y="556"/>
                    <a:pt x="20" y="577"/>
                    <a:pt x="19" y="598"/>
                  </a:cubicBezTo>
                  <a:cubicBezTo>
                    <a:pt x="19" y="601"/>
                    <a:pt x="18" y="604"/>
                    <a:pt x="18" y="608"/>
                  </a:cubicBezTo>
                  <a:cubicBezTo>
                    <a:pt x="18" y="624"/>
                    <a:pt x="18" y="641"/>
                    <a:pt x="13" y="658"/>
                  </a:cubicBezTo>
                  <a:cubicBezTo>
                    <a:pt x="8" y="672"/>
                    <a:pt x="12" y="690"/>
                    <a:pt x="12" y="706"/>
                  </a:cubicBezTo>
                  <a:cubicBezTo>
                    <a:pt x="12" y="736"/>
                    <a:pt x="12" y="765"/>
                    <a:pt x="12" y="795"/>
                  </a:cubicBezTo>
                  <a:cubicBezTo>
                    <a:pt x="12" y="807"/>
                    <a:pt x="12" y="820"/>
                    <a:pt x="11" y="832"/>
                  </a:cubicBezTo>
                  <a:cubicBezTo>
                    <a:pt x="11" y="844"/>
                    <a:pt x="6" y="856"/>
                    <a:pt x="8" y="868"/>
                  </a:cubicBezTo>
                  <a:cubicBezTo>
                    <a:pt x="10" y="892"/>
                    <a:pt x="0" y="917"/>
                    <a:pt x="9" y="941"/>
                  </a:cubicBezTo>
                  <a:cubicBezTo>
                    <a:pt x="10" y="943"/>
                    <a:pt x="9" y="945"/>
                    <a:pt x="9" y="947"/>
                  </a:cubicBezTo>
                  <a:cubicBezTo>
                    <a:pt x="9" y="963"/>
                    <a:pt x="6" y="979"/>
                    <a:pt x="7" y="995"/>
                  </a:cubicBezTo>
                  <a:cubicBezTo>
                    <a:pt x="8" y="1009"/>
                    <a:pt x="9" y="1025"/>
                    <a:pt x="17" y="1035"/>
                  </a:cubicBezTo>
                  <a:cubicBezTo>
                    <a:pt x="35" y="1062"/>
                    <a:pt x="62" y="1078"/>
                    <a:pt x="95" y="1078"/>
                  </a:cubicBezTo>
                  <a:cubicBezTo>
                    <a:pt x="95" y="1078"/>
                    <a:pt x="96" y="1078"/>
                    <a:pt x="97" y="1078"/>
                  </a:cubicBezTo>
                  <a:cubicBezTo>
                    <a:pt x="121" y="1078"/>
                    <a:pt x="144" y="1073"/>
                    <a:pt x="167" y="1071"/>
                  </a:cubicBezTo>
                  <a:cubicBezTo>
                    <a:pt x="188" y="1068"/>
                    <a:pt x="209" y="1066"/>
                    <a:pt x="230" y="1064"/>
                  </a:cubicBezTo>
                  <a:cubicBezTo>
                    <a:pt x="234" y="1064"/>
                    <a:pt x="238" y="1063"/>
                    <a:pt x="243" y="1063"/>
                  </a:cubicBezTo>
                  <a:cubicBezTo>
                    <a:pt x="257" y="1062"/>
                    <a:pt x="271" y="1062"/>
                    <a:pt x="286" y="1061"/>
                  </a:cubicBezTo>
                  <a:cubicBezTo>
                    <a:pt x="289" y="1061"/>
                    <a:pt x="293" y="1061"/>
                    <a:pt x="296" y="1060"/>
                  </a:cubicBezTo>
                  <a:cubicBezTo>
                    <a:pt x="305" y="1059"/>
                    <a:pt x="315" y="1056"/>
                    <a:pt x="324" y="1055"/>
                  </a:cubicBezTo>
                  <a:cubicBezTo>
                    <a:pt x="341" y="1054"/>
                    <a:pt x="358" y="1054"/>
                    <a:pt x="375" y="1053"/>
                  </a:cubicBezTo>
                  <a:cubicBezTo>
                    <a:pt x="391" y="1052"/>
                    <a:pt x="406" y="1049"/>
                    <a:pt x="422" y="1048"/>
                  </a:cubicBezTo>
                  <a:cubicBezTo>
                    <a:pt x="426" y="1047"/>
                    <a:pt x="431" y="1047"/>
                    <a:pt x="436" y="1047"/>
                  </a:cubicBezTo>
                  <a:cubicBezTo>
                    <a:pt x="440" y="1047"/>
                    <a:pt x="443" y="1047"/>
                    <a:pt x="447" y="1047"/>
                  </a:cubicBezTo>
                  <a:cubicBezTo>
                    <a:pt x="450" y="1047"/>
                    <a:pt x="454" y="1048"/>
                    <a:pt x="457" y="1048"/>
                  </a:cubicBezTo>
                  <a:cubicBezTo>
                    <a:pt x="459" y="1048"/>
                    <a:pt x="461" y="1048"/>
                    <a:pt x="463" y="1047"/>
                  </a:cubicBezTo>
                  <a:cubicBezTo>
                    <a:pt x="492" y="1047"/>
                    <a:pt x="520" y="1046"/>
                    <a:pt x="549" y="1045"/>
                  </a:cubicBezTo>
                  <a:cubicBezTo>
                    <a:pt x="565" y="1045"/>
                    <a:pt x="582" y="1045"/>
                    <a:pt x="599" y="1043"/>
                  </a:cubicBezTo>
                  <a:cubicBezTo>
                    <a:pt x="600" y="1043"/>
                    <a:pt x="602" y="1043"/>
                    <a:pt x="604" y="1043"/>
                  </a:cubicBezTo>
                  <a:cubicBezTo>
                    <a:pt x="616" y="1043"/>
                    <a:pt x="626" y="1048"/>
                    <a:pt x="638" y="1050"/>
                  </a:cubicBezTo>
                  <a:cubicBezTo>
                    <a:pt x="668" y="1053"/>
                    <a:pt x="698" y="1055"/>
                    <a:pt x="729" y="1056"/>
                  </a:cubicBezTo>
                  <a:cubicBezTo>
                    <a:pt x="733" y="1056"/>
                    <a:pt x="738" y="1057"/>
                    <a:pt x="742" y="1057"/>
                  </a:cubicBezTo>
                  <a:cubicBezTo>
                    <a:pt x="750" y="1057"/>
                    <a:pt x="757" y="1056"/>
                    <a:pt x="764" y="1054"/>
                  </a:cubicBezTo>
                  <a:cubicBezTo>
                    <a:pt x="780" y="1050"/>
                    <a:pt x="794" y="1043"/>
                    <a:pt x="809" y="1038"/>
                  </a:cubicBezTo>
                  <a:cubicBezTo>
                    <a:pt x="811" y="1037"/>
                    <a:pt x="813" y="1036"/>
                    <a:pt x="814" y="1034"/>
                  </a:cubicBezTo>
                  <a:cubicBezTo>
                    <a:pt x="825" y="1017"/>
                    <a:pt x="828" y="998"/>
                    <a:pt x="821" y="980"/>
                  </a:cubicBezTo>
                  <a:cubicBezTo>
                    <a:pt x="817" y="970"/>
                    <a:pt x="807" y="961"/>
                    <a:pt x="798" y="954"/>
                  </a:cubicBezTo>
                  <a:cubicBezTo>
                    <a:pt x="776" y="937"/>
                    <a:pt x="751" y="929"/>
                    <a:pt x="724" y="923"/>
                  </a:cubicBezTo>
                  <a:cubicBezTo>
                    <a:pt x="717" y="921"/>
                    <a:pt x="707" y="919"/>
                    <a:pt x="705" y="915"/>
                  </a:cubicBezTo>
                  <a:cubicBezTo>
                    <a:pt x="699" y="905"/>
                    <a:pt x="696" y="894"/>
                    <a:pt x="694" y="883"/>
                  </a:cubicBezTo>
                  <a:cubicBezTo>
                    <a:pt x="690" y="860"/>
                    <a:pt x="693" y="836"/>
                    <a:pt x="684" y="814"/>
                  </a:cubicBezTo>
                  <a:cubicBezTo>
                    <a:pt x="683" y="811"/>
                    <a:pt x="682" y="808"/>
                    <a:pt x="682" y="805"/>
                  </a:cubicBezTo>
                  <a:cubicBezTo>
                    <a:pt x="686" y="782"/>
                    <a:pt x="671" y="771"/>
                    <a:pt x="655" y="762"/>
                  </a:cubicBezTo>
                  <a:cubicBezTo>
                    <a:pt x="638" y="751"/>
                    <a:pt x="620" y="741"/>
                    <a:pt x="601" y="733"/>
                  </a:cubicBezTo>
                  <a:cubicBezTo>
                    <a:pt x="583" y="725"/>
                    <a:pt x="565" y="720"/>
                    <a:pt x="546" y="714"/>
                  </a:cubicBezTo>
                  <a:cubicBezTo>
                    <a:pt x="539" y="711"/>
                    <a:pt x="532" y="708"/>
                    <a:pt x="525" y="707"/>
                  </a:cubicBezTo>
                  <a:cubicBezTo>
                    <a:pt x="510" y="706"/>
                    <a:pt x="495" y="707"/>
                    <a:pt x="480" y="706"/>
                  </a:cubicBezTo>
                  <a:cubicBezTo>
                    <a:pt x="468" y="706"/>
                    <a:pt x="465" y="702"/>
                    <a:pt x="471" y="691"/>
                  </a:cubicBezTo>
                  <a:cubicBezTo>
                    <a:pt x="480" y="674"/>
                    <a:pt x="492" y="658"/>
                    <a:pt x="499" y="640"/>
                  </a:cubicBezTo>
                  <a:cubicBezTo>
                    <a:pt x="509" y="616"/>
                    <a:pt x="531" y="602"/>
                    <a:pt x="547" y="583"/>
                  </a:cubicBezTo>
                  <a:cubicBezTo>
                    <a:pt x="558" y="569"/>
                    <a:pt x="579" y="565"/>
                    <a:pt x="584" y="545"/>
                  </a:cubicBezTo>
                  <a:cubicBezTo>
                    <a:pt x="585" y="541"/>
                    <a:pt x="593" y="537"/>
                    <a:pt x="598" y="534"/>
                  </a:cubicBezTo>
                  <a:cubicBezTo>
                    <a:pt x="615" y="521"/>
                    <a:pt x="635" y="510"/>
                    <a:pt x="640" y="486"/>
                  </a:cubicBezTo>
                  <a:cubicBezTo>
                    <a:pt x="643" y="472"/>
                    <a:pt x="637" y="454"/>
                    <a:pt x="625" y="451"/>
                  </a:cubicBezTo>
                  <a:cubicBezTo>
                    <a:pt x="612" y="448"/>
                    <a:pt x="599" y="448"/>
                    <a:pt x="585" y="446"/>
                  </a:cubicBezTo>
                  <a:cubicBezTo>
                    <a:pt x="581" y="445"/>
                    <a:pt x="575" y="443"/>
                    <a:pt x="572" y="440"/>
                  </a:cubicBezTo>
                  <a:cubicBezTo>
                    <a:pt x="571" y="438"/>
                    <a:pt x="573" y="431"/>
                    <a:pt x="575" y="428"/>
                  </a:cubicBezTo>
                  <a:cubicBezTo>
                    <a:pt x="585" y="412"/>
                    <a:pt x="595" y="396"/>
                    <a:pt x="605" y="381"/>
                  </a:cubicBezTo>
                  <a:cubicBezTo>
                    <a:pt x="614" y="368"/>
                    <a:pt x="624" y="356"/>
                    <a:pt x="634" y="344"/>
                  </a:cubicBezTo>
                  <a:cubicBezTo>
                    <a:pt x="646" y="330"/>
                    <a:pt x="652" y="314"/>
                    <a:pt x="651" y="296"/>
                  </a:cubicBezTo>
                  <a:cubicBezTo>
                    <a:pt x="649" y="279"/>
                    <a:pt x="646" y="270"/>
                    <a:pt x="626" y="270"/>
                  </a:cubicBezTo>
                  <a:cubicBezTo>
                    <a:pt x="625" y="270"/>
                    <a:pt x="624" y="270"/>
                    <a:pt x="623" y="270"/>
                  </a:cubicBezTo>
                  <a:cubicBezTo>
                    <a:pt x="598" y="270"/>
                    <a:pt x="573" y="271"/>
                    <a:pt x="548" y="274"/>
                  </a:cubicBezTo>
                  <a:cubicBezTo>
                    <a:pt x="527" y="277"/>
                    <a:pt x="506" y="282"/>
                    <a:pt x="484" y="285"/>
                  </a:cubicBezTo>
                  <a:cubicBezTo>
                    <a:pt x="483" y="285"/>
                    <a:pt x="481" y="285"/>
                    <a:pt x="479" y="285"/>
                  </a:cubicBezTo>
                  <a:cubicBezTo>
                    <a:pt x="474" y="285"/>
                    <a:pt x="469" y="285"/>
                    <a:pt x="467" y="282"/>
                  </a:cubicBezTo>
                  <a:cubicBezTo>
                    <a:pt x="462" y="276"/>
                    <a:pt x="469" y="271"/>
                    <a:pt x="473" y="265"/>
                  </a:cubicBezTo>
                  <a:cubicBezTo>
                    <a:pt x="481" y="255"/>
                    <a:pt x="500" y="253"/>
                    <a:pt x="499" y="235"/>
                  </a:cubicBezTo>
                  <a:cubicBezTo>
                    <a:pt x="499" y="235"/>
                    <a:pt x="500" y="234"/>
                    <a:pt x="500" y="234"/>
                  </a:cubicBezTo>
                  <a:cubicBezTo>
                    <a:pt x="512" y="229"/>
                    <a:pt x="523" y="223"/>
                    <a:pt x="534" y="219"/>
                  </a:cubicBezTo>
                  <a:cubicBezTo>
                    <a:pt x="545" y="215"/>
                    <a:pt x="555" y="213"/>
                    <a:pt x="565" y="209"/>
                  </a:cubicBezTo>
                  <a:cubicBezTo>
                    <a:pt x="587" y="199"/>
                    <a:pt x="608" y="189"/>
                    <a:pt x="628" y="178"/>
                  </a:cubicBezTo>
                  <a:cubicBezTo>
                    <a:pt x="648" y="168"/>
                    <a:pt x="670" y="160"/>
                    <a:pt x="688" y="146"/>
                  </a:cubicBezTo>
                  <a:cubicBezTo>
                    <a:pt x="707" y="131"/>
                    <a:pt x="723" y="112"/>
                    <a:pt x="740" y="95"/>
                  </a:cubicBezTo>
                  <a:cubicBezTo>
                    <a:pt x="755" y="80"/>
                    <a:pt x="756" y="62"/>
                    <a:pt x="753" y="44"/>
                  </a:cubicBezTo>
                  <a:cubicBezTo>
                    <a:pt x="752" y="38"/>
                    <a:pt x="743" y="30"/>
                    <a:pt x="736" y="27"/>
                  </a:cubicBezTo>
                  <a:cubicBezTo>
                    <a:pt x="723" y="21"/>
                    <a:pt x="709" y="19"/>
                    <a:pt x="695" y="14"/>
                  </a:cubicBezTo>
                  <a:cubicBezTo>
                    <a:pt x="683" y="10"/>
                    <a:pt x="672" y="0"/>
                    <a:pt x="6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272">
              <a:extLst>
                <a:ext uri="{FF2B5EF4-FFF2-40B4-BE49-F238E27FC236}">
                  <a16:creationId xmlns:a16="http://schemas.microsoft.com/office/drawing/2014/main" id="{4DDF9AC5-16DF-ECF2-CC3C-7574DC7F5CB4}"/>
                </a:ext>
              </a:extLst>
            </p:cNvPr>
            <p:cNvSpPr>
              <a:spLocks/>
            </p:cNvSpPr>
            <p:nvPr/>
          </p:nvSpPr>
          <p:spPr bwMode="auto">
            <a:xfrm>
              <a:off x="3183929" y="1612381"/>
              <a:ext cx="293205" cy="333465"/>
            </a:xfrm>
            <a:custGeom>
              <a:avLst/>
              <a:gdLst>
                <a:gd name="T0" fmla="*/ 290 w 805"/>
                <a:gd name="T1" fmla="*/ 60 h 913"/>
                <a:gd name="T2" fmla="*/ 304 w 805"/>
                <a:gd name="T3" fmla="*/ 216 h 913"/>
                <a:gd name="T4" fmla="*/ 292 w 805"/>
                <a:gd name="T5" fmla="*/ 336 h 913"/>
                <a:gd name="T6" fmla="*/ 278 w 805"/>
                <a:gd name="T7" fmla="*/ 420 h 913"/>
                <a:gd name="T8" fmla="*/ 142 w 805"/>
                <a:gd name="T9" fmla="*/ 460 h 913"/>
                <a:gd name="T10" fmla="*/ 130 w 805"/>
                <a:gd name="T11" fmla="*/ 461 h 913"/>
                <a:gd name="T12" fmla="*/ 107 w 805"/>
                <a:gd name="T13" fmla="*/ 466 h 913"/>
                <a:gd name="T14" fmla="*/ 7 w 805"/>
                <a:gd name="T15" fmla="*/ 478 h 913"/>
                <a:gd name="T16" fmla="*/ 42 w 805"/>
                <a:gd name="T17" fmla="*/ 562 h 913"/>
                <a:gd name="T18" fmla="*/ 182 w 805"/>
                <a:gd name="T19" fmla="*/ 563 h 913"/>
                <a:gd name="T20" fmla="*/ 240 w 805"/>
                <a:gd name="T21" fmla="*/ 560 h 913"/>
                <a:gd name="T22" fmla="*/ 195 w 805"/>
                <a:gd name="T23" fmla="*/ 660 h 913"/>
                <a:gd name="T24" fmla="*/ 135 w 805"/>
                <a:gd name="T25" fmla="*/ 729 h 913"/>
                <a:gd name="T26" fmla="*/ 63 w 805"/>
                <a:gd name="T27" fmla="*/ 795 h 913"/>
                <a:gd name="T28" fmla="*/ 16 w 805"/>
                <a:gd name="T29" fmla="*/ 829 h 913"/>
                <a:gd name="T30" fmla="*/ 36 w 805"/>
                <a:gd name="T31" fmla="*/ 883 h 913"/>
                <a:gd name="T32" fmla="*/ 156 w 805"/>
                <a:gd name="T33" fmla="*/ 879 h 913"/>
                <a:gd name="T34" fmla="*/ 295 w 805"/>
                <a:gd name="T35" fmla="*/ 805 h 913"/>
                <a:gd name="T36" fmla="*/ 426 w 805"/>
                <a:gd name="T37" fmla="*/ 646 h 913"/>
                <a:gd name="T38" fmla="*/ 458 w 805"/>
                <a:gd name="T39" fmla="*/ 643 h 913"/>
                <a:gd name="T40" fmla="*/ 553 w 805"/>
                <a:gd name="T41" fmla="*/ 730 h 913"/>
                <a:gd name="T42" fmla="*/ 639 w 805"/>
                <a:gd name="T43" fmla="*/ 829 h 913"/>
                <a:gd name="T44" fmla="*/ 733 w 805"/>
                <a:gd name="T45" fmla="*/ 913 h 913"/>
                <a:gd name="T46" fmla="*/ 781 w 805"/>
                <a:gd name="T47" fmla="*/ 832 h 913"/>
                <a:gd name="T48" fmla="*/ 799 w 805"/>
                <a:gd name="T49" fmla="*/ 733 h 913"/>
                <a:gd name="T50" fmla="*/ 759 w 805"/>
                <a:gd name="T51" fmla="*/ 650 h 913"/>
                <a:gd name="T52" fmla="*/ 668 w 805"/>
                <a:gd name="T53" fmla="*/ 578 h 913"/>
                <a:gd name="T54" fmla="*/ 581 w 805"/>
                <a:gd name="T55" fmla="*/ 547 h 913"/>
                <a:gd name="T56" fmla="*/ 530 w 805"/>
                <a:gd name="T57" fmla="*/ 547 h 913"/>
                <a:gd name="T58" fmla="*/ 486 w 805"/>
                <a:gd name="T59" fmla="*/ 545 h 913"/>
                <a:gd name="T60" fmla="*/ 465 w 805"/>
                <a:gd name="T61" fmla="*/ 507 h 913"/>
                <a:gd name="T62" fmla="*/ 528 w 805"/>
                <a:gd name="T63" fmla="*/ 453 h 913"/>
                <a:gd name="T64" fmla="*/ 681 w 805"/>
                <a:gd name="T65" fmla="*/ 385 h 913"/>
                <a:gd name="T66" fmla="*/ 742 w 805"/>
                <a:gd name="T67" fmla="*/ 367 h 913"/>
                <a:gd name="T68" fmla="*/ 794 w 805"/>
                <a:gd name="T69" fmla="*/ 326 h 913"/>
                <a:gd name="T70" fmla="*/ 779 w 805"/>
                <a:gd name="T71" fmla="*/ 281 h 913"/>
                <a:gd name="T72" fmla="*/ 763 w 805"/>
                <a:gd name="T73" fmla="*/ 217 h 913"/>
                <a:gd name="T74" fmla="*/ 654 w 805"/>
                <a:gd name="T75" fmla="*/ 238 h 913"/>
                <a:gd name="T76" fmla="*/ 612 w 805"/>
                <a:gd name="T77" fmla="*/ 252 h 913"/>
                <a:gd name="T78" fmla="*/ 599 w 805"/>
                <a:gd name="T79" fmla="*/ 256 h 913"/>
                <a:gd name="T80" fmla="*/ 513 w 805"/>
                <a:gd name="T81" fmla="*/ 294 h 913"/>
                <a:gd name="T82" fmla="*/ 497 w 805"/>
                <a:gd name="T83" fmla="*/ 298 h 913"/>
                <a:gd name="T84" fmla="*/ 488 w 805"/>
                <a:gd name="T85" fmla="*/ 239 h 913"/>
                <a:gd name="T86" fmla="*/ 492 w 805"/>
                <a:gd name="T87" fmla="*/ 171 h 913"/>
                <a:gd name="T88" fmla="*/ 461 w 805"/>
                <a:gd name="T89" fmla="*/ 39 h 913"/>
                <a:gd name="T90" fmla="*/ 386 w 805"/>
                <a:gd name="T91"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5" h="913">
                  <a:moveTo>
                    <a:pt x="386" y="0"/>
                  </a:moveTo>
                  <a:cubicBezTo>
                    <a:pt x="370" y="0"/>
                    <a:pt x="355" y="6"/>
                    <a:pt x="341" y="15"/>
                  </a:cubicBezTo>
                  <a:cubicBezTo>
                    <a:pt x="323" y="28"/>
                    <a:pt x="307" y="45"/>
                    <a:pt x="290" y="60"/>
                  </a:cubicBezTo>
                  <a:cubicBezTo>
                    <a:pt x="279" y="70"/>
                    <a:pt x="280" y="79"/>
                    <a:pt x="291" y="88"/>
                  </a:cubicBezTo>
                  <a:cubicBezTo>
                    <a:pt x="295" y="91"/>
                    <a:pt x="300" y="95"/>
                    <a:pt x="300" y="100"/>
                  </a:cubicBezTo>
                  <a:cubicBezTo>
                    <a:pt x="304" y="138"/>
                    <a:pt x="308" y="177"/>
                    <a:pt x="304" y="216"/>
                  </a:cubicBezTo>
                  <a:cubicBezTo>
                    <a:pt x="302" y="226"/>
                    <a:pt x="301" y="235"/>
                    <a:pt x="301" y="245"/>
                  </a:cubicBezTo>
                  <a:cubicBezTo>
                    <a:pt x="301" y="262"/>
                    <a:pt x="299" y="279"/>
                    <a:pt x="296" y="295"/>
                  </a:cubicBezTo>
                  <a:cubicBezTo>
                    <a:pt x="293" y="309"/>
                    <a:pt x="293" y="322"/>
                    <a:pt x="292" y="336"/>
                  </a:cubicBezTo>
                  <a:cubicBezTo>
                    <a:pt x="291" y="348"/>
                    <a:pt x="291" y="360"/>
                    <a:pt x="287" y="371"/>
                  </a:cubicBezTo>
                  <a:cubicBezTo>
                    <a:pt x="285" y="379"/>
                    <a:pt x="283" y="385"/>
                    <a:pt x="284" y="394"/>
                  </a:cubicBezTo>
                  <a:cubicBezTo>
                    <a:pt x="285" y="403"/>
                    <a:pt x="287" y="415"/>
                    <a:pt x="278" y="420"/>
                  </a:cubicBezTo>
                  <a:cubicBezTo>
                    <a:pt x="264" y="427"/>
                    <a:pt x="248" y="432"/>
                    <a:pt x="233" y="437"/>
                  </a:cubicBezTo>
                  <a:cubicBezTo>
                    <a:pt x="218" y="442"/>
                    <a:pt x="203" y="447"/>
                    <a:pt x="189" y="450"/>
                  </a:cubicBezTo>
                  <a:cubicBezTo>
                    <a:pt x="173" y="454"/>
                    <a:pt x="157" y="458"/>
                    <a:pt x="142" y="460"/>
                  </a:cubicBezTo>
                  <a:cubicBezTo>
                    <a:pt x="139" y="461"/>
                    <a:pt x="136" y="461"/>
                    <a:pt x="133" y="461"/>
                  </a:cubicBezTo>
                  <a:cubicBezTo>
                    <a:pt x="132" y="461"/>
                    <a:pt x="132" y="461"/>
                    <a:pt x="132" y="461"/>
                  </a:cubicBezTo>
                  <a:cubicBezTo>
                    <a:pt x="131" y="461"/>
                    <a:pt x="131" y="461"/>
                    <a:pt x="130" y="461"/>
                  </a:cubicBezTo>
                  <a:cubicBezTo>
                    <a:pt x="124" y="461"/>
                    <a:pt x="117" y="461"/>
                    <a:pt x="111" y="466"/>
                  </a:cubicBezTo>
                  <a:cubicBezTo>
                    <a:pt x="110" y="467"/>
                    <a:pt x="110" y="467"/>
                    <a:pt x="109" y="467"/>
                  </a:cubicBezTo>
                  <a:cubicBezTo>
                    <a:pt x="109" y="467"/>
                    <a:pt x="108" y="466"/>
                    <a:pt x="107" y="466"/>
                  </a:cubicBezTo>
                  <a:cubicBezTo>
                    <a:pt x="85" y="457"/>
                    <a:pt x="62" y="455"/>
                    <a:pt x="40" y="455"/>
                  </a:cubicBezTo>
                  <a:cubicBezTo>
                    <a:pt x="36" y="455"/>
                    <a:pt x="33" y="455"/>
                    <a:pt x="29" y="456"/>
                  </a:cubicBezTo>
                  <a:cubicBezTo>
                    <a:pt x="10" y="456"/>
                    <a:pt x="8" y="458"/>
                    <a:pt x="7" y="478"/>
                  </a:cubicBezTo>
                  <a:cubicBezTo>
                    <a:pt x="7" y="480"/>
                    <a:pt x="6" y="482"/>
                    <a:pt x="6" y="484"/>
                  </a:cubicBezTo>
                  <a:cubicBezTo>
                    <a:pt x="5" y="498"/>
                    <a:pt x="0" y="511"/>
                    <a:pt x="5" y="528"/>
                  </a:cubicBezTo>
                  <a:cubicBezTo>
                    <a:pt x="12" y="548"/>
                    <a:pt x="27" y="557"/>
                    <a:pt x="42" y="562"/>
                  </a:cubicBezTo>
                  <a:cubicBezTo>
                    <a:pt x="61" y="568"/>
                    <a:pt x="82" y="570"/>
                    <a:pt x="102" y="570"/>
                  </a:cubicBezTo>
                  <a:cubicBezTo>
                    <a:pt x="104" y="570"/>
                    <a:pt x="105" y="570"/>
                    <a:pt x="107" y="570"/>
                  </a:cubicBezTo>
                  <a:cubicBezTo>
                    <a:pt x="132" y="570"/>
                    <a:pt x="157" y="566"/>
                    <a:pt x="182" y="563"/>
                  </a:cubicBezTo>
                  <a:cubicBezTo>
                    <a:pt x="193" y="562"/>
                    <a:pt x="204" y="560"/>
                    <a:pt x="215" y="559"/>
                  </a:cubicBezTo>
                  <a:cubicBezTo>
                    <a:pt x="218" y="559"/>
                    <a:pt x="221" y="559"/>
                    <a:pt x="225" y="559"/>
                  </a:cubicBezTo>
                  <a:cubicBezTo>
                    <a:pt x="230" y="559"/>
                    <a:pt x="235" y="559"/>
                    <a:pt x="240" y="560"/>
                  </a:cubicBezTo>
                  <a:cubicBezTo>
                    <a:pt x="241" y="560"/>
                    <a:pt x="243" y="565"/>
                    <a:pt x="243" y="568"/>
                  </a:cubicBezTo>
                  <a:cubicBezTo>
                    <a:pt x="240" y="578"/>
                    <a:pt x="238" y="591"/>
                    <a:pt x="231" y="598"/>
                  </a:cubicBezTo>
                  <a:cubicBezTo>
                    <a:pt x="215" y="616"/>
                    <a:pt x="215" y="645"/>
                    <a:pt x="195" y="660"/>
                  </a:cubicBezTo>
                  <a:cubicBezTo>
                    <a:pt x="194" y="661"/>
                    <a:pt x="194" y="663"/>
                    <a:pt x="194" y="664"/>
                  </a:cubicBezTo>
                  <a:cubicBezTo>
                    <a:pt x="188" y="680"/>
                    <a:pt x="176" y="691"/>
                    <a:pt x="164" y="702"/>
                  </a:cubicBezTo>
                  <a:cubicBezTo>
                    <a:pt x="155" y="711"/>
                    <a:pt x="144" y="720"/>
                    <a:pt x="135" y="729"/>
                  </a:cubicBezTo>
                  <a:cubicBezTo>
                    <a:pt x="127" y="737"/>
                    <a:pt x="122" y="748"/>
                    <a:pt x="113" y="754"/>
                  </a:cubicBezTo>
                  <a:cubicBezTo>
                    <a:pt x="100" y="763"/>
                    <a:pt x="92" y="781"/>
                    <a:pt x="76" y="786"/>
                  </a:cubicBezTo>
                  <a:cubicBezTo>
                    <a:pt x="71" y="787"/>
                    <a:pt x="67" y="791"/>
                    <a:pt x="63" y="795"/>
                  </a:cubicBezTo>
                  <a:cubicBezTo>
                    <a:pt x="54" y="802"/>
                    <a:pt x="46" y="810"/>
                    <a:pt x="37" y="817"/>
                  </a:cubicBezTo>
                  <a:cubicBezTo>
                    <a:pt x="35" y="819"/>
                    <a:pt x="31" y="818"/>
                    <a:pt x="28" y="820"/>
                  </a:cubicBezTo>
                  <a:cubicBezTo>
                    <a:pt x="23" y="822"/>
                    <a:pt x="17" y="825"/>
                    <a:pt x="16" y="829"/>
                  </a:cubicBezTo>
                  <a:cubicBezTo>
                    <a:pt x="15" y="835"/>
                    <a:pt x="17" y="846"/>
                    <a:pt x="20" y="848"/>
                  </a:cubicBezTo>
                  <a:cubicBezTo>
                    <a:pt x="30" y="853"/>
                    <a:pt x="29" y="860"/>
                    <a:pt x="27" y="868"/>
                  </a:cubicBezTo>
                  <a:cubicBezTo>
                    <a:pt x="25" y="876"/>
                    <a:pt x="29" y="881"/>
                    <a:pt x="36" y="883"/>
                  </a:cubicBezTo>
                  <a:cubicBezTo>
                    <a:pt x="50" y="888"/>
                    <a:pt x="64" y="894"/>
                    <a:pt x="78" y="896"/>
                  </a:cubicBezTo>
                  <a:cubicBezTo>
                    <a:pt x="84" y="896"/>
                    <a:pt x="89" y="897"/>
                    <a:pt x="95" y="897"/>
                  </a:cubicBezTo>
                  <a:cubicBezTo>
                    <a:pt x="116" y="897"/>
                    <a:pt x="137" y="891"/>
                    <a:pt x="156" y="879"/>
                  </a:cubicBezTo>
                  <a:cubicBezTo>
                    <a:pt x="177" y="867"/>
                    <a:pt x="198" y="855"/>
                    <a:pt x="220" y="844"/>
                  </a:cubicBezTo>
                  <a:cubicBezTo>
                    <a:pt x="227" y="839"/>
                    <a:pt x="236" y="836"/>
                    <a:pt x="244" y="832"/>
                  </a:cubicBezTo>
                  <a:cubicBezTo>
                    <a:pt x="261" y="823"/>
                    <a:pt x="278" y="814"/>
                    <a:pt x="295" y="805"/>
                  </a:cubicBezTo>
                  <a:cubicBezTo>
                    <a:pt x="307" y="799"/>
                    <a:pt x="319" y="794"/>
                    <a:pt x="328" y="785"/>
                  </a:cubicBezTo>
                  <a:cubicBezTo>
                    <a:pt x="350" y="760"/>
                    <a:pt x="375" y="737"/>
                    <a:pt x="391" y="706"/>
                  </a:cubicBezTo>
                  <a:cubicBezTo>
                    <a:pt x="402" y="685"/>
                    <a:pt x="415" y="666"/>
                    <a:pt x="426" y="646"/>
                  </a:cubicBezTo>
                  <a:cubicBezTo>
                    <a:pt x="430" y="639"/>
                    <a:pt x="433" y="636"/>
                    <a:pt x="439" y="636"/>
                  </a:cubicBezTo>
                  <a:cubicBezTo>
                    <a:pt x="440" y="636"/>
                    <a:pt x="441" y="636"/>
                    <a:pt x="442" y="636"/>
                  </a:cubicBezTo>
                  <a:cubicBezTo>
                    <a:pt x="448" y="637"/>
                    <a:pt x="453" y="639"/>
                    <a:pt x="458" y="643"/>
                  </a:cubicBezTo>
                  <a:cubicBezTo>
                    <a:pt x="469" y="651"/>
                    <a:pt x="480" y="660"/>
                    <a:pt x="491" y="669"/>
                  </a:cubicBezTo>
                  <a:cubicBezTo>
                    <a:pt x="503" y="679"/>
                    <a:pt x="516" y="686"/>
                    <a:pt x="525" y="698"/>
                  </a:cubicBezTo>
                  <a:cubicBezTo>
                    <a:pt x="534" y="709"/>
                    <a:pt x="542" y="720"/>
                    <a:pt x="553" y="730"/>
                  </a:cubicBezTo>
                  <a:cubicBezTo>
                    <a:pt x="567" y="742"/>
                    <a:pt x="578" y="760"/>
                    <a:pt x="591" y="774"/>
                  </a:cubicBezTo>
                  <a:cubicBezTo>
                    <a:pt x="598" y="782"/>
                    <a:pt x="607" y="787"/>
                    <a:pt x="614" y="794"/>
                  </a:cubicBezTo>
                  <a:cubicBezTo>
                    <a:pt x="623" y="805"/>
                    <a:pt x="631" y="817"/>
                    <a:pt x="639" y="829"/>
                  </a:cubicBezTo>
                  <a:cubicBezTo>
                    <a:pt x="649" y="841"/>
                    <a:pt x="658" y="855"/>
                    <a:pt x="669" y="865"/>
                  </a:cubicBezTo>
                  <a:cubicBezTo>
                    <a:pt x="684" y="881"/>
                    <a:pt x="700" y="895"/>
                    <a:pt x="718" y="907"/>
                  </a:cubicBezTo>
                  <a:cubicBezTo>
                    <a:pt x="724" y="911"/>
                    <a:pt x="729" y="913"/>
                    <a:pt x="733" y="913"/>
                  </a:cubicBezTo>
                  <a:cubicBezTo>
                    <a:pt x="738" y="913"/>
                    <a:pt x="743" y="910"/>
                    <a:pt x="748" y="903"/>
                  </a:cubicBezTo>
                  <a:cubicBezTo>
                    <a:pt x="755" y="892"/>
                    <a:pt x="761" y="879"/>
                    <a:pt x="766" y="866"/>
                  </a:cubicBezTo>
                  <a:cubicBezTo>
                    <a:pt x="771" y="855"/>
                    <a:pt x="774" y="841"/>
                    <a:pt x="781" y="832"/>
                  </a:cubicBezTo>
                  <a:cubicBezTo>
                    <a:pt x="786" y="824"/>
                    <a:pt x="788" y="817"/>
                    <a:pt x="788" y="808"/>
                  </a:cubicBezTo>
                  <a:cubicBezTo>
                    <a:pt x="788" y="805"/>
                    <a:pt x="790" y="801"/>
                    <a:pt x="791" y="798"/>
                  </a:cubicBezTo>
                  <a:cubicBezTo>
                    <a:pt x="799" y="777"/>
                    <a:pt x="805" y="756"/>
                    <a:pt x="799" y="733"/>
                  </a:cubicBezTo>
                  <a:cubicBezTo>
                    <a:pt x="798" y="728"/>
                    <a:pt x="798" y="723"/>
                    <a:pt x="797" y="718"/>
                  </a:cubicBezTo>
                  <a:cubicBezTo>
                    <a:pt x="793" y="707"/>
                    <a:pt x="790" y="695"/>
                    <a:pt x="784" y="685"/>
                  </a:cubicBezTo>
                  <a:cubicBezTo>
                    <a:pt x="777" y="672"/>
                    <a:pt x="769" y="661"/>
                    <a:pt x="759" y="650"/>
                  </a:cubicBezTo>
                  <a:cubicBezTo>
                    <a:pt x="749" y="637"/>
                    <a:pt x="739" y="625"/>
                    <a:pt x="727" y="615"/>
                  </a:cubicBezTo>
                  <a:cubicBezTo>
                    <a:pt x="713" y="604"/>
                    <a:pt x="697" y="595"/>
                    <a:pt x="682" y="585"/>
                  </a:cubicBezTo>
                  <a:cubicBezTo>
                    <a:pt x="677" y="582"/>
                    <a:pt x="672" y="581"/>
                    <a:pt x="668" y="578"/>
                  </a:cubicBezTo>
                  <a:cubicBezTo>
                    <a:pt x="650" y="565"/>
                    <a:pt x="632" y="553"/>
                    <a:pt x="610" y="550"/>
                  </a:cubicBezTo>
                  <a:cubicBezTo>
                    <a:pt x="601" y="548"/>
                    <a:pt x="591" y="547"/>
                    <a:pt x="581" y="547"/>
                  </a:cubicBezTo>
                  <a:cubicBezTo>
                    <a:pt x="581" y="547"/>
                    <a:pt x="581" y="547"/>
                    <a:pt x="581" y="547"/>
                  </a:cubicBezTo>
                  <a:cubicBezTo>
                    <a:pt x="575" y="547"/>
                    <a:pt x="569" y="548"/>
                    <a:pt x="564" y="549"/>
                  </a:cubicBezTo>
                  <a:cubicBezTo>
                    <a:pt x="558" y="549"/>
                    <a:pt x="552" y="550"/>
                    <a:pt x="546" y="550"/>
                  </a:cubicBezTo>
                  <a:cubicBezTo>
                    <a:pt x="541" y="550"/>
                    <a:pt x="535" y="549"/>
                    <a:pt x="530" y="547"/>
                  </a:cubicBezTo>
                  <a:cubicBezTo>
                    <a:pt x="523" y="544"/>
                    <a:pt x="516" y="544"/>
                    <a:pt x="509" y="544"/>
                  </a:cubicBezTo>
                  <a:cubicBezTo>
                    <a:pt x="505" y="544"/>
                    <a:pt x="501" y="544"/>
                    <a:pt x="497" y="544"/>
                  </a:cubicBezTo>
                  <a:cubicBezTo>
                    <a:pt x="493" y="544"/>
                    <a:pt x="490" y="545"/>
                    <a:pt x="486" y="545"/>
                  </a:cubicBezTo>
                  <a:cubicBezTo>
                    <a:pt x="482" y="545"/>
                    <a:pt x="479" y="544"/>
                    <a:pt x="475" y="544"/>
                  </a:cubicBezTo>
                  <a:cubicBezTo>
                    <a:pt x="465" y="542"/>
                    <a:pt x="463" y="539"/>
                    <a:pt x="463" y="531"/>
                  </a:cubicBezTo>
                  <a:cubicBezTo>
                    <a:pt x="463" y="523"/>
                    <a:pt x="464" y="515"/>
                    <a:pt x="465" y="507"/>
                  </a:cubicBezTo>
                  <a:cubicBezTo>
                    <a:pt x="465" y="504"/>
                    <a:pt x="467" y="502"/>
                    <a:pt x="468" y="500"/>
                  </a:cubicBezTo>
                  <a:cubicBezTo>
                    <a:pt x="477" y="479"/>
                    <a:pt x="496" y="471"/>
                    <a:pt x="513" y="460"/>
                  </a:cubicBezTo>
                  <a:cubicBezTo>
                    <a:pt x="518" y="457"/>
                    <a:pt x="523" y="455"/>
                    <a:pt x="528" y="453"/>
                  </a:cubicBezTo>
                  <a:cubicBezTo>
                    <a:pt x="544" y="448"/>
                    <a:pt x="561" y="446"/>
                    <a:pt x="576" y="439"/>
                  </a:cubicBezTo>
                  <a:cubicBezTo>
                    <a:pt x="595" y="430"/>
                    <a:pt x="612" y="417"/>
                    <a:pt x="630" y="406"/>
                  </a:cubicBezTo>
                  <a:cubicBezTo>
                    <a:pt x="646" y="397"/>
                    <a:pt x="662" y="387"/>
                    <a:pt x="681" y="385"/>
                  </a:cubicBezTo>
                  <a:cubicBezTo>
                    <a:pt x="690" y="384"/>
                    <a:pt x="702" y="382"/>
                    <a:pt x="710" y="376"/>
                  </a:cubicBezTo>
                  <a:cubicBezTo>
                    <a:pt x="719" y="369"/>
                    <a:pt x="728" y="366"/>
                    <a:pt x="738" y="366"/>
                  </a:cubicBezTo>
                  <a:cubicBezTo>
                    <a:pt x="739" y="366"/>
                    <a:pt x="740" y="366"/>
                    <a:pt x="742" y="367"/>
                  </a:cubicBezTo>
                  <a:cubicBezTo>
                    <a:pt x="743" y="367"/>
                    <a:pt x="744" y="367"/>
                    <a:pt x="744" y="367"/>
                  </a:cubicBezTo>
                  <a:cubicBezTo>
                    <a:pt x="754" y="367"/>
                    <a:pt x="760" y="361"/>
                    <a:pt x="766" y="352"/>
                  </a:cubicBezTo>
                  <a:cubicBezTo>
                    <a:pt x="773" y="341"/>
                    <a:pt x="778" y="326"/>
                    <a:pt x="794" y="326"/>
                  </a:cubicBezTo>
                  <a:cubicBezTo>
                    <a:pt x="795" y="326"/>
                    <a:pt x="795" y="326"/>
                    <a:pt x="796" y="326"/>
                  </a:cubicBezTo>
                  <a:cubicBezTo>
                    <a:pt x="797" y="315"/>
                    <a:pt x="796" y="313"/>
                    <a:pt x="785" y="301"/>
                  </a:cubicBezTo>
                  <a:cubicBezTo>
                    <a:pt x="779" y="295"/>
                    <a:pt x="777" y="291"/>
                    <a:pt x="779" y="281"/>
                  </a:cubicBezTo>
                  <a:cubicBezTo>
                    <a:pt x="781" y="276"/>
                    <a:pt x="779" y="266"/>
                    <a:pt x="776" y="262"/>
                  </a:cubicBezTo>
                  <a:cubicBezTo>
                    <a:pt x="766" y="249"/>
                    <a:pt x="764" y="237"/>
                    <a:pt x="774" y="222"/>
                  </a:cubicBezTo>
                  <a:cubicBezTo>
                    <a:pt x="770" y="220"/>
                    <a:pt x="767" y="217"/>
                    <a:pt x="763" y="217"/>
                  </a:cubicBezTo>
                  <a:cubicBezTo>
                    <a:pt x="746" y="217"/>
                    <a:pt x="729" y="217"/>
                    <a:pt x="711" y="218"/>
                  </a:cubicBezTo>
                  <a:cubicBezTo>
                    <a:pt x="707" y="218"/>
                    <a:pt x="703" y="219"/>
                    <a:pt x="699" y="220"/>
                  </a:cubicBezTo>
                  <a:cubicBezTo>
                    <a:pt x="684" y="226"/>
                    <a:pt x="669" y="232"/>
                    <a:pt x="654" y="238"/>
                  </a:cubicBezTo>
                  <a:cubicBezTo>
                    <a:pt x="641" y="243"/>
                    <a:pt x="624" y="234"/>
                    <a:pt x="615" y="251"/>
                  </a:cubicBezTo>
                  <a:cubicBezTo>
                    <a:pt x="614" y="252"/>
                    <a:pt x="614" y="252"/>
                    <a:pt x="613" y="252"/>
                  </a:cubicBezTo>
                  <a:cubicBezTo>
                    <a:pt x="613" y="252"/>
                    <a:pt x="612" y="252"/>
                    <a:pt x="612" y="252"/>
                  </a:cubicBezTo>
                  <a:cubicBezTo>
                    <a:pt x="611" y="252"/>
                    <a:pt x="611" y="252"/>
                    <a:pt x="610" y="252"/>
                  </a:cubicBezTo>
                  <a:cubicBezTo>
                    <a:pt x="610" y="252"/>
                    <a:pt x="610" y="252"/>
                    <a:pt x="609" y="252"/>
                  </a:cubicBezTo>
                  <a:cubicBezTo>
                    <a:pt x="606" y="253"/>
                    <a:pt x="601" y="253"/>
                    <a:pt x="599" y="256"/>
                  </a:cubicBezTo>
                  <a:cubicBezTo>
                    <a:pt x="576" y="276"/>
                    <a:pt x="548" y="283"/>
                    <a:pt x="522" y="293"/>
                  </a:cubicBezTo>
                  <a:cubicBezTo>
                    <a:pt x="520" y="294"/>
                    <a:pt x="518" y="294"/>
                    <a:pt x="516" y="294"/>
                  </a:cubicBezTo>
                  <a:cubicBezTo>
                    <a:pt x="515" y="294"/>
                    <a:pt x="514" y="294"/>
                    <a:pt x="513" y="294"/>
                  </a:cubicBezTo>
                  <a:cubicBezTo>
                    <a:pt x="512" y="294"/>
                    <a:pt x="511" y="294"/>
                    <a:pt x="510" y="294"/>
                  </a:cubicBezTo>
                  <a:cubicBezTo>
                    <a:pt x="508" y="294"/>
                    <a:pt x="506" y="294"/>
                    <a:pt x="504" y="295"/>
                  </a:cubicBezTo>
                  <a:cubicBezTo>
                    <a:pt x="501" y="297"/>
                    <a:pt x="499" y="298"/>
                    <a:pt x="497" y="298"/>
                  </a:cubicBezTo>
                  <a:cubicBezTo>
                    <a:pt x="493" y="298"/>
                    <a:pt x="491" y="296"/>
                    <a:pt x="489" y="294"/>
                  </a:cubicBezTo>
                  <a:cubicBezTo>
                    <a:pt x="486" y="292"/>
                    <a:pt x="487" y="285"/>
                    <a:pt x="487" y="280"/>
                  </a:cubicBezTo>
                  <a:cubicBezTo>
                    <a:pt x="487" y="266"/>
                    <a:pt x="487" y="253"/>
                    <a:pt x="488" y="239"/>
                  </a:cubicBezTo>
                  <a:cubicBezTo>
                    <a:pt x="489" y="229"/>
                    <a:pt x="491" y="218"/>
                    <a:pt x="493" y="207"/>
                  </a:cubicBezTo>
                  <a:cubicBezTo>
                    <a:pt x="492" y="205"/>
                    <a:pt x="490" y="201"/>
                    <a:pt x="490" y="198"/>
                  </a:cubicBezTo>
                  <a:cubicBezTo>
                    <a:pt x="490" y="189"/>
                    <a:pt x="492" y="180"/>
                    <a:pt x="492" y="171"/>
                  </a:cubicBezTo>
                  <a:cubicBezTo>
                    <a:pt x="491" y="149"/>
                    <a:pt x="490" y="126"/>
                    <a:pt x="487" y="103"/>
                  </a:cubicBezTo>
                  <a:cubicBezTo>
                    <a:pt x="486" y="89"/>
                    <a:pt x="481" y="76"/>
                    <a:pt x="476" y="63"/>
                  </a:cubicBezTo>
                  <a:cubicBezTo>
                    <a:pt x="473" y="54"/>
                    <a:pt x="466" y="47"/>
                    <a:pt x="461" y="39"/>
                  </a:cubicBezTo>
                  <a:cubicBezTo>
                    <a:pt x="454" y="30"/>
                    <a:pt x="451" y="17"/>
                    <a:pt x="438" y="15"/>
                  </a:cubicBezTo>
                  <a:cubicBezTo>
                    <a:pt x="432" y="13"/>
                    <a:pt x="425" y="11"/>
                    <a:pt x="418" y="8"/>
                  </a:cubicBezTo>
                  <a:cubicBezTo>
                    <a:pt x="407" y="3"/>
                    <a:pt x="397" y="0"/>
                    <a:pt x="38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273">
              <a:extLst>
                <a:ext uri="{FF2B5EF4-FFF2-40B4-BE49-F238E27FC236}">
                  <a16:creationId xmlns:a16="http://schemas.microsoft.com/office/drawing/2014/main" id="{12F49B20-CE84-5C84-AD8F-9ACF3D675B44}"/>
                </a:ext>
              </a:extLst>
            </p:cNvPr>
            <p:cNvSpPr>
              <a:spLocks noEditPoints="1"/>
            </p:cNvSpPr>
            <p:nvPr/>
          </p:nvSpPr>
          <p:spPr bwMode="auto">
            <a:xfrm>
              <a:off x="3515768" y="1536335"/>
              <a:ext cx="349325" cy="264332"/>
            </a:xfrm>
            <a:custGeom>
              <a:avLst/>
              <a:gdLst>
                <a:gd name="T0" fmla="*/ 311 w 958"/>
                <a:gd name="T1" fmla="*/ 228 h 723"/>
                <a:gd name="T2" fmla="*/ 344 w 958"/>
                <a:gd name="T3" fmla="*/ 189 h 723"/>
                <a:gd name="T4" fmla="*/ 379 w 958"/>
                <a:gd name="T5" fmla="*/ 257 h 723"/>
                <a:gd name="T6" fmla="*/ 690 w 958"/>
                <a:gd name="T7" fmla="*/ 0 h 723"/>
                <a:gd name="T8" fmla="*/ 569 w 958"/>
                <a:gd name="T9" fmla="*/ 25 h 723"/>
                <a:gd name="T10" fmla="*/ 508 w 958"/>
                <a:gd name="T11" fmla="*/ 55 h 723"/>
                <a:gd name="T12" fmla="*/ 487 w 958"/>
                <a:gd name="T13" fmla="*/ 62 h 723"/>
                <a:gd name="T14" fmla="*/ 476 w 958"/>
                <a:gd name="T15" fmla="*/ 65 h 723"/>
                <a:gd name="T16" fmla="*/ 438 w 958"/>
                <a:gd name="T17" fmla="*/ 72 h 723"/>
                <a:gd name="T18" fmla="*/ 325 w 958"/>
                <a:gd name="T19" fmla="*/ 99 h 723"/>
                <a:gd name="T20" fmla="*/ 253 w 958"/>
                <a:gd name="T21" fmla="*/ 172 h 723"/>
                <a:gd name="T22" fmla="*/ 225 w 958"/>
                <a:gd name="T23" fmla="*/ 144 h 723"/>
                <a:gd name="T24" fmla="*/ 143 w 958"/>
                <a:gd name="T25" fmla="*/ 126 h 723"/>
                <a:gd name="T26" fmla="*/ 131 w 958"/>
                <a:gd name="T27" fmla="*/ 221 h 723"/>
                <a:gd name="T28" fmla="*/ 130 w 958"/>
                <a:gd name="T29" fmla="*/ 358 h 723"/>
                <a:gd name="T30" fmla="*/ 36 w 958"/>
                <a:gd name="T31" fmla="*/ 479 h 723"/>
                <a:gd name="T32" fmla="*/ 11 w 958"/>
                <a:gd name="T33" fmla="*/ 555 h 723"/>
                <a:gd name="T34" fmla="*/ 24 w 958"/>
                <a:gd name="T35" fmla="*/ 705 h 723"/>
                <a:gd name="T36" fmla="*/ 95 w 958"/>
                <a:gd name="T37" fmla="*/ 680 h 723"/>
                <a:gd name="T38" fmla="*/ 140 w 958"/>
                <a:gd name="T39" fmla="*/ 583 h 723"/>
                <a:gd name="T40" fmla="*/ 292 w 958"/>
                <a:gd name="T41" fmla="*/ 479 h 723"/>
                <a:gd name="T42" fmla="*/ 384 w 958"/>
                <a:gd name="T43" fmla="*/ 429 h 723"/>
                <a:gd name="T44" fmla="*/ 482 w 958"/>
                <a:gd name="T45" fmla="*/ 393 h 723"/>
                <a:gd name="T46" fmla="*/ 572 w 958"/>
                <a:gd name="T47" fmla="*/ 357 h 723"/>
                <a:gd name="T48" fmla="*/ 715 w 958"/>
                <a:gd name="T49" fmla="*/ 322 h 723"/>
                <a:gd name="T50" fmla="*/ 734 w 958"/>
                <a:gd name="T51" fmla="*/ 333 h 723"/>
                <a:gd name="T52" fmla="*/ 684 w 958"/>
                <a:gd name="T53" fmla="*/ 368 h 723"/>
                <a:gd name="T54" fmla="*/ 625 w 958"/>
                <a:gd name="T55" fmla="*/ 396 h 723"/>
                <a:gd name="T56" fmla="*/ 646 w 958"/>
                <a:gd name="T57" fmla="*/ 404 h 723"/>
                <a:gd name="T58" fmla="*/ 693 w 958"/>
                <a:gd name="T59" fmla="*/ 414 h 723"/>
                <a:gd name="T60" fmla="*/ 841 w 958"/>
                <a:gd name="T61" fmla="*/ 442 h 723"/>
                <a:gd name="T62" fmla="*/ 944 w 958"/>
                <a:gd name="T63" fmla="*/ 395 h 723"/>
                <a:gd name="T64" fmla="*/ 849 w 958"/>
                <a:gd name="T65" fmla="*/ 234 h 723"/>
                <a:gd name="T66" fmla="*/ 786 w 958"/>
                <a:gd name="T67" fmla="*/ 214 h 723"/>
                <a:gd name="T68" fmla="*/ 709 w 958"/>
                <a:gd name="T69" fmla="*/ 230 h 723"/>
                <a:gd name="T70" fmla="*/ 557 w 958"/>
                <a:gd name="T71" fmla="*/ 276 h 723"/>
                <a:gd name="T72" fmla="*/ 531 w 958"/>
                <a:gd name="T73" fmla="*/ 291 h 723"/>
                <a:gd name="T74" fmla="*/ 422 w 958"/>
                <a:gd name="T75" fmla="*/ 329 h 723"/>
                <a:gd name="T76" fmla="*/ 296 w 958"/>
                <a:gd name="T77" fmla="*/ 385 h 723"/>
                <a:gd name="T78" fmla="*/ 164 w 958"/>
                <a:gd name="T79" fmla="*/ 461 h 723"/>
                <a:gd name="T80" fmla="*/ 85 w 958"/>
                <a:gd name="T81" fmla="*/ 512 h 723"/>
                <a:gd name="T82" fmla="*/ 100 w 958"/>
                <a:gd name="T83" fmla="*/ 439 h 723"/>
                <a:gd name="T84" fmla="*/ 208 w 958"/>
                <a:gd name="T85" fmla="*/ 356 h 723"/>
                <a:gd name="T86" fmla="*/ 231 w 958"/>
                <a:gd name="T87" fmla="*/ 355 h 723"/>
                <a:gd name="T88" fmla="*/ 306 w 958"/>
                <a:gd name="T89" fmla="*/ 341 h 723"/>
                <a:gd name="T90" fmla="*/ 441 w 958"/>
                <a:gd name="T91" fmla="*/ 298 h 723"/>
                <a:gd name="T92" fmla="*/ 559 w 958"/>
                <a:gd name="T93" fmla="*/ 240 h 723"/>
                <a:gd name="T94" fmla="*/ 649 w 958"/>
                <a:gd name="T95" fmla="*/ 186 h 723"/>
                <a:gd name="T96" fmla="*/ 718 w 958"/>
                <a:gd name="T97" fmla="*/ 121 h 723"/>
                <a:gd name="T98" fmla="*/ 716 w 958"/>
                <a:gd name="T99" fmla="*/ 4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58" h="723">
                  <a:moveTo>
                    <a:pt x="303" y="290"/>
                  </a:moveTo>
                  <a:cubicBezTo>
                    <a:pt x="293" y="284"/>
                    <a:pt x="290" y="273"/>
                    <a:pt x="297" y="260"/>
                  </a:cubicBezTo>
                  <a:cubicBezTo>
                    <a:pt x="302" y="249"/>
                    <a:pt x="306" y="238"/>
                    <a:pt x="311" y="228"/>
                  </a:cubicBezTo>
                  <a:cubicBezTo>
                    <a:pt x="318" y="215"/>
                    <a:pt x="326" y="204"/>
                    <a:pt x="334" y="192"/>
                  </a:cubicBezTo>
                  <a:cubicBezTo>
                    <a:pt x="336" y="190"/>
                    <a:pt x="340" y="188"/>
                    <a:pt x="343" y="188"/>
                  </a:cubicBezTo>
                  <a:cubicBezTo>
                    <a:pt x="343" y="188"/>
                    <a:pt x="344" y="189"/>
                    <a:pt x="344" y="189"/>
                  </a:cubicBezTo>
                  <a:cubicBezTo>
                    <a:pt x="359" y="195"/>
                    <a:pt x="371" y="203"/>
                    <a:pt x="379" y="217"/>
                  </a:cubicBezTo>
                  <a:cubicBezTo>
                    <a:pt x="382" y="222"/>
                    <a:pt x="385" y="226"/>
                    <a:pt x="388" y="231"/>
                  </a:cubicBezTo>
                  <a:cubicBezTo>
                    <a:pt x="391" y="237"/>
                    <a:pt x="386" y="253"/>
                    <a:pt x="379" y="257"/>
                  </a:cubicBezTo>
                  <a:cubicBezTo>
                    <a:pt x="374" y="259"/>
                    <a:pt x="368" y="261"/>
                    <a:pt x="363" y="263"/>
                  </a:cubicBezTo>
                  <a:cubicBezTo>
                    <a:pt x="344" y="272"/>
                    <a:pt x="325" y="280"/>
                    <a:pt x="303" y="290"/>
                  </a:cubicBezTo>
                  <a:moveTo>
                    <a:pt x="690" y="0"/>
                  </a:moveTo>
                  <a:cubicBezTo>
                    <a:pt x="683" y="0"/>
                    <a:pt x="676" y="1"/>
                    <a:pt x="669" y="1"/>
                  </a:cubicBezTo>
                  <a:cubicBezTo>
                    <a:pt x="650" y="3"/>
                    <a:pt x="632" y="10"/>
                    <a:pt x="613" y="12"/>
                  </a:cubicBezTo>
                  <a:cubicBezTo>
                    <a:pt x="597" y="13"/>
                    <a:pt x="582" y="17"/>
                    <a:pt x="569" y="25"/>
                  </a:cubicBezTo>
                  <a:cubicBezTo>
                    <a:pt x="563" y="28"/>
                    <a:pt x="557" y="29"/>
                    <a:pt x="551" y="31"/>
                  </a:cubicBezTo>
                  <a:cubicBezTo>
                    <a:pt x="542" y="35"/>
                    <a:pt x="531" y="37"/>
                    <a:pt x="525" y="44"/>
                  </a:cubicBezTo>
                  <a:cubicBezTo>
                    <a:pt x="520" y="50"/>
                    <a:pt x="515" y="55"/>
                    <a:pt x="508" y="55"/>
                  </a:cubicBezTo>
                  <a:cubicBezTo>
                    <a:pt x="508" y="55"/>
                    <a:pt x="507" y="54"/>
                    <a:pt x="507" y="54"/>
                  </a:cubicBezTo>
                  <a:cubicBezTo>
                    <a:pt x="506" y="54"/>
                    <a:pt x="505" y="54"/>
                    <a:pt x="504" y="54"/>
                  </a:cubicBezTo>
                  <a:cubicBezTo>
                    <a:pt x="497" y="54"/>
                    <a:pt x="491" y="56"/>
                    <a:pt x="487" y="62"/>
                  </a:cubicBezTo>
                  <a:cubicBezTo>
                    <a:pt x="486" y="64"/>
                    <a:pt x="484" y="66"/>
                    <a:pt x="482" y="66"/>
                  </a:cubicBezTo>
                  <a:cubicBezTo>
                    <a:pt x="482" y="66"/>
                    <a:pt x="482" y="66"/>
                    <a:pt x="482" y="66"/>
                  </a:cubicBezTo>
                  <a:cubicBezTo>
                    <a:pt x="480" y="66"/>
                    <a:pt x="478" y="65"/>
                    <a:pt x="476" y="65"/>
                  </a:cubicBezTo>
                  <a:cubicBezTo>
                    <a:pt x="470" y="65"/>
                    <a:pt x="464" y="67"/>
                    <a:pt x="459" y="69"/>
                  </a:cubicBezTo>
                  <a:cubicBezTo>
                    <a:pt x="453" y="70"/>
                    <a:pt x="447" y="72"/>
                    <a:pt x="441" y="72"/>
                  </a:cubicBezTo>
                  <a:cubicBezTo>
                    <a:pt x="440" y="72"/>
                    <a:pt x="439" y="72"/>
                    <a:pt x="438" y="72"/>
                  </a:cubicBezTo>
                  <a:cubicBezTo>
                    <a:pt x="429" y="71"/>
                    <a:pt x="419" y="71"/>
                    <a:pt x="410" y="71"/>
                  </a:cubicBezTo>
                  <a:cubicBezTo>
                    <a:pt x="390" y="71"/>
                    <a:pt x="369" y="73"/>
                    <a:pt x="349" y="77"/>
                  </a:cubicBezTo>
                  <a:cubicBezTo>
                    <a:pt x="336" y="81"/>
                    <a:pt x="329" y="87"/>
                    <a:pt x="325" y="99"/>
                  </a:cubicBezTo>
                  <a:cubicBezTo>
                    <a:pt x="323" y="105"/>
                    <a:pt x="320" y="111"/>
                    <a:pt x="316" y="116"/>
                  </a:cubicBezTo>
                  <a:cubicBezTo>
                    <a:pt x="308" y="126"/>
                    <a:pt x="300" y="135"/>
                    <a:pt x="291" y="143"/>
                  </a:cubicBezTo>
                  <a:cubicBezTo>
                    <a:pt x="279" y="153"/>
                    <a:pt x="266" y="163"/>
                    <a:pt x="253" y="172"/>
                  </a:cubicBezTo>
                  <a:cubicBezTo>
                    <a:pt x="252" y="173"/>
                    <a:pt x="251" y="173"/>
                    <a:pt x="249" y="173"/>
                  </a:cubicBezTo>
                  <a:cubicBezTo>
                    <a:pt x="247" y="173"/>
                    <a:pt x="245" y="172"/>
                    <a:pt x="245" y="171"/>
                  </a:cubicBezTo>
                  <a:cubicBezTo>
                    <a:pt x="237" y="163"/>
                    <a:pt x="229" y="154"/>
                    <a:pt x="225" y="144"/>
                  </a:cubicBezTo>
                  <a:cubicBezTo>
                    <a:pt x="218" y="129"/>
                    <a:pt x="205" y="122"/>
                    <a:pt x="193" y="116"/>
                  </a:cubicBezTo>
                  <a:cubicBezTo>
                    <a:pt x="186" y="114"/>
                    <a:pt x="180" y="112"/>
                    <a:pt x="174" y="112"/>
                  </a:cubicBezTo>
                  <a:cubicBezTo>
                    <a:pt x="163" y="112"/>
                    <a:pt x="153" y="116"/>
                    <a:pt x="143" y="126"/>
                  </a:cubicBezTo>
                  <a:cubicBezTo>
                    <a:pt x="136" y="134"/>
                    <a:pt x="125" y="136"/>
                    <a:pt x="123" y="150"/>
                  </a:cubicBezTo>
                  <a:cubicBezTo>
                    <a:pt x="121" y="164"/>
                    <a:pt x="116" y="176"/>
                    <a:pt x="123" y="189"/>
                  </a:cubicBezTo>
                  <a:cubicBezTo>
                    <a:pt x="127" y="199"/>
                    <a:pt x="128" y="211"/>
                    <a:pt x="131" y="221"/>
                  </a:cubicBezTo>
                  <a:cubicBezTo>
                    <a:pt x="137" y="241"/>
                    <a:pt x="140" y="262"/>
                    <a:pt x="153" y="279"/>
                  </a:cubicBezTo>
                  <a:cubicBezTo>
                    <a:pt x="163" y="294"/>
                    <a:pt x="174" y="309"/>
                    <a:pt x="186" y="326"/>
                  </a:cubicBezTo>
                  <a:cubicBezTo>
                    <a:pt x="165" y="338"/>
                    <a:pt x="148" y="349"/>
                    <a:pt x="130" y="358"/>
                  </a:cubicBezTo>
                  <a:cubicBezTo>
                    <a:pt x="108" y="369"/>
                    <a:pt x="92" y="386"/>
                    <a:pt x="78" y="406"/>
                  </a:cubicBezTo>
                  <a:cubicBezTo>
                    <a:pt x="68" y="421"/>
                    <a:pt x="60" y="437"/>
                    <a:pt x="51" y="452"/>
                  </a:cubicBezTo>
                  <a:cubicBezTo>
                    <a:pt x="46" y="461"/>
                    <a:pt x="41" y="470"/>
                    <a:pt x="36" y="479"/>
                  </a:cubicBezTo>
                  <a:cubicBezTo>
                    <a:pt x="32" y="485"/>
                    <a:pt x="28" y="492"/>
                    <a:pt x="25" y="499"/>
                  </a:cubicBezTo>
                  <a:cubicBezTo>
                    <a:pt x="22" y="504"/>
                    <a:pt x="20" y="510"/>
                    <a:pt x="19" y="515"/>
                  </a:cubicBezTo>
                  <a:cubicBezTo>
                    <a:pt x="16" y="528"/>
                    <a:pt x="14" y="542"/>
                    <a:pt x="11" y="555"/>
                  </a:cubicBezTo>
                  <a:cubicBezTo>
                    <a:pt x="8" y="568"/>
                    <a:pt x="1" y="580"/>
                    <a:pt x="3" y="592"/>
                  </a:cubicBezTo>
                  <a:cubicBezTo>
                    <a:pt x="5" y="607"/>
                    <a:pt x="0" y="623"/>
                    <a:pt x="6" y="638"/>
                  </a:cubicBezTo>
                  <a:cubicBezTo>
                    <a:pt x="14" y="660"/>
                    <a:pt x="17" y="683"/>
                    <a:pt x="24" y="705"/>
                  </a:cubicBezTo>
                  <a:cubicBezTo>
                    <a:pt x="27" y="718"/>
                    <a:pt x="37" y="723"/>
                    <a:pt x="46" y="723"/>
                  </a:cubicBezTo>
                  <a:cubicBezTo>
                    <a:pt x="53" y="723"/>
                    <a:pt x="59" y="721"/>
                    <a:pt x="63" y="717"/>
                  </a:cubicBezTo>
                  <a:cubicBezTo>
                    <a:pt x="75" y="706"/>
                    <a:pt x="86" y="694"/>
                    <a:pt x="95" y="680"/>
                  </a:cubicBezTo>
                  <a:cubicBezTo>
                    <a:pt x="103" y="668"/>
                    <a:pt x="107" y="654"/>
                    <a:pt x="113" y="640"/>
                  </a:cubicBezTo>
                  <a:cubicBezTo>
                    <a:pt x="120" y="625"/>
                    <a:pt x="131" y="612"/>
                    <a:pt x="132" y="594"/>
                  </a:cubicBezTo>
                  <a:cubicBezTo>
                    <a:pt x="132" y="590"/>
                    <a:pt x="136" y="586"/>
                    <a:pt x="140" y="583"/>
                  </a:cubicBezTo>
                  <a:cubicBezTo>
                    <a:pt x="155" y="570"/>
                    <a:pt x="172" y="558"/>
                    <a:pt x="186" y="544"/>
                  </a:cubicBezTo>
                  <a:cubicBezTo>
                    <a:pt x="212" y="516"/>
                    <a:pt x="248" y="504"/>
                    <a:pt x="280" y="486"/>
                  </a:cubicBezTo>
                  <a:cubicBezTo>
                    <a:pt x="284" y="484"/>
                    <a:pt x="288" y="482"/>
                    <a:pt x="292" y="479"/>
                  </a:cubicBezTo>
                  <a:cubicBezTo>
                    <a:pt x="307" y="470"/>
                    <a:pt x="321" y="460"/>
                    <a:pt x="336" y="451"/>
                  </a:cubicBezTo>
                  <a:cubicBezTo>
                    <a:pt x="349" y="442"/>
                    <a:pt x="368" y="445"/>
                    <a:pt x="379" y="431"/>
                  </a:cubicBezTo>
                  <a:cubicBezTo>
                    <a:pt x="380" y="430"/>
                    <a:pt x="382" y="430"/>
                    <a:pt x="384" y="429"/>
                  </a:cubicBezTo>
                  <a:cubicBezTo>
                    <a:pt x="397" y="426"/>
                    <a:pt x="409" y="422"/>
                    <a:pt x="422" y="417"/>
                  </a:cubicBezTo>
                  <a:cubicBezTo>
                    <a:pt x="429" y="415"/>
                    <a:pt x="434" y="409"/>
                    <a:pt x="442" y="406"/>
                  </a:cubicBezTo>
                  <a:cubicBezTo>
                    <a:pt x="455" y="401"/>
                    <a:pt x="469" y="398"/>
                    <a:pt x="482" y="393"/>
                  </a:cubicBezTo>
                  <a:cubicBezTo>
                    <a:pt x="494" y="388"/>
                    <a:pt x="506" y="381"/>
                    <a:pt x="518" y="376"/>
                  </a:cubicBezTo>
                  <a:cubicBezTo>
                    <a:pt x="530" y="372"/>
                    <a:pt x="542" y="369"/>
                    <a:pt x="553" y="366"/>
                  </a:cubicBezTo>
                  <a:cubicBezTo>
                    <a:pt x="559" y="364"/>
                    <a:pt x="566" y="360"/>
                    <a:pt x="572" y="357"/>
                  </a:cubicBezTo>
                  <a:cubicBezTo>
                    <a:pt x="577" y="355"/>
                    <a:pt x="582" y="351"/>
                    <a:pt x="588" y="350"/>
                  </a:cubicBezTo>
                  <a:cubicBezTo>
                    <a:pt x="613" y="343"/>
                    <a:pt x="637" y="335"/>
                    <a:pt x="662" y="329"/>
                  </a:cubicBezTo>
                  <a:cubicBezTo>
                    <a:pt x="680" y="325"/>
                    <a:pt x="697" y="324"/>
                    <a:pt x="715" y="322"/>
                  </a:cubicBezTo>
                  <a:cubicBezTo>
                    <a:pt x="716" y="322"/>
                    <a:pt x="716" y="322"/>
                    <a:pt x="716" y="322"/>
                  </a:cubicBezTo>
                  <a:cubicBezTo>
                    <a:pt x="721" y="322"/>
                    <a:pt x="727" y="324"/>
                    <a:pt x="731" y="326"/>
                  </a:cubicBezTo>
                  <a:cubicBezTo>
                    <a:pt x="733" y="327"/>
                    <a:pt x="734" y="332"/>
                    <a:pt x="734" y="333"/>
                  </a:cubicBezTo>
                  <a:cubicBezTo>
                    <a:pt x="728" y="338"/>
                    <a:pt x="721" y="343"/>
                    <a:pt x="715" y="347"/>
                  </a:cubicBezTo>
                  <a:cubicBezTo>
                    <a:pt x="706" y="353"/>
                    <a:pt x="693" y="352"/>
                    <a:pt x="689" y="366"/>
                  </a:cubicBezTo>
                  <a:cubicBezTo>
                    <a:pt x="689" y="367"/>
                    <a:pt x="686" y="368"/>
                    <a:pt x="684" y="368"/>
                  </a:cubicBezTo>
                  <a:cubicBezTo>
                    <a:pt x="677" y="371"/>
                    <a:pt x="669" y="371"/>
                    <a:pt x="663" y="375"/>
                  </a:cubicBezTo>
                  <a:cubicBezTo>
                    <a:pt x="654" y="382"/>
                    <a:pt x="646" y="387"/>
                    <a:pt x="635" y="388"/>
                  </a:cubicBezTo>
                  <a:cubicBezTo>
                    <a:pt x="631" y="388"/>
                    <a:pt x="628" y="393"/>
                    <a:pt x="625" y="396"/>
                  </a:cubicBezTo>
                  <a:cubicBezTo>
                    <a:pt x="629" y="399"/>
                    <a:pt x="632" y="403"/>
                    <a:pt x="636" y="403"/>
                  </a:cubicBezTo>
                  <a:cubicBezTo>
                    <a:pt x="638" y="404"/>
                    <a:pt x="640" y="404"/>
                    <a:pt x="642" y="404"/>
                  </a:cubicBezTo>
                  <a:cubicBezTo>
                    <a:pt x="643" y="404"/>
                    <a:pt x="645" y="404"/>
                    <a:pt x="646" y="404"/>
                  </a:cubicBezTo>
                  <a:cubicBezTo>
                    <a:pt x="648" y="404"/>
                    <a:pt x="649" y="403"/>
                    <a:pt x="651" y="403"/>
                  </a:cubicBezTo>
                  <a:cubicBezTo>
                    <a:pt x="653" y="403"/>
                    <a:pt x="654" y="404"/>
                    <a:pt x="656" y="404"/>
                  </a:cubicBezTo>
                  <a:cubicBezTo>
                    <a:pt x="669" y="406"/>
                    <a:pt x="685" y="406"/>
                    <a:pt x="693" y="414"/>
                  </a:cubicBezTo>
                  <a:cubicBezTo>
                    <a:pt x="707" y="427"/>
                    <a:pt x="724" y="431"/>
                    <a:pt x="741" y="433"/>
                  </a:cubicBezTo>
                  <a:cubicBezTo>
                    <a:pt x="771" y="438"/>
                    <a:pt x="802" y="439"/>
                    <a:pt x="833" y="441"/>
                  </a:cubicBezTo>
                  <a:cubicBezTo>
                    <a:pt x="836" y="441"/>
                    <a:pt x="838" y="442"/>
                    <a:pt x="841" y="442"/>
                  </a:cubicBezTo>
                  <a:cubicBezTo>
                    <a:pt x="859" y="442"/>
                    <a:pt x="877" y="436"/>
                    <a:pt x="893" y="426"/>
                  </a:cubicBezTo>
                  <a:cubicBezTo>
                    <a:pt x="907" y="417"/>
                    <a:pt x="920" y="408"/>
                    <a:pt x="937" y="403"/>
                  </a:cubicBezTo>
                  <a:cubicBezTo>
                    <a:pt x="940" y="403"/>
                    <a:pt x="943" y="399"/>
                    <a:pt x="944" y="395"/>
                  </a:cubicBezTo>
                  <a:cubicBezTo>
                    <a:pt x="948" y="381"/>
                    <a:pt x="953" y="366"/>
                    <a:pt x="955" y="351"/>
                  </a:cubicBezTo>
                  <a:cubicBezTo>
                    <a:pt x="958" y="301"/>
                    <a:pt x="936" y="285"/>
                    <a:pt x="901" y="265"/>
                  </a:cubicBezTo>
                  <a:cubicBezTo>
                    <a:pt x="883" y="255"/>
                    <a:pt x="861" y="255"/>
                    <a:pt x="849" y="234"/>
                  </a:cubicBezTo>
                  <a:cubicBezTo>
                    <a:pt x="847" y="229"/>
                    <a:pt x="837" y="229"/>
                    <a:pt x="831" y="226"/>
                  </a:cubicBezTo>
                  <a:cubicBezTo>
                    <a:pt x="816" y="222"/>
                    <a:pt x="800" y="223"/>
                    <a:pt x="787" y="214"/>
                  </a:cubicBezTo>
                  <a:cubicBezTo>
                    <a:pt x="787" y="214"/>
                    <a:pt x="786" y="214"/>
                    <a:pt x="786" y="214"/>
                  </a:cubicBezTo>
                  <a:cubicBezTo>
                    <a:pt x="785" y="214"/>
                    <a:pt x="783" y="215"/>
                    <a:pt x="781" y="215"/>
                  </a:cubicBezTo>
                  <a:cubicBezTo>
                    <a:pt x="769" y="217"/>
                    <a:pt x="757" y="219"/>
                    <a:pt x="745" y="221"/>
                  </a:cubicBezTo>
                  <a:cubicBezTo>
                    <a:pt x="733" y="224"/>
                    <a:pt x="721" y="226"/>
                    <a:pt x="709" y="230"/>
                  </a:cubicBezTo>
                  <a:cubicBezTo>
                    <a:pt x="686" y="236"/>
                    <a:pt x="664" y="242"/>
                    <a:pt x="642" y="249"/>
                  </a:cubicBezTo>
                  <a:cubicBezTo>
                    <a:pt x="630" y="253"/>
                    <a:pt x="617" y="257"/>
                    <a:pt x="606" y="264"/>
                  </a:cubicBezTo>
                  <a:cubicBezTo>
                    <a:pt x="591" y="274"/>
                    <a:pt x="573" y="276"/>
                    <a:pt x="557" y="276"/>
                  </a:cubicBezTo>
                  <a:cubicBezTo>
                    <a:pt x="556" y="276"/>
                    <a:pt x="556" y="276"/>
                    <a:pt x="556" y="276"/>
                  </a:cubicBezTo>
                  <a:cubicBezTo>
                    <a:pt x="556" y="276"/>
                    <a:pt x="555" y="276"/>
                    <a:pt x="555" y="276"/>
                  </a:cubicBezTo>
                  <a:cubicBezTo>
                    <a:pt x="542" y="276"/>
                    <a:pt x="537" y="283"/>
                    <a:pt x="531" y="291"/>
                  </a:cubicBezTo>
                  <a:cubicBezTo>
                    <a:pt x="530" y="294"/>
                    <a:pt x="528" y="299"/>
                    <a:pt x="526" y="299"/>
                  </a:cubicBezTo>
                  <a:cubicBezTo>
                    <a:pt x="512" y="304"/>
                    <a:pt x="497" y="307"/>
                    <a:pt x="483" y="311"/>
                  </a:cubicBezTo>
                  <a:cubicBezTo>
                    <a:pt x="463" y="316"/>
                    <a:pt x="442" y="322"/>
                    <a:pt x="422" y="329"/>
                  </a:cubicBezTo>
                  <a:cubicBezTo>
                    <a:pt x="406" y="334"/>
                    <a:pt x="391" y="340"/>
                    <a:pt x="376" y="346"/>
                  </a:cubicBezTo>
                  <a:cubicBezTo>
                    <a:pt x="368" y="350"/>
                    <a:pt x="360" y="354"/>
                    <a:pt x="352" y="358"/>
                  </a:cubicBezTo>
                  <a:cubicBezTo>
                    <a:pt x="333" y="367"/>
                    <a:pt x="314" y="376"/>
                    <a:pt x="296" y="385"/>
                  </a:cubicBezTo>
                  <a:cubicBezTo>
                    <a:pt x="286" y="390"/>
                    <a:pt x="276" y="392"/>
                    <a:pt x="267" y="398"/>
                  </a:cubicBezTo>
                  <a:cubicBezTo>
                    <a:pt x="244" y="411"/>
                    <a:pt x="222" y="426"/>
                    <a:pt x="200" y="440"/>
                  </a:cubicBezTo>
                  <a:cubicBezTo>
                    <a:pt x="188" y="448"/>
                    <a:pt x="176" y="454"/>
                    <a:pt x="164" y="461"/>
                  </a:cubicBezTo>
                  <a:cubicBezTo>
                    <a:pt x="158" y="465"/>
                    <a:pt x="150" y="468"/>
                    <a:pt x="146" y="474"/>
                  </a:cubicBezTo>
                  <a:cubicBezTo>
                    <a:pt x="140" y="484"/>
                    <a:pt x="132" y="491"/>
                    <a:pt x="122" y="495"/>
                  </a:cubicBezTo>
                  <a:cubicBezTo>
                    <a:pt x="110" y="501"/>
                    <a:pt x="98" y="506"/>
                    <a:pt x="85" y="512"/>
                  </a:cubicBezTo>
                  <a:cubicBezTo>
                    <a:pt x="84" y="509"/>
                    <a:pt x="81" y="504"/>
                    <a:pt x="82" y="499"/>
                  </a:cubicBezTo>
                  <a:cubicBezTo>
                    <a:pt x="83" y="490"/>
                    <a:pt x="86" y="482"/>
                    <a:pt x="88" y="474"/>
                  </a:cubicBezTo>
                  <a:cubicBezTo>
                    <a:pt x="92" y="462"/>
                    <a:pt x="95" y="450"/>
                    <a:pt x="100" y="439"/>
                  </a:cubicBezTo>
                  <a:cubicBezTo>
                    <a:pt x="105" y="430"/>
                    <a:pt x="114" y="423"/>
                    <a:pt x="118" y="414"/>
                  </a:cubicBezTo>
                  <a:cubicBezTo>
                    <a:pt x="125" y="398"/>
                    <a:pt x="139" y="391"/>
                    <a:pt x="152" y="384"/>
                  </a:cubicBezTo>
                  <a:cubicBezTo>
                    <a:pt x="170" y="373"/>
                    <a:pt x="189" y="365"/>
                    <a:pt x="208" y="356"/>
                  </a:cubicBezTo>
                  <a:cubicBezTo>
                    <a:pt x="210" y="355"/>
                    <a:pt x="211" y="355"/>
                    <a:pt x="213" y="355"/>
                  </a:cubicBezTo>
                  <a:cubicBezTo>
                    <a:pt x="214" y="355"/>
                    <a:pt x="214" y="355"/>
                    <a:pt x="214" y="355"/>
                  </a:cubicBezTo>
                  <a:cubicBezTo>
                    <a:pt x="220" y="355"/>
                    <a:pt x="225" y="355"/>
                    <a:pt x="231" y="355"/>
                  </a:cubicBezTo>
                  <a:cubicBezTo>
                    <a:pt x="237" y="355"/>
                    <a:pt x="242" y="355"/>
                    <a:pt x="248" y="355"/>
                  </a:cubicBezTo>
                  <a:cubicBezTo>
                    <a:pt x="256" y="355"/>
                    <a:pt x="264" y="355"/>
                    <a:pt x="271" y="354"/>
                  </a:cubicBezTo>
                  <a:cubicBezTo>
                    <a:pt x="284" y="353"/>
                    <a:pt x="297" y="348"/>
                    <a:pt x="306" y="341"/>
                  </a:cubicBezTo>
                  <a:cubicBezTo>
                    <a:pt x="321" y="329"/>
                    <a:pt x="339" y="327"/>
                    <a:pt x="355" y="322"/>
                  </a:cubicBezTo>
                  <a:cubicBezTo>
                    <a:pt x="375" y="316"/>
                    <a:pt x="396" y="313"/>
                    <a:pt x="416" y="308"/>
                  </a:cubicBezTo>
                  <a:cubicBezTo>
                    <a:pt x="425" y="305"/>
                    <a:pt x="433" y="301"/>
                    <a:pt x="441" y="298"/>
                  </a:cubicBezTo>
                  <a:cubicBezTo>
                    <a:pt x="446" y="297"/>
                    <a:pt x="451" y="296"/>
                    <a:pt x="455" y="294"/>
                  </a:cubicBezTo>
                  <a:cubicBezTo>
                    <a:pt x="471" y="286"/>
                    <a:pt x="487" y="280"/>
                    <a:pt x="502" y="269"/>
                  </a:cubicBezTo>
                  <a:cubicBezTo>
                    <a:pt x="519" y="257"/>
                    <a:pt x="540" y="249"/>
                    <a:pt x="559" y="240"/>
                  </a:cubicBezTo>
                  <a:cubicBezTo>
                    <a:pt x="565" y="237"/>
                    <a:pt x="571" y="234"/>
                    <a:pt x="577" y="230"/>
                  </a:cubicBezTo>
                  <a:cubicBezTo>
                    <a:pt x="590" y="223"/>
                    <a:pt x="602" y="215"/>
                    <a:pt x="615" y="207"/>
                  </a:cubicBezTo>
                  <a:cubicBezTo>
                    <a:pt x="626" y="200"/>
                    <a:pt x="640" y="195"/>
                    <a:pt x="649" y="186"/>
                  </a:cubicBezTo>
                  <a:cubicBezTo>
                    <a:pt x="667" y="168"/>
                    <a:pt x="691" y="157"/>
                    <a:pt x="704" y="134"/>
                  </a:cubicBezTo>
                  <a:cubicBezTo>
                    <a:pt x="705" y="133"/>
                    <a:pt x="707" y="132"/>
                    <a:pt x="708" y="131"/>
                  </a:cubicBezTo>
                  <a:cubicBezTo>
                    <a:pt x="712" y="128"/>
                    <a:pt x="716" y="125"/>
                    <a:pt x="718" y="121"/>
                  </a:cubicBezTo>
                  <a:cubicBezTo>
                    <a:pt x="728" y="104"/>
                    <a:pt x="738" y="87"/>
                    <a:pt x="744" y="69"/>
                  </a:cubicBezTo>
                  <a:cubicBezTo>
                    <a:pt x="748" y="59"/>
                    <a:pt x="749" y="46"/>
                    <a:pt x="746" y="35"/>
                  </a:cubicBezTo>
                  <a:cubicBezTo>
                    <a:pt x="743" y="20"/>
                    <a:pt x="734" y="10"/>
                    <a:pt x="716" y="4"/>
                  </a:cubicBezTo>
                  <a:cubicBezTo>
                    <a:pt x="707" y="1"/>
                    <a:pt x="698" y="0"/>
                    <a:pt x="6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4" name="Freeform 274">
              <a:extLst>
                <a:ext uri="{FF2B5EF4-FFF2-40B4-BE49-F238E27FC236}">
                  <a16:creationId xmlns:a16="http://schemas.microsoft.com/office/drawing/2014/main" id="{93C7AC07-9B34-3163-F8FD-77E1170E9DB3}"/>
                </a:ext>
              </a:extLst>
            </p:cNvPr>
            <p:cNvSpPr>
              <a:spLocks noEditPoints="1"/>
            </p:cNvSpPr>
            <p:nvPr/>
          </p:nvSpPr>
          <p:spPr bwMode="auto">
            <a:xfrm>
              <a:off x="3534881" y="1712014"/>
              <a:ext cx="233019" cy="280192"/>
            </a:xfrm>
            <a:custGeom>
              <a:avLst/>
              <a:gdLst>
                <a:gd name="T0" fmla="*/ 381 w 640"/>
                <a:gd name="T1" fmla="*/ 108 h 768"/>
                <a:gd name="T2" fmla="*/ 381 w 640"/>
                <a:gd name="T3" fmla="*/ 108 h 768"/>
                <a:gd name="T4" fmla="*/ 351 w 640"/>
                <a:gd name="T5" fmla="*/ 14 h 768"/>
                <a:gd name="T6" fmla="*/ 251 w 640"/>
                <a:gd name="T7" fmla="*/ 63 h 768"/>
                <a:gd name="T8" fmla="*/ 185 w 640"/>
                <a:gd name="T9" fmla="*/ 136 h 768"/>
                <a:gd name="T10" fmla="*/ 238 w 640"/>
                <a:gd name="T11" fmla="*/ 153 h 768"/>
                <a:gd name="T12" fmla="*/ 260 w 640"/>
                <a:gd name="T13" fmla="*/ 133 h 768"/>
                <a:gd name="T14" fmla="*/ 326 w 640"/>
                <a:gd name="T15" fmla="*/ 96 h 768"/>
                <a:gd name="T16" fmla="*/ 439 w 640"/>
                <a:gd name="T17" fmla="*/ 58 h 768"/>
                <a:gd name="T18" fmla="*/ 453 w 640"/>
                <a:gd name="T19" fmla="*/ 62 h 768"/>
                <a:gd name="T20" fmla="*/ 408 w 640"/>
                <a:gd name="T21" fmla="*/ 96 h 768"/>
                <a:gd name="T22" fmla="*/ 383 w 640"/>
                <a:gd name="T23" fmla="*/ 109 h 768"/>
                <a:gd name="T24" fmla="*/ 381 w 640"/>
                <a:gd name="T25" fmla="*/ 108 h 768"/>
                <a:gd name="T26" fmla="*/ 326 w 640"/>
                <a:gd name="T27" fmla="*/ 160 h 768"/>
                <a:gd name="T28" fmla="*/ 321 w 640"/>
                <a:gd name="T29" fmla="*/ 218 h 768"/>
                <a:gd name="T30" fmla="*/ 328 w 640"/>
                <a:gd name="T31" fmla="*/ 254 h 768"/>
                <a:gd name="T32" fmla="*/ 199 w 640"/>
                <a:gd name="T33" fmla="*/ 293 h 768"/>
                <a:gd name="T34" fmla="*/ 163 w 640"/>
                <a:gd name="T35" fmla="*/ 306 h 768"/>
                <a:gd name="T36" fmla="*/ 149 w 640"/>
                <a:gd name="T37" fmla="*/ 320 h 768"/>
                <a:gd name="T38" fmla="*/ 199 w 640"/>
                <a:gd name="T39" fmla="*/ 375 h 768"/>
                <a:gd name="T40" fmla="*/ 272 w 640"/>
                <a:gd name="T41" fmla="*/ 397 h 768"/>
                <a:gd name="T42" fmla="*/ 316 w 640"/>
                <a:gd name="T43" fmla="*/ 397 h 768"/>
                <a:gd name="T44" fmla="*/ 337 w 640"/>
                <a:gd name="T45" fmla="*/ 397 h 768"/>
                <a:gd name="T46" fmla="*/ 350 w 640"/>
                <a:gd name="T47" fmla="*/ 458 h 768"/>
                <a:gd name="T48" fmla="*/ 343 w 640"/>
                <a:gd name="T49" fmla="*/ 545 h 768"/>
                <a:gd name="T50" fmla="*/ 337 w 640"/>
                <a:gd name="T51" fmla="*/ 581 h 768"/>
                <a:gd name="T52" fmla="*/ 260 w 640"/>
                <a:gd name="T53" fmla="*/ 630 h 768"/>
                <a:gd name="T54" fmla="*/ 249 w 640"/>
                <a:gd name="T55" fmla="*/ 629 h 768"/>
                <a:gd name="T56" fmla="*/ 214 w 640"/>
                <a:gd name="T57" fmla="*/ 636 h 768"/>
                <a:gd name="T58" fmla="*/ 175 w 640"/>
                <a:gd name="T59" fmla="*/ 636 h 768"/>
                <a:gd name="T60" fmla="*/ 48 w 640"/>
                <a:gd name="T61" fmla="*/ 636 h 768"/>
                <a:gd name="T62" fmla="*/ 0 w 640"/>
                <a:gd name="T63" fmla="*/ 651 h 768"/>
                <a:gd name="T64" fmla="*/ 51 w 640"/>
                <a:gd name="T65" fmla="*/ 683 h 768"/>
                <a:gd name="T66" fmla="*/ 131 w 640"/>
                <a:gd name="T67" fmla="*/ 716 h 768"/>
                <a:gd name="T68" fmla="*/ 150 w 640"/>
                <a:gd name="T69" fmla="*/ 730 h 768"/>
                <a:gd name="T70" fmla="*/ 279 w 640"/>
                <a:gd name="T71" fmla="*/ 768 h 768"/>
                <a:gd name="T72" fmla="*/ 331 w 640"/>
                <a:gd name="T73" fmla="*/ 762 h 768"/>
                <a:gd name="T74" fmla="*/ 420 w 640"/>
                <a:gd name="T75" fmla="*/ 722 h 768"/>
                <a:gd name="T76" fmla="*/ 452 w 640"/>
                <a:gd name="T77" fmla="*/ 691 h 768"/>
                <a:gd name="T78" fmla="*/ 465 w 640"/>
                <a:gd name="T79" fmla="*/ 637 h 768"/>
                <a:gd name="T80" fmla="*/ 451 w 640"/>
                <a:gd name="T81" fmla="*/ 563 h 768"/>
                <a:gd name="T82" fmla="*/ 445 w 640"/>
                <a:gd name="T83" fmla="*/ 483 h 768"/>
                <a:gd name="T84" fmla="*/ 439 w 640"/>
                <a:gd name="T85" fmla="*/ 400 h 768"/>
                <a:gd name="T86" fmla="*/ 481 w 640"/>
                <a:gd name="T87" fmla="*/ 373 h 768"/>
                <a:gd name="T88" fmla="*/ 623 w 640"/>
                <a:gd name="T89" fmla="*/ 310 h 768"/>
                <a:gd name="T90" fmla="*/ 610 w 640"/>
                <a:gd name="T91" fmla="*/ 228 h 768"/>
                <a:gd name="T92" fmla="*/ 546 w 640"/>
                <a:gd name="T93" fmla="*/ 198 h 768"/>
                <a:gd name="T94" fmla="*/ 494 w 640"/>
                <a:gd name="T95" fmla="*/ 198 h 768"/>
                <a:gd name="T96" fmla="*/ 485 w 640"/>
                <a:gd name="T97" fmla="*/ 198 h 768"/>
                <a:gd name="T98" fmla="*/ 410 w 640"/>
                <a:gd name="T99" fmla="*/ 202 h 768"/>
                <a:gd name="T100" fmla="*/ 418 w 640"/>
                <a:gd name="T101" fmla="*/ 166 h 768"/>
                <a:gd name="T102" fmla="*/ 536 w 640"/>
                <a:gd name="T103" fmla="*/ 88 h 768"/>
                <a:gd name="T104" fmla="*/ 555 w 640"/>
                <a:gd name="T105" fmla="*/ 34 h 768"/>
                <a:gd name="T106" fmla="*/ 519 w 640"/>
                <a:gd name="T107" fmla="*/ 6 h 768"/>
                <a:gd name="T108" fmla="*/ 511 w 640"/>
                <a:gd name="T109" fmla="*/ 6 h 768"/>
                <a:gd name="T110" fmla="*/ 503 w 640"/>
                <a:gd name="T111" fmla="*/ 7 h 768"/>
                <a:gd name="T112" fmla="*/ 418 w 640"/>
                <a:gd name="T113"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0" h="768">
                  <a:moveTo>
                    <a:pt x="381" y="108"/>
                  </a:moveTo>
                  <a:cubicBezTo>
                    <a:pt x="381" y="108"/>
                    <a:pt x="381" y="108"/>
                    <a:pt x="381" y="108"/>
                  </a:cubicBezTo>
                  <a:cubicBezTo>
                    <a:pt x="381" y="108"/>
                    <a:pt x="381" y="108"/>
                    <a:pt x="381" y="108"/>
                  </a:cubicBezTo>
                  <a:cubicBezTo>
                    <a:pt x="381" y="108"/>
                    <a:pt x="381" y="108"/>
                    <a:pt x="381" y="108"/>
                  </a:cubicBezTo>
                  <a:moveTo>
                    <a:pt x="418" y="0"/>
                  </a:moveTo>
                  <a:cubicBezTo>
                    <a:pt x="394" y="0"/>
                    <a:pt x="373" y="9"/>
                    <a:pt x="351" y="14"/>
                  </a:cubicBezTo>
                  <a:cubicBezTo>
                    <a:pt x="333" y="18"/>
                    <a:pt x="316" y="27"/>
                    <a:pt x="298" y="34"/>
                  </a:cubicBezTo>
                  <a:cubicBezTo>
                    <a:pt x="281" y="41"/>
                    <a:pt x="266" y="52"/>
                    <a:pt x="251" y="63"/>
                  </a:cubicBezTo>
                  <a:cubicBezTo>
                    <a:pt x="231" y="79"/>
                    <a:pt x="208" y="89"/>
                    <a:pt x="189" y="106"/>
                  </a:cubicBezTo>
                  <a:cubicBezTo>
                    <a:pt x="182" y="113"/>
                    <a:pt x="178" y="131"/>
                    <a:pt x="185" y="136"/>
                  </a:cubicBezTo>
                  <a:cubicBezTo>
                    <a:pt x="198" y="147"/>
                    <a:pt x="213" y="154"/>
                    <a:pt x="230" y="154"/>
                  </a:cubicBezTo>
                  <a:cubicBezTo>
                    <a:pt x="232" y="154"/>
                    <a:pt x="235" y="154"/>
                    <a:pt x="238" y="153"/>
                  </a:cubicBezTo>
                  <a:cubicBezTo>
                    <a:pt x="240" y="153"/>
                    <a:pt x="243" y="151"/>
                    <a:pt x="245" y="149"/>
                  </a:cubicBezTo>
                  <a:cubicBezTo>
                    <a:pt x="250" y="144"/>
                    <a:pt x="254" y="137"/>
                    <a:pt x="260" y="133"/>
                  </a:cubicBezTo>
                  <a:cubicBezTo>
                    <a:pt x="274" y="123"/>
                    <a:pt x="285" y="108"/>
                    <a:pt x="304" y="105"/>
                  </a:cubicBezTo>
                  <a:cubicBezTo>
                    <a:pt x="312" y="103"/>
                    <a:pt x="319" y="99"/>
                    <a:pt x="326" y="96"/>
                  </a:cubicBezTo>
                  <a:cubicBezTo>
                    <a:pt x="342" y="90"/>
                    <a:pt x="357" y="80"/>
                    <a:pt x="374" y="77"/>
                  </a:cubicBezTo>
                  <a:cubicBezTo>
                    <a:pt x="396" y="72"/>
                    <a:pt x="418" y="69"/>
                    <a:pt x="439" y="58"/>
                  </a:cubicBezTo>
                  <a:cubicBezTo>
                    <a:pt x="439" y="58"/>
                    <a:pt x="440" y="58"/>
                    <a:pt x="440" y="58"/>
                  </a:cubicBezTo>
                  <a:cubicBezTo>
                    <a:pt x="444" y="58"/>
                    <a:pt x="449" y="61"/>
                    <a:pt x="453" y="62"/>
                  </a:cubicBezTo>
                  <a:cubicBezTo>
                    <a:pt x="451" y="66"/>
                    <a:pt x="449" y="71"/>
                    <a:pt x="445" y="73"/>
                  </a:cubicBezTo>
                  <a:cubicBezTo>
                    <a:pt x="433" y="82"/>
                    <a:pt x="421" y="89"/>
                    <a:pt x="408" y="96"/>
                  </a:cubicBezTo>
                  <a:cubicBezTo>
                    <a:pt x="400" y="101"/>
                    <a:pt x="392" y="105"/>
                    <a:pt x="384" y="109"/>
                  </a:cubicBezTo>
                  <a:cubicBezTo>
                    <a:pt x="384" y="109"/>
                    <a:pt x="383" y="109"/>
                    <a:pt x="383" y="109"/>
                  </a:cubicBezTo>
                  <a:cubicBezTo>
                    <a:pt x="383" y="109"/>
                    <a:pt x="382" y="109"/>
                    <a:pt x="381" y="108"/>
                  </a:cubicBezTo>
                  <a:cubicBezTo>
                    <a:pt x="381" y="108"/>
                    <a:pt x="381" y="108"/>
                    <a:pt x="381" y="108"/>
                  </a:cubicBezTo>
                  <a:cubicBezTo>
                    <a:pt x="373" y="116"/>
                    <a:pt x="367" y="123"/>
                    <a:pt x="360" y="130"/>
                  </a:cubicBezTo>
                  <a:cubicBezTo>
                    <a:pt x="349" y="140"/>
                    <a:pt x="337" y="150"/>
                    <a:pt x="326" y="160"/>
                  </a:cubicBezTo>
                  <a:cubicBezTo>
                    <a:pt x="320" y="166"/>
                    <a:pt x="316" y="173"/>
                    <a:pt x="311" y="180"/>
                  </a:cubicBezTo>
                  <a:cubicBezTo>
                    <a:pt x="303" y="192"/>
                    <a:pt x="307" y="214"/>
                    <a:pt x="321" y="218"/>
                  </a:cubicBezTo>
                  <a:cubicBezTo>
                    <a:pt x="329" y="220"/>
                    <a:pt x="333" y="225"/>
                    <a:pt x="336" y="231"/>
                  </a:cubicBezTo>
                  <a:cubicBezTo>
                    <a:pt x="343" y="242"/>
                    <a:pt x="340" y="251"/>
                    <a:pt x="328" y="254"/>
                  </a:cubicBezTo>
                  <a:cubicBezTo>
                    <a:pt x="293" y="265"/>
                    <a:pt x="257" y="276"/>
                    <a:pt x="221" y="287"/>
                  </a:cubicBezTo>
                  <a:cubicBezTo>
                    <a:pt x="214" y="289"/>
                    <a:pt x="204" y="289"/>
                    <a:pt x="199" y="293"/>
                  </a:cubicBezTo>
                  <a:cubicBezTo>
                    <a:pt x="188" y="302"/>
                    <a:pt x="178" y="306"/>
                    <a:pt x="165" y="306"/>
                  </a:cubicBezTo>
                  <a:cubicBezTo>
                    <a:pt x="164" y="306"/>
                    <a:pt x="163" y="306"/>
                    <a:pt x="163" y="306"/>
                  </a:cubicBezTo>
                  <a:cubicBezTo>
                    <a:pt x="163" y="306"/>
                    <a:pt x="162" y="306"/>
                    <a:pt x="162" y="306"/>
                  </a:cubicBezTo>
                  <a:cubicBezTo>
                    <a:pt x="154" y="306"/>
                    <a:pt x="148" y="311"/>
                    <a:pt x="149" y="320"/>
                  </a:cubicBezTo>
                  <a:cubicBezTo>
                    <a:pt x="150" y="334"/>
                    <a:pt x="159" y="342"/>
                    <a:pt x="169" y="350"/>
                  </a:cubicBezTo>
                  <a:cubicBezTo>
                    <a:pt x="180" y="358"/>
                    <a:pt x="191" y="365"/>
                    <a:pt x="199" y="375"/>
                  </a:cubicBezTo>
                  <a:cubicBezTo>
                    <a:pt x="207" y="383"/>
                    <a:pt x="216" y="389"/>
                    <a:pt x="225" y="392"/>
                  </a:cubicBezTo>
                  <a:cubicBezTo>
                    <a:pt x="240" y="395"/>
                    <a:pt x="256" y="396"/>
                    <a:pt x="272" y="397"/>
                  </a:cubicBezTo>
                  <a:cubicBezTo>
                    <a:pt x="280" y="397"/>
                    <a:pt x="289" y="397"/>
                    <a:pt x="298" y="397"/>
                  </a:cubicBezTo>
                  <a:cubicBezTo>
                    <a:pt x="304" y="397"/>
                    <a:pt x="310" y="397"/>
                    <a:pt x="316" y="397"/>
                  </a:cubicBezTo>
                  <a:cubicBezTo>
                    <a:pt x="322" y="397"/>
                    <a:pt x="328" y="397"/>
                    <a:pt x="334" y="397"/>
                  </a:cubicBezTo>
                  <a:cubicBezTo>
                    <a:pt x="335" y="397"/>
                    <a:pt x="336" y="397"/>
                    <a:pt x="337" y="397"/>
                  </a:cubicBezTo>
                  <a:cubicBezTo>
                    <a:pt x="345" y="397"/>
                    <a:pt x="358" y="412"/>
                    <a:pt x="354" y="419"/>
                  </a:cubicBezTo>
                  <a:cubicBezTo>
                    <a:pt x="348" y="432"/>
                    <a:pt x="351" y="445"/>
                    <a:pt x="350" y="458"/>
                  </a:cubicBezTo>
                  <a:cubicBezTo>
                    <a:pt x="350" y="464"/>
                    <a:pt x="351" y="471"/>
                    <a:pt x="350" y="478"/>
                  </a:cubicBezTo>
                  <a:cubicBezTo>
                    <a:pt x="346" y="500"/>
                    <a:pt x="342" y="522"/>
                    <a:pt x="343" y="545"/>
                  </a:cubicBezTo>
                  <a:cubicBezTo>
                    <a:pt x="343" y="548"/>
                    <a:pt x="343" y="550"/>
                    <a:pt x="343" y="552"/>
                  </a:cubicBezTo>
                  <a:cubicBezTo>
                    <a:pt x="341" y="562"/>
                    <a:pt x="337" y="571"/>
                    <a:pt x="337" y="581"/>
                  </a:cubicBezTo>
                  <a:cubicBezTo>
                    <a:pt x="336" y="598"/>
                    <a:pt x="330" y="613"/>
                    <a:pt x="313" y="616"/>
                  </a:cubicBezTo>
                  <a:cubicBezTo>
                    <a:pt x="295" y="620"/>
                    <a:pt x="278" y="630"/>
                    <a:pt x="260" y="630"/>
                  </a:cubicBezTo>
                  <a:cubicBezTo>
                    <a:pt x="257" y="630"/>
                    <a:pt x="253" y="630"/>
                    <a:pt x="250" y="629"/>
                  </a:cubicBezTo>
                  <a:cubicBezTo>
                    <a:pt x="249" y="629"/>
                    <a:pt x="249" y="629"/>
                    <a:pt x="249" y="629"/>
                  </a:cubicBezTo>
                  <a:cubicBezTo>
                    <a:pt x="247" y="629"/>
                    <a:pt x="244" y="631"/>
                    <a:pt x="242" y="631"/>
                  </a:cubicBezTo>
                  <a:cubicBezTo>
                    <a:pt x="233" y="633"/>
                    <a:pt x="223" y="635"/>
                    <a:pt x="214" y="636"/>
                  </a:cubicBezTo>
                  <a:cubicBezTo>
                    <a:pt x="209" y="636"/>
                    <a:pt x="203" y="636"/>
                    <a:pt x="198" y="636"/>
                  </a:cubicBezTo>
                  <a:cubicBezTo>
                    <a:pt x="190" y="636"/>
                    <a:pt x="183" y="636"/>
                    <a:pt x="175" y="636"/>
                  </a:cubicBezTo>
                  <a:cubicBezTo>
                    <a:pt x="151" y="636"/>
                    <a:pt x="128" y="636"/>
                    <a:pt x="104" y="636"/>
                  </a:cubicBezTo>
                  <a:cubicBezTo>
                    <a:pt x="86" y="636"/>
                    <a:pt x="67" y="636"/>
                    <a:pt x="48" y="636"/>
                  </a:cubicBezTo>
                  <a:cubicBezTo>
                    <a:pt x="35" y="637"/>
                    <a:pt x="21" y="640"/>
                    <a:pt x="8" y="643"/>
                  </a:cubicBezTo>
                  <a:cubicBezTo>
                    <a:pt x="5" y="644"/>
                    <a:pt x="0" y="649"/>
                    <a:pt x="0" y="651"/>
                  </a:cubicBezTo>
                  <a:cubicBezTo>
                    <a:pt x="0" y="655"/>
                    <a:pt x="3" y="660"/>
                    <a:pt x="7" y="662"/>
                  </a:cubicBezTo>
                  <a:cubicBezTo>
                    <a:pt x="21" y="669"/>
                    <a:pt x="36" y="676"/>
                    <a:pt x="51" y="683"/>
                  </a:cubicBezTo>
                  <a:cubicBezTo>
                    <a:pt x="62" y="688"/>
                    <a:pt x="73" y="694"/>
                    <a:pt x="85" y="699"/>
                  </a:cubicBezTo>
                  <a:cubicBezTo>
                    <a:pt x="100" y="705"/>
                    <a:pt x="116" y="710"/>
                    <a:pt x="131" y="716"/>
                  </a:cubicBezTo>
                  <a:cubicBezTo>
                    <a:pt x="134" y="717"/>
                    <a:pt x="136" y="721"/>
                    <a:pt x="138" y="722"/>
                  </a:cubicBezTo>
                  <a:cubicBezTo>
                    <a:pt x="142" y="725"/>
                    <a:pt x="146" y="728"/>
                    <a:pt x="150" y="730"/>
                  </a:cubicBezTo>
                  <a:cubicBezTo>
                    <a:pt x="166" y="736"/>
                    <a:pt x="182" y="741"/>
                    <a:pt x="197" y="747"/>
                  </a:cubicBezTo>
                  <a:cubicBezTo>
                    <a:pt x="223" y="757"/>
                    <a:pt x="250" y="768"/>
                    <a:pt x="279" y="768"/>
                  </a:cubicBezTo>
                  <a:cubicBezTo>
                    <a:pt x="283" y="768"/>
                    <a:pt x="288" y="768"/>
                    <a:pt x="292" y="767"/>
                  </a:cubicBezTo>
                  <a:cubicBezTo>
                    <a:pt x="305" y="766"/>
                    <a:pt x="319" y="765"/>
                    <a:pt x="331" y="762"/>
                  </a:cubicBezTo>
                  <a:cubicBezTo>
                    <a:pt x="344" y="759"/>
                    <a:pt x="356" y="754"/>
                    <a:pt x="369" y="750"/>
                  </a:cubicBezTo>
                  <a:cubicBezTo>
                    <a:pt x="387" y="743"/>
                    <a:pt x="405" y="736"/>
                    <a:pt x="420" y="722"/>
                  </a:cubicBezTo>
                  <a:cubicBezTo>
                    <a:pt x="423" y="719"/>
                    <a:pt x="428" y="717"/>
                    <a:pt x="431" y="714"/>
                  </a:cubicBezTo>
                  <a:cubicBezTo>
                    <a:pt x="438" y="706"/>
                    <a:pt x="447" y="700"/>
                    <a:pt x="452" y="691"/>
                  </a:cubicBezTo>
                  <a:cubicBezTo>
                    <a:pt x="457" y="683"/>
                    <a:pt x="460" y="673"/>
                    <a:pt x="463" y="664"/>
                  </a:cubicBezTo>
                  <a:cubicBezTo>
                    <a:pt x="464" y="655"/>
                    <a:pt x="466" y="646"/>
                    <a:pt x="465" y="637"/>
                  </a:cubicBezTo>
                  <a:cubicBezTo>
                    <a:pt x="461" y="613"/>
                    <a:pt x="456" y="590"/>
                    <a:pt x="451" y="567"/>
                  </a:cubicBezTo>
                  <a:cubicBezTo>
                    <a:pt x="451" y="565"/>
                    <a:pt x="451" y="564"/>
                    <a:pt x="451" y="563"/>
                  </a:cubicBezTo>
                  <a:cubicBezTo>
                    <a:pt x="456" y="545"/>
                    <a:pt x="445" y="530"/>
                    <a:pt x="444" y="513"/>
                  </a:cubicBezTo>
                  <a:cubicBezTo>
                    <a:pt x="443" y="503"/>
                    <a:pt x="438" y="493"/>
                    <a:pt x="445" y="483"/>
                  </a:cubicBezTo>
                  <a:cubicBezTo>
                    <a:pt x="447" y="480"/>
                    <a:pt x="447" y="473"/>
                    <a:pt x="446" y="469"/>
                  </a:cubicBezTo>
                  <a:cubicBezTo>
                    <a:pt x="444" y="446"/>
                    <a:pt x="442" y="423"/>
                    <a:pt x="439" y="400"/>
                  </a:cubicBezTo>
                  <a:cubicBezTo>
                    <a:pt x="438" y="388"/>
                    <a:pt x="444" y="383"/>
                    <a:pt x="454" y="380"/>
                  </a:cubicBezTo>
                  <a:cubicBezTo>
                    <a:pt x="463" y="378"/>
                    <a:pt x="472" y="376"/>
                    <a:pt x="481" y="373"/>
                  </a:cubicBezTo>
                  <a:cubicBezTo>
                    <a:pt x="495" y="368"/>
                    <a:pt x="508" y="361"/>
                    <a:pt x="522" y="357"/>
                  </a:cubicBezTo>
                  <a:cubicBezTo>
                    <a:pt x="558" y="346"/>
                    <a:pt x="591" y="329"/>
                    <a:pt x="623" y="310"/>
                  </a:cubicBezTo>
                  <a:cubicBezTo>
                    <a:pt x="627" y="308"/>
                    <a:pt x="629" y="305"/>
                    <a:pt x="631" y="301"/>
                  </a:cubicBezTo>
                  <a:cubicBezTo>
                    <a:pt x="640" y="282"/>
                    <a:pt x="628" y="240"/>
                    <a:pt x="610" y="228"/>
                  </a:cubicBezTo>
                  <a:cubicBezTo>
                    <a:pt x="600" y="222"/>
                    <a:pt x="589" y="215"/>
                    <a:pt x="577" y="210"/>
                  </a:cubicBezTo>
                  <a:cubicBezTo>
                    <a:pt x="568" y="205"/>
                    <a:pt x="557" y="199"/>
                    <a:pt x="546" y="198"/>
                  </a:cubicBezTo>
                  <a:cubicBezTo>
                    <a:pt x="539" y="198"/>
                    <a:pt x="532" y="197"/>
                    <a:pt x="525" y="197"/>
                  </a:cubicBezTo>
                  <a:cubicBezTo>
                    <a:pt x="514" y="197"/>
                    <a:pt x="504" y="198"/>
                    <a:pt x="494" y="198"/>
                  </a:cubicBezTo>
                  <a:cubicBezTo>
                    <a:pt x="493" y="198"/>
                    <a:pt x="492" y="198"/>
                    <a:pt x="491" y="198"/>
                  </a:cubicBezTo>
                  <a:cubicBezTo>
                    <a:pt x="489" y="198"/>
                    <a:pt x="487" y="198"/>
                    <a:pt x="485" y="198"/>
                  </a:cubicBezTo>
                  <a:cubicBezTo>
                    <a:pt x="462" y="205"/>
                    <a:pt x="439" y="211"/>
                    <a:pt x="416" y="217"/>
                  </a:cubicBezTo>
                  <a:cubicBezTo>
                    <a:pt x="414" y="211"/>
                    <a:pt x="411" y="207"/>
                    <a:pt x="410" y="202"/>
                  </a:cubicBezTo>
                  <a:cubicBezTo>
                    <a:pt x="409" y="197"/>
                    <a:pt x="408" y="192"/>
                    <a:pt x="407" y="187"/>
                  </a:cubicBezTo>
                  <a:cubicBezTo>
                    <a:pt x="404" y="177"/>
                    <a:pt x="407" y="168"/>
                    <a:pt x="418" y="166"/>
                  </a:cubicBezTo>
                  <a:cubicBezTo>
                    <a:pt x="438" y="162"/>
                    <a:pt x="453" y="146"/>
                    <a:pt x="470" y="135"/>
                  </a:cubicBezTo>
                  <a:cubicBezTo>
                    <a:pt x="492" y="120"/>
                    <a:pt x="513" y="103"/>
                    <a:pt x="536" y="88"/>
                  </a:cubicBezTo>
                  <a:cubicBezTo>
                    <a:pt x="549" y="79"/>
                    <a:pt x="556" y="67"/>
                    <a:pt x="558" y="51"/>
                  </a:cubicBezTo>
                  <a:cubicBezTo>
                    <a:pt x="559" y="46"/>
                    <a:pt x="558" y="39"/>
                    <a:pt x="555" y="34"/>
                  </a:cubicBezTo>
                  <a:cubicBezTo>
                    <a:pt x="549" y="25"/>
                    <a:pt x="543" y="17"/>
                    <a:pt x="535" y="10"/>
                  </a:cubicBezTo>
                  <a:cubicBezTo>
                    <a:pt x="531" y="6"/>
                    <a:pt x="524" y="6"/>
                    <a:pt x="519" y="6"/>
                  </a:cubicBezTo>
                  <a:cubicBezTo>
                    <a:pt x="518" y="6"/>
                    <a:pt x="518" y="6"/>
                    <a:pt x="517" y="6"/>
                  </a:cubicBezTo>
                  <a:cubicBezTo>
                    <a:pt x="515" y="6"/>
                    <a:pt x="513" y="6"/>
                    <a:pt x="511" y="6"/>
                  </a:cubicBezTo>
                  <a:cubicBezTo>
                    <a:pt x="508" y="7"/>
                    <a:pt x="506" y="7"/>
                    <a:pt x="504" y="7"/>
                  </a:cubicBezTo>
                  <a:cubicBezTo>
                    <a:pt x="504" y="7"/>
                    <a:pt x="503" y="7"/>
                    <a:pt x="503" y="7"/>
                  </a:cubicBezTo>
                  <a:cubicBezTo>
                    <a:pt x="479" y="5"/>
                    <a:pt x="454" y="4"/>
                    <a:pt x="430" y="1"/>
                  </a:cubicBezTo>
                  <a:cubicBezTo>
                    <a:pt x="426" y="0"/>
                    <a:pt x="422" y="0"/>
                    <a:pt x="41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5" name="Freeform 275">
              <a:extLst>
                <a:ext uri="{FF2B5EF4-FFF2-40B4-BE49-F238E27FC236}">
                  <a16:creationId xmlns:a16="http://schemas.microsoft.com/office/drawing/2014/main" id="{C29A9EF6-A44D-74AA-E6BC-57DB8B2570B2}"/>
                </a:ext>
              </a:extLst>
            </p:cNvPr>
            <p:cNvSpPr>
              <a:spLocks/>
            </p:cNvSpPr>
            <p:nvPr/>
          </p:nvSpPr>
          <p:spPr bwMode="auto">
            <a:xfrm>
              <a:off x="2726433" y="1550974"/>
              <a:ext cx="446518" cy="515244"/>
            </a:xfrm>
            <a:custGeom>
              <a:avLst/>
              <a:gdLst>
                <a:gd name="T0" fmla="*/ 848 w 1226"/>
                <a:gd name="T1" fmla="*/ 24 h 1411"/>
                <a:gd name="T2" fmla="*/ 876 w 1226"/>
                <a:gd name="T3" fmla="*/ 176 h 1411"/>
                <a:gd name="T4" fmla="*/ 862 w 1226"/>
                <a:gd name="T5" fmla="*/ 390 h 1411"/>
                <a:gd name="T6" fmla="*/ 779 w 1226"/>
                <a:gd name="T7" fmla="*/ 442 h 1411"/>
                <a:gd name="T8" fmla="*/ 748 w 1226"/>
                <a:gd name="T9" fmla="*/ 425 h 1411"/>
                <a:gd name="T10" fmla="*/ 770 w 1226"/>
                <a:gd name="T11" fmla="*/ 264 h 1411"/>
                <a:gd name="T12" fmla="*/ 574 w 1226"/>
                <a:gd name="T13" fmla="*/ 360 h 1411"/>
                <a:gd name="T14" fmla="*/ 440 w 1226"/>
                <a:gd name="T15" fmla="*/ 518 h 1411"/>
                <a:gd name="T16" fmla="*/ 488 w 1226"/>
                <a:gd name="T17" fmla="*/ 399 h 1411"/>
                <a:gd name="T18" fmla="*/ 397 w 1226"/>
                <a:gd name="T19" fmla="*/ 347 h 1411"/>
                <a:gd name="T20" fmla="*/ 354 w 1226"/>
                <a:gd name="T21" fmla="*/ 427 h 1411"/>
                <a:gd name="T22" fmla="*/ 199 w 1226"/>
                <a:gd name="T23" fmla="*/ 557 h 1411"/>
                <a:gd name="T24" fmla="*/ 70 w 1226"/>
                <a:gd name="T25" fmla="*/ 587 h 1411"/>
                <a:gd name="T26" fmla="*/ 26 w 1226"/>
                <a:gd name="T27" fmla="*/ 582 h 1411"/>
                <a:gd name="T28" fmla="*/ 3 w 1226"/>
                <a:gd name="T29" fmla="*/ 631 h 1411"/>
                <a:gd name="T30" fmla="*/ 113 w 1226"/>
                <a:gd name="T31" fmla="*/ 697 h 1411"/>
                <a:gd name="T32" fmla="*/ 268 w 1226"/>
                <a:gd name="T33" fmla="*/ 623 h 1411"/>
                <a:gd name="T34" fmla="*/ 234 w 1226"/>
                <a:gd name="T35" fmla="*/ 765 h 1411"/>
                <a:gd name="T36" fmla="*/ 179 w 1226"/>
                <a:gd name="T37" fmla="*/ 920 h 1411"/>
                <a:gd name="T38" fmla="*/ 255 w 1226"/>
                <a:gd name="T39" fmla="*/ 959 h 1411"/>
                <a:gd name="T40" fmla="*/ 354 w 1226"/>
                <a:gd name="T41" fmla="*/ 877 h 1411"/>
                <a:gd name="T42" fmla="*/ 358 w 1226"/>
                <a:gd name="T43" fmla="*/ 912 h 1411"/>
                <a:gd name="T44" fmla="*/ 353 w 1226"/>
                <a:gd name="T45" fmla="*/ 1060 h 1411"/>
                <a:gd name="T46" fmla="*/ 400 w 1226"/>
                <a:gd name="T47" fmla="*/ 1160 h 1411"/>
                <a:gd name="T48" fmla="*/ 443 w 1226"/>
                <a:gd name="T49" fmla="*/ 1051 h 1411"/>
                <a:gd name="T50" fmla="*/ 434 w 1226"/>
                <a:gd name="T51" fmla="*/ 962 h 1411"/>
                <a:gd name="T52" fmla="*/ 446 w 1226"/>
                <a:gd name="T53" fmla="*/ 814 h 1411"/>
                <a:gd name="T54" fmla="*/ 485 w 1226"/>
                <a:gd name="T55" fmla="*/ 624 h 1411"/>
                <a:gd name="T56" fmla="*/ 573 w 1226"/>
                <a:gd name="T57" fmla="*/ 486 h 1411"/>
                <a:gd name="T58" fmla="*/ 646 w 1226"/>
                <a:gd name="T59" fmla="*/ 401 h 1411"/>
                <a:gd name="T60" fmla="*/ 670 w 1226"/>
                <a:gd name="T61" fmla="*/ 560 h 1411"/>
                <a:gd name="T62" fmla="*/ 682 w 1226"/>
                <a:gd name="T63" fmla="*/ 613 h 1411"/>
                <a:gd name="T64" fmla="*/ 498 w 1226"/>
                <a:gd name="T65" fmla="*/ 776 h 1411"/>
                <a:gd name="T66" fmla="*/ 526 w 1226"/>
                <a:gd name="T67" fmla="*/ 859 h 1411"/>
                <a:gd name="T68" fmla="*/ 557 w 1226"/>
                <a:gd name="T69" fmla="*/ 855 h 1411"/>
                <a:gd name="T70" fmla="*/ 776 w 1226"/>
                <a:gd name="T71" fmla="*/ 713 h 1411"/>
                <a:gd name="T72" fmla="*/ 855 w 1226"/>
                <a:gd name="T73" fmla="*/ 703 h 1411"/>
                <a:gd name="T74" fmla="*/ 896 w 1226"/>
                <a:gd name="T75" fmla="*/ 1148 h 1411"/>
                <a:gd name="T76" fmla="*/ 931 w 1226"/>
                <a:gd name="T77" fmla="*/ 1406 h 1411"/>
                <a:gd name="T78" fmla="*/ 985 w 1226"/>
                <a:gd name="T79" fmla="*/ 1328 h 1411"/>
                <a:gd name="T80" fmla="*/ 1019 w 1226"/>
                <a:gd name="T81" fmla="*/ 1094 h 1411"/>
                <a:gd name="T82" fmla="*/ 1017 w 1226"/>
                <a:gd name="T83" fmla="*/ 973 h 1411"/>
                <a:gd name="T84" fmla="*/ 1007 w 1226"/>
                <a:gd name="T85" fmla="*/ 804 h 1411"/>
                <a:gd name="T86" fmla="*/ 1005 w 1226"/>
                <a:gd name="T87" fmla="*/ 693 h 1411"/>
                <a:gd name="T88" fmla="*/ 1006 w 1226"/>
                <a:gd name="T89" fmla="*/ 684 h 1411"/>
                <a:gd name="T90" fmla="*/ 1089 w 1226"/>
                <a:gd name="T91" fmla="*/ 592 h 1411"/>
                <a:gd name="T92" fmla="*/ 1179 w 1226"/>
                <a:gd name="T93" fmla="*/ 461 h 1411"/>
                <a:gd name="T94" fmla="*/ 1119 w 1226"/>
                <a:gd name="T95" fmla="*/ 453 h 1411"/>
                <a:gd name="T96" fmla="*/ 1054 w 1226"/>
                <a:gd name="T97" fmla="*/ 462 h 1411"/>
                <a:gd name="T98" fmla="*/ 989 w 1226"/>
                <a:gd name="T99" fmla="*/ 387 h 1411"/>
                <a:gd name="T100" fmla="*/ 995 w 1226"/>
                <a:gd name="T101" fmla="*/ 141 h 1411"/>
                <a:gd name="T102" fmla="*/ 911 w 1226"/>
                <a:gd name="T103" fmla="*/ 0 h 1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6" h="1411">
                  <a:moveTo>
                    <a:pt x="911" y="0"/>
                  </a:moveTo>
                  <a:cubicBezTo>
                    <a:pt x="905" y="0"/>
                    <a:pt x="899" y="0"/>
                    <a:pt x="893" y="1"/>
                  </a:cubicBezTo>
                  <a:cubicBezTo>
                    <a:pt x="880" y="3"/>
                    <a:pt x="867" y="9"/>
                    <a:pt x="854" y="13"/>
                  </a:cubicBezTo>
                  <a:cubicBezTo>
                    <a:pt x="851" y="15"/>
                    <a:pt x="848" y="21"/>
                    <a:pt x="848" y="24"/>
                  </a:cubicBezTo>
                  <a:cubicBezTo>
                    <a:pt x="852" y="40"/>
                    <a:pt x="855" y="56"/>
                    <a:pt x="860" y="72"/>
                  </a:cubicBezTo>
                  <a:cubicBezTo>
                    <a:pt x="863" y="82"/>
                    <a:pt x="869" y="92"/>
                    <a:pt x="871" y="103"/>
                  </a:cubicBezTo>
                  <a:cubicBezTo>
                    <a:pt x="874" y="118"/>
                    <a:pt x="873" y="134"/>
                    <a:pt x="874" y="150"/>
                  </a:cubicBezTo>
                  <a:cubicBezTo>
                    <a:pt x="875" y="159"/>
                    <a:pt x="878" y="168"/>
                    <a:pt x="876" y="176"/>
                  </a:cubicBezTo>
                  <a:cubicBezTo>
                    <a:pt x="869" y="200"/>
                    <a:pt x="872" y="223"/>
                    <a:pt x="873" y="247"/>
                  </a:cubicBezTo>
                  <a:cubicBezTo>
                    <a:pt x="873" y="262"/>
                    <a:pt x="873" y="276"/>
                    <a:pt x="871" y="290"/>
                  </a:cubicBezTo>
                  <a:cubicBezTo>
                    <a:pt x="870" y="304"/>
                    <a:pt x="863" y="316"/>
                    <a:pt x="867" y="331"/>
                  </a:cubicBezTo>
                  <a:cubicBezTo>
                    <a:pt x="872" y="350"/>
                    <a:pt x="856" y="367"/>
                    <a:pt x="862" y="390"/>
                  </a:cubicBezTo>
                  <a:cubicBezTo>
                    <a:pt x="868" y="418"/>
                    <a:pt x="862" y="450"/>
                    <a:pt x="861" y="480"/>
                  </a:cubicBezTo>
                  <a:cubicBezTo>
                    <a:pt x="861" y="491"/>
                    <a:pt x="856" y="498"/>
                    <a:pt x="843" y="500"/>
                  </a:cubicBezTo>
                  <a:cubicBezTo>
                    <a:pt x="839" y="469"/>
                    <a:pt x="823" y="450"/>
                    <a:pt x="794" y="443"/>
                  </a:cubicBezTo>
                  <a:cubicBezTo>
                    <a:pt x="789" y="442"/>
                    <a:pt x="784" y="442"/>
                    <a:pt x="779" y="442"/>
                  </a:cubicBezTo>
                  <a:cubicBezTo>
                    <a:pt x="776" y="442"/>
                    <a:pt x="773" y="442"/>
                    <a:pt x="770" y="442"/>
                  </a:cubicBezTo>
                  <a:cubicBezTo>
                    <a:pt x="767" y="442"/>
                    <a:pt x="764" y="442"/>
                    <a:pt x="762" y="442"/>
                  </a:cubicBezTo>
                  <a:cubicBezTo>
                    <a:pt x="760" y="442"/>
                    <a:pt x="758" y="442"/>
                    <a:pt x="757" y="442"/>
                  </a:cubicBezTo>
                  <a:cubicBezTo>
                    <a:pt x="745" y="441"/>
                    <a:pt x="742" y="435"/>
                    <a:pt x="748" y="425"/>
                  </a:cubicBezTo>
                  <a:cubicBezTo>
                    <a:pt x="764" y="399"/>
                    <a:pt x="787" y="379"/>
                    <a:pt x="810" y="360"/>
                  </a:cubicBezTo>
                  <a:cubicBezTo>
                    <a:pt x="831" y="342"/>
                    <a:pt x="839" y="322"/>
                    <a:pt x="831" y="296"/>
                  </a:cubicBezTo>
                  <a:cubicBezTo>
                    <a:pt x="827" y="281"/>
                    <a:pt x="797" y="263"/>
                    <a:pt x="777" y="263"/>
                  </a:cubicBezTo>
                  <a:cubicBezTo>
                    <a:pt x="774" y="263"/>
                    <a:pt x="772" y="264"/>
                    <a:pt x="770" y="264"/>
                  </a:cubicBezTo>
                  <a:cubicBezTo>
                    <a:pt x="748" y="270"/>
                    <a:pt x="727" y="275"/>
                    <a:pt x="707" y="283"/>
                  </a:cubicBezTo>
                  <a:cubicBezTo>
                    <a:pt x="687" y="290"/>
                    <a:pt x="668" y="301"/>
                    <a:pt x="649" y="310"/>
                  </a:cubicBezTo>
                  <a:cubicBezTo>
                    <a:pt x="640" y="315"/>
                    <a:pt x="631" y="319"/>
                    <a:pt x="623" y="324"/>
                  </a:cubicBezTo>
                  <a:cubicBezTo>
                    <a:pt x="606" y="336"/>
                    <a:pt x="590" y="347"/>
                    <a:pt x="574" y="360"/>
                  </a:cubicBezTo>
                  <a:cubicBezTo>
                    <a:pt x="566" y="365"/>
                    <a:pt x="559" y="371"/>
                    <a:pt x="554" y="378"/>
                  </a:cubicBezTo>
                  <a:cubicBezTo>
                    <a:pt x="545" y="389"/>
                    <a:pt x="539" y="402"/>
                    <a:pt x="531" y="413"/>
                  </a:cubicBezTo>
                  <a:cubicBezTo>
                    <a:pt x="508" y="440"/>
                    <a:pt x="487" y="467"/>
                    <a:pt x="471" y="498"/>
                  </a:cubicBezTo>
                  <a:cubicBezTo>
                    <a:pt x="466" y="509"/>
                    <a:pt x="456" y="517"/>
                    <a:pt x="440" y="518"/>
                  </a:cubicBezTo>
                  <a:cubicBezTo>
                    <a:pt x="441" y="512"/>
                    <a:pt x="440" y="506"/>
                    <a:pt x="442" y="502"/>
                  </a:cubicBezTo>
                  <a:cubicBezTo>
                    <a:pt x="446" y="493"/>
                    <a:pt x="451" y="484"/>
                    <a:pt x="455" y="475"/>
                  </a:cubicBezTo>
                  <a:cubicBezTo>
                    <a:pt x="457" y="469"/>
                    <a:pt x="470" y="449"/>
                    <a:pt x="472" y="445"/>
                  </a:cubicBezTo>
                  <a:cubicBezTo>
                    <a:pt x="480" y="431"/>
                    <a:pt x="500" y="422"/>
                    <a:pt x="488" y="399"/>
                  </a:cubicBezTo>
                  <a:cubicBezTo>
                    <a:pt x="478" y="383"/>
                    <a:pt x="474" y="363"/>
                    <a:pt x="465" y="346"/>
                  </a:cubicBezTo>
                  <a:cubicBezTo>
                    <a:pt x="460" y="338"/>
                    <a:pt x="451" y="331"/>
                    <a:pt x="442" y="327"/>
                  </a:cubicBezTo>
                  <a:cubicBezTo>
                    <a:pt x="437" y="325"/>
                    <a:pt x="433" y="324"/>
                    <a:pt x="429" y="324"/>
                  </a:cubicBezTo>
                  <a:cubicBezTo>
                    <a:pt x="414" y="324"/>
                    <a:pt x="403" y="336"/>
                    <a:pt x="397" y="347"/>
                  </a:cubicBezTo>
                  <a:cubicBezTo>
                    <a:pt x="384" y="367"/>
                    <a:pt x="377" y="391"/>
                    <a:pt x="369" y="414"/>
                  </a:cubicBezTo>
                  <a:cubicBezTo>
                    <a:pt x="366" y="421"/>
                    <a:pt x="364" y="427"/>
                    <a:pt x="355" y="427"/>
                  </a:cubicBezTo>
                  <a:cubicBezTo>
                    <a:pt x="355" y="427"/>
                    <a:pt x="355" y="427"/>
                    <a:pt x="355" y="427"/>
                  </a:cubicBezTo>
                  <a:cubicBezTo>
                    <a:pt x="354" y="427"/>
                    <a:pt x="354" y="427"/>
                    <a:pt x="354" y="427"/>
                  </a:cubicBezTo>
                  <a:cubicBezTo>
                    <a:pt x="350" y="427"/>
                    <a:pt x="342" y="429"/>
                    <a:pt x="341" y="433"/>
                  </a:cubicBezTo>
                  <a:cubicBezTo>
                    <a:pt x="334" y="454"/>
                    <a:pt x="315" y="465"/>
                    <a:pt x="301" y="480"/>
                  </a:cubicBezTo>
                  <a:cubicBezTo>
                    <a:pt x="286" y="493"/>
                    <a:pt x="270" y="504"/>
                    <a:pt x="254" y="516"/>
                  </a:cubicBezTo>
                  <a:cubicBezTo>
                    <a:pt x="236" y="530"/>
                    <a:pt x="218" y="544"/>
                    <a:pt x="199" y="557"/>
                  </a:cubicBezTo>
                  <a:cubicBezTo>
                    <a:pt x="185" y="566"/>
                    <a:pt x="171" y="575"/>
                    <a:pt x="156" y="581"/>
                  </a:cubicBezTo>
                  <a:cubicBezTo>
                    <a:pt x="140" y="588"/>
                    <a:pt x="123" y="592"/>
                    <a:pt x="106" y="595"/>
                  </a:cubicBezTo>
                  <a:cubicBezTo>
                    <a:pt x="101" y="597"/>
                    <a:pt x="95" y="598"/>
                    <a:pt x="89" y="598"/>
                  </a:cubicBezTo>
                  <a:cubicBezTo>
                    <a:pt x="82" y="598"/>
                    <a:pt x="75" y="596"/>
                    <a:pt x="70" y="587"/>
                  </a:cubicBezTo>
                  <a:cubicBezTo>
                    <a:pt x="69" y="586"/>
                    <a:pt x="66" y="585"/>
                    <a:pt x="64" y="584"/>
                  </a:cubicBezTo>
                  <a:cubicBezTo>
                    <a:pt x="58" y="581"/>
                    <a:pt x="52" y="580"/>
                    <a:pt x="47" y="580"/>
                  </a:cubicBezTo>
                  <a:cubicBezTo>
                    <a:pt x="43" y="580"/>
                    <a:pt x="40" y="581"/>
                    <a:pt x="36" y="581"/>
                  </a:cubicBezTo>
                  <a:cubicBezTo>
                    <a:pt x="33" y="581"/>
                    <a:pt x="29" y="582"/>
                    <a:pt x="26" y="582"/>
                  </a:cubicBezTo>
                  <a:cubicBezTo>
                    <a:pt x="25" y="582"/>
                    <a:pt x="24" y="581"/>
                    <a:pt x="23" y="581"/>
                  </a:cubicBezTo>
                  <a:cubicBezTo>
                    <a:pt x="22" y="581"/>
                    <a:pt x="22" y="581"/>
                    <a:pt x="21" y="581"/>
                  </a:cubicBezTo>
                  <a:cubicBezTo>
                    <a:pt x="8" y="581"/>
                    <a:pt x="4" y="590"/>
                    <a:pt x="3" y="601"/>
                  </a:cubicBezTo>
                  <a:cubicBezTo>
                    <a:pt x="3" y="611"/>
                    <a:pt x="4" y="621"/>
                    <a:pt x="3" y="631"/>
                  </a:cubicBezTo>
                  <a:cubicBezTo>
                    <a:pt x="0" y="652"/>
                    <a:pt x="7" y="669"/>
                    <a:pt x="26" y="680"/>
                  </a:cubicBezTo>
                  <a:cubicBezTo>
                    <a:pt x="37" y="685"/>
                    <a:pt x="47" y="693"/>
                    <a:pt x="58" y="695"/>
                  </a:cubicBezTo>
                  <a:cubicBezTo>
                    <a:pt x="70" y="698"/>
                    <a:pt x="81" y="702"/>
                    <a:pt x="93" y="702"/>
                  </a:cubicBezTo>
                  <a:cubicBezTo>
                    <a:pt x="100" y="702"/>
                    <a:pt x="106" y="701"/>
                    <a:pt x="113" y="697"/>
                  </a:cubicBezTo>
                  <a:cubicBezTo>
                    <a:pt x="129" y="689"/>
                    <a:pt x="146" y="689"/>
                    <a:pt x="162" y="677"/>
                  </a:cubicBezTo>
                  <a:cubicBezTo>
                    <a:pt x="183" y="661"/>
                    <a:pt x="209" y="652"/>
                    <a:pt x="233" y="640"/>
                  </a:cubicBezTo>
                  <a:cubicBezTo>
                    <a:pt x="242" y="635"/>
                    <a:pt x="251" y="629"/>
                    <a:pt x="262" y="625"/>
                  </a:cubicBezTo>
                  <a:cubicBezTo>
                    <a:pt x="264" y="624"/>
                    <a:pt x="266" y="623"/>
                    <a:pt x="268" y="623"/>
                  </a:cubicBezTo>
                  <a:cubicBezTo>
                    <a:pt x="275" y="623"/>
                    <a:pt x="281" y="629"/>
                    <a:pt x="279" y="635"/>
                  </a:cubicBezTo>
                  <a:cubicBezTo>
                    <a:pt x="276" y="645"/>
                    <a:pt x="271" y="655"/>
                    <a:pt x="268" y="666"/>
                  </a:cubicBezTo>
                  <a:cubicBezTo>
                    <a:pt x="260" y="692"/>
                    <a:pt x="243" y="716"/>
                    <a:pt x="241" y="744"/>
                  </a:cubicBezTo>
                  <a:cubicBezTo>
                    <a:pt x="241" y="751"/>
                    <a:pt x="237" y="758"/>
                    <a:pt x="234" y="765"/>
                  </a:cubicBezTo>
                  <a:cubicBezTo>
                    <a:pt x="225" y="787"/>
                    <a:pt x="206" y="803"/>
                    <a:pt x="193" y="824"/>
                  </a:cubicBezTo>
                  <a:cubicBezTo>
                    <a:pt x="181" y="844"/>
                    <a:pt x="175" y="862"/>
                    <a:pt x="177" y="884"/>
                  </a:cubicBezTo>
                  <a:cubicBezTo>
                    <a:pt x="177" y="894"/>
                    <a:pt x="177" y="903"/>
                    <a:pt x="177" y="913"/>
                  </a:cubicBezTo>
                  <a:cubicBezTo>
                    <a:pt x="177" y="915"/>
                    <a:pt x="178" y="918"/>
                    <a:pt x="179" y="920"/>
                  </a:cubicBezTo>
                  <a:cubicBezTo>
                    <a:pt x="186" y="934"/>
                    <a:pt x="193" y="948"/>
                    <a:pt x="201" y="961"/>
                  </a:cubicBezTo>
                  <a:cubicBezTo>
                    <a:pt x="204" y="966"/>
                    <a:pt x="207" y="971"/>
                    <a:pt x="213" y="971"/>
                  </a:cubicBezTo>
                  <a:cubicBezTo>
                    <a:pt x="214" y="971"/>
                    <a:pt x="215" y="971"/>
                    <a:pt x="217" y="971"/>
                  </a:cubicBezTo>
                  <a:cubicBezTo>
                    <a:pt x="230" y="967"/>
                    <a:pt x="245" y="966"/>
                    <a:pt x="255" y="959"/>
                  </a:cubicBezTo>
                  <a:cubicBezTo>
                    <a:pt x="266" y="948"/>
                    <a:pt x="280" y="945"/>
                    <a:pt x="292" y="939"/>
                  </a:cubicBezTo>
                  <a:cubicBezTo>
                    <a:pt x="301" y="935"/>
                    <a:pt x="314" y="929"/>
                    <a:pt x="314" y="922"/>
                  </a:cubicBezTo>
                  <a:cubicBezTo>
                    <a:pt x="317" y="898"/>
                    <a:pt x="337" y="891"/>
                    <a:pt x="351" y="877"/>
                  </a:cubicBezTo>
                  <a:cubicBezTo>
                    <a:pt x="351" y="877"/>
                    <a:pt x="353" y="877"/>
                    <a:pt x="354" y="877"/>
                  </a:cubicBezTo>
                  <a:cubicBezTo>
                    <a:pt x="354" y="877"/>
                    <a:pt x="355" y="877"/>
                    <a:pt x="355" y="877"/>
                  </a:cubicBezTo>
                  <a:cubicBezTo>
                    <a:pt x="356" y="877"/>
                    <a:pt x="356" y="877"/>
                    <a:pt x="357" y="877"/>
                  </a:cubicBezTo>
                  <a:cubicBezTo>
                    <a:pt x="357" y="877"/>
                    <a:pt x="358" y="877"/>
                    <a:pt x="358" y="877"/>
                  </a:cubicBezTo>
                  <a:cubicBezTo>
                    <a:pt x="358" y="889"/>
                    <a:pt x="358" y="901"/>
                    <a:pt x="358" y="912"/>
                  </a:cubicBezTo>
                  <a:cubicBezTo>
                    <a:pt x="358" y="925"/>
                    <a:pt x="359" y="938"/>
                    <a:pt x="358" y="951"/>
                  </a:cubicBezTo>
                  <a:cubicBezTo>
                    <a:pt x="358" y="956"/>
                    <a:pt x="354" y="960"/>
                    <a:pt x="353" y="965"/>
                  </a:cubicBezTo>
                  <a:cubicBezTo>
                    <a:pt x="352" y="985"/>
                    <a:pt x="351" y="1006"/>
                    <a:pt x="351" y="1026"/>
                  </a:cubicBezTo>
                  <a:cubicBezTo>
                    <a:pt x="351" y="1037"/>
                    <a:pt x="353" y="1049"/>
                    <a:pt x="353" y="1060"/>
                  </a:cubicBezTo>
                  <a:cubicBezTo>
                    <a:pt x="354" y="1074"/>
                    <a:pt x="353" y="1087"/>
                    <a:pt x="354" y="1100"/>
                  </a:cubicBezTo>
                  <a:cubicBezTo>
                    <a:pt x="354" y="1105"/>
                    <a:pt x="356" y="1111"/>
                    <a:pt x="359" y="1114"/>
                  </a:cubicBezTo>
                  <a:cubicBezTo>
                    <a:pt x="369" y="1128"/>
                    <a:pt x="380" y="1141"/>
                    <a:pt x="391" y="1154"/>
                  </a:cubicBezTo>
                  <a:cubicBezTo>
                    <a:pt x="394" y="1157"/>
                    <a:pt x="396" y="1160"/>
                    <a:pt x="400" y="1160"/>
                  </a:cubicBezTo>
                  <a:cubicBezTo>
                    <a:pt x="402" y="1160"/>
                    <a:pt x="406" y="1158"/>
                    <a:pt x="409" y="1154"/>
                  </a:cubicBezTo>
                  <a:cubicBezTo>
                    <a:pt x="427" y="1134"/>
                    <a:pt x="430" y="1109"/>
                    <a:pt x="441" y="1087"/>
                  </a:cubicBezTo>
                  <a:cubicBezTo>
                    <a:pt x="442" y="1085"/>
                    <a:pt x="441" y="1083"/>
                    <a:pt x="441" y="1081"/>
                  </a:cubicBezTo>
                  <a:cubicBezTo>
                    <a:pt x="441" y="1072"/>
                    <a:pt x="442" y="1063"/>
                    <a:pt x="443" y="1051"/>
                  </a:cubicBezTo>
                  <a:cubicBezTo>
                    <a:pt x="443" y="1051"/>
                    <a:pt x="438" y="1049"/>
                    <a:pt x="438" y="1047"/>
                  </a:cubicBezTo>
                  <a:cubicBezTo>
                    <a:pt x="438" y="1035"/>
                    <a:pt x="440" y="1024"/>
                    <a:pt x="440" y="1012"/>
                  </a:cubicBezTo>
                  <a:cubicBezTo>
                    <a:pt x="439" y="1003"/>
                    <a:pt x="437" y="994"/>
                    <a:pt x="436" y="986"/>
                  </a:cubicBezTo>
                  <a:cubicBezTo>
                    <a:pt x="435" y="978"/>
                    <a:pt x="434" y="970"/>
                    <a:pt x="434" y="962"/>
                  </a:cubicBezTo>
                  <a:cubicBezTo>
                    <a:pt x="434" y="941"/>
                    <a:pt x="443" y="921"/>
                    <a:pt x="433" y="900"/>
                  </a:cubicBezTo>
                  <a:cubicBezTo>
                    <a:pt x="432" y="898"/>
                    <a:pt x="432" y="895"/>
                    <a:pt x="432" y="892"/>
                  </a:cubicBezTo>
                  <a:cubicBezTo>
                    <a:pt x="433" y="877"/>
                    <a:pt x="433" y="863"/>
                    <a:pt x="434" y="848"/>
                  </a:cubicBezTo>
                  <a:cubicBezTo>
                    <a:pt x="436" y="837"/>
                    <a:pt x="422" y="820"/>
                    <a:pt x="446" y="814"/>
                  </a:cubicBezTo>
                  <a:cubicBezTo>
                    <a:pt x="432" y="811"/>
                    <a:pt x="428" y="801"/>
                    <a:pt x="428" y="791"/>
                  </a:cubicBezTo>
                  <a:cubicBezTo>
                    <a:pt x="427" y="770"/>
                    <a:pt x="431" y="748"/>
                    <a:pt x="429" y="727"/>
                  </a:cubicBezTo>
                  <a:cubicBezTo>
                    <a:pt x="427" y="710"/>
                    <a:pt x="434" y="696"/>
                    <a:pt x="442" y="683"/>
                  </a:cubicBezTo>
                  <a:cubicBezTo>
                    <a:pt x="456" y="663"/>
                    <a:pt x="471" y="644"/>
                    <a:pt x="485" y="624"/>
                  </a:cubicBezTo>
                  <a:cubicBezTo>
                    <a:pt x="492" y="613"/>
                    <a:pt x="497" y="600"/>
                    <a:pt x="504" y="590"/>
                  </a:cubicBezTo>
                  <a:cubicBezTo>
                    <a:pt x="512" y="579"/>
                    <a:pt x="521" y="569"/>
                    <a:pt x="529" y="559"/>
                  </a:cubicBezTo>
                  <a:cubicBezTo>
                    <a:pt x="536" y="549"/>
                    <a:pt x="543" y="539"/>
                    <a:pt x="549" y="529"/>
                  </a:cubicBezTo>
                  <a:cubicBezTo>
                    <a:pt x="556" y="514"/>
                    <a:pt x="570" y="504"/>
                    <a:pt x="573" y="486"/>
                  </a:cubicBezTo>
                  <a:cubicBezTo>
                    <a:pt x="575" y="473"/>
                    <a:pt x="582" y="460"/>
                    <a:pt x="590" y="449"/>
                  </a:cubicBezTo>
                  <a:cubicBezTo>
                    <a:pt x="602" y="433"/>
                    <a:pt x="617" y="419"/>
                    <a:pt x="631" y="405"/>
                  </a:cubicBezTo>
                  <a:cubicBezTo>
                    <a:pt x="634" y="403"/>
                    <a:pt x="639" y="401"/>
                    <a:pt x="643" y="401"/>
                  </a:cubicBezTo>
                  <a:cubicBezTo>
                    <a:pt x="644" y="401"/>
                    <a:pt x="645" y="401"/>
                    <a:pt x="646" y="401"/>
                  </a:cubicBezTo>
                  <a:cubicBezTo>
                    <a:pt x="650" y="403"/>
                    <a:pt x="657" y="411"/>
                    <a:pt x="656" y="413"/>
                  </a:cubicBezTo>
                  <a:cubicBezTo>
                    <a:pt x="652" y="424"/>
                    <a:pt x="646" y="434"/>
                    <a:pt x="641" y="445"/>
                  </a:cubicBezTo>
                  <a:cubicBezTo>
                    <a:pt x="628" y="469"/>
                    <a:pt x="620" y="494"/>
                    <a:pt x="625" y="522"/>
                  </a:cubicBezTo>
                  <a:cubicBezTo>
                    <a:pt x="630" y="547"/>
                    <a:pt x="645" y="560"/>
                    <a:pt x="670" y="560"/>
                  </a:cubicBezTo>
                  <a:cubicBezTo>
                    <a:pt x="670" y="560"/>
                    <a:pt x="671" y="560"/>
                    <a:pt x="671" y="560"/>
                  </a:cubicBezTo>
                  <a:cubicBezTo>
                    <a:pt x="682" y="560"/>
                    <a:pt x="692" y="558"/>
                    <a:pt x="702" y="557"/>
                  </a:cubicBezTo>
                  <a:cubicBezTo>
                    <a:pt x="702" y="566"/>
                    <a:pt x="704" y="574"/>
                    <a:pt x="702" y="581"/>
                  </a:cubicBezTo>
                  <a:cubicBezTo>
                    <a:pt x="697" y="592"/>
                    <a:pt x="688" y="602"/>
                    <a:pt x="682" y="613"/>
                  </a:cubicBezTo>
                  <a:cubicBezTo>
                    <a:pt x="671" y="634"/>
                    <a:pt x="650" y="645"/>
                    <a:pt x="632" y="658"/>
                  </a:cubicBezTo>
                  <a:cubicBezTo>
                    <a:pt x="609" y="674"/>
                    <a:pt x="587" y="693"/>
                    <a:pt x="562" y="707"/>
                  </a:cubicBezTo>
                  <a:cubicBezTo>
                    <a:pt x="541" y="720"/>
                    <a:pt x="525" y="742"/>
                    <a:pt x="508" y="760"/>
                  </a:cubicBezTo>
                  <a:cubicBezTo>
                    <a:pt x="503" y="765"/>
                    <a:pt x="501" y="771"/>
                    <a:pt x="498" y="776"/>
                  </a:cubicBezTo>
                  <a:cubicBezTo>
                    <a:pt x="497" y="781"/>
                    <a:pt x="496" y="786"/>
                    <a:pt x="495" y="791"/>
                  </a:cubicBezTo>
                  <a:cubicBezTo>
                    <a:pt x="494" y="797"/>
                    <a:pt x="495" y="804"/>
                    <a:pt x="493" y="809"/>
                  </a:cubicBezTo>
                  <a:cubicBezTo>
                    <a:pt x="489" y="820"/>
                    <a:pt x="490" y="844"/>
                    <a:pt x="498" y="848"/>
                  </a:cubicBezTo>
                  <a:cubicBezTo>
                    <a:pt x="507" y="853"/>
                    <a:pt x="516" y="859"/>
                    <a:pt x="526" y="859"/>
                  </a:cubicBezTo>
                  <a:cubicBezTo>
                    <a:pt x="532" y="859"/>
                    <a:pt x="537" y="858"/>
                    <a:pt x="543" y="854"/>
                  </a:cubicBezTo>
                  <a:cubicBezTo>
                    <a:pt x="544" y="853"/>
                    <a:pt x="545" y="853"/>
                    <a:pt x="547" y="853"/>
                  </a:cubicBezTo>
                  <a:cubicBezTo>
                    <a:pt x="548" y="853"/>
                    <a:pt x="549" y="853"/>
                    <a:pt x="549" y="853"/>
                  </a:cubicBezTo>
                  <a:cubicBezTo>
                    <a:pt x="552" y="855"/>
                    <a:pt x="554" y="855"/>
                    <a:pt x="557" y="855"/>
                  </a:cubicBezTo>
                  <a:cubicBezTo>
                    <a:pt x="562" y="855"/>
                    <a:pt x="567" y="852"/>
                    <a:pt x="572" y="849"/>
                  </a:cubicBezTo>
                  <a:cubicBezTo>
                    <a:pt x="605" y="828"/>
                    <a:pt x="638" y="808"/>
                    <a:pt x="671" y="787"/>
                  </a:cubicBezTo>
                  <a:cubicBezTo>
                    <a:pt x="689" y="775"/>
                    <a:pt x="706" y="764"/>
                    <a:pt x="723" y="752"/>
                  </a:cubicBezTo>
                  <a:cubicBezTo>
                    <a:pt x="741" y="739"/>
                    <a:pt x="758" y="725"/>
                    <a:pt x="776" y="713"/>
                  </a:cubicBezTo>
                  <a:cubicBezTo>
                    <a:pt x="790" y="704"/>
                    <a:pt x="806" y="697"/>
                    <a:pt x="821" y="690"/>
                  </a:cubicBezTo>
                  <a:cubicBezTo>
                    <a:pt x="823" y="688"/>
                    <a:pt x="825" y="688"/>
                    <a:pt x="828" y="687"/>
                  </a:cubicBezTo>
                  <a:cubicBezTo>
                    <a:pt x="833" y="683"/>
                    <a:pt x="838" y="681"/>
                    <a:pt x="842" y="681"/>
                  </a:cubicBezTo>
                  <a:cubicBezTo>
                    <a:pt x="851" y="681"/>
                    <a:pt x="855" y="690"/>
                    <a:pt x="855" y="703"/>
                  </a:cubicBezTo>
                  <a:cubicBezTo>
                    <a:pt x="856" y="724"/>
                    <a:pt x="855" y="746"/>
                    <a:pt x="857" y="768"/>
                  </a:cubicBezTo>
                  <a:cubicBezTo>
                    <a:pt x="860" y="795"/>
                    <a:pt x="876" y="957"/>
                    <a:pt x="884" y="987"/>
                  </a:cubicBezTo>
                  <a:cubicBezTo>
                    <a:pt x="889" y="1005"/>
                    <a:pt x="886" y="1024"/>
                    <a:pt x="889" y="1043"/>
                  </a:cubicBezTo>
                  <a:cubicBezTo>
                    <a:pt x="893" y="1078"/>
                    <a:pt x="892" y="1113"/>
                    <a:pt x="896" y="1148"/>
                  </a:cubicBezTo>
                  <a:cubicBezTo>
                    <a:pt x="899" y="1170"/>
                    <a:pt x="898" y="1194"/>
                    <a:pt x="902" y="1215"/>
                  </a:cubicBezTo>
                  <a:cubicBezTo>
                    <a:pt x="908" y="1241"/>
                    <a:pt x="902" y="1266"/>
                    <a:pt x="910" y="1292"/>
                  </a:cubicBezTo>
                  <a:cubicBezTo>
                    <a:pt x="917" y="1316"/>
                    <a:pt x="915" y="1342"/>
                    <a:pt x="916" y="1367"/>
                  </a:cubicBezTo>
                  <a:cubicBezTo>
                    <a:pt x="917" y="1382"/>
                    <a:pt x="920" y="1396"/>
                    <a:pt x="931" y="1406"/>
                  </a:cubicBezTo>
                  <a:cubicBezTo>
                    <a:pt x="935" y="1409"/>
                    <a:pt x="937" y="1411"/>
                    <a:pt x="940" y="1411"/>
                  </a:cubicBezTo>
                  <a:cubicBezTo>
                    <a:pt x="943" y="1411"/>
                    <a:pt x="946" y="1408"/>
                    <a:pt x="948" y="1402"/>
                  </a:cubicBezTo>
                  <a:cubicBezTo>
                    <a:pt x="951" y="1393"/>
                    <a:pt x="953" y="1381"/>
                    <a:pt x="959" y="1374"/>
                  </a:cubicBezTo>
                  <a:cubicBezTo>
                    <a:pt x="972" y="1361"/>
                    <a:pt x="981" y="1346"/>
                    <a:pt x="985" y="1328"/>
                  </a:cubicBezTo>
                  <a:cubicBezTo>
                    <a:pt x="989" y="1305"/>
                    <a:pt x="1000" y="1285"/>
                    <a:pt x="1009" y="1263"/>
                  </a:cubicBezTo>
                  <a:cubicBezTo>
                    <a:pt x="1014" y="1251"/>
                    <a:pt x="1017" y="1238"/>
                    <a:pt x="1018" y="1225"/>
                  </a:cubicBezTo>
                  <a:cubicBezTo>
                    <a:pt x="1019" y="1203"/>
                    <a:pt x="1013" y="1181"/>
                    <a:pt x="1017" y="1159"/>
                  </a:cubicBezTo>
                  <a:cubicBezTo>
                    <a:pt x="1021" y="1137"/>
                    <a:pt x="1018" y="1116"/>
                    <a:pt x="1019" y="1094"/>
                  </a:cubicBezTo>
                  <a:cubicBezTo>
                    <a:pt x="1019" y="1087"/>
                    <a:pt x="1022" y="1080"/>
                    <a:pt x="1021" y="1074"/>
                  </a:cubicBezTo>
                  <a:cubicBezTo>
                    <a:pt x="1019" y="1059"/>
                    <a:pt x="1017" y="1046"/>
                    <a:pt x="1021" y="1031"/>
                  </a:cubicBezTo>
                  <a:cubicBezTo>
                    <a:pt x="1023" y="1025"/>
                    <a:pt x="1021" y="1018"/>
                    <a:pt x="1020" y="1012"/>
                  </a:cubicBezTo>
                  <a:cubicBezTo>
                    <a:pt x="1019" y="999"/>
                    <a:pt x="1018" y="986"/>
                    <a:pt x="1017" y="973"/>
                  </a:cubicBezTo>
                  <a:cubicBezTo>
                    <a:pt x="1016" y="962"/>
                    <a:pt x="1014" y="950"/>
                    <a:pt x="1013" y="939"/>
                  </a:cubicBezTo>
                  <a:cubicBezTo>
                    <a:pt x="1013" y="933"/>
                    <a:pt x="1011" y="927"/>
                    <a:pt x="1011" y="921"/>
                  </a:cubicBezTo>
                  <a:cubicBezTo>
                    <a:pt x="1011" y="898"/>
                    <a:pt x="1012" y="875"/>
                    <a:pt x="1011" y="852"/>
                  </a:cubicBezTo>
                  <a:cubicBezTo>
                    <a:pt x="1011" y="836"/>
                    <a:pt x="1008" y="820"/>
                    <a:pt x="1007" y="804"/>
                  </a:cubicBezTo>
                  <a:cubicBezTo>
                    <a:pt x="1006" y="796"/>
                    <a:pt x="1007" y="787"/>
                    <a:pt x="1007" y="779"/>
                  </a:cubicBezTo>
                  <a:cubicBezTo>
                    <a:pt x="1007" y="773"/>
                    <a:pt x="1006" y="718"/>
                    <a:pt x="1006" y="695"/>
                  </a:cubicBezTo>
                  <a:cubicBezTo>
                    <a:pt x="1006" y="692"/>
                    <a:pt x="1006" y="690"/>
                    <a:pt x="1005" y="688"/>
                  </a:cubicBezTo>
                  <a:cubicBezTo>
                    <a:pt x="1005" y="692"/>
                    <a:pt x="1005" y="693"/>
                    <a:pt x="1005" y="693"/>
                  </a:cubicBezTo>
                  <a:cubicBezTo>
                    <a:pt x="1005" y="693"/>
                    <a:pt x="1005" y="691"/>
                    <a:pt x="1005" y="690"/>
                  </a:cubicBezTo>
                  <a:cubicBezTo>
                    <a:pt x="1005" y="688"/>
                    <a:pt x="1005" y="687"/>
                    <a:pt x="1005" y="687"/>
                  </a:cubicBezTo>
                  <a:cubicBezTo>
                    <a:pt x="1005" y="687"/>
                    <a:pt x="1005" y="687"/>
                    <a:pt x="1005" y="688"/>
                  </a:cubicBezTo>
                  <a:cubicBezTo>
                    <a:pt x="1006" y="687"/>
                    <a:pt x="1006" y="686"/>
                    <a:pt x="1006" y="684"/>
                  </a:cubicBezTo>
                  <a:cubicBezTo>
                    <a:pt x="1006" y="680"/>
                    <a:pt x="1008" y="675"/>
                    <a:pt x="1008" y="671"/>
                  </a:cubicBezTo>
                  <a:cubicBezTo>
                    <a:pt x="1007" y="654"/>
                    <a:pt x="1007" y="638"/>
                    <a:pt x="1006" y="622"/>
                  </a:cubicBezTo>
                  <a:cubicBezTo>
                    <a:pt x="1005" y="610"/>
                    <a:pt x="1010" y="604"/>
                    <a:pt x="1022" y="603"/>
                  </a:cubicBezTo>
                  <a:cubicBezTo>
                    <a:pt x="1044" y="599"/>
                    <a:pt x="1067" y="596"/>
                    <a:pt x="1089" y="592"/>
                  </a:cubicBezTo>
                  <a:cubicBezTo>
                    <a:pt x="1106" y="589"/>
                    <a:pt x="1123" y="587"/>
                    <a:pt x="1139" y="580"/>
                  </a:cubicBezTo>
                  <a:cubicBezTo>
                    <a:pt x="1159" y="571"/>
                    <a:pt x="1178" y="559"/>
                    <a:pt x="1196" y="547"/>
                  </a:cubicBezTo>
                  <a:cubicBezTo>
                    <a:pt x="1221" y="529"/>
                    <a:pt x="1226" y="518"/>
                    <a:pt x="1212" y="490"/>
                  </a:cubicBezTo>
                  <a:cubicBezTo>
                    <a:pt x="1206" y="476"/>
                    <a:pt x="1195" y="467"/>
                    <a:pt x="1179" y="461"/>
                  </a:cubicBezTo>
                  <a:cubicBezTo>
                    <a:pt x="1166" y="456"/>
                    <a:pt x="1153" y="450"/>
                    <a:pt x="1139" y="450"/>
                  </a:cubicBezTo>
                  <a:cubicBezTo>
                    <a:pt x="1134" y="450"/>
                    <a:pt x="1128" y="451"/>
                    <a:pt x="1123" y="453"/>
                  </a:cubicBezTo>
                  <a:cubicBezTo>
                    <a:pt x="1122" y="453"/>
                    <a:pt x="1121" y="454"/>
                    <a:pt x="1120" y="454"/>
                  </a:cubicBezTo>
                  <a:cubicBezTo>
                    <a:pt x="1119" y="454"/>
                    <a:pt x="1119" y="454"/>
                    <a:pt x="1119" y="453"/>
                  </a:cubicBezTo>
                  <a:cubicBezTo>
                    <a:pt x="1118" y="453"/>
                    <a:pt x="1118" y="453"/>
                    <a:pt x="1117" y="453"/>
                  </a:cubicBezTo>
                  <a:cubicBezTo>
                    <a:pt x="1117" y="453"/>
                    <a:pt x="1116" y="453"/>
                    <a:pt x="1116" y="454"/>
                  </a:cubicBezTo>
                  <a:cubicBezTo>
                    <a:pt x="1095" y="456"/>
                    <a:pt x="1075" y="459"/>
                    <a:pt x="1055" y="461"/>
                  </a:cubicBezTo>
                  <a:cubicBezTo>
                    <a:pt x="1054" y="461"/>
                    <a:pt x="1054" y="462"/>
                    <a:pt x="1054" y="462"/>
                  </a:cubicBezTo>
                  <a:cubicBezTo>
                    <a:pt x="1041" y="466"/>
                    <a:pt x="1028" y="470"/>
                    <a:pt x="1015" y="474"/>
                  </a:cubicBezTo>
                  <a:cubicBezTo>
                    <a:pt x="1008" y="476"/>
                    <a:pt x="1000" y="478"/>
                    <a:pt x="990" y="481"/>
                  </a:cubicBezTo>
                  <a:cubicBezTo>
                    <a:pt x="983" y="473"/>
                    <a:pt x="988" y="460"/>
                    <a:pt x="988" y="449"/>
                  </a:cubicBezTo>
                  <a:cubicBezTo>
                    <a:pt x="988" y="428"/>
                    <a:pt x="991" y="408"/>
                    <a:pt x="989" y="387"/>
                  </a:cubicBezTo>
                  <a:cubicBezTo>
                    <a:pt x="987" y="355"/>
                    <a:pt x="986" y="323"/>
                    <a:pt x="993" y="291"/>
                  </a:cubicBezTo>
                  <a:cubicBezTo>
                    <a:pt x="994" y="286"/>
                    <a:pt x="995" y="281"/>
                    <a:pt x="995" y="276"/>
                  </a:cubicBezTo>
                  <a:cubicBezTo>
                    <a:pt x="995" y="248"/>
                    <a:pt x="994" y="221"/>
                    <a:pt x="994" y="193"/>
                  </a:cubicBezTo>
                  <a:cubicBezTo>
                    <a:pt x="994" y="175"/>
                    <a:pt x="994" y="158"/>
                    <a:pt x="995" y="141"/>
                  </a:cubicBezTo>
                  <a:cubicBezTo>
                    <a:pt x="995" y="125"/>
                    <a:pt x="997" y="109"/>
                    <a:pt x="997" y="94"/>
                  </a:cubicBezTo>
                  <a:cubicBezTo>
                    <a:pt x="997" y="70"/>
                    <a:pt x="1007" y="43"/>
                    <a:pt x="975" y="30"/>
                  </a:cubicBezTo>
                  <a:cubicBezTo>
                    <a:pt x="974" y="30"/>
                    <a:pt x="973" y="29"/>
                    <a:pt x="973" y="29"/>
                  </a:cubicBezTo>
                  <a:cubicBezTo>
                    <a:pt x="956" y="9"/>
                    <a:pt x="934" y="0"/>
                    <a:pt x="911"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6" name="Freeform 276">
              <a:extLst>
                <a:ext uri="{FF2B5EF4-FFF2-40B4-BE49-F238E27FC236}">
                  <a16:creationId xmlns:a16="http://schemas.microsoft.com/office/drawing/2014/main" id="{E29F3479-5F3A-5B04-8C29-381686D66F2D}"/>
                </a:ext>
              </a:extLst>
            </p:cNvPr>
            <p:cNvSpPr>
              <a:spLocks/>
            </p:cNvSpPr>
            <p:nvPr/>
          </p:nvSpPr>
          <p:spPr bwMode="auto">
            <a:xfrm>
              <a:off x="2801665" y="1569274"/>
              <a:ext cx="137860" cy="93126"/>
            </a:xfrm>
            <a:custGeom>
              <a:avLst/>
              <a:gdLst>
                <a:gd name="T0" fmla="*/ 183 w 379"/>
                <a:gd name="T1" fmla="*/ 0 h 255"/>
                <a:gd name="T2" fmla="*/ 172 w 379"/>
                <a:gd name="T3" fmla="*/ 9 h 255"/>
                <a:gd name="T4" fmla="*/ 159 w 379"/>
                <a:gd name="T5" fmla="*/ 25 h 255"/>
                <a:gd name="T6" fmla="*/ 142 w 379"/>
                <a:gd name="T7" fmla="*/ 42 h 255"/>
                <a:gd name="T8" fmla="*/ 92 w 379"/>
                <a:gd name="T9" fmla="*/ 94 h 255"/>
                <a:gd name="T10" fmla="*/ 48 w 379"/>
                <a:gd name="T11" fmla="*/ 142 h 255"/>
                <a:gd name="T12" fmla="*/ 20 w 379"/>
                <a:gd name="T13" fmla="*/ 186 h 255"/>
                <a:gd name="T14" fmla="*/ 12 w 379"/>
                <a:gd name="T15" fmla="*/ 199 h 255"/>
                <a:gd name="T16" fmla="*/ 1 w 379"/>
                <a:gd name="T17" fmla="*/ 236 h 255"/>
                <a:gd name="T18" fmla="*/ 3 w 379"/>
                <a:gd name="T19" fmla="*/ 252 h 255"/>
                <a:gd name="T20" fmla="*/ 14 w 379"/>
                <a:gd name="T21" fmla="*/ 255 h 255"/>
                <a:gd name="T22" fmla="*/ 18 w 379"/>
                <a:gd name="T23" fmla="*/ 255 h 255"/>
                <a:gd name="T24" fmla="*/ 57 w 379"/>
                <a:gd name="T25" fmla="*/ 246 h 255"/>
                <a:gd name="T26" fmla="*/ 60 w 379"/>
                <a:gd name="T27" fmla="*/ 246 h 255"/>
                <a:gd name="T28" fmla="*/ 64 w 379"/>
                <a:gd name="T29" fmla="*/ 246 h 255"/>
                <a:gd name="T30" fmla="*/ 69 w 379"/>
                <a:gd name="T31" fmla="*/ 247 h 255"/>
                <a:gd name="T32" fmla="*/ 72 w 379"/>
                <a:gd name="T33" fmla="*/ 246 h 255"/>
                <a:gd name="T34" fmla="*/ 102 w 379"/>
                <a:gd name="T35" fmla="*/ 244 h 255"/>
                <a:gd name="T36" fmla="*/ 139 w 379"/>
                <a:gd name="T37" fmla="*/ 250 h 255"/>
                <a:gd name="T38" fmla="*/ 152 w 379"/>
                <a:gd name="T39" fmla="*/ 253 h 255"/>
                <a:gd name="T40" fmla="*/ 167 w 379"/>
                <a:gd name="T41" fmla="*/ 250 h 255"/>
                <a:gd name="T42" fmla="*/ 181 w 379"/>
                <a:gd name="T43" fmla="*/ 245 h 255"/>
                <a:gd name="T44" fmla="*/ 277 w 379"/>
                <a:gd name="T45" fmla="*/ 217 h 255"/>
                <a:gd name="T46" fmla="*/ 358 w 379"/>
                <a:gd name="T47" fmla="*/ 162 h 255"/>
                <a:gd name="T48" fmla="*/ 344 w 379"/>
                <a:gd name="T49" fmla="*/ 103 h 255"/>
                <a:gd name="T50" fmla="*/ 322 w 379"/>
                <a:gd name="T51" fmla="*/ 92 h 255"/>
                <a:gd name="T52" fmla="*/ 287 w 379"/>
                <a:gd name="T53" fmla="*/ 69 h 255"/>
                <a:gd name="T54" fmla="*/ 261 w 379"/>
                <a:gd name="T55" fmla="*/ 46 h 255"/>
                <a:gd name="T56" fmla="*/ 217 w 379"/>
                <a:gd name="T57" fmla="*/ 20 h 255"/>
                <a:gd name="T58" fmla="*/ 183 w 379"/>
                <a:gd name="T5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9" h="255">
                  <a:moveTo>
                    <a:pt x="183" y="0"/>
                  </a:moveTo>
                  <a:cubicBezTo>
                    <a:pt x="178" y="4"/>
                    <a:pt x="175" y="6"/>
                    <a:pt x="172" y="9"/>
                  </a:cubicBezTo>
                  <a:cubicBezTo>
                    <a:pt x="167" y="14"/>
                    <a:pt x="164" y="20"/>
                    <a:pt x="159" y="25"/>
                  </a:cubicBezTo>
                  <a:cubicBezTo>
                    <a:pt x="154" y="31"/>
                    <a:pt x="148" y="36"/>
                    <a:pt x="142" y="42"/>
                  </a:cubicBezTo>
                  <a:cubicBezTo>
                    <a:pt x="126" y="59"/>
                    <a:pt x="110" y="78"/>
                    <a:pt x="92" y="94"/>
                  </a:cubicBezTo>
                  <a:cubicBezTo>
                    <a:pt x="76" y="108"/>
                    <a:pt x="60" y="124"/>
                    <a:pt x="48" y="142"/>
                  </a:cubicBezTo>
                  <a:cubicBezTo>
                    <a:pt x="37" y="156"/>
                    <a:pt x="27" y="170"/>
                    <a:pt x="20" y="186"/>
                  </a:cubicBezTo>
                  <a:cubicBezTo>
                    <a:pt x="18" y="190"/>
                    <a:pt x="14" y="194"/>
                    <a:pt x="12" y="199"/>
                  </a:cubicBezTo>
                  <a:cubicBezTo>
                    <a:pt x="8" y="211"/>
                    <a:pt x="4" y="223"/>
                    <a:pt x="1" y="236"/>
                  </a:cubicBezTo>
                  <a:cubicBezTo>
                    <a:pt x="0" y="241"/>
                    <a:pt x="0" y="248"/>
                    <a:pt x="3" y="252"/>
                  </a:cubicBezTo>
                  <a:cubicBezTo>
                    <a:pt x="5" y="254"/>
                    <a:pt x="9" y="255"/>
                    <a:pt x="14" y="255"/>
                  </a:cubicBezTo>
                  <a:cubicBezTo>
                    <a:pt x="15" y="255"/>
                    <a:pt x="17" y="255"/>
                    <a:pt x="18" y="255"/>
                  </a:cubicBezTo>
                  <a:cubicBezTo>
                    <a:pt x="31" y="253"/>
                    <a:pt x="44" y="249"/>
                    <a:pt x="57" y="246"/>
                  </a:cubicBezTo>
                  <a:cubicBezTo>
                    <a:pt x="58" y="246"/>
                    <a:pt x="59" y="246"/>
                    <a:pt x="60" y="246"/>
                  </a:cubicBezTo>
                  <a:cubicBezTo>
                    <a:pt x="62" y="246"/>
                    <a:pt x="63" y="246"/>
                    <a:pt x="64" y="246"/>
                  </a:cubicBezTo>
                  <a:cubicBezTo>
                    <a:pt x="66" y="246"/>
                    <a:pt x="67" y="247"/>
                    <a:pt x="69" y="247"/>
                  </a:cubicBezTo>
                  <a:cubicBezTo>
                    <a:pt x="70" y="247"/>
                    <a:pt x="71" y="247"/>
                    <a:pt x="72" y="246"/>
                  </a:cubicBezTo>
                  <a:cubicBezTo>
                    <a:pt x="82" y="245"/>
                    <a:pt x="92" y="244"/>
                    <a:pt x="102" y="244"/>
                  </a:cubicBezTo>
                  <a:cubicBezTo>
                    <a:pt x="115" y="244"/>
                    <a:pt x="127" y="246"/>
                    <a:pt x="139" y="250"/>
                  </a:cubicBezTo>
                  <a:cubicBezTo>
                    <a:pt x="144" y="252"/>
                    <a:pt x="148" y="253"/>
                    <a:pt x="152" y="253"/>
                  </a:cubicBezTo>
                  <a:cubicBezTo>
                    <a:pt x="157" y="253"/>
                    <a:pt x="162" y="252"/>
                    <a:pt x="167" y="250"/>
                  </a:cubicBezTo>
                  <a:cubicBezTo>
                    <a:pt x="171" y="248"/>
                    <a:pt x="176" y="246"/>
                    <a:pt x="181" y="245"/>
                  </a:cubicBezTo>
                  <a:cubicBezTo>
                    <a:pt x="214" y="240"/>
                    <a:pt x="246" y="230"/>
                    <a:pt x="277" y="217"/>
                  </a:cubicBezTo>
                  <a:cubicBezTo>
                    <a:pt x="308" y="203"/>
                    <a:pt x="337" y="190"/>
                    <a:pt x="358" y="162"/>
                  </a:cubicBezTo>
                  <a:cubicBezTo>
                    <a:pt x="379" y="134"/>
                    <a:pt x="368" y="118"/>
                    <a:pt x="344" y="103"/>
                  </a:cubicBezTo>
                  <a:cubicBezTo>
                    <a:pt x="337" y="99"/>
                    <a:pt x="329" y="96"/>
                    <a:pt x="322" y="92"/>
                  </a:cubicBezTo>
                  <a:cubicBezTo>
                    <a:pt x="310" y="85"/>
                    <a:pt x="299" y="77"/>
                    <a:pt x="287" y="69"/>
                  </a:cubicBezTo>
                  <a:cubicBezTo>
                    <a:pt x="278" y="62"/>
                    <a:pt x="270" y="52"/>
                    <a:pt x="261" y="46"/>
                  </a:cubicBezTo>
                  <a:cubicBezTo>
                    <a:pt x="247" y="36"/>
                    <a:pt x="232" y="28"/>
                    <a:pt x="217" y="20"/>
                  </a:cubicBezTo>
                  <a:cubicBezTo>
                    <a:pt x="206" y="13"/>
                    <a:pt x="195" y="7"/>
                    <a:pt x="18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7" name="Freeform 277">
              <a:extLst>
                <a:ext uri="{FF2B5EF4-FFF2-40B4-BE49-F238E27FC236}">
                  <a16:creationId xmlns:a16="http://schemas.microsoft.com/office/drawing/2014/main" id="{5B810C04-518A-09C5-C2E6-82308AD31058}"/>
                </a:ext>
              </a:extLst>
            </p:cNvPr>
            <p:cNvSpPr>
              <a:spLocks/>
            </p:cNvSpPr>
            <p:nvPr/>
          </p:nvSpPr>
          <p:spPr bwMode="auto">
            <a:xfrm>
              <a:off x="2122129" y="1692494"/>
              <a:ext cx="190725" cy="290765"/>
            </a:xfrm>
            <a:custGeom>
              <a:avLst/>
              <a:gdLst>
                <a:gd name="T0" fmla="*/ 372 w 523"/>
                <a:gd name="T1" fmla="*/ 1 h 796"/>
                <a:gd name="T2" fmla="*/ 241 w 523"/>
                <a:gd name="T3" fmla="*/ 27 h 796"/>
                <a:gd name="T4" fmla="*/ 154 w 523"/>
                <a:gd name="T5" fmla="*/ 83 h 796"/>
                <a:gd name="T6" fmla="*/ 109 w 523"/>
                <a:gd name="T7" fmla="*/ 147 h 796"/>
                <a:gd name="T8" fmla="*/ 94 w 523"/>
                <a:gd name="T9" fmla="*/ 162 h 796"/>
                <a:gd name="T10" fmla="*/ 73 w 523"/>
                <a:gd name="T11" fmla="*/ 137 h 796"/>
                <a:gd name="T12" fmla="*/ 35 w 523"/>
                <a:gd name="T13" fmla="*/ 79 h 796"/>
                <a:gd name="T14" fmla="*/ 16 w 523"/>
                <a:gd name="T15" fmla="*/ 122 h 796"/>
                <a:gd name="T16" fmla="*/ 4 w 523"/>
                <a:gd name="T17" fmla="*/ 185 h 796"/>
                <a:gd name="T18" fmla="*/ 5 w 523"/>
                <a:gd name="T19" fmla="*/ 249 h 796"/>
                <a:gd name="T20" fmla="*/ 11 w 523"/>
                <a:gd name="T21" fmla="*/ 321 h 796"/>
                <a:gd name="T22" fmla="*/ 50 w 523"/>
                <a:gd name="T23" fmla="*/ 396 h 796"/>
                <a:gd name="T24" fmla="*/ 93 w 523"/>
                <a:gd name="T25" fmla="*/ 405 h 796"/>
                <a:gd name="T26" fmla="*/ 130 w 523"/>
                <a:gd name="T27" fmla="*/ 373 h 796"/>
                <a:gd name="T28" fmla="*/ 132 w 523"/>
                <a:gd name="T29" fmla="*/ 293 h 796"/>
                <a:gd name="T30" fmla="*/ 146 w 523"/>
                <a:gd name="T31" fmla="*/ 194 h 796"/>
                <a:gd name="T32" fmla="*/ 153 w 523"/>
                <a:gd name="T33" fmla="*/ 169 h 796"/>
                <a:gd name="T34" fmla="*/ 256 w 523"/>
                <a:gd name="T35" fmla="*/ 106 h 796"/>
                <a:gd name="T36" fmla="*/ 328 w 523"/>
                <a:gd name="T37" fmla="*/ 88 h 796"/>
                <a:gd name="T38" fmla="*/ 339 w 523"/>
                <a:gd name="T39" fmla="*/ 93 h 796"/>
                <a:gd name="T40" fmla="*/ 319 w 523"/>
                <a:gd name="T41" fmla="*/ 110 h 796"/>
                <a:gd name="T42" fmla="*/ 277 w 523"/>
                <a:gd name="T43" fmla="*/ 152 h 796"/>
                <a:gd name="T44" fmla="*/ 265 w 523"/>
                <a:gd name="T45" fmla="*/ 154 h 796"/>
                <a:gd name="T46" fmla="*/ 231 w 523"/>
                <a:gd name="T47" fmla="*/ 182 h 796"/>
                <a:gd name="T48" fmla="*/ 154 w 523"/>
                <a:gd name="T49" fmla="*/ 298 h 796"/>
                <a:gd name="T50" fmla="*/ 219 w 523"/>
                <a:gd name="T51" fmla="*/ 341 h 796"/>
                <a:gd name="T52" fmla="*/ 229 w 523"/>
                <a:gd name="T53" fmla="*/ 382 h 796"/>
                <a:gd name="T54" fmla="*/ 222 w 523"/>
                <a:gd name="T55" fmla="*/ 442 h 796"/>
                <a:gd name="T56" fmla="*/ 213 w 523"/>
                <a:gd name="T57" fmla="*/ 540 h 796"/>
                <a:gd name="T58" fmla="*/ 203 w 523"/>
                <a:gd name="T59" fmla="*/ 610 h 796"/>
                <a:gd name="T60" fmla="*/ 201 w 523"/>
                <a:gd name="T61" fmla="*/ 652 h 796"/>
                <a:gd name="T62" fmla="*/ 190 w 523"/>
                <a:gd name="T63" fmla="*/ 652 h 796"/>
                <a:gd name="T64" fmla="*/ 132 w 523"/>
                <a:gd name="T65" fmla="*/ 615 h 796"/>
                <a:gd name="T66" fmla="*/ 87 w 523"/>
                <a:gd name="T67" fmla="*/ 593 h 796"/>
                <a:gd name="T68" fmla="*/ 68 w 523"/>
                <a:gd name="T69" fmla="*/ 587 h 796"/>
                <a:gd name="T70" fmla="*/ 78 w 523"/>
                <a:gd name="T71" fmla="*/ 634 h 796"/>
                <a:gd name="T72" fmla="*/ 159 w 523"/>
                <a:gd name="T73" fmla="*/ 712 h 796"/>
                <a:gd name="T74" fmla="*/ 225 w 523"/>
                <a:gd name="T75" fmla="*/ 776 h 796"/>
                <a:gd name="T76" fmla="*/ 246 w 523"/>
                <a:gd name="T77" fmla="*/ 793 h 796"/>
                <a:gd name="T78" fmla="*/ 278 w 523"/>
                <a:gd name="T79" fmla="*/ 795 h 796"/>
                <a:gd name="T80" fmla="*/ 298 w 523"/>
                <a:gd name="T81" fmla="*/ 776 h 796"/>
                <a:gd name="T82" fmla="*/ 304 w 523"/>
                <a:gd name="T83" fmla="*/ 777 h 796"/>
                <a:gd name="T84" fmla="*/ 322 w 523"/>
                <a:gd name="T85" fmla="*/ 765 h 796"/>
                <a:gd name="T86" fmla="*/ 346 w 523"/>
                <a:gd name="T87" fmla="*/ 716 h 796"/>
                <a:gd name="T88" fmla="*/ 343 w 523"/>
                <a:gd name="T89" fmla="*/ 660 h 796"/>
                <a:gd name="T90" fmla="*/ 337 w 523"/>
                <a:gd name="T91" fmla="*/ 576 h 796"/>
                <a:gd name="T92" fmla="*/ 313 w 523"/>
                <a:gd name="T93" fmla="*/ 461 h 796"/>
                <a:gd name="T94" fmla="*/ 317 w 523"/>
                <a:gd name="T95" fmla="*/ 376 h 796"/>
                <a:gd name="T96" fmla="*/ 336 w 523"/>
                <a:gd name="T97" fmla="*/ 302 h 796"/>
                <a:gd name="T98" fmla="*/ 376 w 523"/>
                <a:gd name="T99" fmla="*/ 233 h 796"/>
                <a:gd name="T100" fmla="*/ 391 w 523"/>
                <a:gd name="T101" fmla="*/ 207 h 796"/>
                <a:gd name="T102" fmla="*/ 467 w 523"/>
                <a:gd name="T103" fmla="*/ 135 h 796"/>
                <a:gd name="T104" fmla="*/ 507 w 523"/>
                <a:gd name="T105" fmla="*/ 95 h 796"/>
                <a:gd name="T106" fmla="*/ 473 w 523"/>
                <a:gd name="T107" fmla="*/ 9 h 796"/>
                <a:gd name="T108" fmla="*/ 392 w 523"/>
                <a:gd name="T109" fmla="*/ 0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3" h="796">
                  <a:moveTo>
                    <a:pt x="392" y="0"/>
                  </a:moveTo>
                  <a:cubicBezTo>
                    <a:pt x="385" y="0"/>
                    <a:pt x="378" y="0"/>
                    <a:pt x="372" y="1"/>
                  </a:cubicBezTo>
                  <a:cubicBezTo>
                    <a:pt x="351" y="1"/>
                    <a:pt x="330" y="4"/>
                    <a:pt x="310" y="9"/>
                  </a:cubicBezTo>
                  <a:cubicBezTo>
                    <a:pt x="287" y="14"/>
                    <a:pt x="262" y="15"/>
                    <a:pt x="241" y="27"/>
                  </a:cubicBezTo>
                  <a:cubicBezTo>
                    <a:pt x="227" y="34"/>
                    <a:pt x="212" y="40"/>
                    <a:pt x="198" y="48"/>
                  </a:cubicBezTo>
                  <a:cubicBezTo>
                    <a:pt x="183" y="58"/>
                    <a:pt x="166" y="68"/>
                    <a:pt x="154" y="83"/>
                  </a:cubicBezTo>
                  <a:cubicBezTo>
                    <a:pt x="149" y="90"/>
                    <a:pt x="142" y="96"/>
                    <a:pt x="137" y="103"/>
                  </a:cubicBezTo>
                  <a:cubicBezTo>
                    <a:pt x="127" y="117"/>
                    <a:pt x="113" y="129"/>
                    <a:pt x="109" y="147"/>
                  </a:cubicBezTo>
                  <a:cubicBezTo>
                    <a:pt x="108" y="152"/>
                    <a:pt x="105" y="157"/>
                    <a:pt x="101" y="160"/>
                  </a:cubicBezTo>
                  <a:cubicBezTo>
                    <a:pt x="100" y="161"/>
                    <a:pt x="97" y="162"/>
                    <a:pt x="94" y="162"/>
                  </a:cubicBezTo>
                  <a:cubicBezTo>
                    <a:pt x="92" y="162"/>
                    <a:pt x="91" y="162"/>
                    <a:pt x="90" y="161"/>
                  </a:cubicBezTo>
                  <a:cubicBezTo>
                    <a:pt x="84" y="153"/>
                    <a:pt x="78" y="145"/>
                    <a:pt x="73" y="137"/>
                  </a:cubicBezTo>
                  <a:cubicBezTo>
                    <a:pt x="62" y="119"/>
                    <a:pt x="52" y="102"/>
                    <a:pt x="41" y="84"/>
                  </a:cubicBezTo>
                  <a:cubicBezTo>
                    <a:pt x="40" y="81"/>
                    <a:pt x="37" y="79"/>
                    <a:pt x="35" y="79"/>
                  </a:cubicBezTo>
                  <a:cubicBezTo>
                    <a:pt x="34" y="79"/>
                    <a:pt x="32" y="80"/>
                    <a:pt x="31" y="83"/>
                  </a:cubicBezTo>
                  <a:cubicBezTo>
                    <a:pt x="25" y="95"/>
                    <a:pt x="20" y="109"/>
                    <a:pt x="16" y="122"/>
                  </a:cubicBezTo>
                  <a:cubicBezTo>
                    <a:pt x="13" y="134"/>
                    <a:pt x="11" y="146"/>
                    <a:pt x="8" y="158"/>
                  </a:cubicBezTo>
                  <a:cubicBezTo>
                    <a:pt x="6" y="167"/>
                    <a:pt x="4" y="176"/>
                    <a:pt x="4" y="185"/>
                  </a:cubicBezTo>
                  <a:cubicBezTo>
                    <a:pt x="3" y="199"/>
                    <a:pt x="4" y="212"/>
                    <a:pt x="5" y="226"/>
                  </a:cubicBezTo>
                  <a:cubicBezTo>
                    <a:pt x="5" y="233"/>
                    <a:pt x="7" y="242"/>
                    <a:pt x="5" y="249"/>
                  </a:cubicBezTo>
                  <a:cubicBezTo>
                    <a:pt x="0" y="267"/>
                    <a:pt x="8" y="283"/>
                    <a:pt x="8" y="300"/>
                  </a:cubicBezTo>
                  <a:cubicBezTo>
                    <a:pt x="8" y="307"/>
                    <a:pt x="9" y="314"/>
                    <a:pt x="11" y="321"/>
                  </a:cubicBezTo>
                  <a:cubicBezTo>
                    <a:pt x="16" y="343"/>
                    <a:pt x="22" y="365"/>
                    <a:pt x="34" y="385"/>
                  </a:cubicBezTo>
                  <a:cubicBezTo>
                    <a:pt x="38" y="392"/>
                    <a:pt x="43" y="394"/>
                    <a:pt x="50" y="396"/>
                  </a:cubicBezTo>
                  <a:cubicBezTo>
                    <a:pt x="60" y="398"/>
                    <a:pt x="70" y="401"/>
                    <a:pt x="81" y="403"/>
                  </a:cubicBezTo>
                  <a:cubicBezTo>
                    <a:pt x="84" y="404"/>
                    <a:pt x="89" y="405"/>
                    <a:pt x="93" y="405"/>
                  </a:cubicBezTo>
                  <a:cubicBezTo>
                    <a:pt x="95" y="405"/>
                    <a:pt x="96" y="405"/>
                    <a:pt x="98" y="404"/>
                  </a:cubicBezTo>
                  <a:cubicBezTo>
                    <a:pt x="110" y="395"/>
                    <a:pt x="123" y="385"/>
                    <a:pt x="130" y="373"/>
                  </a:cubicBezTo>
                  <a:cubicBezTo>
                    <a:pt x="136" y="362"/>
                    <a:pt x="137" y="346"/>
                    <a:pt x="135" y="333"/>
                  </a:cubicBezTo>
                  <a:cubicBezTo>
                    <a:pt x="133" y="319"/>
                    <a:pt x="131" y="307"/>
                    <a:pt x="132" y="293"/>
                  </a:cubicBezTo>
                  <a:cubicBezTo>
                    <a:pt x="133" y="283"/>
                    <a:pt x="132" y="273"/>
                    <a:pt x="132" y="263"/>
                  </a:cubicBezTo>
                  <a:cubicBezTo>
                    <a:pt x="132" y="239"/>
                    <a:pt x="136" y="216"/>
                    <a:pt x="146" y="194"/>
                  </a:cubicBezTo>
                  <a:cubicBezTo>
                    <a:pt x="147" y="191"/>
                    <a:pt x="147" y="187"/>
                    <a:pt x="148" y="183"/>
                  </a:cubicBezTo>
                  <a:cubicBezTo>
                    <a:pt x="150" y="179"/>
                    <a:pt x="150" y="173"/>
                    <a:pt x="153" y="169"/>
                  </a:cubicBezTo>
                  <a:cubicBezTo>
                    <a:pt x="174" y="148"/>
                    <a:pt x="196" y="127"/>
                    <a:pt x="224" y="115"/>
                  </a:cubicBezTo>
                  <a:cubicBezTo>
                    <a:pt x="234" y="111"/>
                    <a:pt x="245" y="109"/>
                    <a:pt x="256" y="106"/>
                  </a:cubicBezTo>
                  <a:cubicBezTo>
                    <a:pt x="270" y="102"/>
                    <a:pt x="283" y="99"/>
                    <a:pt x="297" y="95"/>
                  </a:cubicBezTo>
                  <a:cubicBezTo>
                    <a:pt x="307" y="92"/>
                    <a:pt x="318" y="89"/>
                    <a:pt x="328" y="88"/>
                  </a:cubicBezTo>
                  <a:cubicBezTo>
                    <a:pt x="329" y="88"/>
                    <a:pt x="329" y="88"/>
                    <a:pt x="329" y="88"/>
                  </a:cubicBezTo>
                  <a:cubicBezTo>
                    <a:pt x="332" y="88"/>
                    <a:pt x="336" y="91"/>
                    <a:pt x="339" y="93"/>
                  </a:cubicBezTo>
                  <a:cubicBezTo>
                    <a:pt x="337" y="96"/>
                    <a:pt x="336" y="100"/>
                    <a:pt x="333" y="102"/>
                  </a:cubicBezTo>
                  <a:cubicBezTo>
                    <a:pt x="329" y="105"/>
                    <a:pt x="324" y="108"/>
                    <a:pt x="319" y="110"/>
                  </a:cubicBezTo>
                  <a:cubicBezTo>
                    <a:pt x="304" y="116"/>
                    <a:pt x="291" y="126"/>
                    <a:pt x="282" y="141"/>
                  </a:cubicBezTo>
                  <a:cubicBezTo>
                    <a:pt x="280" y="145"/>
                    <a:pt x="279" y="149"/>
                    <a:pt x="277" y="152"/>
                  </a:cubicBezTo>
                  <a:cubicBezTo>
                    <a:pt x="275" y="155"/>
                    <a:pt x="273" y="158"/>
                    <a:pt x="270" y="158"/>
                  </a:cubicBezTo>
                  <a:cubicBezTo>
                    <a:pt x="269" y="158"/>
                    <a:pt x="267" y="156"/>
                    <a:pt x="265" y="154"/>
                  </a:cubicBezTo>
                  <a:cubicBezTo>
                    <a:pt x="262" y="157"/>
                    <a:pt x="261" y="160"/>
                    <a:pt x="259" y="162"/>
                  </a:cubicBezTo>
                  <a:cubicBezTo>
                    <a:pt x="250" y="169"/>
                    <a:pt x="240" y="175"/>
                    <a:pt x="231" y="182"/>
                  </a:cubicBezTo>
                  <a:cubicBezTo>
                    <a:pt x="211" y="201"/>
                    <a:pt x="192" y="221"/>
                    <a:pt x="176" y="243"/>
                  </a:cubicBezTo>
                  <a:cubicBezTo>
                    <a:pt x="164" y="260"/>
                    <a:pt x="153" y="277"/>
                    <a:pt x="154" y="298"/>
                  </a:cubicBezTo>
                  <a:cubicBezTo>
                    <a:pt x="154" y="312"/>
                    <a:pt x="162" y="325"/>
                    <a:pt x="176" y="329"/>
                  </a:cubicBezTo>
                  <a:cubicBezTo>
                    <a:pt x="190" y="334"/>
                    <a:pt x="205" y="337"/>
                    <a:pt x="219" y="341"/>
                  </a:cubicBezTo>
                  <a:cubicBezTo>
                    <a:pt x="221" y="342"/>
                    <a:pt x="224" y="343"/>
                    <a:pt x="225" y="345"/>
                  </a:cubicBezTo>
                  <a:cubicBezTo>
                    <a:pt x="231" y="357"/>
                    <a:pt x="231" y="369"/>
                    <a:pt x="229" y="382"/>
                  </a:cubicBezTo>
                  <a:cubicBezTo>
                    <a:pt x="229" y="387"/>
                    <a:pt x="230" y="392"/>
                    <a:pt x="229" y="396"/>
                  </a:cubicBezTo>
                  <a:cubicBezTo>
                    <a:pt x="227" y="412"/>
                    <a:pt x="223" y="427"/>
                    <a:pt x="222" y="442"/>
                  </a:cubicBezTo>
                  <a:cubicBezTo>
                    <a:pt x="220" y="456"/>
                    <a:pt x="223" y="471"/>
                    <a:pt x="218" y="484"/>
                  </a:cubicBezTo>
                  <a:cubicBezTo>
                    <a:pt x="213" y="503"/>
                    <a:pt x="213" y="522"/>
                    <a:pt x="213" y="540"/>
                  </a:cubicBezTo>
                  <a:cubicBezTo>
                    <a:pt x="213" y="550"/>
                    <a:pt x="214" y="560"/>
                    <a:pt x="211" y="568"/>
                  </a:cubicBezTo>
                  <a:cubicBezTo>
                    <a:pt x="206" y="582"/>
                    <a:pt x="201" y="596"/>
                    <a:pt x="203" y="610"/>
                  </a:cubicBezTo>
                  <a:cubicBezTo>
                    <a:pt x="203" y="622"/>
                    <a:pt x="204" y="633"/>
                    <a:pt x="205" y="645"/>
                  </a:cubicBezTo>
                  <a:cubicBezTo>
                    <a:pt x="205" y="647"/>
                    <a:pt x="203" y="652"/>
                    <a:pt x="201" y="652"/>
                  </a:cubicBezTo>
                  <a:cubicBezTo>
                    <a:pt x="200" y="653"/>
                    <a:pt x="198" y="653"/>
                    <a:pt x="197" y="653"/>
                  </a:cubicBezTo>
                  <a:cubicBezTo>
                    <a:pt x="194" y="653"/>
                    <a:pt x="192" y="652"/>
                    <a:pt x="190" y="652"/>
                  </a:cubicBezTo>
                  <a:cubicBezTo>
                    <a:pt x="185" y="649"/>
                    <a:pt x="180" y="646"/>
                    <a:pt x="175" y="642"/>
                  </a:cubicBezTo>
                  <a:cubicBezTo>
                    <a:pt x="161" y="633"/>
                    <a:pt x="143" y="629"/>
                    <a:pt x="132" y="615"/>
                  </a:cubicBezTo>
                  <a:cubicBezTo>
                    <a:pt x="129" y="611"/>
                    <a:pt x="124" y="609"/>
                    <a:pt x="119" y="607"/>
                  </a:cubicBezTo>
                  <a:cubicBezTo>
                    <a:pt x="109" y="602"/>
                    <a:pt x="98" y="597"/>
                    <a:pt x="87" y="593"/>
                  </a:cubicBezTo>
                  <a:cubicBezTo>
                    <a:pt x="81" y="590"/>
                    <a:pt x="75" y="588"/>
                    <a:pt x="68" y="587"/>
                  </a:cubicBezTo>
                  <a:cubicBezTo>
                    <a:pt x="68" y="587"/>
                    <a:pt x="68" y="587"/>
                    <a:pt x="68" y="587"/>
                  </a:cubicBezTo>
                  <a:cubicBezTo>
                    <a:pt x="66" y="587"/>
                    <a:pt x="62" y="593"/>
                    <a:pt x="62" y="595"/>
                  </a:cubicBezTo>
                  <a:cubicBezTo>
                    <a:pt x="67" y="608"/>
                    <a:pt x="69" y="624"/>
                    <a:pt x="78" y="634"/>
                  </a:cubicBezTo>
                  <a:cubicBezTo>
                    <a:pt x="92" y="652"/>
                    <a:pt x="110" y="666"/>
                    <a:pt x="126" y="682"/>
                  </a:cubicBezTo>
                  <a:cubicBezTo>
                    <a:pt x="137" y="692"/>
                    <a:pt x="149" y="701"/>
                    <a:pt x="159" y="712"/>
                  </a:cubicBezTo>
                  <a:cubicBezTo>
                    <a:pt x="167" y="721"/>
                    <a:pt x="174" y="732"/>
                    <a:pt x="182" y="741"/>
                  </a:cubicBezTo>
                  <a:cubicBezTo>
                    <a:pt x="195" y="755"/>
                    <a:pt x="205" y="771"/>
                    <a:pt x="225" y="776"/>
                  </a:cubicBezTo>
                  <a:cubicBezTo>
                    <a:pt x="228" y="777"/>
                    <a:pt x="229" y="781"/>
                    <a:pt x="232" y="783"/>
                  </a:cubicBezTo>
                  <a:cubicBezTo>
                    <a:pt x="236" y="787"/>
                    <a:pt x="241" y="792"/>
                    <a:pt x="246" y="793"/>
                  </a:cubicBezTo>
                  <a:cubicBezTo>
                    <a:pt x="254" y="795"/>
                    <a:pt x="262" y="796"/>
                    <a:pt x="270" y="796"/>
                  </a:cubicBezTo>
                  <a:cubicBezTo>
                    <a:pt x="273" y="796"/>
                    <a:pt x="275" y="795"/>
                    <a:pt x="278" y="795"/>
                  </a:cubicBezTo>
                  <a:cubicBezTo>
                    <a:pt x="282" y="795"/>
                    <a:pt x="286" y="790"/>
                    <a:pt x="287" y="787"/>
                  </a:cubicBezTo>
                  <a:cubicBezTo>
                    <a:pt x="289" y="780"/>
                    <a:pt x="292" y="776"/>
                    <a:pt x="298" y="776"/>
                  </a:cubicBezTo>
                  <a:cubicBezTo>
                    <a:pt x="299" y="776"/>
                    <a:pt x="300" y="776"/>
                    <a:pt x="301" y="777"/>
                  </a:cubicBezTo>
                  <a:cubicBezTo>
                    <a:pt x="302" y="777"/>
                    <a:pt x="303" y="777"/>
                    <a:pt x="304" y="777"/>
                  </a:cubicBezTo>
                  <a:cubicBezTo>
                    <a:pt x="309" y="777"/>
                    <a:pt x="313" y="775"/>
                    <a:pt x="315" y="769"/>
                  </a:cubicBezTo>
                  <a:cubicBezTo>
                    <a:pt x="315" y="767"/>
                    <a:pt x="319" y="765"/>
                    <a:pt x="322" y="765"/>
                  </a:cubicBezTo>
                  <a:cubicBezTo>
                    <a:pt x="332" y="765"/>
                    <a:pt x="338" y="759"/>
                    <a:pt x="341" y="751"/>
                  </a:cubicBezTo>
                  <a:cubicBezTo>
                    <a:pt x="345" y="740"/>
                    <a:pt x="348" y="728"/>
                    <a:pt x="346" y="716"/>
                  </a:cubicBezTo>
                  <a:cubicBezTo>
                    <a:pt x="345" y="709"/>
                    <a:pt x="344" y="703"/>
                    <a:pt x="344" y="697"/>
                  </a:cubicBezTo>
                  <a:cubicBezTo>
                    <a:pt x="343" y="684"/>
                    <a:pt x="344" y="672"/>
                    <a:pt x="343" y="660"/>
                  </a:cubicBezTo>
                  <a:cubicBezTo>
                    <a:pt x="343" y="644"/>
                    <a:pt x="341" y="628"/>
                    <a:pt x="339" y="613"/>
                  </a:cubicBezTo>
                  <a:cubicBezTo>
                    <a:pt x="338" y="600"/>
                    <a:pt x="339" y="588"/>
                    <a:pt x="337" y="576"/>
                  </a:cubicBezTo>
                  <a:cubicBezTo>
                    <a:pt x="334" y="562"/>
                    <a:pt x="332" y="548"/>
                    <a:pt x="326" y="535"/>
                  </a:cubicBezTo>
                  <a:cubicBezTo>
                    <a:pt x="317" y="511"/>
                    <a:pt x="320" y="486"/>
                    <a:pt x="313" y="461"/>
                  </a:cubicBezTo>
                  <a:cubicBezTo>
                    <a:pt x="309" y="445"/>
                    <a:pt x="313" y="427"/>
                    <a:pt x="314" y="410"/>
                  </a:cubicBezTo>
                  <a:cubicBezTo>
                    <a:pt x="314" y="398"/>
                    <a:pt x="315" y="387"/>
                    <a:pt x="317" y="376"/>
                  </a:cubicBezTo>
                  <a:cubicBezTo>
                    <a:pt x="320" y="357"/>
                    <a:pt x="323" y="339"/>
                    <a:pt x="328" y="320"/>
                  </a:cubicBezTo>
                  <a:cubicBezTo>
                    <a:pt x="329" y="314"/>
                    <a:pt x="331" y="307"/>
                    <a:pt x="336" y="302"/>
                  </a:cubicBezTo>
                  <a:cubicBezTo>
                    <a:pt x="351" y="287"/>
                    <a:pt x="359" y="268"/>
                    <a:pt x="369" y="249"/>
                  </a:cubicBezTo>
                  <a:cubicBezTo>
                    <a:pt x="371" y="244"/>
                    <a:pt x="377" y="237"/>
                    <a:pt x="376" y="233"/>
                  </a:cubicBezTo>
                  <a:cubicBezTo>
                    <a:pt x="371" y="221"/>
                    <a:pt x="375" y="215"/>
                    <a:pt x="387" y="211"/>
                  </a:cubicBezTo>
                  <a:cubicBezTo>
                    <a:pt x="389" y="211"/>
                    <a:pt x="390" y="209"/>
                    <a:pt x="391" y="207"/>
                  </a:cubicBezTo>
                  <a:cubicBezTo>
                    <a:pt x="400" y="199"/>
                    <a:pt x="410" y="190"/>
                    <a:pt x="419" y="181"/>
                  </a:cubicBezTo>
                  <a:cubicBezTo>
                    <a:pt x="435" y="166"/>
                    <a:pt x="451" y="151"/>
                    <a:pt x="467" y="135"/>
                  </a:cubicBezTo>
                  <a:cubicBezTo>
                    <a:pt x="475" y="127"/>
                    <a:pt x="483" y="118"/>
                    <a:pt x="492" y="110"/>
                  </a:cubicBezTo>
                  <a:cubicBezTo>
                    <a:pt x="497" y="105"/>
                    <a:pt x="502" y="100"/>
                    <a:pt x="507" y="95"/>
                  </a:cubicBezTo>
                  <a:cubicBezTo>
                    <a:pt x="523" y="78"/>
                    <a:pt x="516" y="58"/>
                    <a:pt x="512" y="40"/>
                  </a:cubicBezTo>
                  <a:cubicBezTo>
                    <a:pt x="508" y="21"/>
                    <a:pt x="490" y="15"/>
                    <a:pt x="473" y="9"/>
                  </a:cubicBezTo>
                  <a:cubicBezTo>
                    <a:pt x="467" y="7"/>
                    <a:pt x="462" y="3"/>
                    <a:pt x="456" y="2"/>
                  </a:cubicBezTo>
                  <a:cubicBezTo>
                    <a:pt x="435" y="2"/>
                    <a:pt x="413" y="0"/>
                    <a:pt x="39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88" name="Freeform 278">
              <a:extLst>
                <a:ext uri="{FF2B5EF4-FFF2-40B4-BE49-F238E27FC236}">
                  <a16:creationId xmlns:a16="http://schemas.microsoft.com/office/drawing/2014/main" id="{057BBDE0-C289-FDF1-D762-5D45E32A3AD0}"/>
                </a:ext>
              </a:extLst>
            </p:cNvPr>
            <p:cNvSpPr>
              <a:spLocks/>
            </p:cNvSpPr>
            <p:nvPr/>
          </p:nvSpPr>
          <p:spPr bwMode="auto">
            <a:xfrm>
              <a:off x="2062349" y="1546094"/>
              <a:ext cx="306219" cy="148433"/>
            </a:xfrm>
            <a:custGeom>
              <a:avLst/>
              <a:gdLst>
                <a:gd name="T0" fmla="*/ 362 w 841"/>
                <a:gd name="T1" fmla="*/ 0 h 407"/>
                <a:gd name="T2" fmla="*/ 299 w 841"/>
                <a:gd name="T3" fmla="*/ 7 h 407"/>
                <a:gd name="T4" fmla="*/ 283 w 841"/>
                <a:gd name="T5" fmla="*/ 30 h 407"/>
                <a:gd name="T6" fmla="*/ 298 w 841"/>
                <a:gd name="T7" fmla="*/ 63 h 407"/>
                <a:gd name="T8" fmla="*/ 326 w 841"/>
                <a:gd name="T9" fmla="*/ 97 h 407"/>
                <a:gd name="T10" fmla="*/ 327 w 841"/>
                <a:gd name="T11" fmla="*/ 113 h 407"/>
                <a:gd name="T12" fmla="*/ 292 w 841"/>
                <a:gd name="T13" fmla="*/ 157 h 407"/>
                <a:gd name="T14" fmla="*/ 265 w 841"/>
                <a:gd name="T15" fmla="*/ 175 h 407"/>
                <a:gd name="T16" fmla="*/ 250 w 841"/>
                <a:gd name="T17" fmla="*/ 180 h 407"/>
                <a:gd name="T18" fmla="*/ 228 w 841"/>
                <a:gd name="T19" fmla="*/ 192 h 407"/>
                <a:gd name="T20" fmla="*/ 170 w 841"/>
                <a:gd name="T21" fmla="*/ 213 h 407"/>
                <a:gd name="T22" fmla="*/ 133 w 841"/>
                <a:gd name="T23" fmla="*/ 227 h 407"/>
                <a:gd name="T24" fmla="*/ 48 w 841"/>
                <a:gd name="T25" fmla="*/ 244 h 407"/>
                <a:gd name="T26" fmla="*/ 22 w 841"/>
                <a:gd name="T27" fmla="*/ 270 h 407"/>
                <a:gd name="T28" fmla="*/ 14 w 841"/>
                <a:gd name="T29" fmla="*/ 281 h 407"/>
                <a:gd name="T30" fmla="*/ 0 w 841"/>
                <a:gd name="T31" fmla="*/ 298 h 407"/>
                <a:gd name="T32" fmla="*/ 7 w 841"/>
                <a:gd name="T33" fmla="*/ 333 h 407"/>
                <a:gd name="T34" fmla="*/ 11 w 841"/>
                <a:gd name="T35" fmla="*/ 349 h 407"/>
                <a:gd name="T36" fmla="*/ 33 w 841"/>
                <a:gd name="T37" fmla="*/ 385 h 407"/>
                <a:gd name="T38" fmla="*/ 78 w 841"/>
                <a:gd name="T39" fmla="*/ 401 h 407"/>
                <a:gd name="T40" fmla="*/ 100 w 841"/>
                <a:gd name="T41" fmla="*/ 403 h 407"/>
                <a:gd name="T42" fmla="*/ 121 w 841"/>
                <a:gd name="T43" fmla="*/ 407 h 407"/>
                <a:gd name="T44" fmla="*/ 132 w 841"/>
                <a:gd name="T45" fmla="*/ 406 h 407"/>
                <a:gd name="T46" fmla="*/ 154 w 841"/>
                <a:gd name="T47" fmla="*/ 403 h 407"/>
                <a:gd name="T48" fmla="*/ 161 w 841"/>
                <a:gd name="T49" fmla="*/ 403 h 407"/>
                <a:gd name="T50" fmla="*/ 168 w 841"/>
                <a:gd name="T51" fmla="*/ 403 h 407"/>
                <a:gd name="T52" fmla="*/ 178 w 841"/>
                <a:gd name="T53" fmla="*/ 403 h 407"/>
                <a:gd name="T54" fmla="*/ 225 w 841"/>
                <a:gd name="T55" fmla="*/ 397 h 407"/>
                <a:gd name="T56" fmla="*/ 305 w 841"/>
                <a:gd name="T57" fmla="*/ 382 h 407"/>
                <a:gd name="T58" fmla="*/ 309 w 841"/>
                <a:gd name="T59" fmla="*/ 380 h 407"/>
                <a:gd name="T60" fmla="*/ 328 w 841"/>
                <a:gd name="T61" fmla="*/ 370 h 407"/>
                <a:gd name="T62" fmla="*/ 368 w 841"/>
                <a:gd name="T63" fmla="*/ 357 h 407"/>
                <a:gd name="T64" fmla="*/ 386 w 841"/>
                <a:gd name="T65" fmla="*/ 353 h 407"/>
                <a:gd name="T66" fmla="*/ 412 w 841"/>
                <a:gd name="T67" fmla="*/ 343 h 407"/>
                <a:gd name="T68" fmla="*/ 454 w 841"/>
                <a:gd name="T69" fmla="*/ 334 h 407"/>
                <a:gd name="T70" fmla="*/ 525 w 841"/>
                <a:gd name="T71" fmla="*/ 304 h 407"/>
                <a:gd name="T72" fmla="*/ 605 w 841"/>
                <a:gd name="T73" fmla="*/ 271 h 407"/>
                <a:gd name="T74" fmla="*/ 677 w 841"/>
                <a:gd name="T75" fmla="*/ 244 h 407"/>
                <a:gd name="T76" fmla="*/ 716 w 841"/>
                <a:gd name="T77" fmla="*/ 232 h 407"/>
                <a:gd name="T78" fmla="*/ 785 w 841"/>
                <a:gd name="T79" fmla="*/ 213 h 407"/>
                <a:gd name="T80" fmla="*/ 807 w 841"/>
                <a:gd name="T81" fmla="*/ 196 h 407"/>
                <a:gd name="T82" fmla="*/ 828 w 841"/>
                <a:gd name="T83" fmla="*/ 164 h 407"/>
                <a:gd name="T84" fmla="*/ 821 w 841"/>
                <a:gd name="T85" fmla="*/ 116 h 407"/>
                <a:gd name="T86" fmla="*/ 784 w 841"/>
                <a:gd name="T87" fmla="*/ 106 h 407"/>
                <a:gd name="T88" fmla="*/ 768 w 841"/>
                <a:gd name="T89" fmla="*/ 109 h 407"/>
                <a:gd name="T90" fmla="*/ 698 w 841"/>
                <a:gd name="T91" fmla="*/ 128 h 407"/>
                <a:gd name="T92" fmla="*/ 674 w 841"/>
                <a:gd name="T93" fmla="*/ 132 h 407"/>
                <a:gd name="T94" fmla="*/ 622 w 841"/>
                <a:gd name="T95" fmla="*/ 133 h 407"/>
                <a:gd name="T96" fmla="*/ 586 w 841"/>
                <a:gd name="T97" fmla="*/ 137 h 407"/>
                <a:gd name="T98" fmla="*/ 573 w 841"/>
                <a:gd name="T99" fmla="*/ 136 h 407"/>
                <a:gd name="T100" fmla="*/ 564 w 841"/>
                <a:gd name="T101" fmla="*/ 128 h 407"/>
                <a:gd name="T102" fmla="*/ 551 w 841"/>
                <a:gd name="T103" fmla="*/ 86 h 407"/>
                <a:gd name="T104" fmla="*/ 530 w 841"/>
                <a:gd name="T105" fmla="*/ 55 h 407"/>
                <a:gd name="T106" fmla="*/ 534 w 841"/>
                <a:gd name="T107" fmla="*/ 52 h 407"/>
                <a:gd name="T108" fmla="*/ 523 w 841"/>
                <a:gd name="T109" fmla="*/ 38 h 407"/>
                <a:gd name="T110" fmla="*/ 514 w 841"/>
                <a:gd name="T111" fmla="*/ 30 h 407"/>
                <a:gd name="T112" fmla="*/ 508 w 841"/>
                <a:gd name="T113" fmla="*/ 28 h 407"/>
                <a:gd name="T114" fmla="*/ 472 w 841"/>
                <a:gd name="T115" fmla="*/ 12 h 407"/>
                <a:gd name="T116" fmla="*/ 408 w 841"/>
                <a:gd name="T117" fmla="*/ 0 h 407"/>
                <a:gd name="T118" fmla="*/ 362 w 841"/>
                <a:gd name="T119"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41" h="407">
                  <a:moveTo>
                    <a:pt x="362" y="0"/>
                  </a:moveTo>
                  <a:cubicBezTo>
                    <a:pt x="341" y="0"/>
                    <a:pt x="320" y="1"/>
                    <a:pt x="299" y="7"/>
                  </a:cubicBezTo>
                  <a:cubicBezTo>
                    <a:pt x="287" y="11"/>
                    <a:pt x="280" y="19"/>
                    <a:pt x="283" y="30"/>
                  </a:cubicBezTo>
                  <a:cubicBezTo>
                    <a:pt x="286" y="41"/>
                    <a:pt x="292" y="52"/>
                    <a:pt x="298" y="63"/>
                  </a:cubicBezTo>
                  <a:cubicBezTo>
                    <a:pt x="305" y="76"/>
                    <a:pt x="321" y="82"/>
                    <a:pt x="326" y="97"/>
                  </a:cubicBezTo>
                  <a:cubicBezTo>
                    <a:pt x="327" y="102"/>
                    <a:pt x="329" y="109"/>
                    <a:pt x="327" y="113"/>
                  </a:cubicBezTo>
                  <a:cubicBezTo>
                    <a:pt x="319" y="130"/>
                    <a:pt x="308" y="146"/>
                    <a:pt x="292" y="157"/>
                  </a:cubicBezTo>
                  <a:cubicBezTo>
                    <a:pt x="283" y="163"/>
                    <a:pt x="274" y="169"/>
                    <a:pt x="265" y="175"/>
                  </a:cubicBezTo>
                  <a:cubicBezTo>
                    <a:pt x="260" y="178"/>
                    <a:pt x="254" y="178"/>
                    <a:pt x="250" y="180"/>
                  </a:cubicBezTo>
                  <a:cubicBezTo>
                    <a:pt x="242" y="184"/>
                    <a:pt x="236" y="189"/>
                    <a:pt x="228" y="192"/>
                  </a:cubicBezTo>
                  <a:cubicBezTo>
                    <a:pt x="209" y="199"/>
                    <a:pt x="190" y="205"/>
                    <a:pt x="170" y="213"/>
                  </a:cubicBezTo>
                  <a:cubicBezTo>
                    <a:pt x="158" y="217"/>
                    <a:pt x="146" y="224"/>
                    <a:pt x="133" y="227"/>
                  </a:cubicBezTo>
                  <a:cubicBezTo>
                    <a:pt x="105" y="233"/>
                    <a:pt x="77" y="238"/>
                    <a:pt x="48" y="244"/>
                  </a:cubicBezTo>
                  <a:cubicBezTo>
                    <a:pt x="35" y="246"/>
                    <a:pt x="23" y="257"/>
                    <a:pt x="22" y="270"/>
                  </a:cubicBezTo>
                  <a:cubicBezTo>
                    <a:pt x="21" y="276"/>
                    <a:pt x="18" y="278"/>
                    <a:pt x="14" y="281"/>
                  </a:cubicBezTo>
                  <a:cubicBezTo>
                    <a:pt x="8" y="286"/>
                    <a:pt x="0" y="292"/>
                    <a:pt x="0" y="298"/>
                  </a:cubicBezTo>
                  <a:cubicBezTo>
                    <a:pt x="0" y="310"/>
                    <a:pt x="4" y="321"/>
                    <a:pt x="7" y="333"/>
                  </a:cubicBezTo>
                  <a:cubicBezTo>
                    <a:pt x="8" y="338"/>
                    <a:pt x="9" y="344"/>
                    <a:pt x="11" y="349"/>
                  </a:cubicBezTo>
                  <a:cubicBezTo>
                    <a:pt x="16" y="363"/>
                    <a:pt x="20" y="378"/>
                    <a:pt x="33" y="385"/>
                  </a:cubicBezTo>
                  <a:cubicBezTo>
                    <a:pt x="46" y="393"/>
                    <a:pt x="62" y="396"/>
                    <a:pt x="78" y="401"/>
                  </a:cubicBezTo>
                  <a:cubicBezTo>
                    <a:pt x="85" y="403"/>
                    <a:pt x="93" y="401"/>
                    <a:pt x="100" y="403"/>
                  </a:cubicBezTo>
                  <a:cubicBezTo>
                    <a:pt x="107" y="406"/>
                    <a:pt x="114" y="407"/>
                    <a:pt x="121" y="407"/>
                  </a:cubicBezTo>
                  <a:cubicBezTo>
                    <a:pt x="125" y="407"/>
                    <a:pt x="128" y="407"/>
                    <a:pt x="132" y="406"/>
                  </a:cubicBezTo>
                  <a:cubicBezTo>
                    <a:pt x="140" y="404"/>
                    <a:pt x="147" y="403"/>
                    <a:pt x="154" y="403"/>
                  </a:cubicBezTo>
                  <a:cubicBezTo>
                    <a:pt x="157" y="403"/>
                    <a:pt x="159" y="403"/>
                    <a:pt x="161" y="403"/>
                  </a:cubicBezTo>
                  <a:cubicBezTo>
                    <a:pt x="164" y="403"/>
                    <a:pt x="166" y="403"/>
                    <a:pt x="168" y="403"/>
                  </a:cubicBezTo>
                  <a:cubicBezTo>
                    <a:pt x="171" y="403"/>
                    <a:pt x="174" y="403"/>
                    <a:pt x="178" y="403"/>
                  </a:cubicBezTo>
                  <a:cubicBezTo>
                    <a:pt x="193" y="402"/>
                    <a:pt x="209" y="400"/>
                    <a:pt x="225" y="397"/>
                  </a:cubicBezTo>
                  <a:cubicBezTo>
                    <a:pt x="252" y="392"/>
                    <a:pt x="278" y="387"/>
                    <a:pt x="305" y="382"/>
                  </a:cubicBezTo>
                  <a:cubicBezTo>
                    <a:pt x="307" y="382"/>
                    <a:pt x="308" y="380"/>
                    <a:pt x="309" y="380"/>
                  </a:cubicBezTo>
                  <a:cubicBezTo>
                    <a:pt x="316" y="376"/>
                    <a:pt x="322" y="373"/>
                    <a:pt x="328" y="370"/>
                  </a:cubicBezTo>
                  <a:cubicBezTo>
                    <a:pt x="341" y="366"/>
                    <a:pt x="355" y="362"/>
                    <a:pt x="368" y="357"/>
                  </a:cubicBezTo>
                  <a:cubicBezTo>
                    <a:pt x="374" y="356"/>
                    <a:pt x="380" y="355"/>
                    <a:pt x="386" y="353"/>
                  </a:cubicBezTo>
                  <a:cubicBezTo>
                    <a:pt x="395" y="350"/>
                    <a:pt x="403" y="346"/>
                    <a:pt x="412" y="343"/>
                  </a:cubicBezTo>
                  <a:cubicBezTo>
                    <a:pt x="426" y="340"/>
                    <a:pt x="441" y="339"/>
                    <a:pt x="454" y="334"/>
                  </a:cubicBezTo>
                  <a:cubicBezTo>
                    <a:pt x="478" y="325"/>
                    <a:pt x="501" y="314"/>
                    <a:pt x="525" y="304"/>
                  </a:cubicBezTo>
                  <a:cubicBezTo>
                    <a:pt x="552" y="292"/>
                    <a:pt x="579" y="281"/>
                    <a:pt x="605" y="271"/>
                  </a:cubicBezTo>
                  <a:cubicBezTo>
                    <a:pt x="629" y="261"/>
                    <a:pt x="653" y="252"/>
                    <a:pt x="677" y="244"/>
                  </a:cubicBezTo>
                  <a:cubicBezTo>
                    <a:pt x="690" y="239"/>
                    <a:pt x="703" y="236"/>
                    <a:pt x="716" y="232"/>
                  </a:cubicBezTo>
                  <a:cubicBezTo>
                    <a:pt x="739" y="225"/>
                    <a:pt x="762" y="218"/>
                    <a:pt x="785" y="213"/>
                  </a:cubicBezTo>
                  <a:cubicBezTo>
                    <a:pt x="796" y="210"/>
                    <a:pt x="801" y="204"/>
                    <a:pt x="807" y="196"/>
                  </a:cubicBezTo>
                  <a:cubicBezTo>
                    <a:pt x="814" y="185"/>
                    <a:pt x="820" y="173"/>
                    <a:pt x="828" y="164"/>
                  </a:cubicBezTo>
                  <a:cubicBezTo>
                    <a:pt x="841" y="149"/>
                    <a:pt x="838" y="124"/>
                    <a:pt x="821" y="116"/>
                  </a:cubicBezTo>
                  <a:cubicBezTo>
                    <a:pt x="809" y="111"/>
                    <a:pt x="797" y="106"/>
                    <a:pt x="784" y="106"/>
                  </a:cubicBezTo>
                  <a:cubicBezTo>
                    <a:pt x="779" y="106"/>
                    <a:pt x="774" y="107"/>
                    <a:pt x="768" y="109"/>
                  </a:cubicBezTo>
                  <a:cubicBezTo>
                    <a:pt x="745" y="116"/>
                    <a:pt x="721" y="122"/>
                    <a:pt x="698" y="128"/>
                  </a:cubicBezTo>
                  <a:cubicBezTo>
                    <a:pt x="690" y="130"/>
                    <a:pt x="682" y="131"/>
                    <a:pt x="674" y="132"/>
                  </a:cubicBezTo>
                  <a:cubicBezTo>
                    <a:pt x="657" y="132"/>
                    <a:pt x="639" y="131"/>
                    <a:pt x="622" y="133"/>
                  </a:cubicBezTo>
                  <a:cubicBezTo>
                    <a:pt x="610" y="135"/>
                    <a:pt x="598" y="137"/>
                    <a:pt x="586" y="137"/>
                  </a:cubicBezTo>
                  <a:cubicBezTo>
                    <a:pt x="582" y="137"/>
                    <a:pt x="578" y="137"/>
                    <a:pt x="573" y="136"/>
                  </a:cubicBezTo>
                  <a:cubicBezTo>
                    <a:pt x="568" y="135"/>
                    <a:pt x="566" y="135"/>
                    <a:pt x="564" y="128"/>
                  </a:cubicBezTo>
                  <a:cubicBezTo>
                    <a:pt x="561" y="114"/>
                    <a:pt x="557" y="100"/>
                    <a:pt x="551" y="86"/>
                  </a:cubicBezTo>
                  <a:cubicBezTo>
                    <a:pt x="545" y="75"/>
                    <a:pt x="537" y="66"/>
                    <a:pt x="530" y="55"/>
                  </a:cubicBezTo>
                  <a:cubicBezTo>
                    <a:pt x="531" y="54"/>
                    <a:pt x="533" y="53"/>
                    <a:pt x="534" y="52"/>
                  </a:cubicBezTo>
                  <a:cubicBezTo>
                    <a:pt x="529" y="49"/>
                    <a:pt x="522" y="48"/>
                    <a:pt x="523" y="38"/>
                  </a:cubicBezTo>
                  <a:cubicBezTo>
                    <a:pt x="524" y="36"/>
                    <a:pt x="518" y="33"/>
                    <a:pt x="514" y="30"/>
                  </a:cubicBezTo>
                  <a:cubicBezTo>
                    <a:pt x="512" y="29"/>
                    <a:pt x="510" y="29"/>
                    <a:pt x="508" y="28"/>
                  </a:cubicBezTo>
                  <a:cubicBezTo>
                    <a:pt x="496" y="23"/>
                    <a:pt x="484" y="15"/>
                    <a:pt x="472" y="12"/>
                  </a:cubicBezTo>
                  <a:cubicBezTo>
                    <a:pt x="451" y="7"/>
                    <a:pt x="430" y="1"/>
                    <a:pt x="408" y="0"/>
                  </a:cubicBezTo>
                  <a:cubicBezTo>
                    <a:pt x="393" y="0"/>
                    <a:pt x="377" y="0"/>
                    <a:pt x="36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9" name="Freeform 279">
              <a:extLst>
                <a:ext uri="{FF2B5EF4-FFF2-40B4-BE49-F238E27FC236}">
                  <a16:creationId xmlns:a16="http://schemas.microsoft.com/office/drawing/2014/main" id="{025E727C-5686-37D2-D8B9-27AC1309037A}"/>
                </a:ext>
              </a:extLst>
            </p:cNvPr>
            <p:cNvSpPr>
              <a:spLocks/>
            </p:cNvSpPr>
            <p:nvPr/>
          </p:nvSpPr>
          <p:spPr bwMode="auto">
            <a:xfrm>
              <a:off x="2259580" y="1824254"/>
              <a:ext cx="101260" cy="94346"/>
            </a:xfrm>
            <a:custGeom>
              <a:avLst/>
              <a:gdLst>
                <a:gd name="T0" fmla="*/ 65 w 278"/>
                <a:gd name="T1" fmla="*/ 0 h 258"/>
                <a:gd name="T2" fmla="*/ 32 w 278"/>
                <a:gd name="T3" fmla="*/ 4 h 258"/>
                <a:gd name="T4" fmla="*/ 1 w 278"/>
                <a:gd name="T5" fmla="*/ 32 h 258"/>
                <a:gd name="T6" fmla="*/ 1 w 278"/>
                <a:gd name="T7" fmla="*/ 38 h 258"/>
                <a:gd name="T8" fmla="*/ 6 w 278"/>
                <a:gd name="T9" fmla="*/ 50 h 258"/>
                <a:gd name="T10" fmla="*/ 30 w 278"/>
                <a:gd name="T11" fmla="*/ 89 h 258"/>
                <a:gd name="T12" fmla="*/ 37 w 278"/>
                <a:gd name="T13" fmla="*/ 102 h 258"/>
                <a:gd name="T14" fmla="*/ 51 w 278"/>
                <a:gd name="T15" fmla="*/ 130 h 258"/>
                <a:gd name="T16" fmla="*/ 72 w 278"/>
                <a:gd name="T17" fmla="*/ 158 h 258"/>
                <a:gd name="T18" fmla="*/ 88 w 278"/>
                <a:gd name="T19" fmla="*/ 184 h 258"/>
                <a:gd name="T20" fmla="*/ 105 w 278"/>
                <a:gd name="T21" fmla="*/ 206 h 258"/>
                <a:gd name="T22" fmla="*/ 105 w 278"/>
                <a:gd name="T23" fmla="*/ 207 h 258"/>
                <a:gd name="T24" fmla="*/ 150 w 278"/>
                <a:gd name="T25" fmla="*/ 249 h 258"/>
                <a:gd name="T26" fmla="*/ 175 w 278"/>
                <a:gd name="T27" fmla="*/ 258 h 258"/>
                <a:gd name="T28" fmla="*/ 177 w 278"/>
                <a:gd name="T29" fmla="*/ 258 h 258"/>
                <a:gd name="T30" fmla="*/ 209 w 278"/>
                <a:gd name="T31" fmla="*/ 247 h 258"/>
                <a:gd name="T32" fmla="*/ 261 w 278"/>
                <a:gd name="T33" fmla="*/ 197 h 258"/>
                <a:gd name="T34" fmla="*/ 266 w 278"/>
                <a:gd name="T35" fmla="*/ 182 h 258"/>
                <a:gd name="T36" fmla="*/ 278 w 278"/>
                <a:gd name="T37" fmla="*/ 143 h 258"/>
                <a:gd name="T38" fmla="*/ 260 w 278"/>
                <a:gd name="T39" fmla="*/ 87 h 258"/>
                <a:gd name="T40" fmla="*/ 206 w 278"/>
                <a:gd name="T41" fmla="*/ 27 h 258"/>
                <a:gd name="T42" fmla="*/ 198 w 278"/>
                <a:gd name="T43" fmla="*/ 23 h 258"/>
                <a:gd name="T44" fmla="*/ 157 w 278"/>
                <a:gd name="T45" fmla="*/ 13 h 258"/>
                <a:gd name="T46" fmla="*/ 111 w 278"/>
                <a:gd name="T47" fmla="*/ 2 h 258"/>
                <a:gd name="T48" fmla="*/ 65 w 278"/>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8" h="258">
                  <a:moveTo>
                    <a:pt x="65" y="0"/>
                  </a:moveTo>
                  <a:cubicBezTo>
                    <a:pt x="54" y="0"/>
                    <a:pt x="43" y="1"/>
                    <a:pt x="32" y="4"/>
                  </a:cubicBezTo>
                  <a:cubicBezTo>
                    <a:pt x="16" y="7"/>
                    <a:pt x="8" y="19"/>
                    <a:pt x="1" y="32"/>
                  </a:cubicBezTo>
                  <a:cubicBezTo>
                    <a:pt x="0" y="33"/>
                    <a:pt x="1" y="36"/>
                    <a:pt x="1" y="38"/>
                  </a:cubicBezTo>
                  <a:cubicBezTo>
                    <a:pt x="3" y="42"/>
                    <a:pt x="4" y="46"/>
                    <a:pt x="6" y="50"/>
                  </a:cubicBezTo>
                  <a:cubicBezTo>
                    <a:pt x="11" y="65"/>
                    <a:pt x="17" y="79"/>
                    <a:pt x="30" y="89"/>
                  </a:cubicBezTo>
                  <a:cubicBezTo>
                    <a:pt x="33" y="92"/>
                    <a:pt x="35" y="97"/>
                    <a:pt x="37" y="102"/>
                  </a:cubicBezTo>
                  <a:cubicBezTo>
                    <a:pt x="41" y="111"/>
                    <a:pt x="45" y="121"/>
                    <a:pt x="51" y="130"/>
                  </a:cubicBezTo>
                  <a:cubicBezTo>
                    <a:pt x="57" y="140"/>
                    <a:pt x="65" y="148"/>
                    <a:pt x="72" y="158"/>
                  </a:cubicBezTo>
                  <a:cubicBezTo>
                    <a:pt x="77" y="166"/>
                    <a:pt x="82" y="176"/>
                    <a:pt x="88" y="184"/>
                  </a:cubicBezTo>
                  <a:cubicBezTo>
                    <a:pt x="93" y="192"/>
                    <a:pt x="92" y="205"/>
                    <a:pt x="105" y="206"/>
                  </a:cubicBezTo>
                  <a:cubicBezTo>
                    <a:pt x="105" y="207"/>
                    <a:pt x="105" y="207"/>
                    <a:pt x="105" y="207"/>
                  </a:cubicBezTo>
                  <a:cubicBezTo>
                    <a:pt x="120" y="221"/>
                    <a:pt x="134" y="237"/>
                    <a:pt x="150" y="249"/>
                  </a:cubicBezTo>
                  <a:cubicBezTo>
                    <a:pt x="156" y="254"/>
                    <a:pt x="167" y="258"/>
                    <a:pt x="175" y="258"/>
                  </a:cubicBezTo>
                  <a:cubicBezTo>
                    <a:pt x="176" y="258"/>
                    <a:pt x="177" y="258"/>
                    <a:pt x="177" y="258"/>
                  </a:cubicBezTo>
                  <a:cubicBezTo>
                    <a:pt x="188" y="257"/>
                    <a:pt x="199" y="252"/>
                    <a:pt x="209" y="247"/>
                  </a:cubicBezTo>
                  <a:cubicBezTo>
                    <a:pt x="231" y="236"/>
                    <a:pt x="250" y="220"/>
                    <a:pt x="261" y="197"/>
                  </a:cubicBezTo>
                  <a:cubicBezTo>
                    <a:pt x="264" y="192"/>
                    <a:pt x="265" y="187"/>
                    <a:pt x="266" y="182"/>
                  </a:cubicBezTo>
                  <a:cubicBezTo>
                    <a:pt x="271" y="167"/>
                    <a:pt x="275" y="152"/>
                    <a:pt x="278" y="143"/>
                  </a:cubicBezTo>
                  <a:cubicBezTo>
                    <a:pt x="277" y="118"/>
                    <a:pt x="268" y="103"/>
                    <a:pt x="260" y="87"/>
                  </a:cubicBezTo>
                  <a:cubicBezTo>
                    <a:pt x="247" y="63"/>
                    <a:pt x="227" y="45"/>
                    <a:pt x="206" y="27"/>
                  </a:cubicBezTo>
                  <a:cubicBezTo>
                    <a:pt x="204" y="25"/>
                    <a:pt x="201" y="23"/>
                    <a:pt x="198" y="23"/>
                  </a:cubicBezTo>
                  <a:cubicBezTo>
                    <a:pt x="184" y="19"/>
                    <a:pt x="171" y="17"/>
                    <a:pt x="157" y="13"/>
                  </a:cubicBezTo>
                  <a:cubicBezTo>
                    <a:pt x="142" y="10"/>
                    <a:pt x="127" y="3"/>
                    <a:pt x="111" y="2"/>
                  </a:cubicBezTo>
                  <a:cubicBezTo>
                    <a:pt x="96" y="2"/>
                    <a:pt x="81" y="0"/>
                    <a:pt x="6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0" name="Freeform 280">
              <a:extLst>
                <a:ext uri="{FF2B5EF4-FFF2-40B4-BE49-F238E27FC236}">
                  <a16:creationId xmlns:a16="http://schemas.microsoft.com/office/drawing/2014/main" id="{EFBA48D0-948C-9BFC-0BD1-C9BB75A2F2ED}"/>
                </a:ext>
              </a:extLst>
            </p:cNvPr>
            <p:cNvSpPr>
              <a:spLocks/>
            </p:cNvSpPr>
            <p:nvPr/>
          </p:nvSpPr>
          <p:spPr bwMode="auto">
            <a:xfrm>
              <a:off x="2072922" y="1886473"/>
              <a:ext cx="75640" cy="54900"/>
            </a:xfrm>
            <a:custGeom>
              <a:avLst/>
              <a:gdLst>
                <a:gd name="T0" fmla="*/ 40 w 207"/>
                <a:gd name="T1" fmla="*/ 0 h 151"/>
                <a:gd name="T2" fmla="*/ 29 w 207"/>
                <a:gd name="T3" fmla="*/ 10 h 151"/>
                <a:gd name="T4" fmla="*/ 3 w 207"/>
                <a:gd name="T5" fmla="*/ 47 h 151"/>
                <a:gd name="T6" fmla="*/ 0 w 207"/>
                <a:gd name="T7" fmla="*/ 56 h 151"/>
                <a:gd name="T8" fmla="*/ 0 w 207"/>
                <a:gd name="T9" fmla="*/ 97 h 151"/>
                <a:gd name="T10" fmla="*/ 20 w 207"/>
                <a:gd name="T11" fmla="*/ 135 h 151"/>
                <a:gd name="T12" fmla="*/ 42 w 207"/>
                <a:gd name="T13" fmla="*/ 147 h 151"/>
                <a:gd name="T14" fmla="*/ 56 w 207"/>
                <a:gd name="T15" fmla="*/ 151 h 151"/>
                <a:gd name="T16" fmla="*/ 65 w 207"/>
                <a:gd name="T17" fmla="*/ 149 h 151"/>
                <a:gd name="T18" fmla="*/ 113 w 207"/>
                <a:gd name="T19" fmla="*/ 124 h 151"/>
                <a:gd name="T20" fmla="*/ 125 w 207"/>
                <a:gd name="T21" fmla="*/ 113 h 151"/>
                <a:gd name="T22" fmla="*/ 165 w 207"/>
                <a:gd name="T23" fmla="*/ 59 h 151"/>
                <a:gd name="T24" fmla="*/ 184 w 207"/>
                <a:gd name="T25" fmla="*/ 44 h 151"/>
                <a:gd name="T26" fmla="*/ 204 w 207"/>
                <a:gd name="T27" fmla="*/ 20 h 151"/>
                <a:gd name="T28" fmla="*/ 195 w 207"/>
                <a:gd name="T29" fmla="*/ 6 h 151"/>
                <a:gd name="T30" fmla="*/ 192 w 207"/>
                <a:gd name="T31" fmla="*/ 6 h 151"/>
                <a:gd name="T32" fmla="*/ 122 w 207"/>
                <a:gd name="T33" fmla="*/ 17 h 151"/>
                <a:gd name="T34" fmla="*/ 101 w 207"/>
                <a:gd name="T35" fmla="*/ 19 h 151"/>
                <a:gd name="T36" fmla="*/ 82 w 207"/>
                <a:gd name="T37" fmla="*/ 14 h 151"/>
                <a:gd name="T38" fmla="*/ 51 w 207"/>
                <a:gd name="T39" fmla="*/ 2 h 151"/>
                <a:gd name="T40" fmla="*/ 42 w 207"/>
                <a:gd name="T41" fmla="*/ 3 h 151"/>
                <a:gd name="T42" fmla="*/ 40 w 207"/>
                <a:gd name="T43"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 h="151">
                  <a:moveTo>
                    <a:pt x="40" y="0"/>
                  </a:moveTo>
                  <a:cubicBezTo>
                    <a:pt x="36" y="3"/>
                    <a:pt x="32" y="6"/>
                    <a:pt x="29" y="10"/>
                  </a:cubicBezTo>
                  <a:cubicBezTo>
                    <a:pt x="20" y="22"/>
                    <a:pt x="12" y="35"/>
                    <a:pt x="3" y="47"/>
                  </a:cubicBezTo>
                  <a:cubicBezTo>
                    <a:pt x="1" y="50"/>
                    <a:pt x="0" y="53"/>
                    <a:pt x="0" y="56"/>
                  </a:cubicBezTo>
                  <a:cubicBezTo>
                    <a:pt x="0" y="69"/>
                    <a:pt x="0" y="83"/>
                    <a:pt x="0" y="97"/>
                  </a:cubicBezTo>
                  <a:cubicBezTo>
                    <a:pt x="0" y="113"/>
                    <a:pt x="5" y="126"/>
                    <a:pt x="20" y="135"/>
                  </a:cubicBezTo>
                  <a:cubicBezTo>
                    <a:pt x="27" y="139"/>
                    <a:pt x="35" y="142"/>
                    <a:pt x="42" y="147"/>
                  </a:cubicBezTo>
                  <a:cubicBezTo>
                    <a:pt x="47" y="150"/>
                    <a:pt x="51" y="151"/>
                    <a:pt x="56" y="151"/>
                  </a:cubicBezTo>
                  <a:cubicBezTo>
                    <a:pt x="59" y="151"/>
                    <a:pt x="62" y="150"/>
                    <a:pt x="65" y="149"/>
                  </a:cubicBezTo>
                  <a:cubicBezTo>
                    <a:pt x="81" y="141"/>
                    <a:pt x="97" y="132"/>
                    <a:pt x="113" y="124"/>
                  </a:cubicBezTo>
                  <a:cubicBezTo>
                    <a:pt x="117" y="121"/>
                    <a:pt x="123" y="117"/>
                    <a:pt x="125" y="113"/>
                  </a:cubicBezTo>
                  <a:cubicBezTo>
                    <a:pt x="136" y="93"/>
                    <a:pt x="148" y="74"/>
                    <a:pt x="165" y="59"/>
                  </a:cubicBezTo>
                  <a:cubicBezTo>
                    <a:pt x="171" y="54"/>
                    <a:pt x="177" y="46"/>
                    <a:pt x="184" y="44"/>
                  </a:cubicBezTo>
                  <a:cubicBezTo>
                    <a:pt x="196" y="40"/>
                    <a:pt x="201" y="31"/>
                    <a:pt x="204" y="20"/>
                  </a:cubicBezTo>
                  <a:cubicBezTo>
                    <a:pt x="207" y="12"/>
                    <a:pt x="203" y="6"/>
                    <a:pt x="195" y="6"/>
                  </a:cubicBezTo>
                  <a:cubicBezTo>
                    <a:pt x="194" y="6"/>
                    <a:pt x="193" y="6"/>
                    <a:pt x="192" y="6"/>
                  </a:cubicBezTo>
                  <a:cubicBezTo>
                    <a:pt x="169" y="9"/>
                    <a:pt x="145" y="14"/>
                    <a:pt x="122" y="17"/>
                  </a:cubicBezTo>
                  <a:cubicBezTo>
                    <a:pt x="115" y="18"/>
                    <a:pt x="108" y="19"/>
                    <a:pt x="101" y="19"/>
                  </a:cubicBezTo>
                  <a:cubicBezTo>
                    <a:pt x="95" y="19"/>
                    <a:pt x="88" y="18"/>
                    <a:pt x="82" y="14"/>
                  </a:cubicBezTo>
                  <a:cubicBezTo>
                    <a:pt x="72" y="7"/>
                    <a:pt x="63" y="2"/>
                    <a:pt x="51" y="2"/>
                  </a:cubicBezTo>
                  <a:cubicBezTo>
                    <a:pt x="48" y="2"/>
                    <a:pt x="45" y="2"/>
                    <a:pt x="42" y="3"/>
                  </a:cubicBezTo>
                  <a:cubicBezTo>
                    <a:pt x="41" y="2"/>
                    <a:pt x="41" y="1"/>
                    <a:pt x="4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1" name="Freeform 281">
              <a:extLst>
                <a:ext uri="{FF2B5EF4-FFF2-40B4-BE49-F238E27FC236}">
                  <a16:creationId xmlns:a16="http://schemas.microsoft.com/office/drawing/2014/main" id="{02C8D429-ACED-3988-A899-EB9AEF5EDB47}"/>
                </a:ext>
              </a:extLst>
            </p:cNvPr>
            <p:cNvSpPr>
              <a:spLocks/>
            </p:cNvSpPr>
            <p:nvPr/>
          </p:nvSpPr>
          <p:spPr bwMode="auto">
            <a:xfrm>
              <a:off x="1626811" y="2122744"/>
              <a:ext cx="90280" cy="89467"/>
            </a:xfrm>
            <a:custGeom>
              <a:avLst/>
              <a:gdLst>
                <a:gd name="T0" fmla="*/ 248 w 248"/>
                <a:gd name="T1" fmla="*/ 0 h 245"/>
                <a:gd name="T2" fmla="*/ 171 w 248"/>
                <a:gd name="T3" fmla="*/ 0 h 245"/>
                <a:gd name="T4" fmla="*/ 171 w 248"/>
                <a:gd name="T5" fmla="*/ 9 h 245"/>
                <a:gd name="T6" fmla="*/ 185 w 248"/>
                <a:gd name="T7" fmla="*/ 13 h 245"/>
                <a:gd name="T8" fmla="*/ 191 w 248"/>
                <a:gd name="T9" fmla="*/ 18 h 245"/>
                <a:gd name="T10" fmla="*/ 194 w 248"/>
                <a:gd name="T11" fmla="*/ 27 h 245"/>
                <a:gd name="T12" fmla="*/ 195 w 248"/>
                <a:gd name="T13" fmla="*/ 45 h 245"/>
                <a:gd name="T14" fmla="*/ 195 w 248"/>
                <a:gd name="T15" fmla="*/ 82 h 245"/>
                <a:gd name="T16" fmla="*/ 196 w 248"/>
                <a:gd name="T17" fmla="*/ 141 h 245"/>
                <a:gd name="T18" fmla="*/ 198 w 248"/>
                <a:gd name="T19" fmla="*/ 184 h 245"/>
                <a:gd name="T20" fmla="*/ 195 w 248"/>
                <a:gd name="T21" fmla="*/ 184 h 245"/>
                <a:gd name="T22" fmla="*/ 184 w 248"/>
                <a:gd name="T23" fmla="*/ 166 h 245"/>
                <a:gd name="T24" fmla="*/ 171 w 248"/>
                <a:gd name="T25" fmla="*/ 147 h 245"/>
                <a:gd name="T26" fmla="*/ 67 w 248"/>
                <a:gd name="T27" fmla="*/ 0 h 245"/>
                <a:gd name="T28" fmla="*/ 0 w 248"/>
                <a:gd name="T29" fmla="*/ 0 h 245"/>
                <a:gd name="T30" fmla="*/ 0 w 248"/>
                <a:gd name="T31" fmla="*/ 9 h 245"/>
                <a:gd name="T32" fmla="*/ 14 w 248"/>
                <a:gd name="T33" fmla="*/ 13 h 245"/>
                <a:gd name="T34" fmla="*/ 21 w 248"/>
                <a:gd name="T35" fmla="*/ 18 h 245"/>
                <a:gd name="T36" fmla="*/ 24 w 248"/>
                <a:gd name="T37" fmla="*/ 27 h 245"/>
                <a:gd name="T38" fmla="*/ 25 w 248"/>
                <a:gd name="T39" fmla="*/ 45 h 245"/>
                <a:gd name="T40" fmla="*/ 25 w 248"/>
                <a:gd name="T41" fmla="*/ 199 h 245"/>
                <a:gd name="T42" fmla="*/ 24 w 248"/>
                <a:gd name="T43" fmla="*/ 219 h 245"/>
                <a:gd name="T44" fmla="*/ 18 w 248"/>
                <a:gd name="T45" fmla="*/ 229 h 245"/>
                <a:gd name="T46" fmla="*/ 0 w 248"/>
                <a:gd name="T47" fmla="*/ 235 h 245"/>
                <a:gd name="T48" fmla="*/ 0 w 248"/>
                <a:gd name="T49" fmla="*/ 244 h 245"/>
                <a:gd name="T50" fmla="*/ 78 w 248"/>
                <a:gd name="T51" fmla="*/ 244 h 245"/>
                <a:gd name="T52" fmla="*/ 78 w 248"/>
                <a:gd name="T53" fmla="*/ 235 h 245"/>
                <a:gd name="T54" fmla="*/ 64 w 248"/>
                <a:gd name="T55" fmla="*/ 231 h 245"/>
                <a:gd name="T56" fmla="*/ 57 w 248"/>
                <a:gd name="T57" fmla="*/ 226 h 245"/>
                <a:gd name="T58" fmla="*/ 54 w 248"/>
                <a:gd name="T59" fmla="*/ 217 h 245"/>
                <a:gd name="T60" fmla="*/ 53 w 248"/>
                <a:gd name="T61" fmla="*/ 199 h 245"/>
                <a:gd name="T62" fmla="*/ 53 w 248"/>
                <a:gd name="T63" fmla="*/ 163 h 245"/>
                <a:gd name="T64" fmla="*/ 52 w 248"/>
                <a:gd name="T65" fmla="*/ 91 h 245"/>
                <a:gd name="T66" fmla="*/ 50 w 248"/>
                <a:gd name="T67" fmla="*/ 41 h 245"/>
                <a:gd name="T68" fmla="*/ 54 w 248"/>
                <a:gd name="T69" fmla="*/ 41 h 245"/>
                <a:gd name="T70" fmla="*/ 62 w 248"/>
                <a:gd name="T71" fmla="*/ 56 h 245"/>
                <a:gd name="T72" fmla="*/ 78 w 248"/>
                <a:gd name="T73" fmla="*/ 78 h 245"/>
                <a:gd name="T74" fmla="*/ 196 w 248"/>
                <a:gd name="T75" fmla="*/ 245 h 245"/>
                <a:gd name="T76" fmla="*/ 222 w 248"/>
                <a:gd name="T77" fmla="*/ 245 h 245"/>
                <a:gd name="T78" fmla="*/ 222 w 248"/>
                <a:gd name="T79" fmla="*/ 45 h 245"/>
                <a:gd name="T80" fmla="*/ 224 w 248"/>
                <a:gd name="T81" fmla="*/ 26 h 245"/>
                <a:gd name="T82" fmla="*/ 228 w 248"/>
                <a:gd name="T83" fmla="*/ 18 h 245"/>
                <a:gd name="T84" fmla="*/ 234 w 248"/>
                <a:gd name="T85" fmla="*/ 13 h 245"/>
                <a:gd name="T86" fmla="*/ 248 w 248"/>
                <a:gd name="T87" fmla="*/ 9 h 245"/>
                <a:gd name="T88" fmla="*/ 248 w 248"/>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8" h="245">
                  <a:moveTo>
                    <a:pt x="248" y="0"/>
                  </a:moveTo>
                  <a:cubicBezTo>
                    <a:pt x="171" y="0"/>
                    <a:pt x="171" y="0"/>
                    <a:pt x="171" y="0"/>
                  </a:cubicBezTo>
                  <a:cubicBezTo>
                    <a:pt x="171" y="9"/>
                    <a:pt x="171" y="9"/>
                    <a:pt x="171" y="9"/>
                  </a:cubicBezTo>
                  <a:cubicBezTo>
                    <a:pt x="178" y="10"/>
                    <a:pt x="182" y="12"/>
                    <a:pt x="185" y="13"/>
                  </a:cubicBezTo>
                  <a:cubicBezTo>
                    <a:pt x="187" y="14"/>
                    <a:pt x="189" y="16"/>
                    <a:pt x="191" y="18"/>
                  </a:cubicBezTo>
                  <a:cubicBezTo>
                    <a:pt x="192" y="20"/>
                    <a:pt x="193" y="23"/>
                    <a:pt x="194" y="27"/>
                  </a:cubicBezTo>
                  <a:cubicBezTo>
                    <a:pt x="194" y="31"/>
                    <a:pt x="195" y="37"/>
                    <a:pt x="195" y="45"/>
                  </a:cubicBezTo>
                  <a:cubicBezTo>
                    <a:pt x="195" y="82"/>
                    <a:pt x="195" y="82"/>
                    <a:pt x="195" y="82"/>
                  </a:cubicBezTo>
                  <a:cubicBezTo>
                    <a:pt x="195" y="100"/>
                    <a:pt x="195" y="119"/>
                    <a:pt x="196" y="141"/>
                  </a:cubicBezTo>
                  <a:cubicBezTo>
                    <a:pt x="196" y="163"/>
                    <a:pt x="197" y="177"/>
                    <a:pt x="198" y="184"/>
                  </a:cubicBezTo>
                  <a:cubicBezTo>
                    <a:pt x="195" y="184"/>
                    <a:pt x="195" y="184"/>
                    <a:pt x="195" y="184"/>
                  </a:cubicBezTo>
                  <a:cubicBezTo>
                    <a:pt x="191" y="178"/>
                    <a:pt x="187" y="171"/>
                    <a:pt x="184" y="166"/>
                  </a:cubicBezTo>
                  <a:cubicBezTo>
                    <a:pt x="181" y="161"/>
                    <a:pt x="176" y="155"/>
                    <a:pt x="171" y="147"/>
                  </a:cubicBezTo>
                  <a:cubicBezTo>
                    <a:pt x="67" y="0"/>
                    <a:pt x="67" y="0"/>
                    <a:pt x="67"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8" y="244"/>
                    <a:pt x="78" y="244"/>
                    <a:pt x="78" y="244"/>
                  </a:cubicBezTo>
                  <a:cubicBezTo>
                    <a:pt x="78" y="235"/>
                    <a:pt x="78" y="235"/>
                    <a:pt x="78" y="235"/>
                  </a:cubicBezTo>
                  <a:cubicBezTo>
                    <a:pt x="71" y="234"/>
                    <a:pt x="67" y="232"/>
                    <a:pt x="64" y="231"/>
                  </a:cubicBezTo>
                  <a:cubicBezTo>
                    <a:pt x="61" y="230"/>
                    <a:pt x="58" y="228"/>
                    <a:pt x="57" y="226"/>
                  </a:cubicBezTo>
                  <a:cubicBezTo>
                    <a:pt x="56" y="223"/>
                    <a:pt x="54" y="221"/>
                    <a:pt x="54" y="217"/>
                  </a:cubicBezTo>
                  <a:cubicBezTo>
                    <a:pt x="53" y="213"/>
                    <a:pt x="53" y="207"/>
                    <a:pt x="53" y="199"/>
                  </a:cubicBezTo>
                  <a:cubicBezTo>
                    <a:pt x="53" y="163"/>
                    <a:pt x="53" y="163"/>
                    <a:pt x="53" y="163"/>
                  </a:cubicBezTo>
                  <a:cubicBezTo>
                    <a:pt x="53" y="139"/>
                    <a:pt x="53" y="115"/>
                    <a:pt x="52" y="91"/>
                  </a:cubicBezTo>
                  <a:cubicBezTo>
                    <a:pt x="52" y="67"/>
                    <a:pt x="51" y="51"/>
                    <a:pt x="50" y="41"/>
                  </a:cubicBezTo>
                  <a:cubicBezTo>
                    <a:pt x="54" y="41"/>
                    <a:pt x="54" y="41"/>
                    <a:pt x="54" y="41"/>
                  </a:cubicBezTo>
                  <a:cubicBezTo>
                    <a:pt x="56" y="46"/>
                    <a:pt x="59" y="51"/>
                    <a:pt x="62" y="56"/>
                  </a:cubicBezTo>
                  <a:cubicBezTo>
                    <a:pt x="66" y="60"/>
                    <a:pt x="71" y="68"/>
                    <a:pt x="78" y="78"/>
                  </a:cubicBezTo>
                  <a:cubicBezTo>
                    <a:pt x="196" y="245"/>
                    <a:pt x="196" y="245"/>
                    <a:pt x="196" y="245"/>
                  </a:cubicBezTo>
                  <a:cubicBezTo>
                    <a:pt x="222" y="245"/>
                    <a:pt x="222" y="245"/>
                    <a:pt x="222" y="245"/>
                  </a:cubicBezTo>
                  <a:cubicBezTo>
                    <a:pt x="222" y="45"/>
                    <a:pt x="222" y="45"/>
                    <a:pt x="222" y="45"/>
                  </a:cubicBezTo>
                  <a:cubicBezTo>
                    <a:pt x="222" y="36"/>
                    <a:pt x="223" y="30"/>
                    <a:pt x="224" y="26"/>
                  </a:cubicBezTo>
                  <a:cubicBezTo>
                    <a:pt x="225" y="22"/>
                    <a:pt x="226" y="19"/>
                    <a:pt x="228" y="18"/>
                  </a:cubicBezTo>
                  <a:cubicBezTo>
                    <a:pt x="229" y="16"/>
                    <a:pt x="231" y="14"/>
                    <a:pt x="234" y="13"/>
                  </a:cubicBezTo>
                  <a:cubicBezTo>
                    <a:pt x="237" y="12"/>
                    <a:pt x="241" y="10"/>
                    <a:pt x="248" y="9"/>
                  </a:cubicBezTo>
                  <a:cubicBezTo>
                    <a:pt x="248" y="0"/>
                    <a:pt x="248" y="0"/>
                    <a:pt x="24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2" name="Freeform 282">
              <a:extLst>
                <a:ext uri="{FF2B5EF4-FFF2-40B4-BE49-F238E27FC236}">
                  <a16:creationId xmlns:a16="http://schemas.microsoft.com/office/drawing/2014/main" id="{D48E3221-B263-777E-CACE-677446F407EF}"/>
                </a:ext>
              </a:extLst>
            </p:cNvPr>
            <p:cNvSpPr>
              <a:spLocks noEditPoints="1"/>
            </p:cNvSpPr>
            <p:nvPr/>
          </p:nvSpPr>
          <p:spPr bwMode="auto">
            <a:xfrm>
              <a:off x="1726038" y="2121525"/>
              <a:ext cx="96380" cy="90280"/>
            </a:xfrm>
            <a:custGeom>
              <a:avLst/>
              <a:gdLst>
                <a:gd name="T0" fmla="*/ 86 w 265"/>
                <a:gd name="T1" fmla="*/ 151 h 247"/>
                <a:gd name="T2" fmla="*/ 135 w 265"/>
                <a:gd name="T3" fmla="*/ 35 h 247"/>
                <a:gd name="T4" fmla="*/ 175 w 265"/>
                <a:gd name="T5" fmla="*/ 151 h 247"/>
                <a:gd name="T6" fmla="*/ 86 w 265"/>
                <a:gd name="T7" fmla="*/ 151 h 247"/>
                <a:gd name="T8" fmla="*/ 160 w 265"/>
                <a:gd name="T9" fmla="*/ 0 h 247"/>
                <a:gd name="T10" fmla="*/ 126 w 265"/>
                <a:gd name="T11" fmla="*/ 0 h 247"/>
                <a:gd name="T12" fmla="*/ 38 w 265"/>
                <a:gd name="T13" fmla="*/ 198 h 247"/>
                <a:gd name="T14" fmla="*/ 21 w 265"/>
                <a:gd name="T15" fmla="*/ 227 h 247"/>
                <a:gd name="T16" fmla="*/ 0 w 265"/>
                <a:gd name="T17" fmla="*/ 238 h 247"/>
                <a:gd name="T18" fmla="*/ 0 w 265"/>
                <a:gd name="T19" fmla="*/ 247 h 247"/>
                <a:gd name="T20" fmla="*/ 91 w 265"/>
                <a:gd name="T21" fmla="*/ 247 h 247"/>
                <a:gd name="T22" fmla="*/ 91 w 265"/>
                <a:gd name="T23" fmla="*/ 238 h 247"/>
                <a:gd name="T24" fmla="*/ 71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2 w 265"/>
                <a:gd name="T39" fmla="*/ 205 h 247"/>
                <a:gd name="T40" fmla="*/ 193 w 265"/>
                <a:gd name="T41" fmla="*/ 218 h 247"/>
                <a:gd name="T42" fmla="*/ 191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1 w 265"/>
                <a:gd name="T57" fmla="*/ 221 h 247"/>
                <a:gd name="T58" fmla="*/ 232 w 265"/>
                <a:gd name="T59" fmla="*/ 200 h 247"/>
                <a:gd name="T60" fmla="*/ 160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5" y="35"/>
                    <a:pt x="135" y="35"/>
                    <a:pt x="135" y="35"/>
                  </a:cubicBezTo>
                  <a:cubicBezTo>
                    <a:pt x="175" y="151"/>
                    <a:pt x="175" y="151"/>
                    <a:pt x="175" y="151"/>
                  </a:cubicBezTo>
                  <a:cubicBezTo>
                    <a:pt x="86" y="151"/>
                    <a:pt x="86" y="151"/>
                    <a:pt x="86" y="151"/>
                  </a:cubicBezTo>
                  <a:moveTo>
                    <a:pt x="160" y="0"/>
                  </a:moveTo>
                  <a:cubicBezTo>
                    <a:pt x="126" y="0"/>
                    <a:pt x="126" y="0"/>
                    <a:pt x="126" y="0"/>
                  </a:cubicBezTo>
                  <a:cubicBezTo>
                    <a:pt x="38" y="198"/>
                    <a:pt x="38" y="198"/>
                    <a:pt x="38" y="198"/>
                  </a:cubicBezTo>
                  <a:cubicBezTo>
                    <a:pt x="32" y="211"/>
                    <a:pt x="27" y="220"/>
                    <a:pt x="21" y="227"/>
                  </a:cubicBezTo>
                  <a:cubicBezTo>
                    <a:pt x="15" y="233"/>
                    <a:pt x="8" y="237"/>
                    <a:pt x="0" y="238"/>
                  </a:cubicBezTo>
                  <a:cubicBezTo>
                    <a:pt x="0" y="247"/>
                    <a:pt x="0" y="247"/>
                    <a:pt x="0" y="247"/>
                  </a:cubicBezTo>
                  <a:cubicBezTo>
                    <a:pt x="91" y="247"/>
                    <a:pt x="91" y="247"/>
                    <a:pt x="91" y="247"/>
                  </a:cubicBezTo>
                  <a:cubicBezTo>
                    <a:pt x="91" y="238"/>
                    <a:pt x="91" y="238"/>
                    <a:pt x="91" y="238"/>
                  </a:cubicBezTo>
                  <a:cubicBezTo>
                    <a:pt x="82" y="237"/>
                    <a:pt x="75" y="235"/>
                    <a:pt x="71" y="232"/>
                  </a:cubicBezTo>
                  <a:cubicBezTo>
                    <a:pt x="66" y="228"/>
                    <a:pt x="64" y="223"/>
                    <a:pt x="64" y="216"/>
                  </a:cubicBezTo>
                  <a:cubicBezTo>
                    <a:pt x="64" y="212"/>
                    <a:pt x="65"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1" y="200"/>
                    <a:pt x="192" y="205"/>
                  </a:cubicBezTo>
                  <a:cubicBezTo>
                    <a:pt x="193" y="210"/>
                    <a:pt x="193" y="214"/>
                    <a:pt x="193" y="218"/>
                  </a:cubicBezTo>
                  <a:cubicBezTo>
                    <a:pt x="193" y="222"/>
                    <a:pt x="193" y="226"/>
                    <a:pt x="191" y="228"/>
                  </a:cubicBezTo>
                  <a:cubicBezTo>
                    <a:pt x="189" y="231"/>
                    <a:pt x="187" y="233"/>
                    <a:pt x="183" y="234"/>
                  </a:cubicBezTo>
                  <a:cubicBezTo>
                    <a:pt x="180" y="236"/>
                    <a:pt x="174" y="237"/>
                    <a:pt x="167" y="238"/>
                  </a:cubicBezTo>
                  <a:cubicBezTo>
                    <a:pt x="167" y="247"/>
                    <a:pt x="167" y="247"/>
                    <a:pt x="167" y="247"/>
                  </a:cubicBezTo>
                  <a:cubicBezTo>
                    <a:pt x="265" y="247"/>
                    <a:pt x="265" y="247"/>
                    <a:pt x="265" y="247"/>
                  </a:cubicBezTo>
                  <a:cubicBezTo>
                    <a:pt x="265" y="238"/>
                    <a:pt x="265" y="238"/>
                    <a:pt x="265" y="238"/>
                  </a:cubicBezTo>
                  <a:cubicBezTo>
                    <a:pt x="259" y="237"/>
                    <a:pt x="254" y="235"/>
                    <a:pt x="250" y="232"/>
                  </a:cubicBezTo>
                  <a:cubicBezTo>
                    <a:pt x="246" y="230"/>
                    <a:pt x="243" y="226"/>
                    <a:pt x="241" y="221"/>
                  </a:cubicBezTo>
                  <a:cubicBezTo>
                    <a:pt x="238" y="216"/>
                    <a:pt x="235" y="209"/>
                    <a:pt x="232" y="200"/>
                  </a:cubicBezTo>
                  <a:cubicBezTo>
                    <a:pt x="160" y="0"/>
                    <a:pt x="160" y="0"/>
                    <a:pt x="16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3" name="Freeform 283">
              <a:extLst>
                <a:ext uri="{FF2B5EF4-FFF2-40B4-BE49-F238E27FC236}">
                  <a16:creationId xmlns:a16="http://schemas.microsoft.com/office/drawing/2014/main" id="{C2C45490-19D6-C2A7-D736-4D897B9A9A3C}"/>
                </a:ext>
              </a:extLst>
            </p:cNvPr>
            <p:cNvSpPr>
              <a:spLocks/>
            </p:cNvSpPr>
            <p:nvPr/>
          </p:nvSpPr>
          <p:spPr bwMode="auto">
            <a:xfrm>
              <a:off x="1832989" y="2122744"/>
              <a:ext cx="89873" cy="89467"/>
            </a:xfrm>
            <a:custGeom>
              <a:avLst/>
              <a:gdLst>
                <a:gd name="T0" fmla="*/ 247 w 247"/>
                <a:gd name="T1" fmla="*/ 0 h 245"/>
                <a:gd name="T2" fmla="*/ 171 w 247"/>
                <a:gd name="T3" fmla="*/ 0 h 245"/>
                <a:gd name="T4" fmla="*/ 171 w 247"/>
                <a:gd name="T5" fmla="*/ 9 h 245"/>
                <a:gd name="T6" fmla="*/ 184 w 247"/>
                <a:gd name="T7" fmla="*/ 13 h 245"/>
                <a:gd name="T8" fmla="*/ 190 w 247"/>
                <a:gd name="T9" fmla="*/ 18 h 245"/>
                <a:gd name="T10" fmla="*/ 194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4 w 247"/>
                <a:gd name="T33" fmla="*/ 13 h 245"/>
                <a:gd name="T34" fmla="*/ 20 w 247"/>
                <a:gd name="T35" fmla="*/ 18 h 245"/>
                <a:gd name="T36" fmla="*/ 24 w 247"/>
                <a:gd name="T37" fmla="*/ 27 h 245"/>
                <a:gd name="T38" fmla="*/ 25 w 247"/>
                <a:gd name="T39" fmla="*/ 45 h 245"/>
                <a:gd name="T40" fmla="*/ 25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8 w 247"/>
                <a:gd name="T73" fmla="*/ 78 h 245"/>
                <a:gd name="T74" fmla="*/ 196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1" y="0"/>
                    <a:pt x="171" y="0"/>
                    <a:pt x="171" y="0"/>
                  </a:cubicBezTo>
                  <a:cubicBezTo>
                    <a:pt x="171" y="9"/>
                    <a:pt x="171" y="9"/>
                    <a:pt x="171" y="9"/>
                  </a:cubicBezTo>
                  <a:cubicBezTo>
                    <a:pt x="177" y="10"/>
                    <a:pt x="182" y="12"/>
                    <a:pt x="184" y="13"/>
                  </a:cubicBezTo>
                  <a:cubicBezTo>
                    <a:pt x="187" y="14"/>
                    <a:pt x="189" y="16"/>
                    <a:pt x="190" y="18"/>
                  </a:cubicBezTo>
                  <a:cubicBezTo>
                    <a:pt x="192" y="20"/>
                    <a:pt x="193" y="23"/>
                    <a:pt x="194"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0" y="227"/>
                    <a:pt x="17"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6"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1" y="51"/>
                    <a:pt x="50" y="41"/>
                  </a:cubicBezTo>
                  <a:cubicBezTo>
                    <a:pt x="53" y="41"/>
                    <a:pt x="53" y="41"/>
                    <a:pt x="53" y="41"/>
                  </a:cubicBezTo>
                  <a:cubicBezTo>
                    <a:pt x="56" y="46"/>
                    <a:pt x="59" y="51"/>
                    <a:pt x="62" y="56"/>
                  </a:cubicBezTo>
                  <a:cubicBezTo>
                    <a:pt x="65" y="60"/>
                    <a:pt x="70" y="68"/>
                    <a:pt x="78" y="78"/>
                  </a:cubicBezTo>
                  <a:cubicBezTo>
                    <a:pt x="196" y="245"/>
                    <a:pt x="196" y="245"/>
                    <a:pt x="196" y="245"/>
                  </a:cubicBezTo>
                  <a:cubicBezTo>
                    <a:pt x="222" y="245"/>
                    <a:pt x="222" y="245"/>
                    <a:pt x="222" y="245"/>
                  </a:cubicBezTo>
                  <a:cubicBezTo>
                    <a:pt x="222" y="45"/>
                    <a:pt x="222" y="45"/>
                    <a:pt x="222" y="45"/>
                  </a:cubicBezTo>
                  <a:cubicBezTo>
                    <a:pt x="222" y="36"/>
                    <a:pt x="222" y="30"/>
                    <a:pt x="223" y="26"/>
                  </a:cubicBezTo>
                  <a:cubicBezTo>
                    <a:pt x="224" y="22"/>
                    <a:pt x="226" y="19"/>
                    <a:pt x="227" y="18"/>
                  </a:cubicBezTo>
                  <a:cubicBezTo>
                    <a:pt x="229" y="16"/>
                    <a:pt x="231" y="14"/>
                    <a:pt x="233" y="13"/>
                  </a:cubicBezTo>
                  <a:cubicBezTo>
                    <a:pt x="236" y="12"/>
                    <a:pt x="241"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 name="Freeform 284">
              <a:extLst>
                <a:ext uri="{FF2B5EF4-FFF2-40B4-BE49-F238E27FC236}">
                  <a16:creationId xmlns:a16="http://schemas.microsoft.com/office/drawing/2014/main" id="{F50CECAD-A9A0-4DF4-6E8C-85CB424AA9A2}"/>
                </a:ext>
              </a:extLst>
            </p:cNvPr>
            <p:cNvSpPr>
              <a:spLocks/>
            </p:cNvSpPr>
            <p:nvPr/>
          </p:nvSpPr>
          <p:spPr bwMode="auto">
            <a:xfrm>
              <a:off x="1933436" y="2122744"/>
              <a:ext cx="38226" cy="114679"/>
            </a:xfrm>
            <a:custGeom>
              <a:avLst/>
              <a:gdLst>
                <a:gd name="T0" fmla="*/ 105 w 105"/>
                <a:gd name="T1" fmla="*/ 0 h 314"/>
                <a:gd name="T2" fmla="*/ 16 w 105"/>
                <a:gd name="T3" fmla="*/ 0 h 314"/>
                <a:gd name="T4" fmla="*/ 16 w 105"/>
                <a:gd name="T5" fmla="*/ 9 h 314"/>
                <a:gd name="T6" fmla="*/ 33 w 105"/>
                <a:gd name="T7" fmla="*/ 15 h 314"/>
                <a:gd name="T8" fmla="*/ 39 w 105"/>
                <a:gd name="T9" fmla="*/ 24 h 314"/>
                <a:gd name="T10" fmla="*/ 41 w 105"/>
                <a:gd name="T11" fmla="*/ 45 h 314"/>
                <a:gd name="T12" fmla="*/ 41 w 105"/>
                <a:gd name="T13" fmla="*/ 246 h 314"/>
                <a:gd name="T14" fmla="*/ 38 w 105"/>
                <a:gd name="T15" fmla="*/ 271 h 314"/>
                <a:gd name="T16" fmla="*/ 27 w 105"/>
                <a:gd name="T17" fmla="*/ 286 h 314"/>
                <a:gd name="T18" fmla="*/ 0 w 105"/>
                <a:gd name="T19" fmla="*/ 298 h 314"/>
                <a:gd name="T20" fmla="*/ 7 w 105"/>
                <a:gd name="T21" fmla="*/ 314 h 314"/>
                <a:gd name="T22" fmla="*/ 52 w 105"/>
                <a:gd name="T23" fmla="*/ 296 h 314"/>
                <a:gd name="T24" fmla="*/ 74 w 105"/>
                <a:gd name="T25" fmla="*/ 271 h 314"/>
                <a:gd name="T26" fmla="*/ 81 w 105"/>
                <a:gd name="T27" fmla="*/ 232 h 314"/>
                <a:gd name="T28" fmla="*/ 81 w 105"/>
                <a:gd name="T29" fmla="*/ 45 h 314"/>
                <a:gd name="T30" fmla="*/ 82 w 105"/>
                <a:gd name="T31" fmla="*/ 27 h 314"/>
                <a:gd name="T32" fmla="*/ 86 w 105"/>
                <a:gd name="T33" fmla="*/ 18 h 314"/>
                <a:gd name="T34" fmla="*/ 92 w 105"/>
                <a:gd name="T35" fmla="*/ 13 h 314"/>
                <a:gd name="T36" fmla="*/ 105 w 105"/>
                <a:gd name="T37" fmla="*/ 9 h 314"/>
                <a:gd name="T38" fmla="*/ 105 w 105"/>
                <a:gd name="T3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 h="314">
                  <a:moveTo>
                    <a:pt x="105" y="0"/>
                  </a:moveTo>
                  <a:cubicBezTo>
                    <a:pt x="16" y="0"/>
                    <a:pt x="16" y="0"/>
                    <a:pt x="16" y="0"/>
                  </a:cubicBezTo>
                  <a:cubicBezTo>
                    <a:pt x="16" y="9"/>
                    <a:pt x="16" y="9"/>
                    <a:pt x="16" y="9"/>
                  </a:cubicBezTo>
                  <a:cubicBezTo>
                    <a:pt x="25" y="11"/>
                    <a:pt x="31" y="13"/>
                    <a:pt x="33" y="15"/>
                  </a:cubicBezTo>
                  <a:cubicBezTo>
                    <a:pt x="36" y="17"/>
                    <a:pt x="38" y="20"/>
                    <a:pt x="39" y="24"/>
                  </a:cubicBezTo>
                  <a:cubicBezTo>
                    <a:pt x="40" y="27"/>
                    <a:pt x="41" y="34"/>
                    <a:pt x="41" y="45"/>
                  </a:cubicBezTo>
                  <a:cubicBezTo>
                    <a:pt x="41" y="246"/>
                    <a:pt x="41" y="246"/>
                    <a:pt x="41" y="246"/>
                  </a:cubicBezTo>
                  <a:cubicBezTo>
                    <a:pt x="41" y="256"/>
                    <a:pt x="40" y="264"/>
                    <a:pt x="38" y="271"/>
                  </a:cubicBezTo>
                  <a:cubicBezTo>
                    <a:pt x="36" y="277"/>
                    <a:pt x="32" y="282"/>
                    <a:pt x="27" y="286"/>
                  </a:cubicBezTo>
                  <a:cubicBezTo>
                    <a:pt x="22" y="290"/>
                    <a:pt x="13" y="294"/>
                    <a:pt x="0" y="298"/>
                  </a:cubicBezTo>
                  <a:cubicBezTo>
                    <a:pt x="7" y="314"/>
                    <a:pt x="7" y="314"/>
                    <a:pt x="7" y="314"/>
                  </a:cubicBezTo>
                  <a:cubicBezTo>
                    <a:pt x="27" y="309"/>
                    <a:pt x="41" y="303"/>
                    <a:pt x="52" y="296"/>
                  </a:cubicBezTo>
                  <a:cubicBezTo>
                    <a:pt x="62" y="290"/>
                    <a:pt x="70" y="281"/>
                    <a:pt x="74" y="271"/>
                  </a:cubicBezTo>
                  <a:cubicBezTo>
                    <a:pt x="78" y="261"/>
                    <a:pt x="81" y="248"/>
                    <a:pt x="81" y="232"/>
                  </a:cubicBezTo>
                  <a:cubicBezTo>
                    <a:pt x="81" y="45"/>
                    <a:pt x="81" y="45"/>
                    <a:pt x="81" y="45"/>
                  </a:cubicBezTo>
                  <a:cubicBezTo>
                    <a:pt x="81" y="37"/>
                    <a:pt x="81" y="31"/>
                    <a:pt x="82" y="27"/>
                  </a:cubicBezTo>
                  <a:cubicBezTo>
                    <a:pt x="83" y="23"/>
                    <a:pt x="84" y="20"/>
                    <a:pt x="86" y="18"/>
                  </a:cubicBezTo>
                  <a:cubicBezTo>
                    <a:pt x="87" y="16"/>
                    <a:pt x="89" y="14"/>
                    <a:pt x="92" y="13"/>
                  </a:cubicBezTo>
                  <a:cubicBezTo>
                    <a:pt x="95" y="12"/>
                    <a:pt x="99" y="10"/>
                    <a:pt x="105" y="9"/>
                  </a:cubicBezTo>
                  <a:cubicBezTo>
                    <a:pt x="105" y="0"/>
                    <a:pt x="105" y="0"/>
                    <a:pt x="10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 name="Freeform 285">
              <a:extLst>
                <a:ext uri="{FF2B5EF4-FFF2-40B4-BE49-F238E27FC236}">
                  <a16:creationId xmlns:a16="http://schemas.microsoft.com/office/drawing/2014/main" id="{301BF994-2FC2-0163-762F-7AB405467AD3}"/>
                </a:ext>
              </a:extLst>
            </p:cNvPr>
            <p:cNvSpPr>
              <a:spLocks/>
            </p:cNvSpPr>
            <p:nvPr/>
          </p:nvSpPr>
          <p:spPr bwMode="auto">
            <a:xfrm>
              <a:off x="1989150" y="2122744"/>
              <a:ext cx="32533"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4 w 89"/>
                <a:gd name="T11" fmla="*/ 27 h 244"/>
                <a:gd name="T12" fmla="*/ 25 w 89"/>
                <a:gd name="T13" fmla="*/ 45 h 244"/>
                <a:gd name="T14" fmla="*/ 25 w 89"/>
                <a:gd name="T15" fmla="*/ 199 h 244"/>
                <a:gd name="T16" fmla="*/ 23 w 89"/>
                <a:gd name="T17" fmla="*/ 219 h 244"/>
                <a:gd name="T18" fmla="*/ 18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9 w 89"/>
                <a:gd name="T31" fmla="*/ 226 h 244"/>
                <a:gd name="T32" fmla="*/ 66 w 89"/>
                <a:gd name="T33" fmla="*/ 217 h 244"/>
                <a:gd name="T34" fmla="*/ 65 w 89"/>
                <a:gd name="T35" fmla="*/ 199 h 244"/>
                <a:gd name="T36" fmla="*/ 65 w 89"/>
                <a:gd name="T37" fmla="*/ 45 h 244"/>
                <a:gd name="T38" fmla="*/ 66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1" y="227"/>
                    <a:pt x="18" y="229"/>
                  </a:cubicBezTo>
                  <a:cubicBezTo>
                    <a:pt x="15" y="231"/>
                    <a:pt x="9"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69" y="18"/>
                  </a:cubicBezTo>
                  <a:cubicBezTo>
                    <a:pt x="71" y="16"/>
                    <a:pt x="73" y="14"/>
                    <a:pt x="76" y="13"/>
                  </a:cubicBezTo>
                  <a:cubicBezTo>
                    <a:pt x="79"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 name="Freeform 286">
              <a:extLst>
                <a:ext uri="{FF2B5EF4-FFF2-40B4-BE49-F238E27FC236}">
                  <a16:creationId xmlns:a16="http://schemas.microsoft.com/office/drawing/2014/main" id="{97F47E7F-5220-F4ED-A78A-D8D4B64740FF}"/>
                </a:ext>
              </a:extLst>
            </p:cNvPr>
            <p:cNvSpPr>
              <a:spLocks/>
            </p:cNvSpPr>
            <p:nvPr/>
          </p:nvSpPr>
          <p:spPr bwMode="auto">
            <a:xfrm>
              <a:off x="2040389"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7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2" y="12"/>
                    <a:pt x="184" y="13"/>
                  </a:cubicBezTo>
                  <a:cubicBezTo>
                    <a:pt x="187" y="14"/>
                    <a:pt x="189" y="16"/>
                    <a:pt x="190" y="18"/>
                  </a:cubicBezTo>
                  <a:cubicBezTo>
                    <a:pt x="192" y="20"/>
                    <a:pt x="193" y="23"/>
                    <a:pt x="193"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2"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7"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0" y="51"/>
                    <a:pt x="50"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9"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 name="Freeform 287">
              <a:extLst>
                <a:ext uri="{FF2B5EF4-FFF2-40B4-BE49-F238E27FC236}">
                  <a16:creationId xmlns:a16="http://schemas.microsoft.com/office/drawing/2014/main" id="{9563CBFF-56F2-99EA-152B-D986B41DA196}"/>
                </a:ext>
              </a:extLst>
            </p:cNvPr>
            <p:cNvSpPr>
              <a:spLocks/>
            </p:cNvSpPr>
            <p:nvPr/>
          </p:nvSpPr>
          <p:spPr bwMode="auto">
            <a:xfrm>
              <a:off x="2147749" y="2121525"/>
              <a:ext cx="81740" cy="91499"/>
            </a:xfrm>
            <a:custGeom>
              <a:avLst/>
              <a:gdLst>
                <a:gd name="T0" fmla="*/ 123 w 224"/>
                <a:gd name="T1" fmla="*/ 0 h 250"/>
                <a:gd name="T2" fmla="*/ 58 w 224"/>
                <a:gd name="T3" fmla="*/ 16 h 250"/>
                <a:gd name="T4" fmla="*/ 15 w 224"/>
                <a:gd name="T5" fmla="*/ 60 h 250"/>
                <a:gd name="T6" fmla="*/ 0 w 224"/>
                <a:gd name="T7" fmla="*/ 127 h 250"/>
                <a:gd name="T8" fmla="*/ 28 w 224"/>
                <a:gd name="T9" fmla="*/ 219 h 250"/>
                <a:gd name="T10" fmla="*/ 108 w 224"/>
                <a:gd name="T11" fmla="*/ 250 h 250"/>
                <a:gd name="T12" fmla="*/ 143 w 224"/>
                <a:gd name="T13" fmla="*/ 246 h 250"/>
                <a:gd name="T14" fmla="*/ 172 w 224"/>
                <a:gd name="T15" fmla="*/ 236 h 250"/>
                <a:gd name="T16" fmla="*/ 187 w 224"/>
                <a:gd name="T17" fmla="*/ 250 h 250"/>
                <a:gd name="T18" fmla="*/ 204 w 224"/>
                <a:gd name="T19" fmla="*/ 246 h 250"/>
                <a:gd name="T20" fmla="*/ 204 w 224"/>
                <a:gd name="T21" fmla="*/ 184 h 250"/>
                <a:gd name="T22" fmla="*/ 204 w 224"/>
                <a:gd name="T23" fmla="*/ 167 h 250"/>
                <a:gd name="T24" fmla="*/ 207 w 224"/>
                <a:gd name="T25" fmla="*/ 157 h 250"/>
                <a:gd name="T26" fmla="*/ 213 w 224"/>
                <a:gd name="T27" fmla="*/ 150 h 250"/>
                <a:gd name="T28" fmla="*/ 224 w 224"/>
                <a:gd name="T29" fmla="*/ 145 h 250"/>
                <a:gd name="T30" fmla="*/ 224 w 224"/>
                <a:gd name="T31" fmla="*/ 136 h 250"/>
                <a:gd name="T32" fmla="*/ 139 w 224"/>
                <a:gd name="T33" fmla="*/ 136 h 250"/>
                <a:gd name="T34" fmla="*/ 139 w 224"/>
                <a:gd name="T35" fmla="*/ 145 h 250"/>
                <a:gd name="T36" fmla="*/ 155 w 224"/>
                <a:gd name="T37" fmla="*/ 152 h 250"/>
                <a:gd name="T38" fmla="*/ 163 w 224"/>
                <a:gd name="T39" fmla="*/ 163 h 250"/>
                <a:gd name="T40" fmla="*/ 165 w 224"/>
                <a:gd name="T41" fmla="*/ 186 h 250"/>
                <a:gd name="T42" fmla="*/ 165 w 224"/>
                <a:gd name="T43" fmla="*/ 197 h 250"/>
                <a:gd name="T44" fmla="*/ 153 w 224"/>
                <a:gd name="T45" fmla="*/ 225 h 250"/>
                <a:gd name="T46" fmla="*/ 115 w 224"/>
                <a:gd name="T47" fmla="*/ 234 h 250"/>
                <a:gd name="T48" fmla="*/ 76 w 224"/>
                <a:gd name="T49" fmla="*/ 222 h 250"/>
                <a:gd name="T50" fmla="*/ 52 w 224"/>
                <a:gd name="T51" fmla="*/ 184 h 250"/>
                <a:gd name="T52" fmla="*/ 43 w 224"/>
                <a:gd name="T53" fmla="*/ 124 h 250"/>
                <a:gd name="T54" fmla="*/ 53 w 224"/>
                <a:gd name="T55" fmla="*/ 65 h 250"/>
                <a:gd name="T56" fmla="*/ 80 w 224"/>
                <a:gd name="T57" fmla="*/ 29 h 250"/>
                <a:gd name="T58" fmla="*/ 121 w 224"/>
                <a:gd name="T59" fmla="*/ 16 h 250"/>
                <a:gd name="T60" fmla="*/ 148 w 224"/>
                <a:gd name="T61" fmla="*/ 20 h 250"/>
                <a:gd name="T62" fmla="*/ 167 w 224"/>
                <a:gd name="T63" fmla="*/ 33 h 250"/>
                <a:gd name="T64" fmla="*/ 181 w 224"/>
                <a:gd name="T65" fmla="*/ 58 h 250"/>
                <a:gd name="T66" fmla="*/ 201 w 224"/>
                <a:gd name="T67" fmla="*/ 58 h 250"/>
                <a:gd name="T68" fmla="*/ 201 w 224"/>
                <a:gd name="T69" fmla="*/ 9 h 250"/>
                <a:gd name="T70" fmla="*/ 161 w 224"/>
                <a:gd name="T71" fmla="*/ 2 h 250"/>
                <a:gd name="T72" fmla="*/ 123 w 224"/>
                <a:gd name="T73"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4" h="250">
                  <a:moveTo>
                    <a:pt x="123" y="0"/>
                  </a:moveTo>
                  <a:cubicBezTo>
                    <a:pt x="98" y="0"/>
                    <a:pt x="76" y="5"/>
                    <a:pt x="58" y="16"/>
                  </a:cubicBezTo>
                  <a:cubicBezTo>
                    <a:pt x="39" y="26"/>
                    <a:pt x="25" y="41"/>
                    <a:pt x="15" y="60"/>
                  </a:cubicBezTo>
                  <a:cubicBezTo>
                    <a:pt x="5" y="79"/>
                    <a:pt x="0" y="101"/>
                    <a:pt x="0" y="127"/>
                  </a:cubicBezTo>
                  <a:cubicBezTo>
                    <a:pt x="0" y="168"/>
                    <a:pt x="9" y="198"/>
                    <a:pt x="28" y="219"/>
                  </a:cubicBezTo>
                  <a:cubicBezTo>
                    <a:pt x="46" y="240"/>
                    <a:pt x="72" y="250"/>
                    <a:pt x="108" y="250"/>
                  </a:cubicBezTo>
                  <a:cubicBezTo>
                    <a:pt x="121" y="250"/>
                    <a:pt x="133" y="249"/>
                    <a:pt x="143" y="246"/>
                  </a:cubicBezTo>
                  <a:cubicBezTo>
                    <a:pt x="153" y="244"/>
                    <a:pt x="162" y="241"/>
                    <a:pt x="172" y="236"/>
                  </a:cubicBezTo>
                  <a:cubicBezTo>
                    <a:pt x="187" y="250"/>
                    <a:pt x="187" y="250"/>
                    <a:pt x="187" y="250"/>
                  </a:cubicBezTo>
                  <a:cubicBezTo>
                    <a:pt x="204" y="246"/>
                    <a:pt x="204" y="246"/>
                    <a:pt x="204" y="246"/>
                  </a:cubicBezTo>
                  <a:cubicBezTo>
                    <a:pt x="204" y="184"/>
                    <a:pt x="204" y="184"/>
                    <a:pt x="204" y="184"/>
                  </a:cubicBezTo>
                  <a:cubicBezTo>
                    <a:pt x="204" y="177"/>
                    <a:pt x="204" y="171"/>
                    <a:pt x="204" y="167"/>
                  </a:cubicBezTo>
                  <a:cubicBezTo>
                    <a:pt x="205" y="163"/>
                    <a:pt x="206" y="160"/>
                    <a:pt x="207" y="157"/>
                  </a:cubicBezTo>
                  <a:cubicBezTo>
                    <a:pt x="208" y="154"/>
                    <a:pt x="210" y="152"/>
                    <a:pt x="213" y="150"/>
                  </a:cubicBezTo>
                  <a:cubicBezTo>
                    <a:pt x="216" y="148"/>
                    <a:pt x="219" y="147"/>
                    <a:pt x="224" y="145"/>
                  </a:cubicBezTo>
                  <a:cubicBezTo>
                    <a:pt x="224" y="136"/>
                    <a:pt x="224" y="136"/>
                    <a:pt x="224" y="136"/>
                  </a:cubicBezTo>
                  <a:cubicBezTo>
                    <a:pt x="139" y="136"/>
                    <a:pt x="139" y="136"/>
                    <a:pt x="139" y="136"/>
                  </a:cubicBezTo>
                  <a:cubicBezTo>
                    <a:pt x="139" y="145"/>
                    <a:pt x="139" y="145"/>
                    <a:pt x="139" y="145"/>
                  </a:cubicBezTo>
                  <a:cubicBezTo>
                    <a:pt x="146" y="147"/>
                    <a:pt x="152" y="149"/>
                    <a:pt x="155" y="152"/>
                  </a:cubicBezTo>
                  <a:cubicBezTo>
                    <a:pt x="159" y="154"/>
                    <a:pt x="161" y="158"/>
                    <a:pt x="163" y="163"/>
                  </a:cubicBezTo>
                  <a:cubicBezTo>
                    <a:pt x="164" y="167"/>
                    <a:pt x="165" y="175"/>
                    <a:pt x="165" y="186"/>
                  </a:cubicBezTo>
                  <a:cubicBezTo>
                    <a:pt x="165" y="197"/>
                    <a:pt x="165" y="197"/>
                    <a:pt x="165" y="197"/>
                  </a:cubicBezTo>
                  <a:cubicBezTo>
                    <a:pt x="165" y="209"/>
                    <a:pt x="161" y="219"/>
                    <a:pt x="153" y="225"/>
                  </a:cubicBezTo>
                  <a:cubicBezTo>
                    <a:pt x="144" y="231"/>
                    <a:pt x="132" y="234"/>
                    <a:pt x="115" y="234"/>
                  </a:cubicBezTo>
                  <a:cubicBezTo>
                    <a:pt x="100" y="234"/>
                    <a:pt x="87" y="230"/>
                    <a:pt x="76" y="222"/>
                  </a:cubicBezTo>
                  <a:cubicBezTo>
                    <a:pt x="65" y="213"/>
                    <a:pt x="57" y="201"/>
                    <a:pt x="52" y="184"/>
                  </a:cubicBezTo>
                  <a:cubicBezTo>
                    <a:pt x="46" y="168"/>
                    <a:pt x="43" y="148"/>
                    <a:pt x="43" y="124"/>
                  </a:cubicBezTo>
                  <a:cubicBezTo>
                    <a:pt x="43" y="101"/>
                    <a:pt x="47" y="82"/>
                    <a:pt x="53" y="65"/>
                  </a:cubicBezTo>
                  <a:cubicBezTo>
                    <a:pt x="60" y="49"/>
                    <a:pt x="69" y="37"/>
                    <a:pt x="80" y="29"/>
                  </a:cubicBezTo>
                  <a:cubicBezTo>
                    <a:pt x="92" y="20"/>
                    <a:pt x="105" y="16"/>
                    <a:pt x="121" y="16"/>
                  </a:cubicBezTo>
                  <a:cubicBezTo>
                    <a:pt x="132" y="16"/>
                    <a:pt x="141" y="17"/>
                    <a:pt x="148" y="20"/>
                  </a:cubicBezTo>
                  <a:cubicBezTo>
                    <a:pt x="155" y="22"/>
                    <a:pt x="162" y="27"/>
                    <a:pt x="167" y="33"/>
                  </a:cubicBezTo>
                  <a:cubicBezTo>
                    <a:pt x="172" y="39"/>
                    <a:pt x="177" y="47"/>
                    <a:pt x="181" y="58"/>
                  </a:cubicBezTo>
                  <a:cubicBezTo>
                    <a:pt x="201" y="58"/>
                    <a:pt x="201" y="58"/>
                    <a:pt x="201" y="58"/>
                  </a:cubicBezTo>
                  <a:cubicBezTo>
                    <a:pt x="201" y="9"/>
                    <a:pt x="201" y="9"/>
                    <a:pt x="201" y="9"/>
                  </a:cubicBezTo>
                  <a:cubicBezTo>
                    <a:pt x="187" y="6"/>
                    <a:pt x="173" y="3"/>
                    <a:pt x="161" y="2"/>
                  </a:cubicBezTo>
                  <a:cubicBezTo>
                    <a:pt x="149" y="1"/>
                    <a:pt x="136" y="0"/>
                    <a:pt x="12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4" name="Freeform 288">
              <a:extLst>
                <a:ext uri="{FF2B5EF4-FFF2-40B4-BE49-F238E27FC236}">
                  <a16:creationId xmlns:a16="http://schemas.microsoft.com/office/drawing/2014/main" id="{AF443F8C-DCCE-0A3E-1D4E-C60642627AC2}"/>
                </a:ext>
              </a:extLst>
            </p:cNvPr>
            <p:cNvSpPr>
              <a:spLocks/>
            </p:cNvSpPr>
            <p:nvPr/>
          </p:nvSpPr>
          <p:spPr bwMode="auto">
            <a:xfrm>
              <a:off x="2291708" y="2122744"/>
              <a:ext cx="110613" cy="89060"/>
            </a:xfrm>
            <a:custGeom>
              <a:avLst/>
              <a:gdLst>
                <a:gd name="T0" fmla="*/ 304 w 304"/>
                <a:gd name="T1" fmla="*/ 0 h 244"/>
                <a:gd name="T2" fmla="*/ 232 w 304"/>
                <a:gd name="T3" fmla="*/ 0 h 244"/>
                <a:gd name="T4" fmla="*/ 150 w 304"/>
                <a:gd name="T5" fmla="*/ 174 h 244"/>
                <a:gd name="T6" fmla="*/ 76 w 304"/>
                <a:gd name="T7" fmla="*/ 0 h 244"/>
                <a:gd name="T8" fmla="*/ 0 w 304"/>
                <a:gd name="T9" fmla="*/ 0 h 244"/>
                <a:gd name="T10" fmla="*/ 0 w 304"/>
                <a:gd name="T11" fmla="*/ 9 h 244"/>
                <a:gd name="T12" fmla="*/ 14 w 304"/>
                <a:gd name="T13" fmla="*/ 13 h 244"/>
                <a:gd name="T14" fmla="*/ 21 w 304"/>
                <a:gd name="T15" fmla="*/ 18 h 244"/>
                <a:gd name="T16" fmla="*/ 24 w 304"/>
                <a:gd name="T17" fmla="*/ 27 h 244"/>
                <a:gd name="T18" fmla="*/ 25 w 304"/>
                <a:gd name="T19" fmla="*/ 45 h 244"/>
                <a:gd name="T20" fmla="*/ 25 w 304"/>
                <a:gd name="T21" fmla="*/ 199 h 244"/>
                <a:gd name="T22" fmla="*/ 24 w 304"/>
                <a:gd name="T23" fmla="*/ 219 h 244"/>
                <a:gd name="T24" fmla="*/ 18 w 304"/>
                <a:gd name="T25" fmla="*/ 229 h 244"/>
                <a:gd name="T26" fmla="*/ 0 w 304"/>
                <a:gd name="T27" fmla="*/ 235 h 244"/>
                <a:gd name="T28" fmla="*/ 0 w 304"/>
                <a:gd name="T29" fmla="*/ 244 h 244"/>
                <a:gd name="T30" fmla="*/ 77 w 304"/>
                <a:gd name="T31" fmla="*/ 244 h 244"/>
                <a:gd name="T32" fmla="*/ 77 w 304"/>
                <a:gd name="T33" fmla="*/ 235 h 244"/>
                <a:gd name="T34" fmla="*/ 64 w 304"/>
                <a:gd name="T35" fmla="*/ 231 h 244"/>
                <a:gd name="T36" fmla="*/ 57 w 304"/>
                <a:gd name="T37" fmla="*/ 226 h 244"/>
                <a:gd name="T38" fmla="*/ 54 w 304"/>
                <a:gd name="T39" fmla="*/ 217 h 244"/>
                <a:gd name="T40" fmla="*/ 53 w 304"/>
                <a:gd name="T41" fmla="*/ 199 h 244"/>
                <a:gd name="T42" fmla="*/ 53 w 304"/>
                <a:gd name="T43" fmla="*/ 134 h 244"/>
                <a:gd name="T44" fmla="*/ 52 w 304"/>
                <a:gd name="T45" fmla="*/ 75 h 244"/>
                <a:gd name="T46" fmla="*/ 50 w 304"/>
                <a:gd name="T47" fmla="*/ 36 h 244"/>
                <a:gd name="T48" fmla="*/ 53 w 304"/>
                <a:gd name="T49" fmla="*/ 36 h 244"/>
                <a:gd name="T50" fmla="*/ 131 w 304"/>
                <a:gd name="T51" fmla="*/ 216 h 244"/>
                <a:gd name="T52" fmla="*/ 156 w 304"/>
                <a:gd name="T53" fmla="*/ 216 h 244"/>
                <a:gd name="T54" fmla="*/ 240 w 304"/>
                <a:gd name="T55" fmla="*/ 39 h 244"/>
                <a:gd name="T56" fmla="*/ 243 w 304"/>
                <a:gd name="T57" fmla="*/ 39 h 244"/>
                <a:gd name="T58" fmla="*/ 241 w 304"/>
                <a:gd name="T59" fmla="*/ 76 h 244"/>
                <a:gd name="T60" fmla="*/ 240 w 304"/>
                <a:gd name="T61" fmla="*/ 131 h 244"/>
                <a:gd name="T62" fmla="*/ 240 w 304"/>
                <a:gd name="T63" fmla="*/ 199 h 244"/>
                <a:gd name="T64" fmla="*/ 239 w 304"/>
                <a:gd name="T65" fmla="*/ 220 h 244"/>
                <a:gd name="T66" fmla="*/ 232 w 304"/>
                <a:gd name="T67" fmla="*/ 230 h 244"/>
                <a:gd name="T68" fmla="*/ 215 w 304"/>
                <a:gd name="T69" fmla="*/ 235 h 244"/>
                <a:gd name="T70" fmla="*/ 215 w 304"/>
                <a:gd name="T71" fmla="*/ 244 h 244"/>
                <a:gd name="T72" fmla="*/ 304 w 304"/>
                <a:gd name="T73" fmla="*/ 244 h 244"/>
                <a:gd name="T74" fmla="*/ 304 w 304"/>
                <a:gd name="T75" fmla="*/ 235 h 244"/>
                <a:gd name="T76" fmla="*/ 289 w 304"/>
                <a:gd name="T77" fmla="*/ 231 h 244"/>
                <a:gd name="T78" fmla="*/ 283 w 304"/>
                <a:gd name="T79" fmla="*/ 226 h 244"/>
                <a:gd name="T80" fmla="*/ 280 w 304"/>
                <a:gd name="T81" fmla="*/ 217 h 244"/>
                <a:gd name="T82" fmla="*/ 279 w 304"/>
                <a:gd name="T83" fmla="*/ 199 h 244"/>
                <a:gd name="T84" fmla="*/ 279 w 304"/>
                <a:gd name="T85" fmla="*/ 45 h 244"/>
                <a:gd name="T86" fmla="*/ 280 w 304"/>
                <a:gd name="T87" fmla="*/ 27 h 244"/>
                <a:gd name="T88" fmla="*/ 284 w 304"/>
                <a:gd name="T89" fmla="*/ 18 h 244"/>
                <a:gd name="T90" fmla="*/ 290 w 304"/>
                <a:gd name="T91" fmla="*/ 13 h 244"/>
                <a:gd name="T92" fmla="*/ 304 w 304"/>
                <a:gd name="T93" fmla="*/ 9 h 244"/>
                <a:gd name="T94" fmla="*/ 304 w 304"/>
                <a:gd name="T9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4" h="244">
                  <a:moveTo>
                    <a:pt x="304" y="0"/>
                  </a:moveTo>
                  <a:cubicBezTo>
                    <a:pt x="232" y="0"/>
                    <a:pt x="232" y="0"/>
                    <a:pt x="232" y="0"/>
                  </a:cubicBezTo>
                  <a:cubicBezTo>
                    <a:pt x="150" y="174"/>
                    <a:pt x="150" y="174"/>
                    <a:pt x="150" y="174"/>
                  </a:cubicBezTo>
                  <a:cubicBezTo>
                    <a:pt x="76" y="0"/>
                    <a:pt x="76" y="0"/>
                    <a:pt x="76"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4" y="231"/>
                  </a:cubicBezTo>
                  <a:cubicBezTo>
                    <a:pt x="61" y="230"/>
                    <a:pt x="58" y="228"/>
                    <a:pt x="57" y="226"/>
                  </a:cubicBezTo>
                  <a:cubicBezTo>
                    <a:pt x="56" y="223"/>
                    <a:pt x="54" y="221"/>
                    <a:pt x="54" y="217"/>
                  </a:cubicBezTo>
                  <a:cubicBezTo>
                    <a:pt x="53" y="213"/>
                    <a:pt x="53" y="207"/>
                    <a:pt x="53" y="199"/>
                  </a:cubicBezTo>
                  <a:cubicBezTo>
                    <a:pt x="53" y="134"/>
                    <a:pt x="53" y="134"/>
                    <a:pt x="53" y="134"/>
                  </a:cubicBezTo>
                  <a:cubicBezTo>
                    <a:pt x="53" y="114"/>
                    <a:pt x="52" y="94"/>
                    <a:pt x="52" y="75"/>
                  </a:cubicBezTo>
                  <a:cubicBezTo>
                    <a:pt x="51" y="56"/>
                    <a:pt x="51" y="43"/>
                    <a:pt x="50" y="36"/>
                  </a:cubicBezTo>
                  <a:cubicBezTo>
                    <a:pt x="53" y="36"/>
                    <a:pt x="53" y="36"/>
                    <a:pt x="53" y="36"/>
                  </a:cubicBezTo>
                  <a:cubicBezTo>
                    <a:pt x="131" y="216"/>
                    <a:pt x="131" y="216"/>
                    <a:pt x="131" y="216"/>
                  </a:cubicBezTo>
                  <a:cubicBezTo>
                    <a:pt x="156" y="216"/>
                    <a:pt x="156" y="216"/>
                    <a:pt x="156" y="216"/>
                  </a:cubicBezTo>
                  <a:cubicBezTo>
                    <a:pt x="240" y="39"/>
                    <a:pt x="240" y="39"/>
                    <a:pt x="240" y="39"/>
                  </a:cubicBezTo>
                  <a:cubicBezTo>
                    <a:pt x="243" y="39"/>
                    <a:pt x="243" y="39"/>
                    <a:pt x="243" y="39"/>
                  </a:cubicBezTo>
                  <a:cubicBezTo>
                    <a:pt x="242" y="45"/>
                    <a:pt x="242" y="58"/>
                    <a:pt x="241" y="76"/>
                  </a:cubicBezTo>
                  <a:cubicBezTo>
                    <a:pt x="240" y="95"/>
                    <a:pt x="240" y="113"/>
                    <a:pt x="240" y="131"/>
                  </a:cubicBezTo>
                  <a:cubicBezTo>
                    <a:pt x="240" y="199"/>
                    <a:pt x="240" y="199"/>
                    <a:pt x="240" y="199"/>
                  </a:cubicBezTo>
                  <a:cubicBezTo>
                    <a:pt x="240" y="209"/>
                    <a:pt x="239" y="216"/>
                    <a:pt x="239" y="220"/>
                  </a:cubicBezTo>
                  <a:cubicBezTo>
                    <a:pt x="237" y="224"/>
                    <a:pt x="235" y="227"/>
                    <a:pt x="232" y="230"/>
                  </a:cubicBezTo>
                  <a:cubicBezTo>
                    <a:pt x="229" y="232"/>
                    <a:pt x="223" y="234"/>
                    <a:pt x="215" y="235"/>
                  </a:cubicBezTo>
                  <a:cubicBezTo>
                    <a:pt x="215" y="244"/>
                    <a:pt x="215" y="244"/>
                    <a:pt x="215" y="244"/>
                  </a:cubicBezTo>
                  <a:cubicBezTo>
                    <a:pt x="304" y="244"/>
                    <a:pt x="304" y="244"/>
                    <a:pt x="304" y="244"/>
                  </a:cubicBezTo>
                  <a:cubicBezTo>
                    <a:pt x="304" y="235"/>
                    <a:pt x="304" y="235"/>
                    <a:pt x="304" y="235"/>
                  </a:cubicBezTo>
                  <a:cubicBezTo>
                    <a:pt x="297" y="234"/>
                    <a:pt x="292" y="232"/>
                    <a:pt x="289" y="231"/>
                  </a:cubicBezTo>
                  <a:cubicBezTo>
                    <a:pt x="287" y="230"/>
                    <a:pt x="284" y="228"/>
                    <a:pt x="283" y="226"/>
                  </a:cubicBezTo>
                  <a:cubicBezTo>
                    <a:pt x="282" y="223"/>
                    <a:pt x="280" y="221"/>
                    <a:pt x="280" y="217"/>
                  </a:cubicBezTo>
                  <a:cubicBezTo>
                    <a:pt x="279" y="213"/>
                    <a:pt x="279" y="207"/>
                    <a:pt x="279" y="199"/>
                  </a:cubicBezTo>
                  <a:cubicBezTo>
                    <a:pt x="279" y="45"/>
                    <a:pt x="279" y="45"/>
                    <a:pt x="279" y="45"/>
                  </a:cubicBezTo>
                  <a:cubicBezTo>
                    <a:pt x="279" y="37"/>
                    <a:pt x="279" y="31"/>
                    <a:pt x="280" y="27"/>
                  </a:cubicBezTo>
                  <a:cubicBezTo>
                    <a:pt x="281" y="23"/>
                    <a:pt x="282" y="20"/>
                    <a:pt x="284" y="18"/>
                  </a:cubicBezTo>
                  <a:cubicBezTo>
                    <a:pt x="285" y="16"/>
                    <a:pt x="287" y="14"/>
                    <a:pt x="290" y="13"/>
                  </a:cubicBezTo>
                  <a:cubicBezTo>
                    <a:pt x="293" y="12"/>
                    <a:pt x="297" y="10"/>
                    <a:pt x="304" y="9"/>
                  </a:cubicBezTo>
                  <a:cubicBezTo>
                    <a:pt x="304" y="0"/>
                    <a:pt x="304" y="0"/>
                    <a:pt x="3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6" name="Freeform 289">
              <a:extLst>
                <a:ext uri="{FF2B5EF4-FFF2-40B4-BE49-F238E27FC236}">
                  <a16:creationId xmlns:a16="http://schemas.microsoft.com/office/drawing/2014/main" id="{EFED810D-6116-61A8-73B8-D80537A7FEFB}"/>
                </a:ext>
              </a:extLst>
            </p:cNvPr>
            <p:cNvSpPr>
              <a:spLocks/>
            </p:cNvSpPr>
            <p:nvPr/>
          </p:nvSpPr>
          <p:spPr bwMode="auto">
            <a:xfrm>
              <a:off x="2421027"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3 w 200"/>
                <a:gd name="T17" fmla="*/ 219 h 244"/>
                <a:gd name="T18" fmla="*/ 17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2 w 200"/>
                <a:gd name="T31" fmla="*/ 200 h 244"/>
                <a:gd name="T32" fmla="*/ 166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5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6" y="189"/>
                    <a:pt x="174" y="196"/>
                    <a:pt x="172" y="200"/>
                  </a:cubicBezTo>
                  <a:cubicBezTo>
                    <a:pt x="171" y="204"/>
                    <a:pt x="169" y="208"/>
                    <a:pt x="166" y="212"/>
                  </a:cubicBezTo>
                  <a:cubicBezTo>
                    <a:pt x="164" y="216"/>
                    <a:pt x="161" y="219"/>
                    <a:pt x="158" y="222"/>
                  </a:cubicBezTo>
                  <a:cubicBezTo>
                    <a:pt x="155" y="224"/>
                    <a:pt x="151"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6" y="125"/>
                    <a:pt x="121"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5" y="17"/>
                  </a:cubicBezTo>
                  <a:cubicBezTo>
                    <a:pt x="149" y="18"/>
                    <a:pt x="153" y="19"/>
                    <a:pt x="156" y="21"/>
                  </a:cubicBezTo>
                  <a:cubicBezTo>
                    <a:pt x="159" y="22"/>
                    <a:pt x="161" y="25"/>
                    <a:pt x="164" y="28"/>
                  </a:cubicBezTo>
                  <a:cubicBezTo>
                    <a:pt x="166" y="31"/>
                    <a:pt x="168"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7" name="Freeform 290">
              <a:extLst>
                <a:ext uri="{FF2B5EF4-FFF2-40B4-BE49-F238E27FC236}">
                  <a16:creationId xmlns:a16="http://schemas.microsoft.com/office/drawing/2014/main" id="{EA9C224F-32D5-DE21-5698-4C861479BC61}"/>
                </a:ext>
              </a:extLst>
            </p:cNvPr>
            <p:cNvSpPr>
              <a:spLocks noEditPoints="1"/>
            </p:cNvSpPr>
            <p:nvPr/>
          </p:nvSpPr>
          <p:spPr bwMode="auto">
            <a:xfrm>
              <a:off x="2511713" y="2122744"/>
              <a:ext cx="86213" cy="89060"/>
            </a:xfrm>
            <a:custGeom>
              <a:avLst/>
              <a:gdLst>
                <a:gd name="T0" fmla="*/ 90 w 237"/>
                <a:gd name="T1" fmla="*/ 228 h 244"/>
                <a:gd name="T2" fmla="*/ 65 w 237"/>
                <a:gd name="T3" fmla="*/ 227 h 244"/>
                <a:gd name="T4" fmla="*/ 65 w 237"/>
                <a:gd name="T5" fmla="*/ 16 h 244"/>
                <a:gd name="T6" fmla="*/ 92 w 237"/>
                <a:gd name="T7" fmla="*/ 16 h 244"/>
                <a:gd name="T8" fmla="*/ 146 w 237"/>
                <a:gd name="T9" fmla="*/ 26 h 244"/>
                <a:gd name="T10" fmla="*/ 181 w 237"/>
                <a:gd name="T11" fmla="*/ 60 h 244"/>
                <a:gd name="T12" fmla="*/ 193 w 237"/>
                <a:gd name="T13" fmla="*/ 120 h 244"/>
                <a:gd name="T14" fmla="*/ 191 w 237"/>
                <a:gd name="T15" fmla="*/ 153 h 244"/>
                <a:gd name="T16" fmla="*/ 182 w 237"/>
                <a:gd name="T17" fmla="*/ 181 h 244"/>
                <a:gd name="T18" fmla="*/ 168 w 237"/>
                <a:gd name="T19" fmla="*/ 203 h 244"/>
                <a:gd name="T20" fmla="*/ 147 w 237"/>
                <a:gd name="T21" fmla="*/ 218 h 244"/>
                <a:gd name="T22" fmla="*/ 122 w 237"/>
                <a:gd name="T23" fmla="*/ 226 h 244"/>
                <a:gd name="T24" fmla="*/ 90 w 237"/>
                <a:gd name="T25" fmla="*/ 228 h 244"/>
                <a:gd name="T26" fmla="*/ 93 w 237"/>
                <a:gd name="T27" fmla="*/ 0 h 244"/>
                <a:gd name="T28" fmla="*/ 0 w 237"/>
                <a:gd name="T29" fmla="*/ 0 h 244"/>
                <a:gd name="T30" fmla="*/ 0 w 237"/>
                <a:gd name="T31" fmla="*/ 9 h 244"/>
                <a:gd name="T32" fmla="*/ 14 w 237"/>
                <a:gd name="T33" fmla="*/ 13 h 244"/>
                <a:gd name="T34" fmla="*/ 21 w 237"/>
                <a:gd name="T35" fmla="*/ 18 h 244"/>
                <a:gd name="T36" fmla="*/ 24 w 237"/>
                <a:gd name="T37" fmla="*/ 27 h 244"/>
                <a:gd name="T38" fmla="*/ 25 w 237"/>
                <a:gd name="T39" fmla="*/ 45 h 244"/>
                <a:gd name="T40" fmla="*/ 25 w 237"/>
                <a:gd name="T41" fmla="*/ 199 h 244"/>
                <a:gd name="T42" fmla="*/ 24 w 237"/>
                <a:gd name="T43" fmla="*/ 217 h 244"/>
                <a:gd name="T44" fmla="*/ 21 w 237"/>
                <a:gd name="T45" fmla="*/ 226 h 244"/>
                <a:gd name="T46" fmla="*/ 14 w 237"/>
                <a:gd name="T47" fmla="*/ 231 h 244"/>
                <a:gd name="T48" fmla="*/ 0 w 237"/>
                <a:gd name="T49" fmla="*/ 235 h 244"/>
                <a:gd name="T50" fmla="*/ 0 w 237"/>
                <a:gd name="T51" fmla="*/ 244 h 244"/>
                <a:gd name="T52" fmla="*/ 77 w 237"/>
                <a:gd name="T53" fmla="*/ 244 h 244"/>
                <a:gd name="T54" fmla="*/ 134 w 237"/>
                <a:gd name="T55" fmla="*/ 241 h 244"/>
                <a:gd name="T56" fmla="*/ 171 w 237"/>
                <a:gd name="T57" fmla="*/ 231 h 244"/>
                <a:gd name="T58" fmla="*/ 205 w 237"/>
                <a:gd name="T59" fmla="*/ 208 h 244"/>
                <a:gd name="T60" fmla="*/ 228 w 237"/>
                <a:gd name="T61" fmla="*/ 170 h 244"/>
                <a:gd name="T62" fmla="*/ 237 w 237"/>
                <a:gd name="T63" fmla="*/ 117 h 244"/>
                <a:gd name="T64" fmla="*/ 228 w 237"/>
                <a:gd name="T65" fmla="*/ 65 h 244"/>
                <a:gd name="T66" fmla="*/ 202 w 237"/>
                <a:gd name="T67" fmla="*/ 29 h 244"/>
                <a:gd name="T68" fmla="*/ 158 w 237"/>
                <a:gd name="T69" fmla="*/ 8 h 244"/>
                <a:gd name="T70" fmla="*/ 93 w 237"/>
                <a:gd name="T7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244">
                  <a:moveTo>
                    <a:pt x="90" y="228"/>
                  </a:moveTo>
                  <a:cubicBezTo>
                    <a:pt x="79" y="228"/>
                    <a:pt x="70" y="228"/>
                    <a:pt x="65" y="227"/>
                  </a:cubicBezTo>
                  <a:cubicBezTo>
                    <a:pt x="65" y="16"/>
                    <a:pt x="65" y="16"/>
                    <a:pt x="65" y="16"/>
                  </a:cubicBezTo>
                  <a:cubicBezTo>
                    <a:pt x="73" y="16"/>
                    <a:pt x="83" y="16"/>
                    <a:pt x="92" y="16"/>
                  </a:cubicBezTo>
                  <a:cubicBezTo>
                    <a:pt x="113" y="16"/>
                    <a:pt x="131" y="19"/>
                    <a:pt x="146" y="26"/>
                  </a:cubicBezTo>
                  <a:cubicBezTo>
                    <a:pt x="161" y="34"/>
                    <a:pt x="173" y="45"/>
                    <a:pt x="181" y="60"/>
                  </a:cubicBezTo>
                  <a:cubicBezTo>
                    <a:pt x="189" y="76"/>
                    <a:pt x="193" y="96"/>
                    <a:pt x="193" y="120"/>
                  </a:cubicBezTo>
                  <a:cubicBezTo>
                    <a:pt x="193" y="132"/>
                    <a:pt x="192" y="143"/>
                    <a:pt x="191" y="153"/>
                  </a:cubicBezTo>
                  <a:cubicBezTo>
                    <a:pt x="189" y="163"/>
                    <a:pt x="186" y="173"/>
                    <a:pt x="182" y="181"/>
                  </a:cubicBezTo>
                  <a:cubicBezTo>
                    <a:pt x="179" y="189"/>
                    <a:pt x="174" y="196"/>
                    <a:pt x="168" y="203"/>
                  </a:cubicBezTo>
                  <a:cubicBezTo>
                    <a:pt x="162" y="209"/>
                    <a:pt x="155" y="214"/>
                    <a:pt x="147" y="218"/>
                  </a:cubicBezTo>
                  <a:cubicBezTo>
                    <a:pt x="139" y="221"/>
                    <a:pt x="131" y="224"/>
                    <a:pt x="122" y="226"/>
                  </a:cubicBezTo>
                  <a:cubicBezTo>
                    <a:pt x="112" y="227"/>
                    <a:pt x="102" y="228"/>
                    <a:pt x="90" y="228"/>
                  </a:cubicBezTo>
                  <a:moveTo>
                    <a:pt x="93"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0"/>
                    <a:pt x="25" y="36"/>
                    <a:pt x="25" y="45"/>
                  </a:cubicBezTo>
                  <a:cubicBezTo>
                    <a:pt x="25" y="199"/>
                    <a:pt x="25" y="199"/>
                    <a:pt x="25" y="199"/>
                  </a:cubicBezTo>
                  <a:cubicBezTo>
                    <a:pt x="25" y="208"/>
                    <a:pt x="25" y="214"/>
                    <a:pt x="24" y="217"/>
                  </a:cubicBezTo>
                  <a:cubicBezTo>
                    <a:pt x="23" y="221"/>
                    <a:pt x="22" y="224"/>
                    <a:pt x="21" y="226"/>
                  </a:cubicBezTo>
                  <a:cubicBezTo>
                    <a:pt x="19" y="228"/>
                    <a:pt x="17" y="230"/>
                    <a:pt x="14" y="231"/>
                  </a:cubicBezTo>
                  <a:cubicBezTo>
                    <a:pt x="11" y="233"/>
                    <a:pt x="7" y="234"/>
                    <a:pt x="0" y="235"/>
                  </a:cubicBezTo>
                  <a:cubicBezTo>
                    <a:pt x="0" y="244"/>
                    <a:pt x="0" y="244"/>
                    <a:pt x="0" y="244"/>
                  </a:cubicBezTo>
                  <a:cubicBezTo>
                    <a:pt x="77" y="244"/>
                    <a:pt x="77" y="244"/>
                    <a:pt x="77" y="244"/>
                  </a:cubicBezTo>
                  <a:cubicBezTo>
                    <a:pt x="100" y="244"/>
                    <a:pt x="119" y="243"/>
                    <a:pt x="134" y="241"/>
                  </a:cubicBezTo>
                  <a:cubicBezTo>
                    <a:pt x="148" y="239"/>
                    <a:pt x="160" y="236"/>
                    <a:pt x="171" y="231"/>
                  </a:cubicBezTo>
                  <a:cubicBezTo>
                    <a:pt x="185" y="225"/>
                    <a:pt x="195" y="218"/>
                    <a:pt x="205" y="208"/>
                  </a:cubicBezTo>
                  <a:cubicBezTo>
                    <a:pt x="215" y="198"/>
                    <a:pt x="223" y="185"/>
                    <a:pt x="228" y="170"/>
                  </a:cubicBezTo>
                  <a:cubicBezTo>
                    <a:pt x="234" y="155"/>
                    <a:pt x="237" y="137"/>
                    <a:pt x="237" y="117"/>
                  </a:cubicBezTo>
                  <a:cubicBezTo>
                    <a:pt x="237" y="97"/>
                    <a:pt x="234" y="80"/>
                    <a:pt x="228" y="65"/>
                  </a:cubicBezTo>
                  <a:cubicBezTo>
                    <a:pt x="222" y="51"/>
                    <a:pt x="213" y="39"/>
                    <a:pt x="202" y="29"/>
                  </a:cubicBezTo>
                  <a:cubicBezTo>
                    <a:pt x="190" y="20"/>
                    <a:pt x="175" y="13"/>
                    <a:pt x="158" y="8"/>
                  </a:cubicBezTo>
                  <a:cubicBezTo>
                    <a:pt x="141" y="3"/>
                    <a:pt x="120" y="0"/>
                    <a:pt x="9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8" name="Freeform 291">
              <a:extLst>
                <a:ext uri="{FF2B5EF4-FFF2-40B4-BE49-F238E27FC236}">
                  <a16:creationId xmlns:a16="http://schemas.microsoft.com/office/drawing/2014/main" id="{2B2047DC-199B-DECA-C716-BB0F2FC50E71}"/>
                </a:ext>
              </a:extLst>
            </p:cNvPr>
            <p:cNvSpPr>
              <a:spLocks/>
            </p:cNvSpPr>
            <p:nvPr/>
          </p:nvSpPr>
          <p:spPr bwMode="auto">
            <a:xfrm>
              <a:off x="2616632" y="2122744"/>
              <a:ext cx="32533" cy="89060"/>
            </a:xfrm>
            <a:custGeom>
              <a:avLst/>
              <a:gdLst>
                <a:gd name="T0" fmla="*/ 89 w 89"/>
                <a:gd name="T1" fmla="*/ 0 h 244"/>
                <a:gd name="T2" fmla="*/ 0 w 89"/>
                <a:gd name="T3" fmla="*/ 0 h 244"/>
                <a:gd name="T4" fmla="*/ 0 w 89"/>
                <a:gd name="T5" fmla="*/ 9 h 244"/>
                <a:gd name="T6" fmla="*/ 13 w 89"/>
                <a:gd name="T7" fmla="*/ 13 h 244"/>
                <a:gd name="T8" fmla="*/ 20 w 89"/>
                <a:gd name="T9" fmla="*/ 18 h 244"/>
                <a:gd name="T10" fmla="*/ 23 w 89"/>
                <a:gd name="T11" fmla="*/ 27 h 244"/>
                <a:gd name="T12" fmla="*/ 24 w 89"/>
                <a:gd name="T13" fmla="*/ 45 h 244"/>
                <a:gd name="T14" fmla="*/ 24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5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3" y="13"/>
                  </a:cubicBezTo>
                  <a:cubicBezTo>
                    <a:pt x="16" y="14"/>
                    <a:pt x="18" y="16"/>
                    <a:pt x="20" y="18"/>
                  </a:cubicBezTo>
                  <a:cubicBezTo>
                    <a:pt x="21" y="20"/>
                    <a:pt x="22"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2" y="234"/>
                    <a:pt x="78" y="232"/>
                    <a:pt x="75" y="231"/>
                  </a:cubicBezTo>
                  <a:cubicBezTo>
                    <a:pt x="72" y="230"/>
                    <a:pt x="70" y="228"/>
                    <a:pt x="68" y="226"/>
                  </a:cubicBezTo>
                  <a:cubicBezTo>
                    <a:pt x="67" y="223"/>
                    <a:pt x="66" y="221"/>
                    <a:pt x="65" y="217"/>
                  </a:cubicBezTo>
                  <a:cubicBezTo>
                    <a:pt x="64" y="213"/>
                    <a:pt x="64" y="207"/>
                    <a:pt x="64" y="199"/>
                  </a:cubicBezTo>
                  <a:cubicBezTo>
                    <a:pt x="64" y="45"/>
                    <a:pt x="64" y="45"/>
                    <a:pt x="64" y="45"/>
                  </a:cubicBezTo>
                  <a:cubicBezTo>
                    <a:pt x="64" y="37"/>
                    <a:pt x="64" y="31"/>
                    <a:pt x="65" y="27"/>
                  </a:cubicBezTo>
                  <a:cubicBezTo>
                    <a:pt x="66" y="23"/>
                    <a:pt x="67" y="20"/>
                    <a:pt x="69" y="18"/>
                  </a:cubicBezTo>
                  <a:cubicBezTo>
                    <a:pt x="71" y="16"/>
                    <a:pt x="73" y="14"/>
                    <a:pt x="75"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9" name="Freeform 292">
              <a:extLst>
                <a:ext uri="{FF2B5EF4-FFF2-40B4-BE49-F238E27FC236}">
                  <a16:creationId xmlns:a16="http://schemas.microsoft.com/office/drawing/2014/main" id="{0A484866-7FE2-AA72-FA6E-C439F2D73BF2}"/>
                </a:ext>
              </a:extLst>
            </p:cNvPr>
            <p:cNvSpPr>
              <a:spLocks/>
            </p:cNvSpPr>
            <p:nvPr/>
          </p:nvSpPr>
          <p:spPr bwMode="auto">
            <a:xfrm>
              <a:off x="2667466" y="2121525"/>
              <a:ext cx="71167" cy="91499"/>
            </a:xfrm>
            <a:custGeom>
              <a:avLst/>
              <a:gdLst>
                <a:gd name="T0" fmla="*/ 122 w 195"/>
                <a:gd name="T1" fmla="*/ 0 h 250"/>
                <a:gd name="T2" fmla="*/ 56 w 195"/>
                <a:gd name="T3" fmla="*/ 16 h 250"/>
                <a:gd name="T4" fmla="*/ 14 w 195"/>
                <a:gd name="T5" fmla="*/ 60 h 250"/>
                <a:gd name="T6" fmla="*/ 0 w 195"/>
                <a:gd name="T7" fmla="*/ 128 h 250"/>
                <a:gd name="T8" fmla="*/ 27 w 195"/>
                <a:gd name="T9" fmla="*/ 219 h 250"/>
                <a:gd name="T10" fmla="*/ 109 w 195"/>
                <a:gd name="T11" fmla="*/ 250 h 250"/>
                <a:gd name="T12" fmla="*/ 155 w 195"/>
                <a:gd name="T13" fmla="*/ 248 h 250"/>
                <a:gd name="T14" fmla="*/ 195 w 195"/>
                <a:gd name="T15" fmla="*/ 241 h 250"/>
                <a:gd name="T16" fmla="*/ 195 w 195"/>
                <a:gd name="T17" fmla="*/ 190 h 250"/>
                <a:gd name="T18" fmla="*/ 174 w 195"/>
                <a:gd name="T19" fmla="*/ 190 h 250"/>
                <a:gd name="T20" fmla="*/ 160 w 195"/>
                <a:gd name="T21" fmla="*/ 217 h 250"/>
                <a:gd name="T22" fmla="*/ 141 w 195"/>
                <a:gd name="T23" fmla="*/ 230 h 250"/>
                <a:gd name="T24" fmla="*/ 113 w 195"/>
                <a:gd name="T25" fmla="*/ 234 h 250"/>
                <a:gd name="T26" fmla="*/ 74 w 195"/>
                <a:gd name="T27" fmla="*/ 222 h 250"/>
                <a:gd name="T28" fmla="*/ 51 w 195"/>
                <a:gd name="T29" fmla="*/ 184 h 250"/>
                <a:gd name="T30" fmla="*/ 42 w 195"/>
                <a:gd name="T31" fmla="*/ 124 h 250"/>
                <a:gd name="T32" fmla="*/ 52 w 195"/>
                <a:gd name="T33" fmla="*/ 65 h 250"/>
                <a:gd name="T34" fmla="*/ 79 w 195"/>
                <a:gd name="T35" fmla="*/ 28 h 250"/>
                <a:gd name="T36" fmla="*/ 118 w 195"/>
                <a:gd name="T37" fmla="*/ 16 h 250"/>
                <a:gd name="T38" fmla="*/ 143 w 195"/>
                <a:gd name="T39" fmla="*/ 20 h 250"/>
                <a:gd name="T40" fmla="*/ 161 w 195"/>
                <a:gd name="T41" fmla="*/ 33 h 250"/>
                <a:gd name="T42" fmla="*/ 174 w 195"/>
                <a:gd name="T43" fmla="*/ 58 h 250"/>
                <a:gd name="T44" fmla="*/ 195 w 195"/>
                <a:gd name="T45" fmla="*/ 58 h 250"/>
                <a:gd name="T46" fmla="*/ 195 w 195"/>
                <a:gd name="T47" fmla="*/ 8 h 250"/>
                <a:gd name="T48" fmla="*/ 158 w 195"/>
                <a:gd name="T49" fmla="*/ 2 h 250"/>
                <a:gd name="T50" fmla="*/ 122 w 195"/>
                <a:gd name="T51"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5" h="250">
                  <a:moveTo>
                    <a:pt x="122" y="0"/>
                  </a:moveTo>
                  <a:cubicBezTo>
                    <a:pt x="97" y="0"/>
                    <a:pt x="75" y="6"/>
                    <a:pt x="56" y="16"/>
                  </a:cubicBezTo>
                  <a:cubicBezTo>
                    <a:pt x="37" y="27"/>
                    <a:pt x="23" y="41"/>
                    <a:pt x="14" y="60"/>
                  </a:cubicBezTo>
                  <a:cubicBezTo>
                    <a:pt x="4" y="80"/>
                    <a:pt x="0" y="102"/>
                    <a:pt x="0" y="128"/>
                  </a:cubicBezTo>
                  <a:cubicBezTo>
                    <a:pt x="0" y="168"/>
                    <a:pt x="9" y="199"/>
                    <a:pt x="27" y="219"/>
                  </a:cubicBezTo>
                  <a:cubicBezTo>
                    <a:pt x="45" y="240"/>
                    <a:pt x="73" y="250"/>
                    <a:pt x="109" y="250"/>
                  </a:cubicBezTo>
                  <a:cubicBezTo>
                    <a:pt x="125" y="250"/>
                    <a:pt x="140" y="249"/>
                    <a:pt x="155" y="248"/>
                  </a:cubicBezTo>
                  <a:cubicBezTo>
                    <a:pt x="168" y="246"/>
                    <a:pt x="182" y="244"/>
                    <a:pt x="195" y="241"/>
                  </a:cubicBezTo>
                  <a:cubicBezTo>
                    <a:pt x="195" y="190"/>
                    <a:pt x="195" y="190"/>
                    <a:pt x="195" y="190"/>
                  </a:cubicBezTo>
                  <a:cubicBezTo>
                    <a:pt x="174" y="190"/>
                    <a:pt x="174" y="190"/>
                    <a:pt x="174" y="190"/>
                  </a:cubicBezTo>
                  <a:cubicBezTo>
                    <a:pt x="170" y="202"/>
                    <a:pt x="165" y="211"/>
                    <a:pt x="160" y="217"/>
                  </a:cubicBezTo>
                  <a:cubicBezTo>
                    <a:pt x="155" y="223"/>
                    <a:pt x="149" y="227"/>
                    <a:pt x="141" y="230"/>
                  </a:cubicBezTo>
                  <a:cubicBezTo>
                    <a:pt x="134" y="233"/>
                    <a:pt x="124" y="234"/>
                    <a:pt x="113" y="234"/>
                  </a:cubicBezTo>
                  <a:cubicBezTo>
                    <a:pt x="98" y="234"/>
                    <a:pt x="85" y="230"/>
                    <a:pt x="74" y="222"/>
                  </a:cubicBezTo>
                  <a:cubicBezTo>
                    <a:pt x="64" y="213"/>
                    <a:pt x="56" y="201"/>
                    <a:pt x="51" y="184"/>
                  </a:cubicBezTo>
                  <a:cubicBezTo>
                    <a:pt x="45" y="168"/>
                    <a:pt x="42" y="148"/>
                    <a:pt x="42" y="124"/>
                  </a:cubicBezTo>
                  <a:cubicBezTo>
                    <a:pt x="42" y="101"/>
                    <a:pt x="46" y="81"/>
                    <a:pt x="52" y="65"/>
                  </a:cubicBezTo>
                  <a:cubicBezTo>
                    <a:pt x="59" y="49"/>
                    <a:pt x="68" y="36"/>
                    <a:pt x="79" y="28"/>
                  </a:cubicBezTo>
                  <a:cubicBezTo>
                    <a:pt x="90" y="20"/>
                    <a:pt x="104" y="16"/>
                    <a:pt x="118" y="16"/>
                  </a:cubicBezTo>
                  <a:cubicBezTo>
                    <a:pt x="128" y="16"/>
                    <a:pt x="136" y="17"/>
                    <a:pt x="143" y="20"/>
                  </a:cubicBezTo>
                  <a:cubicBezTo>
                    <a:pt x="150" y="23"/>
                    <a:pt x="156" y="27"/>
                    <a:pt x="161" y="33"/>
                  </a:cubicBezTo>
                  <a:cubicBezTo>
                    <a:pt x="166" y="39"/>
                    <a:pt x="171" y="47"/>
                    <a:pt x="174" y="58"/>
                  </a:cubicBezTo>
                  <a:cubicBezTo>
                    <a:pt x="195" y="58"/>
                    <a:pt x="195" y="58"/>
                    <a:pt x="195" y="58"/>
                  </a:cubicBezTo>
                  <a:cubicBezTo>
                    <a:pt x="195" y="8"/>
                    <a:pt x="195" y="8"/>
                    <a:pt x="195" y="8"/>
                  </a:cubicBezTo>
                  <a:cubicBezTo>
                    <a:pt x="181" y="5"/>
                    <a:pt x="169" y="3"/>
                    <a:pt x="158" y="2"/>
                  </a:cubicBezTo>
                  <a:cubicBezTo>
                    <a:pt x="147" y="1"/>
                    <a:pt x="135" y="0"/>
                    <a:pt x="12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0" name="Freeform 293">
              <a:extLst>
                <a:ext uri="{FF2B5EF4-FFF2-40B4-BE49-F238E27FC236}">
                  <a16:creationId xmlns:a16="http://schemas.microsoft.com/office/drawing/2014/main" id="{EA3EC8B6-8EFE-3A01-6A7D-4AF3C27DFD6B}"/>
                </a:ext>
              </a:extLst>
            </p:cNvPr>
            <p:cNvSpPr>
              <a:spLocks noEditPoints="1"/>
            </p:cNvSpPr>
            <p:nvPr/>
          </p:nvSpPr>
          <p:spPr bwMode="auto">
            <a:xfrm>
              <a:off x="2747579" y="2121525"/>
              <a:ext cx="96786" cy="90280"/>
            </a:xfrm>
            <a:custGeom>
              <a:avLst/>
              <a:gdLst>
                <a:gd name="T0" fmla="*/ 86 w 265"/>
                <a:gd name="T1" fmla="*/ 151 h 247"/>
                <a:gd name="T2" fmla="*/ 134 w 265"/>
                <a:gd name="T3" fmla="*/ 35 h 247"/>
                <a:gd name="T4" fmla="*/ 174 w 265"/>
                <a:gd name="T5" fmla="*/ 151 h 247"/>
                <a:gd name="T6" fmla="*/ 86 w 265"/>
                <a:gd name="T7" fmla="*/ 151 h 247"/>
                <a:gd name="T8" fmla="*/ 159 w 265"/>
                <a:gd name="T9" fmla="*/ 0 h 247"/>
                <a:gd name="T10" fmla="*/ 126 w 265"/>
                <a:gd name="T11" fmla="*/ 0 h 247"/>
                <a:gd name="T12" fmla="*/ 37 w 265"/>
                <a:gd name="T13" fmla="*/ 198 h 247"/>
                <a:gd name="T14" fmla="*/ 20 w 265"/>
                <a:gd name="T15" fmla="*/ 227 h 247"/>
                <a:gd name="T16" fmla="*/ 0 w 265"/>
                <a:gd name="T17" fmla="*/ 238 h 247"/>
                <a:gd name="T18" fmla="*/ 0 w 265"/>
                <a:gd name="T19" fmla="*/ 247 h 247"/>
                <a:gd name="T20" fmla="*/ 90 w 265"/>
                <a:gd name="T21" fmla="*/ 247 h 247"/>
                <a:gd name="T22" fmla="*/ 90 w 265"/>
                <a:gd name="T23" fmla="*/ 238 h 247"/>
                <a:gd name="T24" fmla="*/ 70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1 w 265"/>
                <a:gd name="T39" fmla="*/ 205 h 247"/>
                <a:gd name="T40" fmla="*/ 193 w 265"/>
                <a:gd name="T41" fmla="*/ 218 h 247"/>
                <a:gd name="T42" fmla="*/ 190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0 w 265"/>
                <a:gd name="T57" fmla="*/ 221 h 247"/>
                <a:gd name="T58" fmla="*/ 231 w 265"/>
                <a:gd name="T59" fmla="*/ 200 h 247"/>
                <a:gd name="T60" fmla="*/ 159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4" y="35"/>
                    <a:pt x="134" y="35"/>
                    <a:pt x="134" y="35"/>
                  </a:cubicBezTo>
                  <a:cubicBezTo>
                    <a:pt x="174" y="151"/>
                    <a:pt x="174" y="151"/>
                    <a:pt x="174" y="151"/>
                  </a:cubicBezTo>
                  <a:cubicBezTo>
                    <a:pt x="86" y="151"/>
                    <a:pt x="86" y="151"/>
                    <a:pt x="86" y="151"/>
                  </a:cubicBezTo>
                  <a:moveTo>
                    <a:pt x="159" y="0"/>
                  </a:moveTo>
                  <a:cubicBezTo>
                    <a:pt x="126" y="0"/>
                    <a:pt x="126" y="0"/>
                    <a:pt x="126" y="0"/>
                  </a:cubicBezTo>
                  <a:cubicBezTo>
                    <a:pt x="37" y="198"/>
                    <a:pt x="37" y="198"/>
                    <a:pt x="37" y="198"/>
                  </a:cubicBezTo>
                  <a:cubicBezTo>
                    <a:pt x="32" y="211"/>
                    <a:pt x="26" y="220"/>
                    <a:pt x="20" y="227"/>
                  </a:cubicBezTo>
                  <a:cubicBezTo>
                    <a:pt x="15" y="233"/>
                    <a:pt x="8" y="237"/>
                    <a:pt x="0" y="238"/>
                  </a:cubicBezTo>
                  <a:cubicBezTo>
                    <a:pt x="0" y="247"/>
                    <a:pt x="0" y="247"/>
                    <a:pt x="0" y="247"/>
                  </a:cubicBezTo>
                  <a:cubicBezTo>
                    <a:pt x="90" y="247"/>
                    <a:pt x="90" y="247"/>
                    <a:pt x="90" y="247"/>
                  </a:cubicBezTo>
                  <a:cubicBezTo>
                    <a:pt x="90" y="238"/>
                    <a:pt x="90" y="238"/>
                    <a:pt x="90" y="238"/>
                  </a:cubicBezTo>
                  <a:cubicBezTo>
                    <a:pt x="81" y="237"/>
                    <a:pt x="75" y="235"/>
                    <a:pt x="70" y="232"/>
                  </a:cubicBezTo>
                  <a:cubicBezTo>
                    <a:pt x="66" y="228"/>
                    <a:pt x="64" y="223"/>
                    <a:pt x="64" y="216"/>
                  </a:cubicBezTo>
                  <a:cubicBezTo>
                    <a:pt x="64" y="212"/>
                    <a:pt x="64"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0" y="200"/>
                    <a:pt x="191" y="205"/>
                  </a:cubicBezTo>
                  <a:cubicBezTo>
                    <a:pt x="193" y="210"/>
                    <a:pt x="193" y="214"/>
                    <a:pt x="193" y="218"/>
                  </a:cubicBezTo>
                  <a:cubicBezTo>
                    <a:pt x="193" y="222"/>
                    <a:pt x="192" y="226"/>
                    <a:pt x="190" y="228"/>
                  </a:cubicBezTo>
                  <a:cubicBezTo>
                    <a:pt x="189" y="231"/>
                    <a:pt x="186" y="233"/>
                    <a:pt x="183" y="234"/>
                  </a:cubicBezTo>
                  <a:cubicBezTo>
                    <a:pt x="179" y="236"/>
                    <a:pt x="174" y="237"/>
                    <a:pt x="167" y="238"/>
                  </a:cubicBezTo>
                  <a:cubicBezTo>
                    <a:pt x="167" y="247"/>
                    <a:pt x="167" y="247"/>
                    <a:pt x="167" y="247"/>
                  </a:cubicBezTo>
                  <a:cubicBezTo>
                    <a:pt x="265" y="247"/>
                    <a:pt x="265" y="247"/>
                    <a:pt x="265" y="247"/>
                  </a:cubicBezTo>
                  <a:cubicBezTo>
                    <a:pt x="265" y="238"/>
                    <a:pt x="265" y="238"/>
                    <a:pt x="265" y="238"/>
                  </a:cubicBezTo>
                  <a:cubicBezTo>
                    <a:pt x="258" y="237"/>
                    <a:pt x="253" y="235"/>
                    <a:pt x="250" y="232"/>
                  </a:cubicBezTo>
                  <a:cubicBezTo>
                    <a:pt x="246" y="230"/>
                    <a:pt x="243" y="226"/>
                    <a:pt x="240" y="221"/>
                  </a:cubicBezTo>
                  <a:cubicBezTo>
                    <a:pt x="238" y="216"/>
                    <a:pt x="235" y="209"/>
                    <a:pt x="231" y="200"/>
                  </a:cubicBezTo>
                  <a:cubicBezTo>
                    <a:pt x="159" y="0"/>
                    <a:pt x="159" y="0"/>
                    <a:pt x="1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1" name="Freeform 294">
              <a:extLst>
                <a:ext uri="{FF2B5EF4-FFF2-40B4-BE49-F238E27FC236}">
                  <a16:creationId xmlns:a16="http://schemas.microsoft.com/office/drawing/2014/main" id="{48FF61CC-11B6-540F-F9C0-D41A4DF0743A}"/>
                </a:ext>
              </a:extLst>
            </p:cNvPr>
            <p:cNvSpPr>
              <a:spLocks/>
            </p:cNvSpPr>
            <p:nvPr/>
          </p:nvSpPr>
          <p:spPr bwMode="auto">
            <a:xfrm>
              <a:off x="2854939" y="2122744"/>
              <a:ext cx="70760" cy="89060"/>
            </a:xfrm>
            <a:custGeom>
              <a:avLst/>
              <a:gdLst>
                <a:gd name="T0" fmla="*/ 90 w 195"/>
                <a:gd name="T1" fmla="*/ 0 h 244"/>
                <a:gd name="T2" fmla="*/ 0 w 195"/>
                <a:gd name="T3" fmla="*/ 0 h 244"/>
                <a:gd name="T4" fmla="*/ 0 w 195"/>
                <a:gd name="T5" fmla="*/ 9 h 244"/>
                <a:gd name="T6" fmla="*/ 14 w 195"/>
                <a:gd name="T7" fmla="*/ 13 h 244"/>
                <a:gd name="T8" fmla="*/ 21 w 195"/>
                <a:gd name="T9" fmla="*/ 18 h 244"/>
                <a:gd name="T10" fmla="*/ 24 w 195"/>
                <a:gd name="T11" fmla="*/ 27 h 244"/>
                <a:gd name="T12" fmla="*/ 25 w 195"/>
                <a:gd name="T13" fmla="*/ 45 h 244"/>
                <a:gd name="T14" fmla="*/ 25 w 195"/>
                <a:gd name="T15" fmla="*/ 199 h 244"/>
                <a:gd name="T16" fmla="*/ 24 w 195"/>
                <a:gd name="T17" fmla="*/ 219 h 244"/>
                <a:gd name="T18" fmla="*/ 18 w 195"/>
                <a:gd name="T19" fmla="*/ 229 h 244"/>
                <a:gd name="T20" fmla="*/ 0 w 195"/>
                <a:gd name="T21" fmla="*/ 235 h 244"/>
                <a:gd name="T22" fmla="*/ 0 w 195"/>
                <a:gd name="T23" fmla="*/ 244 h 244"/>
                <a:gd name="T24" fmla="*/ 191 w 195"/>
                <a:gd name="T25" fmla="*/ 244 h 244"/>
                <a:gd name="T26" fmla="*/ 195 w 195"/>
                <a:gd name="T27" fmla="*/ 172 h 244"/>
                <a:gd name="T28" fmla="*/ 174 w 195"/>
                <a:gd name="T29" fmla="*/ 172 h 244"/>
                <a:gd name="T30" fmla="*/ 167 w 195"/>
                <a:gd name="T31" fmla="*/ 197 h 244"/>
                <a:gd name="T32" fmla="*/ 160 w 195"/>
                <a:gd name="T33" fmla="*/ 210 h 244"/>
                <a:gd name="T34" fmla="*/ 154 w 195"/>
                <a:gd name="T35" fmla="*/ 219 h 244"/>
                <a:gd name="T36" fmla="*/ 146 w 195"/>
                <a:gd name="T37" fmla="*/ 224 h 244"/>
                <a:gd name="T38" fmla="*/ 135 w 195"/>
                <a:gd name="T39" fmla="*/ 227 h 244"/>
                <a:gd name="T40" fmla="*/ 120 w 195"/>
                <a:gd name="T41" fmla="*/ 228 h 244"/>
                <a:gd name="T42" fmla="*/ 65 w 195"/>
                <a:gd name="T43" fmla="*/ 228 h 244"/>
                <a:gd name="T44" fmla="*/ 65 w 195"/>
                <a:gd name="T45" fmla="*/ 45 h 244"/>
                <a:gd name="T46" fmla="*/ 66 w 195"/>
                <a:gd name="T47" fmla="*/ 26 h 244"/>
                <a:gd name="T48" fmla="*/ 70 w 195"/>
                <a:gd name="T49" fmla="*/ 17 h 244"/>
                <a:gd name="T50" fmla="*/ 76 w 195"/>
                <a:gd name="T51" fmla="*/ 13 h 244"/>
                <a:gd name="T52" fmla="*/ 90 w 195"/>
                <a:gd name="T53" fmla="*/ 9 h 244"/>
                <a:gd name="T54" fmla="*/ 90 w 195"/>
                <a:gd name="T5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5" h="244">
                  <a:moveTo>
                    <a:pt x="90"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1" y="244"/>
                    <a:pt x="191" y="244"/>
                    <a:pt x="191" y="244"/>
                  </a:cubicBezTo>
                  <a:cubicBezTo>
                    <a:pt x="195" y="172"/>
                    <a:pt x="195" y="172"/>
                    <a:pt x="195" y="172"/>
                  </a:cubicBezTo>
                  <a:cubicBezTo>
                    <a:pt x="174" y="172"/>
                    <a:pt x="174" y="172"/>
                    <a:pt x="174" y="172"/>
                  </a:cubicBezTo>
                  <a:cubicBezTo>
                    <a:pt x="171" y="183"/>
                    <a:pt x="169" y="191"/>
                    <a:pt x="167" y="197"/>
                  </a:cubicBezTo>
                  <a:cubicBezTo>
                    <a:pt x="165" y="202"/>
                    <a:pt x="163" y="207"/>
                    <a:pt x="160" y="210"/>
                  </a:cubicBezTo>
                  <a:cubicBezTo>
                    <a:pt x="159" y="214"/>
                    <a:pt x="156" y="217"/>
                    <a:pt x="154" y="219"/>
                  </a:cubicBezTo>
                  <a:cubicBezTo>
                    <a:pt x="152" y="221"/>
                    <a:pt x="149" y="223"/>
                    <a:pt x="146" y="224"/>
                  </a:cubicBezTo>
                  <a:cubicBezTo>
                    <a:pt x="143" y="225"/>
                    <a:pt x="140" y="226"/>
                    <a:pt x="135" y="227"/>
                  </a:cubicBezTo>
                  <a:cubicBezTo>
                    <a:pt x="131" y="227"/>
                    <a:pt x="126" y="228"/>
                    <a:pt x="120" y="228"/>
                  </a:cubicBezTo>
                  <a:cubicBezTo>
                    <a:pt x="65" y="228"/>
                    <a:pt x="65" y="228"/>
                    <a:pt x="65" y="228"/>
                  </a:cubicBezTo>
                  <a:cubicBezTo>
                    <a:pt x="65" y="45"/>
                    <a:pt x="65" y="45"/>
                    <a:pt x="65" y="45"/>
                  </a:cubicBezTo>
                  <a:cubicBezTo>
                    <a:pt x="65" y="36"/>
                    <a:pt x="65" y="30"/>
                    <a:pt x="66" y="26"/>
                  </a:cubicBezTo>
                  <a:cubicBezTo>
                    <a:pt x="67" y="22"/>
                    <a:pt x="68" y="19"/>
                    <a:pt x="70" y="17"/>
                  </a:cubicBezTo>
                  <a:cubicBezTo>
                    <a:pt x="72" y="15"/>
                    <a:pt x="74"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2" name="Freeform 295">
              <a:extLst>
                <a:ext uri="{FF2B5EF4-FFF2-40B4-BE49-F238E27FC236}">
                  <a16:creationId xmlns:a16="http://schemas.microsoft.com/office/drawing/2014/main" id="{14281B39-C7FE-6BAE-5CBE-031B7192D59A}"/>
                </a:ext>
              </a:extLst>
            </p:cNvPr>
            <p:cNvSpPr>
              <a:spLocks/>
            </p:cNvSpPr>
            <p:nvPr/>
          </p:nvSpPr>
          <p:spPr bwMode="auto">
            <a:xfrm>
              <a:off x="2984663" y="2122744"/>
              <a:ext cx="89060" cy="90280"/>
            </a:xfrm>
            <a:custGeom>
              <a:avLst/>
              <a:gdLst>
                <a:gd name="T0" fmla="*/ 244 w 244"/>
                <a:gd name="T1" fmla="*/ 0 h 247"/>
                <a:gd name="T2" fmla="*/ 159 w 244"/>
                <a:gd name="T3" fmla="*/ 0 h 247"/>
                <a:gd name="T4" fmla="*/ 159 w 244"/>
                <a:gd name="T5" fmla="*/ 9 h 247"/>
                <a:gd name="T6" fmla="*/ 176 w 244"/>
                <a:gd name="T7" fmla="*/ 15 h 247"/>
                <a:gd name="T8" fmla="*/ 182 w 244"/>
                <a:gd name="T9" fmla="*/ 24 h 247"/>
                <a:gd name="T10" fmla="*/ 184 w 244"/>
                <a:gd name="T11" fmla="*/ 45 h 247"/>
                <a:gd name="T12" fmla="*/ 184 w 244"/>
                <a:gd name="T13" fmla="*/ 157 h 247"/>
                <a:gd name="T14" fmla="*/ 181 w 244"/>
                <a:gd name="T15" fmla="*/ 191 h 247"/>
                <a:gd name="T16" fmla="*/ 171 w 244"/>
                <a:gd name="T17" fmla="*/ 214 h 247"/>
                <a:gd name="T18" fmla="*/ 152 w 244"/>
                <a:gd name="T19" fmla="*/ 227 h 247"/>
                <a:gd name="T20" fmla="*/ 126 w 244"/>
                <a:gd name="T21" fmla="*/ 231 h 247"/>
                <a:gd name="T22" fmla="*/ 99 w 244"/>
                <a:gd name="T23" fmla="*/ 228 h 247"/>
                <a:gd name="T24" fmla="*/ 81 w 244"/>
                <a:gd name="T25" fmla="*/ 219 h 247"/>
                <a:gd name="T26" fmla="*/ 68 w 244"/>
                <a:gd name="T27" fmla="*/ 200 h 247"/>
                <a:gd name="T28" fmla="*/ 64 w 244"/>
                <a:gd name="T29" fmla="*/ 171 h 247"/>
                <a:gd name="T30" fmla="*/ 64 w 244"/>
                <a:gd name="T31" fmla="*/ 45 h 247"/>
                <a:gd name="T32" fmla="*/ 66 w 244"/>
                <a:gd name="T33" fmla="*/ 24 h 247"/>
                <a:gd name="T34" fmla="*/ 72 w 244"/>
                <a:gd name="T35" fmla="*/ 15 h 247"/>
                <a:gd name="T36" fmla="*/ 89 w 244"/>
                <a:gd name="T37" fmla="*/ 9 h 247"/>
                <a:gd name="T38" fmla="*/ 89 w 244"/>
                <a:gd name="T39" fmla="*/ 0 h 247"/>
                <a:gd name="T40" fmla="*/ 0 w 244"/>
                <a:gd name="T41" fmla="*/ 0 h 247"/>
                <a:gd name="T42" fmla="*/ 0 w 244"/>
                <a:gd name="T43" fmla="*/ 9 h 247"/>
                <a:gd name="T44" fmla="*/ 14 w 244"/>
                <a:gd name="T45" fmla="*/ 13 h 247"/>
                <a:gd name="T46" fmla="*/ 20 w 244"/>
                <a:gd name="T47" fmla="*/ 18 h 247"/>
                <a:gd name="T48" fmla="*/ 23 w 244"/>
                <a:gd name="T49" fmla="*/ 26 h 247"/>
                <a:gd name="T50" fmla="*/ 24 w 244"/>
                <a:gd name="T51" fmla="*/ 45 h 247"/>
                <a:gd name="T52" fmla="*/ 24 w 244"/>
                <a:gd name="T53" fmla="*/ 162 h 247"/>
                <a:gd name="T54" fmla="*/ 29 w 244"/>
                <a:gd name="T55" fmla="*/ 200 h 247"/>
                <a:gd name="T56" fmla="*/ 46 w 244"/>
                <a:gd name="T57" fmla="*/ 226 h 247"/>
                <a:gd name="T58" fmla="*/ 77 w 244"/>
                <a:gd name="T59" fmla="*/ 242 h 247"/>
                <a:gd name="T60" fmla="*/ 121 w 244"/>
                <a:gd name="T61" fmla="*/ 247 h 247"/>
                <a:gd name="T62" fmla="*/ 158 w 244"/>
                <a:gd name="T63" fmla="*/ 243 h 247"/>
                <a:gd name="T64" fmla="*/ 184 w 244"/>
                <a:gd name="T65" fmla="*/ 233 h 247"/>
                <a:gd name="T66" fmla="*/ 203 w 244"/>
                <a:gd name="T67" fmla="*/ 217 h 247"/>
                <a:gd name="T68" fmla="*/ 215 w 244"/>
                <a:gd name="T69" fmla="*/ 193 h 247"/>
                <a:gd name="T70" fmla="*/ 219 w 244"/>
                <a:gd name="T71" fmla="*/ 160 h 247"/>
                <a:gd name="T72" fmla="*/ 219 w 244"/>
                <a:gd name="T73" fmla="*/ 45 h 247"/>
                <a:gd name="T74" fmla="*/ 221 w 244"/>
                <a:gd name="T75" fmla="*/ 24 h 247"/>
                <a:gd name="T76" fmla="*/ 227 w 244"/>
                <a:gd name="T77" fmla="*/ 15 h 247"/>
                <a:gd name="T78" fmla="*/ 244 w 244"/>
                <a:gd name="T79" fmla="*/ 9 h 247"/>
                <a:gd name="T80" fmla="*/ 244 w 244"/>
                <a:gd name="T8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4" h="247">
                  <a:moveTo>
                    <a:pt x="244" y="0"/>
                  </a:moveTo>
                  <a:cubicBezTo>
                    <a:pt x="159" y="0"/>
                    <a:pt x="159" y="0"/>
                    <a:pt x="159" y="0"/>
                  </a:cubicBezTo>
                  <a:cubicBezTo>
                    <a:pt x="159" y="9"/>
                    <a:pt x="159" y="9"/>
                    <a:pt x="159" y="9"/>
                  </a:cubicBezTo>
                  <a:cubicBezTo>
                    <a:pt x="168" y="11"/>
                    <a:pt x="174" y="13"/>
                    <a:pt x="176" y="15"/>
                  </a:cubicBezTo>
                  <a:cubicBezTo>
                    <a:pt x="179" y="17"/>
                    <a:pt x="181" y="20"/>
                    <a:pt x="182" y="24"/>
                  </a:cubicBezTo>
                  <a:cubicBezTo>
                    <a:pt x="183" y="27"/>
                    <a:pt x="184" y="34"/>
                    <a:pt x="184" y="45"/>
                  </a:cubicBezTo>
                  <a:cubicBezTo>
                    <a:pt x="184" y="157"/>
                    <a:pt x="184" y="157"/>
                    <a:pt x="184" y="157"/>
                  </a:cubicBezTo>
                  <a:cubicBezTo>
                    <a:pt x="184" y="171"/>
                    <a:pt x="183" y="183"/>
                    <a:pt x="181" y="191"/>
                  </a:cubicBezTo>
                  <a:cubicBezTo>
                    <a:pt x="180" y="200"/>
                    <a:pt x="176" y="208"/>
                    <a:pt x="171" y="214"/>
                  </a:cubicBezTo>
                  <a:cubicBezTo>
                    <a:pt x="166" y="219"/>
                    <a:pt x="160" y="224"/>
                    <a:pt x="152" y="227"/>
                  </a:cubicBezTo>
                  <a:cubicBezTo>
                    <a:pt x="145" y="230"/>
                    <a:pt x="136" y="231"/>
                    <a:pt x="126" y="231"/>
                  </a:cubicBezTo>
                  <a:cubicBezTo>
                    <a:pt x="116" y="231"/>
                    <a:pt x="107" y="230"/>
                    <a:pt x="99" y="228"/>
                  </a:cubicBezTo>
                  <a:cubicBezTo>
                    <a:pt x="92" y="226"/>
                    <a:pt x="86" y="223"/>
                    <a:pt x="81" y="219"/>
                  </a:cubicBezTo>
                  <a:cubicBezTo>
                    <a:pt x="75" y="214"/>
                    <a:pt x="71" y="208"/>
                    <a:pt x="68" y="200"/>
                  </a:cubicBezTo>
                  <a:cubicBezTo>
                    <a:pt x="66" y="193"/>
                    <a:pt x="64" y="183"/>
                    <a:pt x="64" y="171"/>
                  </a:cubicBezTo>
                  <a:cubicBezTo>
                    <a:pt x="64" y="45"/>
                    <a:pt x="64" y="45"/>
                    <a:pt x="64" y="45"/>
                  </a:cubicBezTo>
                  <a:cubicBezTo>
                    <a:pt x="64" y="35"/>
                    <a:pt x="65" y="28"/>
                    <a:pt x="66" y="24"/>
                  </a:cubicBezTo>
                  <a:cubicBezTo>
                    <a:pt x="67" y="20"/>
                    <a:pt x="69" y="17"/>
                    <a:pt x="72" y="15"/>
                  </a:cubicBezTo>
                  <a:cubicBezTo>
                    <a:pt x="75" y="12"/>
                    <a:pt x="81" y="11"/>
                    <a:pt x="89" y="9"/>
                  </a:cubicBezTo>
                  <a:cubicBezTo>
                    <a:pt x="89" y="0"/>
                    <a:pt x="89" y="0"/>
                    <a:pt x="89" y="0"/>
                  </a:cubicBezTo>
                  <a:cubicBezTo>
                    <a:pt x="0" y="0"/>
                    <a:pt x="0" y="0"/>
                    <a:pt x="0" y="0"/>
                  </a:cubicBezTo>
                  <a:cubicBezTo>
                    <a:pt x="0" y="9"/>
                    <a:pt x="0" y="9"/>
                    <a:pt x="0" y="9"/>
                  </a:cubicBezTo>
                  <a:cubicBezTo>
                    <a:pt x="7" y="10"/>
                    <a:pt x="11" y="12"/>
                    <a:pt x="14" y="13"/>
                  </a:cubicBezTo>
                  <a:cubicBezTo>
                    <a:pt x="17" y="15"/>
                    <a:pt x="18" y="16"/>
                    <a:pt x="20" y="18"/>
                  </a:cubicBezTo>
                  <a:cubicBezTo>
                    <a:pt x="21" y="20"/>
                    <a:pt x="22" y="23"/>
                    <a:pt x="23" y="26"/>
                  </a:cubicBezTo>
                  <a:cubicBezTo>
                    <a:pt x="24" y="29"/>
                    <a:pt x="24" y="36"/>
                    <a:pt x="24" y="45"/>
                  </a:cubicBezTo>
                  <a:cubicBezTo>
                    <a:pt x="24" y="162"/>
                    <a:pt x="24" y="162"/>
                    <a:pt x="24" y="162"/>
                  </a:cubicBezTo>
                  <a:cubicBezTo>
                    <a:pt x="24" y="178"/>
                    <a:pt x="26" y="190"/>
                    <a:pt x="29" y="200"/>
                  </a:cubicBezTo>
                  <a:cubicBezTo>
                    <a:pt x="33" y="210"/>
                    <a:pt x="38" y="219"/>
                    <a:pt x="46" y="226"/>
                  </a:cubicBezTo>
                  <a:cubicBezTo>
                    <a:pt x="54" y="234"/>
                    <a:pt x="64" y="239"/>
                    <a:pt x="77" y="242"/>
                  </a:cubicBezTo>
                  <a:cubicBezTo>
                    <a:pt x="89" y="245"/>
                    <a:pt x="104" y="247"/>
                    <a:pt x="121" y="247"/>
                  </a:cubicBezTo>
                  <a:cubicBezTo>
                    <a:pt x="135" y="247"/>
                    <a:pt x="147" y="246"/>
                    <a:pt x="158" y="243"/>
                  </a:cubicBezTo>
                  <a:cubicBezTo>
                    <a:pt x="168" y="241"/>
                    <a:pt x="177" y="237"/>
                    <a:pt x="184" y="233"/>
                  </a:cubicBezTo>
                  <a:cubicBezTo>
                    <a:pt x="192" y="229"/>
                    <a:pt x="198" y="223"/>
                    <a:pt x="203" y="217"/>
                  </a:cubicBezTo>
                  <a:cubicBezTo>
                    <a:pt x="208" y="210"/>
                    <a:pt x="212" y="202"/>
                    <a:pt x="215" y="193"/>
                  </a:cubicBezTo>
                  <a:cubicBezTo>
                    <a:pt x="218" y="184"/>
                    <a:pt x="219" y="173"/>
                    <a:pt x="219" y="160"/>
                  </a:cubicBezTo>
                  <a:cubicBezTo>
                    <a:pt x="219" y="45"/>
                    <a:pt x="219" y="45"/>
                    <a:pt x="219" y="45"/>
                  </a:cubicBezTo>
                  <a:cubicBezTo>
                    <a:pt x="219" y="35"/>
                    <a:pt x="220" y="28"/>
                    <a:pt x="221" y="24"/>
                  </a:cubicBezTo>
                  <a:cubicBezTo>
                    <a:pt x="222" y="20"/>
                    <a:pt x="224" y="17"/>
                    <a:pt x="227" y="15"/>
                  </a:cubicBezTo>
                  <a:cubicBezTo>
                    <a:pt x="230" y="13"/>
                    <a:pt x="236" y="11"/>
                    <a:pt x="244" y="9"/>
                  </a:cubicBezTo>
                  <a:cubicBezTo>
                    <a:pt x="244" y="0"/>
                    <a:pt x="244" y="0"/>
                    <a:pt x="24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3" name="Freeform 296">
              <a:extLst>
                <a:ext uri="{FF2B5EF4-FFF2-40B4-BE49-F238E27FC236}">
                  <a16:creationId xmlns:a16="http://schemas.microsoft.com/office/drawing/2014/main" id="{29B1A5E3-0053-D85B-34D8-B7FD4A4CE36A}"/>
                </a:ext>
              </a:extLst>
            </p:cNvPr>
            <p:cNvSpPr>
              <a:spLocks/>
            </p:cNvSpPr>
            <p:nvPr/>
          </p:nvSpPr>
          <p:spPr bwMode="auto">
            <a:xfrm>
              <a:off x="3089583"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3 w 247"/>
                <a:gd name="T23" fmla="*/ 166 h 245"/>
                <a:gd name="T24" fmla="*/ 170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1 w 247"/>
                <a:gd name="T65" fmla="*/ 91 h 245"/>
                <a:gd name="T66" fmla="*/ 49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1" y="12"/>
                    <a:pt x="184" y="13"/>
                  </a:cubicBezTo>
                  <a:cubicBezTo>
                    <a:pt x="186" y="14"/>
                    <a:pt x="189" y="16"/>
                    <a:pt x="190" y="18"/>
                  </a:cubicBezTo>
                  <a:cubicBezTo>
                    <a:pt x="192" y="20"/>
                    <a:pt x="193" y="23"/>
                    <a:pt x="193" y="27"/>
                  </a:cubicBezTo>
                  <a:cubicBezTo>
                    <a:pt x="194" y="31"/>
                    <a:pt x="194" y="37"/>
                    <a:pt x="194" y="45"/>
                  </a:cubicBezTo>
                  <a:cubicBezTo>
                    <a:pt x="194" y="82"/>
                    <a:pt x="194" y="82"/>
                    <a:pt x="194" y="82"/>
                  </a:cubicBezTo>
                  <a:cubicBezTo>
                    <a:pt x="194" y="100"/>
                    <a:pt x="194" y="119"/>
                    <a:pt x="195" y="141"/>
                  </a:cubicBezTo>
                  <a:cubicBezTo>
                    <a:pt x="195" y="163"/>
                    <a:pt x="196" y="177"/>
                    <a:pt x="197" y="184"/>
                  </a:cubicBezTo>
                  <a:cubicBezTo>
                    <a:pt x="194" y="184"/>
                    <a:pt x="194" y="184"/>
                    <a:pt x="194" y="184"/>
                  </a:cubicBezTo>
                  <a:cubicBezTo>
                    <a:pt x="190" y="178"/>
                    <a:pt x="187" y="171"/>
                    <a:pt x="183" y="166"/>
                  </a:cubicBezTo>
                  <a:cubicBezTo>
                    <a:pt x="180" y="161"/>
                    <a:pt x="176" y="155"/>
                    <a:pt x="170"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77" y="244"/>
                    <a:pt x="77" y="244"/>
                    <a:pt x="77" y="244"/>
                  </a:cubicBezTo>
                  <a:cubicBezTo>
                    <a:pt x="77" y="235"/>
                    <a:pt x="77" y="235"/>
                    <a:pt x="77" y="235"/>
                  </a:cubicBezTo>
                  <a:cubicBezTo>
                    <a:pt x="70" y="234"/>
                    <a:pt x="66" y="232"/>
                    <a:pt x="63" y="231"/>
                  </a:cubicBezTo>
                  <a:cubicBezTo>
                    <a:pt x="60" y="230"/>
                    <a:pt x="58" y="228"/>
                    <a:pt x="56" y="226"/>
                  </a:cubicBezTo>
                  <a:cubicBezTo>
                    <a:pt x="55" y="223"/>
                    <a:pt x="54" y="221"/>
                    <a:pt x="53" y="217"/>
                  </a:cubicBezTo>
                  <a:cubicBezTo>
                    <a:pt x="52" y="213"/>
                    <a:pt x="52" y="207"/>
                    <a:pt x="52" y="199"/>
                  </a:cubicBezTo>
                  <a:cubicBezTo>
                    <a:pt x="52" y="163"/>
                    <a:pt x="52" y="163"/>
                    <a:pt x="52" y="163"/>
                  </a:cubicBezTo>
                  <a:cubicBezTo>
                    <a:pt x="52" y="139"/>
                    <a:pt x="52" y="115"/>
                    <a:pt x="51" y="91"/>
                  </a:cubicBezTo>
                  <a:cubicBezTo>
                    <a:pt x="51" y="67"/>
                    <a:pt x="50" y="51"/>
                    <a:pt x="49"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8"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4" name="Freeform 297">
              <a:extLst>
                <a:ext uri="{FF2B5EF4-FFF2-40B4-BE49-F238E27FC236}">
                  <a16:creationId xmlns:a16="http://schemas.microsoft.com/office/drawing/2014/main" id="{FD33638C-3F59-BEE6-3093-3B055ED459E5}"/>
                </a:ext>
              </a:extLst>
            </p:cNvPr>
            <p:cNvSpPr>
              <a:spLocks/>
            </p:cNvSpPr>
            <p:nvPr/>
          </p:nvSpPr>
          <p:spPr bwMode="auto">
            <a:xfrm>
              <a:off x="3197349" y="2122744"/>
              <a:ext cx="32127"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3 w 89"/>
                <a:gd name="T11" fmla="*/ 27 h 244"/>
                <a:gd name="T12" fmla="*/ 25 w 89"/>
                <a:gd name="T13" fmla="*/ 45 h 244"/>
                <a:gd name="T14" fmla="*/ 25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8" y="16"/>
                    <a:pt x="20" y="18"/>
                  </a:cubicBezTo>
                  <a:cubicBezTo>
                    <a:pt x="22" y="20"/>
                    <a:pt x="23" y="23"/>
                    <a:pt x="23"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8" y="226"/>
                  </a:cubicBezTo>
                  <a:cubicBezTo>
                    <a:pt x="67" y="223"/>
                    <a:pt x="66" y="221"/>
                    <a:pt x="65" y="217"/>
                  </a:cubicBezTo>
                  <a:cubicBezTo>
                    <a:pt x="65" y="213"/>
                    <a:pt x="64" y="207"/>
                    <a:pt x="64" y="199"/>
                  </a:cubicBezTo>
                  <a:cubicBezTo>
                    <a:pt x="64" y="45"/>
                    <a:pt x="64" y="45"/>
                    <a:pt x="64" y="45"/>
                  </a:cubicBezTo>
                  <a:cubicBezTo>
                    <a:pt x="64" y="37"/>
                    <a:pt x="65" y="31"/>
                    <a:pt x="65" y="27"/>
                  </a:cubicBezTo>
                  <a:cubicBezTo>
                    <a:pt x="66" y="23"/>
                    <a:pt x="67" y="20"/>
                    <a:pt x="69" y="18"/>
                  </a:cubicBezTo>
                  <a:cubicBezTo>
                    <a:pt x="71" y="16"/>
                    <a:pt x="73" y="14"/>
                    <a:pt x="76"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5" name="Freeform 298">
              <a:extLst>
                <a:ext uri="{FF2B5EF4-FFF2-40B4-BE49-F238E27FC236}">
                  <a16:creationId xmlns:a16="http://schemas.microsoft.com/office/drawing/2014/main" id="{0CE3B25A-F8CC-C378-2621-5B8DF3B424BF}"/>
                </a:ext>
              </a:extLst>
            </p:cNvPr>
            <p:cNvSpPr>
              <a:spLocks/>
            </p:cNvSpPr>
            <p:nvPr/>
          </p:nvSpPr>
          <p:spPr bwMode="auto">
            <a:xfrm>
              <a:off x="3240456" y="2122744"/>
              <a:ext cx="93940" cy="90280"/>
            </a:xfrm>
            <a:custGeom>
              <a:avLst/>
              <a:gdLst>
                <a:gd name="T0" fmla="*/ 258 w 258"/>
                <a:gd name="T1" fmla="*/ 0 h 247"/>
                <a:gd name="T2" fmla="*/ 169 w 258"/>
                <a:gd name="T3" fmla="*/ 0 h 247"/>
                <a:gd name="T4" fmla="*/ 169 w 258"/>
                <a:gd name="T5" fmla="*/ 9 h 247"/>
                <a:gd name="T6" fmla="*/ 189 w 258"/>
                <a:gd name="T7" fmla="*/ 16 h 247"/>
                <a:gd name="T8" fmla="*/ 194 w 258"/>
                <a:gd name="T9" fmla="*/ 31 h 247"/>
                <a:gd name="T10" fmla="*/ 194 w 258"/>
                <a:gd name="T11" fmla="*/ 36 h 247"/>
                <a:gd name="T12" fmla="*/ 193 w 258"/>
                <a:gd name="T13" fmla="*/ 42 h 247"/>
                <a:gd name="T14" fmla="*/ 190 w 258"/>
                <a:gd name="T15" fmla="*/ 50 h 247"/>
                <a:gd name="T16" fmla="*/ 188 w 258"/>
                <a:gd name="T17" fmla="*/ 57 h 247"/>
                <a:gd name="T18" fmla="*/ 127 w 258"/>
                <a:gd name="T19" fmla="*/ 204 h 247"/>
                <a:gd name="T20" fmla="*/ 78 w 258"/>
                <a:gd name="T21" fmla="*/ 58 h 247"/>
                <a:gd name="T22" fmla="*/ 73 w 258"/>
                <a:gd name="T23" fmla="*/ 42 h 247"/>
                <a:gd name="T24" fmla="*/ 71 w 258"/>
                <a:gd name="T25" fmla="*/ 29 h 247"/>
                <a:gd name="T26" fmla="*/ 74 w 258"/>
                <a:gd name="T27" fmla="*/ 19 h 247"/>
                <a:gd name="T28" fmla="*/ 81 w 258"/>
                <a:gd name="T29" fmla="*/ 12 h 247"/>
                <a:gd name="T30" fmla="*/ 96 w 258"/>
                <a:gd name="T31" fmla="*/ 9 h 247"/>
                <a:gd name="T32" fmla="*/ 96 w 258"/>
                <a:gd name="T33" fmla="*/ 0 h 247"/>
                <a:gd name="T34" fmla="*/ 0 w 258"/>
                <a:gd name="T35" fmla="*/ 0 h 247"/>
                <a:gd name="T36" fmla="*/ 0 w 258"/>
                <a:gd name="T37" fmla="*/ 9 h 247"/>
                <a:gd name="T38" fmla="*/ 14 w 258"/>
                <a:gd name="T39" fmla="*/ 14 h 247"/>
                <a:gd name="T40" fmla="*/ 24 w 258"/>
                <a:gd name="T41" fmla="*/ 25 h 247"/>
                <a:gd name="T42" fmla="*/ 34 w 258"/>
                <a:gd name="T43" fmla="*/ 48 h 247"/>
                <a:gd name="T44" fmla="*/ 105 w 258"/>
                <a:gd name="T45" fmla="*/ 247 h 247"/>
                <a:gd name="T46" fmla="*/ 133 w 258"/>
                <a:gd name="T47" fmla="*/ 247 h 247"/>
                <a:gd name="T48" fmla="*/ 221 w 258"/>
                <a:gd name="T49" fmla="*/ 49 h 247"/>
                <a:gd name="T50" fmla="*/ 233 w 258"/>
                <a:gd name="T51" fmla="*/ 25 h 247"/>
                <a:gd name="T52" fmla="*/ 244 w 258"/>
                <a:gd name="T53" fmla="*/ 14 h 247"/>
                <a:gd name="T54" fmla="*/ 258 w 258"/>
                <a:gd name="T55" fmla="*/ 9 h 247"/>
                <a:gd name="T56" fmla="*/ 258 w 258"/>
                <a:gd name="T57"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8" h="247">
                  <a:moveTo>
                    <a:pt x="258" y="0"/>
                  </a:moveTo>
                  <a:cubicBezTo>
                    <a:pt x="169" y="0"/>
                    <a:pt x="169" y="0"/>
                    <a:pt x="169" y="0"/>
                  </a:cubicBezTo>
                  <a:cubicBezTo>
                    <a:pt x="169" y="9"/>
                    <a:pt x="169" y="9"/>
                    <a:pt x="169" y="9"/>
                  </a:cubicBezTo>
                  <a:cubicBezTo>
                    <a:pt x="178" y="10"/>
                    <a:pt x="185" y="12"/>
                    <a:pt x="189" y="16"/>
                  </a:cubicBezTo>
                  <a:cubicBezTo>
                    <a:pt x="192" y="19"/>
                    <a:pt x="194" y="24"/>
                    <a:pt x="194" y="31"/>
                  </a:cubicBezTo>
                  <a:cubicBezTo>
                    <a:pt x="194" y="33"/>
                    <a:pt x="194" y="34"/>
                    <a:pt x="194" y="36"/>
                  </a:cubicBezTo>
                  <a:cubicBezTo>
                    <a:pt x="194" y="38"/>
                    <a:pt x="193" y="40"/>
                    <a:pt x="193" y="42"/>
                  </a:cubicBezTo>
                  <a:cubicBezTo>
                    <a:pt x="192" y="45"/>
                    <a:pt x="191" y="47"/>
                    <a:pt x="190" y="50"/>
                  </a:cubicBezTo>
                  <a:cubicBezTo>
                    <a:pt x="190" y="52"/>
                    <a:pt x="189" y="55"/>
                    <a:pt x="188" y="57"/>
                  </a:cubicBezTo>
                  <a:cubicBezTo>
                    <a:pt x="127" y="204"/>
                    <a:pt x="127" y="204"/>
                    <a:pt x="127" y="204"/>
                  </a:cubicBezTo>
                  <a:cubicBezTo>
                    <a:pt x="78" y="58"/>
                    <a:pt x="78" y="58"/>
                    <a:pt x="78" y="58"/>
                  </a:cubicBezTo>
                  <a:cubicBezTo>
                    <a:pt x="75" y="52"/>
                    <a:pt x="74" y="47"/>
                    <a:pt x="73" y="42"/>
                  </a:cubicBezTo>
                  <a:cubicBezTo>
                    <a:pt x="72" y="38"/>
                    <a:pt x="71" y="33"/>
                    <a:pt x="71" y="29"/>
                  </a:cubicBezTo>
                  <a:cubicBezTo>
                    <a:pt x="71" y="25"/>
                    <a:pt x="72" y="21"/>
                    <a:pt x="74" y="19"/>
                  </a:cubicBezTo>
                  <a:cubicBezTo>
                    <a:pt x="75" y="16"/>
                    <a:pt x="78" y="14"/>
                    <a:pt x="81" y="12"/>
                  </a:cubicBezTo>
                  <a:cubicBezTo>
                    <a:pt x="85" y="11"/>
                    <a:pt x="90" y="10"/>
                    <a:pt x="96" y="9"/>
                  </a:cubicBezTo>
                  <a:cubicBezTo>
                    <a:pt x="96" y="0"/>
                    <a:pt x="96" y="0"/>
                    <a:pt x="96" y="0"/>
                  </a:cubicBezTo>
                  <a:cubicBezTo>
                    <a:pt x="0" y="0"/>
                    <a:pt x="0" y="0"/>
                    <a:pt x="0" y="0"/>
                  </a:cubicBezTo>
                  <a:cubicBezTo>
                    <a:pt x="0" y="9"/>
                    <a:pt x="0" y="9"/>
                    <a:pt x="0" y="9"/>
                  </a:cubicBezTo>
                  <a:cubicBezTo>
                    <a:pt x="6" y="10"/>
                    <a:pt x="11" y="12"/>
                    <a:pt x="14" y="14"/>
                  </a:cubicBezTo>
                  <a:cubicBezTo>
                    <a:pt x="18" y="16"/>
                    <a:pt x="21" y="20"/>
                    <a:pt x="24" y="25"/>
                  </a:cubicBezTo>
                  <a:cubicBezTo>
                    <a:pt x="26" y="29"/>
                    <a:pt x="30" y="37"/>
                    <a:pt x="34" y="48"/>
                  </a:cubicBezTo>
                  <a:cubicBezTo>
                    <a:pt x="105" y="247"/>
                    <a:pt x="105" y="247"/>
                    <a:pt x="105" y="247"/>
                  </a:cubicBezTo>
                  <a:cubicBezTo>
                    <a:pt x="133" y="247"/>
                    <a:pt x="133" y="247"/>
                    <a:pt x="133" y="247"/>
                  </a:cubicBezTo>
                  <a:cubicBezTo>
                    <a:pt x="221" y="49"/>
                    <a:pt x="221" y="49"/>
                    <a:pt x="221" y="49"/>
                  </a:cubicBezTo>
                  <a:cubicBezTo>
                    <a:pt x="226" y="38"/>
                    <a:pt x="230" y="30"/>
                    <a:pt x="233" y="25"/>
                  </a:cubicBezTo>
                  <a:cubicBezTo>
                    <a:pt x="237" y="20"/>
                    <a:pt x="240" y="16"/>
                    <a:pt x="244" y="14"/>
                  </a:cubicBezTo>
                  <a:cubicBezTo>
                    <a:pt x="247" y="12"/>
                    <a:pt x="252" y="10"/>
                    <a:pt x="258" y="9"/>
                  </a:cubicBezTo>
                  <a:cubicBezTo>
                    <a:pt x="258" y="0"/>
                    <a:pt x="258" y="0"/>
                    <a:pt x="25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6" name="Freeform 299">
              <a:extLst>
                <a:ext uri="{FF2B5EF4-FFF2-40B4-BE49-F238E27FC236}">
                  <a16:creationId xmlns:a16="http://schemas.microsoft.com/office/drawing/2014/main" id="{C9C723B1-4A74-BC46-F3EF-D553B4539544}"/>
                </a:ext>
              </a:extLst>
            </p:cNvPr>
            <p:cNvSpPr>
              <a:spLocks/>
            </p:cNvSpPr>
            <p:nvPr/>
          </p:nvSpPr>
          <p:spPr bwMode="auto">
            <a:xfrm>
              <a:off x="3343749"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4 w 200"/>
                <a:gd name="T17" fmla="*/ 219 h 244"/>
                <a:gd name="T18" fmla="*/ 18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3 w 200"/>
                <a:gd name="T31" fmla="*/ 200 h 244"/>
                <a:gd name="T32" fmla="*/ 167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6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7" y="189"/>
                    <a:pt x="174" y="196"/>
                    <a:pt x="173" y="200"/>
                  </a:cubicBezTo>
                  <a:cubicBezTo>
                    <a:pt x="171" y="204"/>
                    <a:pt x="169" y="208"/>
                    <a:pt x="167" y="212"/>
                  </a:cubicBezTo>
                  <a:cubicBezTo>
                    <a:pt x="164" y="216"/>
                    <a:pt x="162" y="219"/>
                    <a:pt x="158" y="222"/>
                  </a:cubicBezTo>
                  <a:cubicBezTo>
                    <a:pt x="155" y="224"/>
                    <a:pt x="152"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7" y="125"/>
                    <a:pt x="122"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6" y="17"/>
                  </a:cubicBezTo>
                  <a:cubicBezTo>
                    <a:pt x="150" y="18"/>
                    <a:pt x="153" y="19"/>
                    <a:pt x="156" y="21"/>
                  </a:cubicBezTo>
                  <a:cubicBezTo>
                    <a:pt x="159" y="22"/>
                    <a:pt x="162" y="25"/>
                    <a:pt x="164" y="28"/>
                  </a:cubicBezTo>
                  <a:cubicBezTo>
                    <a:pt x="166" y="31"/>
                    <a:pt x="169"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7" name="Freeform 300">
              <a:extLst>
                <a:ext uri="{FF2B5EF4-FFF2-40B4-BE49-F238E27FC236}">
                  <a16:creationId xmlns:a16="http://schemas.microsoft.com/office/drawing/2014/main" id="{B71C8742-20AB-90FD-4AA3-199214F7960A}"/>
                </a:ext>
              </a:extLst>
            </p:cNvPr>
            <p:cNvSpPr>
              <a:spLocks noEditPoints="1"/>
            </p:cNvSpPr>
            <p:nvPr/>
          </p:nvSpPr>
          <p:spPr bwMode="auto">
            <a:xfrm>
              <a:off x="3434842" y="2122744"/>
              <a:ext cx="88246" cy="89060"/>
            </a:xfrm>
            <a:custGeom>
              <a:avLst/>
              <a:gdLst>
                <a:gd name="T0" fmla="*/ 64 w 243"/>
                <a:gd name="T1" fmla="*/ 123 h 244"/>
                <a:gd name="T2" fmla="*/ 64 w 243"/>
                <a:gd name="T3" fmla="*/ 17 h 244"/>
                <a:gd name="T4" fmla="*/ 95 w 243"/>
                <a:gd name="T5" fmla="*/ 16 h 244"/>
                <a:gd name="T6" fmla="*/ 133 w 243"/>
                <a:gd name="T7" fmla="*/ 22 h 244"/>
                <a:gd name="T8" fmla="*/ 154 w 243"/>
                <a:gd name="T9" fmla="*/ 39 h 244"/>
                <a:gd name="T10" fmla="*/ 161 w 243"/>
                <a:gd name="T11" fmla="*/ 67 h 244"/>
                <a:gd name="T12" fmla="*/ 155 w 243"/>
                <a:gd name="T13" fmla="*/ 95 h 244"/>
                <a:gd name="T14" fmla="*/ 139 w 243"/>
                <a:gd name="T15" fmla="*/ 112 h 244"/>
                <a:gd name="T16" fmla="*/ 118 w 243"/>
                <a:gd name="T17" fmla="*/ 120 h 244"/>
                <a:gd name="T18" fmla="*/ 88 w 243"/>
                <a:gd name="T19" fmla="*/ 123 h 244"/>
                <a:gd name="T20" fmla="*/ 64 w 243"/>
                <a:gd name="T21" fmla="*/ 123 h 244"/>
                <a:gd name="T22" fmla="*/ 104 w 243"/>
                <a:gd name="T23" fmla="*/ 0 h 244"/>
                <a:gd name="T24" fmla="*/ 0 w 243"/>
                <a:gd name="T25" fmla="*/ 0 h 244"/>
                <a:gd name="T26" fmla="*/ 0 w 243"/>
                <a:gd name="T27" fmla="*/ 9 h 244"/>
                <a:gd name="T28" fmla="*/ 13 w 243"/>
                <a:gd name="T29" fmla="*/ 13 h 244"/>
                <a:gd name="T30" fmla="*/ 20 w 243"/>
                <a:gd name="T31" fmla="*/ 18 h 244"/>
                <a:gd name="T32" fmla="*/ 23 w 243"/>
                <a:gd name="T33" fmla="*/ 27 h 244"/>
                <a:gd name="T34" fmla="*/ 24 w 243"/>
                <a:gd name="T35" fmla="*/ 45 h 244"/>
                <a:gd name="T36" fmla="*/ 24 w 243"/>
                <a:gd name="T37" fmla="*/ 199 h 244"/>
                <a:gd name="T38" fmla="*/ 23 w 243"/>
                <a:gd name="T39" fmla="*/ 219 h 244"/>
                <a:gd name="T40" fmla="*/ 17 w 243"/>
                <a:gd name="T41" fmla="*/ 229 h 244"/>
                <a:gd name="T42" fmla="*/ 0 w 243"/>
                <a:gd name="T43" fmla="*/ 235 h 244"/>
                <a:gd name="T44" fmla="*/ 0 w 243"/>
                <a:gd name="T45" fmla="*/ 244 h 244"/>
                <a:gd name="T46" fmla="*/ 89 w 243"/>
                <a:gd name="T47" fmla="*/ 244 h 244"/>
                <a:gd name="T48" fmla="*/ 89 w 243"/>
                <a:gd name="T49" fmla="*/ 235 h 244"/>
                <a:gd name="T50" fmla="*/ 75 w 243"/>
                <a:gd name="T51" fmla="*/ 231 h 244"/>
                <a:gd name="T52" fmla="*/ 69 w 243"/>
                <a:gd name="T53" fmla="*/ 226 h 244"/>
                <a:gd name="T54" fmla="*/ 66 w 243"/>
                <a:gd name="T55" fmla="*/ 218 h 244"/>
                <a:gd name="T56" fmla="*/ 64 w 243"/>
                <a:gd name="T57" fmla="*/ 199 h 244"/>
                <a:gd name="T58" fmla="*/ 64 w 243"/>
                <a:gd name="T59" fmla="*/ 138 h 244"/>
                <a:gd name="T60" fmla="*/ 87 w 243"/>
                <a:gd name="T61" fmla="*/ 138 h 244"/>
                <a:gd name="T62" fmla="*/ 103 w 243"/>
                <a:gd name="T63" fmla="*/ 139 h 244"/>
                <a:gd name="T64" fmla="*/ 113 w 243"/>
                <a:gd name="T65" fmla="*/ 143 h 244"/>
                <a:gd name="T66" fmla="*/ 123 w 243"/>
                <a:gd name="T67" fmla="*/ 152 h 244"/>
                <a:gd name="T68" fmla="*/ 137 w 243"/>
                <a:gd name="T69" fmla="*/ 172 h 244"/>
                <a:gd name="T70" fmla="*/ 155 w 243"/>
                <a:gd name="T71" fmla="*/ 201 h 244"/>
                <a:gd name="T72" fmla="*/ 169 w 243"/>
                <a:gd name="T73" fmla="*/ 224 h 244"/>
                <a:gd name="T74" fmla="*/ 185 w 243"/>
                <a:gd name="T75" fmla="*/ 244 h 244"/>
                <a:gd name="T76" fmla="*/ 243 w 243"/>
                <a:gd name="T77" fmla="*/ 244 h 244"/>
                <a:gd name="T78" fmla="*/ 243 w 243"/>
                <a:gd name="T79" fmla="*/ 235 h 244"/>
                <a:gd name="T80" fmla="*/ 227 w 243"/>
                <a:gd name="T81" fmla="*/ 230 h 244"/>
                <a:gd name="T82" fmla="*/ 215 w 243"/>
                <a:gd name="T83" fmla="*/ 220 h 244"/>
                <a:gd name="T84" fmla="*/ 201 w 243"/>
                <a:gd name="T85" fmla="*/ 200 h 244"/>
                <a:gd name="T86" fmla="*/ 182 w 243"/>
                <a:gd name="T87" fmla="*/ 171 h 244"/>
                <a:gd name="T88" fmla="*/ 161 w 243"/>
                <a:gd name="T89" fmla="*/ 145 h 244"/>
                <a:gd name="T90" fmla="*/ 139 w 243"/>
                <a:gd name="T91" fmla="*/ 132 h 244"/>
                <a:gd name="T92" fmla="*/ 139 w 243"/>
                <a:gd name="T93" fmla="*/ 131 h 244"/>
                <a:gd name="T94" fmla="*/ 187 w 243"/>
                <a:gd name="T95" fmla="*/ 104 h 244"/>
                <a:gd name="T96" fmla="*/ 203 w 243"/>
                <a:gd name="T97" fmla="*/ 63 h 244"/>
                <a:gd name="T98" fmla="*/ 178 w 243"/>
                <a:gd name="T99" fmla="*/ 15 h 244"/>
                <a:gd name="T100" fmla="*/ 104 w 243"/>
                <a:gd name="T10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244">
                  <a:moveTo>
                    <a:pt x="64" y="123"/>
                  </a:moveTo>
                  <a:cubicBezTo>
                    <a:pt x="64" y="17"/>
                    <a:pt x="64" y="17"/>
                    <a:pt x="64" y="17"/>
                  </a:cubicBezTo>
                  <a:cubicBezTo>
                    <a:pt x="72" y="16"/>
                    <a:pt x="82" y="16"/>
                    <a:pt x="95" y="16"/>
                  </a:cubicBezTo>
                  <a:cubicBezTo>
                    <a:pt x="111" y="16"/>
                    <a:pt x="123" y="18"/>
                    <a:pt x="133" y="22"/>
                  </a:cubicBezTo>
                  <a:cubicBezTo>
                    <a:pt x="142" y="26"/>
                    <a:pt x="149" y="31"/>
                    <a:pt x="154" y="39"/>
                  </a:cubicBezTo>
                  <a:cubicBezTo>
                    <a:pt x="158" y="46"/>
                    <a:pt x="161" y="56"/>
                    <a:pt x="161" y="67"/>
                  </a:cubicBezTo>
                  <a:cubicBezTo>
                    <a:pt x="161" y="78"/>
                    <a:pt x="159" y="87"/>
                    <a:pt x="155" y="95"/>
                  </a:cubicBezTo>
                  <a:cubicBezTo>
                    <a:pt x="151" y="102"/>
                    <a:pt x="146" y="108"/>
                    <a:pt x="139" y="112"/>
                  </a:cubicBezTo>
                  <a:cubicBezTo>
                    <a:pt x="133" y="116"/>
                    <a:pt x="126" y="119"/>
                    <a:pt x="118" y="120"/>
                  </a:cubicBezTo>
                  <a:cubicBezTo>
                    <a:pt x="111" y="122"/>
                    <a:pt x="100" y="123"/>
                    <a:pt x="88" y="123"/>
                  </a:cubicBezTo>
                  <a:cubicBezTo>
                    <a:pt x="64" y="123"/>
                    <a:pt x="64" y="123"/>
                    <a:pt x="64" y="123"/>
                  </a:cubicBezTo>
                  <a:moveTo>
                    <a:pt x="104" y="0"/>
                  </a:move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3" y="230"/>
                    <a:pt x="70" y="228"/>
                    <a:pt x="69" y="226"/>
                  </a:cubicBezTo>
                  <a:cubicBezTo>
                    <a:pt x="67" y="224"/>
                    <a:pt x="66" y="221"/>
                    <a:pt x="66" y="218"/>
                  </a:cubicBezTo>
                  <a:cubicBezTo>
                    <a:pt x="65" y="214"/>
                    <a:pt x="64" y="207"/>
                    <a:pt x="64" y="199"/>
                  </a:cubicBezTo>
                  <a:cubicBezTo>
                    <a:pt x="64" y="138"/>
                    <a:pt x="64" y="138"/>
                    <a:pt x="64" y="138"/>
                  </a:cubicBezTo>
                  <a:cubicBezTo>
                    <a:pt x="87" y="138"/>
                    <a:pt x="87" y="138"/>
                    <a:pt x="87" y="138"/>
                  </a:cubicBezTo>
                  <a:cubicBezTo>
                    <a:pt x="94" y="138"/>
                    <a:pt x="100" y="138"/>
                    <a:pt x="103" y="139"/>
                  </a:cubicBezTo>
                  <a:cubicBezTo>
                    <a:pt x="107" y="140"/>
                    <a:pt x="110" y="141"/>
                    <a:pt x="113" y="143"/>
                  </a:cubicBezTo>
                  <a:cubicBezTo>
                    <a:pt x="116" y="144"/>
                    <a:pt x="119" y="147"/>
                    <a:pt x="123" y="152"/>
                  </a:cubicBezTo>
                  <a:cubicBezTo>
                    <a:pt x="126" y="156"/>
                    <a:pt x="131" y="163"/>
                    <a:pt x="137" y="172"/>
                  </a:cubicBezTo>
                  <a:cubicBezTo>
                    <a:pt x="155" y="201"/>
                    <a:pt x="155" y="201"/>
                    <a:pt x="155" y="201"/>
                  </a:cubicBezTo>
                  <a:cubicBezTo>
                    <a:pt x="160" y="209"/>
                    <a:pt x="165" y="216"/>
                    <a:pt x="169" y="224"/>
                  </a:cubicBezTo>
                  <a:cubicBezTo>
                    <a:pt x="174" y="231"/>
                    <a:pt x="179" y="238"/>
                    <a:pt x="185" y="244"/>
                  </a:cubicBezTo>
                  <a:cubicBezTo>
                    <a:pt x="243" y="244"/>
                    <a:pt x="243" y="244"/>
                    <a:pt x="243" y="244"/>
                  </a:cubicBezTo>
                  <a:cubicBezTo>
                    <a:pt x="243" y="235"/>
                    <a:pt x="243" y="235"/>
                    <a:pt x="243" y="235"/>
                  </a:cubicBezTo>
                  <a:cubicBezTo>
                    <a:pt x="237" y="234"/>
                    <a:pt x="231" y="233"/>
                    <a:pt x="227" y="230"/>
                  </a:cubicBezTo>
                  <a:cubicBezTo>
                    <a:pt x="223" y="228"/>
                    <a:pt x="219" y="224"/>
                    <a:pt x="215" y="220"/>
                  </a:cubicBezTo>
                  <a:cubicBezTo>
                    <a:pt x="211" y="215"/>
                    <a:pt x="206" y="209"/>
                    <a:pt x="201" y="200"/>
                  </a:cubicBezTo>
                  <a:cubicBezTo>
                    <a:pt x="182" y="171"/>
                    <a:pt x="182" y="171"/>
                    <a:pt x="182" y="171"/>
                  </a:cubicBezTo>
                  <a:cubicBezTo>
                    <a:pt x="174" y="159"/>
                    <a:pt x="167" y="151"/>
                    <a:pt x="161" y="145"/>
                  </a:cubicBezTo>
                  <a:cubicBezTo>
                    <a:pt x="155" y="140"/>
                    <a:pt x="148" y="135"/>
                    <a:pt x="139" y="132"/>
                  </a:cubicBezTo>
                  <a:cubicBezTo>
                    <a:pt x="139" y="131"/>
                    <a:pt x="139" y="131"/>
                    <a:pt x="139" y="131"/>
                  </a:cubicBezTo>
                  <a:cubicBezTo>
                    <a:pt x="161" y="125"/>
                    <a:pt x="176" y="116"/>
                    <a:pt x="187" y="104"/>
                  </a:cubicBezTo>
                  <a:cubicBezTo>
                    <a:pt x="198" y="93"/>
                    <a:pt x="203" y="79"/>
                    <a:pt x="203" y="63"/>
                  </a:cubicBezTo>
                  <a:cubicBezTo>
                    <a:pt x="203" y="41"/>
                    <a:pt x="195" y="25"/>
                    <a:pt x="178" y="15"/>
                  </a:cubicBezTo>
                  <a:cubicBezTo>
                    <a:pt x="162" y="5"/>
                    <a:pt x="138" y="0"/>
                    <a:pt x="1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8" name="Freeform 301">
              <a:extLst>
                <a:ext uri="{FF2B5EF4-FFF2-40B4-BE49-F238E27FC236}">
                  <a16:creationId xmlns:a16="http://schemas.microsoft.com/office/drawing/2014/main" id="{68AAA271-05E2-D57B-7188-1C0912EB4704}"/>
                </a:ext>
              </a:extLst>
            </p:cNvPr>
            <p:cNvSpPr>
              <a:spLocks/>
            </p:cNvSpPr>
            <p:nvPr/>
          </p:nvSpPr>
          <p:spPr bwMode="auto">
            <a:xfrm>
              <a:off x="3532035" y="2121525"/>
              <a:ext cx="62219" cy="91499"/>
            </a:xfrm>
            <a:custGeom>
              <a:avLst/>
              <a:gdLst>
                <a:gd name="T0" fmla="*/ 96 w 171"/>
                <a:gd name="T1" fmla="*/ 0 h 250"/>
                <a:gd name="T2" fmla="*/ 46 w 171"/>
                <a:gd name="T3" fmla="*/ 8 h 250"/>
                <a:gd name="T4" fmla="*/ 14 w 171"/>
                <a:gd name="T5" fmla="*/ 31 h 250"/>
                <a:gd name="T6" fmla="*/ 3 w 171"/>
                <a:gd name="T7" fmla="*/ 66 h 250"/>
                <a:gd name="T8" fmla="*/ 10 w 171"/>
                <a:gd name="T9" fmla="*/ 91 h 250"/>
                <a:gd name="T10" fmla="*/ 31 w 171"/>
                <a:gd name="T11" fmla="*/ 113 h 250"/>
                <a:gd name="T12" fmla="*/ 71 w 171"/>
                <a:gd name="T13" fmla="*/ 133 h 250"/>
                <a:gd name="T14" fmla="*/ 109 w 171"/>
                <a:gd name="T15" fmla="*/ 152 h 250"/>
                <a:gd name="T16" fmla="*/ 126 w 171"/>
                <a:gd name="T17" fmla="*/ 169 h 250"/>
                <a:gd name="T18" fmla="*/ 132 w 171"/>
                <a:gd name="T19" fmla="*/ 192 h 250"/>
                <a:gd name="T20" fmla="*/ 119 w 171"/>
                <a:gd name="T21" fmla="*/ 223 h 250"/>
                <a:gd name="T22" fmla="*/ 81 w 171"/>
                <a:gd name="T23" fmla="*/ 234 h 250"/>
                <a:gd name="T24" fmla="*/ 51 w 171"/>
                <a:gd name="T25" fmla="*/ 230 h 250"/>
                <a:gd name="T26" fmla="*/ 33 w 171"/>
                <a:gd name="T27" fmla="*/ 216 h 250"/>
                <a:gd name="T28" fmla="*/ 21 w 171"/>
                <a:gd name="T29" fmla="*/ 192 h 250"/>
                <a:gd name="T30" fmla="*/ 0 w 171"/>
                <a:gd name="T31" fmla="*/ 192 h 250"/>
                <a:gd name="T32" fmla="*/ 0 w 171"/>
                <a:gd name="T33" fmla="*/ 241 h 250"/>
                <a:gd name="T34" fmla="*/ 77 w 171"/>
                <a:gd name="T35" fmla="*/ 250 h 250"/>
                <a:gd name="T36" fmla="*/ 115 w 171"/>
                <a:gd name="T37" fmla="*/ 246 h 250"/>
                <a:gd name="T38" fmla="*/ 144 w 171"/>
                <a:gd name="T39" fmla="*/ 234 h 250"/>
                <a:gd name="T40" fmla="*/ 164 w 171"/>
                <a:gd name="T41" fmla="*/ 213 h 250"/>
                <a:gd name="T42" fmla="*/ 171 w 171"/>
                <a:gd name="T43" fmla="*/ 182 h 250"/>
                <a:gd name="T44" fmla="*/ 162 w 171"/>
                <a:gd name="T45" fmla="*/ 152 h 250"/>
                <a:gd name="T46" fmla="*/ 139 w 171"/>
                <a:gd name="T47" fmla="*/ 130 h 250"/>
                <a:gd name="T48" fmla="*/ 97 w 171"/>
                <a:gd name="T49" fmla="*/ 109 h 250"/>
                <a:gd name="T50" fmla="*/ 63 w 171"/>
                <a:gd name="T51" fmla="*/ 92 h 250"/>
                <a:gd name="T52" fmla="*/ 46 w 171"/>
                <a:gd name="T53" fmla="*/ 75 h 250"/>
                <a:gd name="T54" fmla="*/ 41 w 171"/>
                <a:gd name="T55" fmla="*/ 54 h 250"/>
                <a:gd name="T56" fmla="*/ 47 w 171"/>
                <a:gd name="T57" fmla="*/ 33 h 250"/>
                <a:gd name="T58" fmla="*/ 64 w 171"/>
                <a:gd name="T59" fmla="*/ 21 h 250"/>
                <a:gd name="T60" fmla="*/ 89 w 171"/>
                <a:gd name="T61" fmla="*/ 16 h 250"/>
                <a:gd name="T62" fmla="*/ 115 w 171"/>
                <a:gd name="T63" fmla="*/ 20 h 250"/>
                <a:gd name="T64" fmla="*/ 132 w 171"/>
                <a:gd name="T65" fmla="*/ 32 h 250"/>
                <a:gd name="T66" fmla="*/ 144 w 171"/>
                <a:gd name="T67" fmla="*/ 56 h 250"/>
                <a:gd name="T68" fmla="*/ 166 w 171"/>
                <a:gd name="T69" fmla="*/ 56 h 250"/>
                <a:gd name="T70" fmla="*/ 166 w 171"/>
                <a:gd name="T71" fmla="*/ 8 h 250"/>
                <a:gd name="T72" fmla="*/ 127 w 171"/>
                <a:gd name="T73" fmla="*/ 2 h 250"/>
                <a:gd name="T74" fmla="*/ 96 w 171"/>
                <a:gd name="T7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1" h="250">
                  <a:moveTo>
                    <a:pt x="96" y="0"/>
                  </a:moveTo>
                  <a:cubicBezTo>
                    <a:pt x="77" y="0"/>
                    <a:pt x="61" y="3"/>
                    <a:pt x="46" y="8"/>
                  </a:cubicBezTo>
                  <a:cubicBezTo>
                    <a:pt x="32" y="14"/>
                    <a:pt x="21" y="21"/>
                    <a:pt x="14" y="31"/>
                  </a:cubicBezTo>
                  <a:cubicBezTo>
                    <a:pt x="6" y="41"/>
                    <a:pt x="3" y="52"/>
                    <a:pt x="3" y="66"/>
                  </a:cubicBezTo>
                  <a:cubicBezTo>
                    <a:pt x="3" y="75"/>
                    <a:pt x="5" y="84"/>
                    <a:pt x="10" y="91"/>
                  </a:cubicBezTo>
                  <a:cubicBezTo>
                    <a:pt x="15" y="99"/>
                    <a:pt x="22" y="106"/>
                    <a:pt x="31" y="113"/>
                  </a:cubicBezTo>
                  <a:cubicBezTo>
                    <a:pt x="41" y="119"/>
                    <a:pt x="54" y="126"/>
                    <a:pt x="71" y="133"/>
                  </a:cubicBezTo>
                  <a:cubicBezTo>
                    <a:pt x="88" y="140"/>
                    <a:pt x="100" y="147"/>
                    <a:pt x="109" y="152"/>
                  </a:cubicBezTo>
                  <a:cubicBezTo>
                    <a:pt x="117" y="157"/>
                    <a:pt x="123" y="163"/>
                    <a:pt x="126" y="169"/>
                  </a:cubicBezTo>
                  <a:cubicBezTo>
                    <a:pt x="130" y="175"/>
                    <a:pt x="132" y="182"/>
                    <a:pt x="132" y="192"/>
                  </a:cubicBezTo>
                  <a:cubicBezTo>
                    <a:pt x="132" y="205"/>
                    <a:pt x="128" y="216"/>
                    <a:pt x="119" y="223"/>
                  </a:cubicBezTo>
                  <a:cubicBezTo>
                    <a:pt x="110" y="231"/>
                    <a:pt x="97" y="234"/>
                    <a:pt x="81" y="234"/>
                  </a:cubicBezTo>
                  <a:cubicBezTo>
                    <a:pt x="69" y="234"/>
                    <a:pt x="59" y="233"/>
                    <a:pt x="51" y="230"/>
                  </a:cubicBezTo>
                  <a:cubicBezTo>
                    <a:pt x="44" y="227"/>
                    <a:pt x="38" y="222"/>
                    <a:pt x="33" y="216"/>
                  </a:cubicBezTo>
                  <a:cubicBezTo>
                    <a:pt x="28" y="210"/>
                    <a:pt x="24" y="202"/>
                    <a:pt x="21" y="192"/>
                  </a:cubicBezTo>
                  <a:cubicBezTo>
                    <a:pt x="0" y="192"/>
                    <a:pt x="0" y="192"/>
                    <a:pt x="0" y="192"/>
                  </a:cubicBezTo>
                  <a:cubicBezTo>
                    <a:pt x="0" y="241"/>
                    <a:pt x="0" y="241"/>
                    <a:pt x="0" y="241"/>
                  </a:cubicBezTo>
                  <a:cubicBezTo>
                    <a:pt x="29" y="247"/>
                    <a:pt x="55" y="250"/>
                    <a:pt x="77" y="250"/>
                  </a:cubicBezTo>
                  <a:cubicBezTo>
                    <a:pt x="91" y="250"/>
                    <a:pt x="103" y="249"/>
                    <a:pt x="115" y="246"/>
                  </a:cubicBezTo>
                  <a:cubicBezTo>
                    <a:pt x="126" y="244"/>
                    <a:pt x="136" y="240"/>
                    <a:pt x="144" y="234"/>
                  </a:cubicBezTo>
                  <a:cubicBezTo>
                    <a:pt x="153" y="229"/>
                    <a:pt x="159" y="222"/>
                    <a:pt x="164" y="213"/>
                  </a:cubicBezTo>
                  <a:cubicBezTo>
                    <a:pt x="168" y="205"/>
                    <a:pt x="171" y="194"/>
                    <a:pt x="171" y="182"/>
                  </a:cubicBezTo>
                  <a:cubicBezTo>
                    <a:pt x="171" y="170"/>
                    <a:pt x="168" y="161"/>
                    <a:pt x="162" y="152"/>
                  </a:cubicBezTo>
                  <a:cubicBezTo>
                    <a:pt x="157" y="144"/>
                    <a:pt x="149" y="136"/>
                    <a:pt x="139" y="130"/>
                  </a:cubicBezTo>
                  <a:cubicBezTo>
                    <a:pt x="129" y="123"/>
                    <a:pt x="115" y="116"/>
                    <a:pt x="97" y="109"/>
                  </a:cubicBezTo>
                  <a:cubicBezTo>
                    <a:pt x="82" y="102"/>
                    <a:pt x="71" y="97"/>
                    <a:pt x="63" y="92"/>
                  </a:cubicBezTo>
                  <a:cubicBezTo>
                    <a:pt x="55" y="87"/>
                    <a:pt x="50" y="81"/>
                    <a:pt x="46" y="75"/>
                  </a:cubicBezTo>
                  <a:cubicBezTo>
                    <a:pt x="43" y="70"/>
                    <a:pt x="41" y="62"/>
                    <a:pt x="41" y="54"/>
                  </a:cubicBezTo>
                  <a:cubicBezTo>
                    <a:pt x="41" y="46"/>
                    <a:pt x="43" y="39"/>
                    <a:pt x="47" y="33"/>
                  </a:cubicBezTo>
                  <a:cubicBezTo>
                    <a:pt x="51" y="28"/>
                    <a:pt x="57" y="23"/>
                    <a:pt x="64" y="21"/>
                  </a:cubicBezTo>
                  <a:cubicBezTo>
                    <a:pt x="72" y="18"/>
                    <a:pt x="80" y="16"/>
                    <a:pt x="89" y="16"/>
                  </a:cubicBezTo>
                  <a:cubicBezTo>
                    <a:pt x="100" y="16"/>
                    <a:pt x="108" y="17"/>
                    <a:pt x="115" y="20"/>
                  </a:cubicBezTo>
                  <a:cubicBezTo>
                    <a:pt x="122" y="22"/>
                    <a:pt x="127" y="26"/>
                    <a:pt x="132" y="32"/>
                  </a:cubicBezTo>
                  <a:cubicBezTo>
                    <a:pt x="137" y="38"/>
                    <a:pt x="141" y="46"/>
                    <a:pt x="144" y="56"/>
                  </a:cubicBezTo>
                  <a:cubicBezTo>
                    <a:pt x="166" y="56"/>
                    <a:pt x="166" y="56"/>
                    <a:pt x="166" y="56"/>
                  </a:cubicBezTo>
                  <a:cubicBezTo>
                    <a:pt x="166" y="8"/>
                    <a:pt x="166" y="8"/>
                    <a:pt x="166" y="8"/>
                  </a:cubicBezTo>
                  <a:cubicBezTo>
                    <a:pt x="150" y="5"/>
                    <a:pt x="137" y="3"/>
                    <a:pt x="127" y="2"/>
                  </a:cubicBezTo>
                  <a:cubicBezTo>
                    <a:pt x="117" y="1"/>
                    <a:pt x="106" y="0"/>
                    <a:pt x="9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9" name="Freeform 302">
              <a:extLst>
                <a:ext uri="{FF2B5EF4-FFF2-40B4-BE49-F238E27FC236}">
                  <a16:creationId xmlns:a16="http://schemas.microsoft.com/office/drawing/2014/main" id="{EFC91B22-8B93-29C4-81B9-19B4E4A6F9CB}"/>
                </a:ext>
              </a:extLst>
            </p:cNvPr>
            <p:cNvSpPr>
              <a:spLocks/>
            </p:cNvSpPr>
            <p:nvPr/>
          </p:nvSpPr>
          <p:spPr bwMode="auto">
            <a:xfrm>
              <a:off x="3610927" y="2122744"/>
              <a:ext cx="32939" cy="89060"/>
            </a:xfrm>
            <a:custGeom>
              <a:avLst/>
              <a:gdLst>
                <a:gd name="T0" fmla="*/ 90 w 90"/>
                <a:gd name="T1" fmla="*/ 0 h 244"/>
                <a:gd name="T2" fmla="*/ 0 w 90"/>
                <a:gd name="T3" fmla="*/ 0 h 244"/>
                <a:gd name="T4" fmla="*/ 0 w 90"/>
                <a:gd name="T5" fmla="*/ 9 h 244"/>
                <a:gd name="T6" fmla="*/ 14 w 90"/>
                <a:gd name="T7" fmla="*/ 13 h 244"/>
                <a:gd name="T8" fmla="*/ 20 w 90"/>
                <a:gd name="T9" fmla="*/ 18 h 244"/>
                <a:gd name="T10" fmla="*/ 24 w 90"/>
                <a:gd name="T11" fmla="*/ 27 h 244"/>
                <a:gd name="T12" fmla="*/ 25 w 90"/>
                <a:gd name="T13" fmla="*/ 45 h 244"/>
                <a:gd name="T14" fmla="*/ 25 w 90"/>
                <a:gd name="T15" fmla="*/ 199 h 244"/>
                <a:gd name="T16" fmla="*/ 24 w 90"/>
                <a:gd name="T17" fmla="*/ 219 h 244"/>
                <a:gd name="T18" fmla="*/ 18 w 90"/>
                <a:gd name="T19" fmla="*/ 229 h 244"/>
                <a:gd name="T20" fmla="*/ 0 w 90"/>
                <a:gd name="T21" fmla="*/ 235 h 244"/>
                <a:gd name="T22" fmla="*/ 0 w 90"/>
                <a:gd name="T23" fmla="*/ 244 h 244"/>
                <a:gd name="T24" fmla="*/ 90 w 90"/>
                <a:gd name="T25" fmla="*/ 244 h 244"/>
                <a:gd name="T26" fmla="*/ 90 w 90"/>
                <a:gd name="T27" fmla="*/ 235 h 244"/>
                <a:gd name="T28" fmla="*/ 75 w 90"/>
                <a:gd name="T29" fmla="*/ 231 h 244"/>
                <a:gd name="T30" fmla="*/ 69 w 90"/>
                <a:gd name="T31" fmla="*/ 226 h 244"/>
                <a:gd name="T32" fmla="*/ 66 w 90"/>
                <a:gd name="T33" fmla="*/ 217 h 244"/>
                <a:gd name="T34" fmla="*/ 65 w 90"/>
                <a:gd name="T35" fmla="*/ 199 h 244"/>
                <a:gd name="T36" fmla="*/ 65 w 90"/>
                <a:gd name="T37" fmla="*/ 45 h 244"/>
                <a:gd name="T38" fmla="*/ 66 w 90"/>
                <a:gd name="T39" fmla="*/ 27 h 244"/>
                <a:gd name="T40" fmla="*/ 70 w 90"/>
                <a:gd name="T41" fmla="*/ 18 h 244"/>
                <a:gd name="T42" fmla="*/ 76 w 90"/>
                <a:gd name="T43" fmla="*/ 13 h 244"/>
                <a:gd name="T44" fmla="*/ 90 w 90"/>
                <a:gd name="T45" fmla="*/ 9 h 244"/>
                <a:gd name="T46" fmla="*/ 90 w 90"/>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0" h="244">
                  <a:moveTo>
                    <a:pt x="90"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90" y="244"/>
                    <a:pt x="90" y="244"/>
                    <a:pt x="90" y="244"/>
                  </a:cubicBezTo>
                  <a:cubicBezTo>
                    <a:pt x="90" y="235"/>
                    <a:pt x="90" y="235"/>
                    <a:pt x="90" y="235"/>
                  </a:cubicBezTo>
                  <a:cubicBezTo>
                    <a:pt x="83" y="234"/>
                    <a:pt x="78" y="232"/>
                    <a:pt x="75" y="231"/>
                  </a:cubicBezTo>
                  <a:cubicBezTo>
                    <a:pt x="73" y="230"/>
                    <a:pt x="71"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70" y="18"/>
                  </a:cubicBezTo>
                  <a:cubicBezTo>
                    <a:pt x="71" y="16"/>
                    <a:pt x="73"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0" name="Freeform 303">
              <a:extLst>
                <a:ext uri="{FF2B5EF4-FFF2-40B4-BE49-F238E27FC236}">
                  <a16:creationId xmlns:a16="http://schemas.microsoft.com/office/drawing/2014/main" id="{B3FB3509-EAC4-3328-D2FB-704EFEAE1A2B}"/>
                </a:ext>
              </a:extLst>
            </p:cNvPr>
            <p:cNvSpPr>
              <a:spLocks/>
            </p:cNvSpPr>
            <p:nvPr/>
          </p:nvSpPr>
          <p:spPr bwMode="auto">
            <a:xfrm>
              <a:off x="3658100" y="2122744"/>
              <a:ext cx="83367" cy="89060"/>
            </a:xfrm>
            <a:custGeom>
              <a:avLst/>
              <a:gdLst>
                <a:gd name="T0" fmla="*/ 229 w 229"/>
                <a:gd name="T1" fmla="*/ 0 h 244"/>
                <a:gd name="T2" fmla="*/ 0 w 229"/>
                <a:gd name="T3" fmla="*/ 0 h 244"/>
                <a:gd name="T4" fmla="*/ 0 w 229"/>
                <a:gd name="T5" fmla="*/ 62 h 244"/>
                <a:gd name="T6" fmla="*/ 21 w 229"/>
                <a:gd name="T7" fmla="*/ 62 h 244"/>
                <a:gd name="T8" fmla="*/ 30 w 229"/>
                <a:gd name="T9" fmla="*/ 39 h 244"/>
                <a:gd name="T10" fmla="*/ 40 w 229"/>
                <a:gd name="T11" fmla="*/ 24 h 244"/>
                <a:gd name="T12" fmla="*/ 52 w 229"/>
                <a:gd name="T13" fmla="*/ 18 h 244"/>
                <a:gd name="T14" fmla="*/ 68 w 229"/>
                <a:gd name="T15" fmla="*/ 16 h 244"/>
                <a:gd name="T16" fmla="*/ 95 w 229"/>
                <a:gd name="T17" fmla="*/ 16 h 244"/>
                <a:gd name="T18" fmla="*/ 95 w 229"/>
                <a:gd name="T19" fmla="*/ 199 h 244"/>
                <a:gd name="T20" fmla="*/ 94 w 229"/>
                <a:gd name="T21" fmla="*/ 215 h 244"/>
                <a:gd name="T22" fmla="*/ 91 w 229"/>
                <a:gd name="T23" fmla="*/ 224 h 244"/>
                <a:gd name="T24" fmla="*/ 85 w 229"/>
                <a:gd name="T25" fmla="*/ 229 h 244"/>
                <a:gd name="T26" fmla="*/ 78 w 229"/>
                <a:gd name="T27" fmla="*/ 233 h 244"/>
                <a:gd name="T28" fmla="*/ 66 w 229"/>
                <a:gd name="T29" fmla="*/ 235 h 244"/>
                <a:gd name="T30" fmla="*/ 66 w 229"/>
                <a:gd name="T31" fmla="*/ 244 h 244"/>
                <a:gd name="T32" fmla="*/ 163 w 229"/>
                <a:gd name="T33" fmla="*/ 244 h 244"/>
                <a:gd name="T34" fmla="*/ 163 w 229"/>
                <a:gd name="T35" fmla="*/ 235 h 244"/>
                <a:gd name="T36" fmla="*/ 148 w 229"/>
                <a:gd name="T37" fmla="*/ 231 h 244"/>
                <a:gd name="T38" fmla="*/ 140 w 229"/>
                <a:gd name="T39" fmla="*/ 226 h 244"/>
                <a:gd name="T40" fmla="*/ 136 w 229"/>
                <a:gd name="T41" fmla="*/ 216 h 244"/>
                <a:gd name="T42" fmla="*/ 135 w 229"/>
                <a:gd name="T43" fmla="*/ 199 h 244"/>
                <a:gd name="T44" fmla="*/ 135 w 229"/>
                <a:gd name="T45" fmla="*/ 16 h 244"/>
                <a:gd name="T46" fmla="*/ 161 w 229"/>
                <a:gd name="T47" fmla="*/ 16 h 244"/>
                <a:gd name="T48" fmla="*/ 179 w 229"/>
                <a:gd name="T49" fmla="*/ 18 h 244"/>
                <a:gd name="T50" fmla="*/ 190 w 229"/>
                <a:gd name="T51" fmla="*/ 25 h 244"/>
                <a:gd name="T52" fmla="*/ 199 w 229"/>
                <a:gd name="T53" fmla="*/ 38 h 244"/>
                <a:gd name="T54" fmla="*/ 208 w 229"/>
                <a:gd name="T55" fmla="*/ 62 h 244"/>
                <a:gd name="T56" fmla="*/ 229 w 229"/>
                <a:gd name="T57" fmla="*/ 62 h 244"/>
                <a:gd name="T58" fmla="*/ 229 w 229"/>
                <a:gd name="T5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9" h="244">
                  <a:moveTo>
                    <a:pt x="229" y="0"/>
                  </a:moveTo>
                  <a:cubicBezTo>
                    <a:pt x="0" y="0"/>
                    <a:pt x="0" y="0"/>
                    <a:pt x="0" y="0"/>
                  </a:cubicBezTo>
                  <a:cubicBezTo>
                    <a:pt x="0" y="62"/>
                    <a:pt x="0" y="62"/>
                    <a:pt x="0" y="62"/>
                  </a:cubicBezTo>
                  <a:cubicBezTo>
                    <a:pt x="21" y="62"/>
                    <a:pt x="21" y="62"/>
                    <a:pt x="21" y="62"/>
                  </a:cubicBezTo>
                  <a:cubicBezTo>
                    <a:pt x="24" y="53"/>
                    <a:pt x="27" y="45"/>
                    <a:pt x="30" y="39"/>
                  </a:cubicBezTo>
                  <a:cubicBezTo>
                    <a:pt x="33" y="32"/>
                    <a:pt x="36" y="28"/>
                    <a:pt x="40" y="24"/>
                  </a:cubicBezTo>
                  <a:cubicBezTo>
                    <a:pt x="44" y="21"/>
                    <a:pt x="47" y="19"/>
                    <a:pt x="52" y="18"/>
                  </a:cubicBezTo>
                  <a:cubicBezTo>
                    <a:pt x="56" y="16"/>
                    <a:pt x="62" y="16"/>
                    <a:pt x="68" y="16"/>
                  </a:cubicBezTo>
                  <a:cubicBezTo>
                    <a:pt x="95" y="16"/>
                    <a:pt x="95" y="16"/>
                    <a:pt x="95" y="16"/>
                  </a:cubicBezTo>
                  <a:cubicBezTo>
                    <a:pt x="95" y="199"/>
                    <a:pt x="95" y="199"/>
                    <a:pt x="95" y="199"/>
                  </a:cubicBezTo>
                  <a:cubicBezTo>
                    <a:pt x="95" y="206"/>
                    <a:pt x="94" y="211"/>
                    <a:pt x="94" y="215"/>
                  </a:cubicBezTo>
                  <a:cubicBezTo>
                    <a:pt x="93" y="219"/>
                    <a:pt x="92" y="222"/>
                    <a:pt x="91" y="224"/>
                  </a:cubicBezTo>
                  <a:cubicBezTo>
                    <a:pt x="89" y="226"/>
                    <a:pt x="88" y="228"/>
                    <a:pt x="85" y="229"/>
                  </a:cubicBezTo>
                  <a:cubicBezTo>
                    <a:pt x="83" y="231"/>
                    <a:pt x="81" y="232"/>
                    <a:pt x="78" y="233"/>
                  </a:cubicBezTo>
                  <a:cubicBezTo>
                    <a:pt x="74" y="234"/>
                    <a:pt x="71" y="234"/>
                    <a:pt x="66" y="235"/>
                  </a:cubicBezTo>
                  <a:cubicBezTo>
                    <a:pt x="66" y="244"/>
                    <a:pt x="66" y="244"/>
                    <a:pt x="66" y="244"/>
                  </a:cubicBezTo>
                  <a:cubicBezTo>
                    <a:pt x="163" y="244"/>
                    <a:pt x="163" y="244"/>
                    <a:pt x="163" y="244"/>
                  </a:cubicBezTo>
                  <a:cubicBezTo>
                    <a:pt x="163" y="235"/>
                    <a:pt x="163" y="235"/>
                    <a:pt x="163" y="235"/>
                  </a:cubicBezTo>
                  <a:cubicBezTo>
                    <a:pt x="156" y="234"/>
                    <a:pt x="151" y="233"/>
                    <a:pt x="148" y="231"/>
                  </a:cubicBezTo>
                  <a:cubicBezTo>
                    <a:pt x="145" y="230"/>
                    <a:pt x="142" y="228"/>
                    <a:pt x="140" y="226"/>
                  </a:cubicBezTo>
                  <a:cubicBezTo>
                    <a:pt x="138" y="223"/>
                    <a:pt x="137" y="220"/>
                    <a:pt x="136" y="216"/>
                  </a:cubicBezTo>
                  <a:cubicBezTo>
                    <a:pt x="135" y="211"/>
                    <a:pt x="135" y="206"/>
                    <a:pt x="135" y="199"/>
                  </a:cubicBezTo>
                  <a:cubicBezTo>
                    <a:pt x="135" y="16"/>
                    <a:pt x="135" y="16"/>
                    <a:pt x="135" y="16"/>
                  </a:cubicBezTo>
                  <a:cubicBezTo>
                    <a:pt x="161" y="16"/>
                    <a:pt x="161" y="16"/>
                    <a:pt x="161" y="16"/>
                  </a:cubicBezTo>
                  <a:cubicBezTo>
                    <a:pt x="169" y="16"/>
                    <a:pt x="175" y="16"/>
                    <a:pt x="179" y="18"/>
                  </a:cubicBezTo>
                  <a:cubicBezTo>
                    <a:pt x="183" y="19"/>
                    <a:pt x="186" y="21"/>
                    <a:pt x="190" y="25"/>
                  </a:cubicBezTo>
                  <a:cubicBezTo>
                    <a:pt x="193" y="28"/>
                    <a:pt x="196" y="32"/>
                    <a:pt x="199" y="38"/>
                  </a:cubicBezTo>
                  <a:cubicBezTo>
                    <a:pt x="202" y="44"/>
                    <a:pt x="205" y="52"/>
                    <a:pt x="208" y="62"/>
                  </a:cubicBezTo>
                  <a:cubicBezTo>
                    <a:pt x="229" y="62"/>
                    <a:pt x="229" y="62"/>
                    <a:pt x="229" y="62"/>
                  </a:cubicBezTo>
                  <a:cubicBezTo>
                    <a:pt x="229" y="0"/>
                    <a:pt x="229" y="0"/>
                    <a:pt x="22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1" name="Freeform 304">
              <a:extLst>
                <a:ext uri="{FF2B5EF4-FFF2-40B4-BE49-F238E27FC236}">
                  <a16:creationId xmlns:a16="http://schemas.microsoft.com/office/drawing/2014/main" id="{98B9A718-BC07-31C3-D040-171A271FE14B}"/>
                </a:ext>
              </a:extLst>
            </p:cNvPr>
            <p:cNvSpPr>
              <a:spLocks/>
            </p:cNvSpPr>
            <p:nvPr/>
          </p:nvSpPr>
          <p:spPr bwMode="auto">
            <a:xfrm>
              <a:off x="3747974" y="2122744"/>
              <a:ext cx="89467" cy="89060"/>
            </a:xfrm>
            <a:custGeom>
              <a:avLst/>
              <a:gdLst>
                <a:gd name="T0" fmla="*/ 245 w 245"/>
                <a:gd name="T1" fmla="*/ 0 h 244"/>
                <a:gd name="T2" fmla="*/ 165 w 245"/>
                <a:gd name="T3" fmla="*/ 0 h 244"/>
                <a:gd name="T4" fmla="*/ 165 w 245"/>
                <a:gd name="T5" fmla="*/ 9 h 244"/>
                <a:gd name="T6" fmla="*/ 179 w 245"/>
                <a:gd name="T7" fmla="*/ 13 h 244"/>
                <a:gd name="T8" fmla="*/ 183 w 245"/>
                <a:gd name="T9" fmla="*/ 23 h 244"/>
                <a:gd name="T10" fmla="*/ 180 w 245"/>
                <a:gd name="T11" fmla="*/ 38 h 244"/>
                <a:gd name="T12" fmla="*/ 168 w 245"/>
                <a:gd name="T13" fmla="*/ 59 h 244"/>
                <a:gd name="T14" fmla="*/ 126 w 245"/>
                <a:gd name="T15" fmla="*/ 121 h 244"/>
                <a:gd name="T16" fmla="*/ 83 w 245"/>
                <a:gd name="T17" fmla="*/ 53 h 244"/>
                <a:gd name="T18" fmla="*/ 73 w 245"/>
                <a:gd name="T19" fmla="*/ 35 h 244"/>
                <a:gd name="T20" fmla="*/ 70 w 245"/>
                <a:gd name="T21" fmla="*/ 23 h 244"/>
                <a:gd name="T22" fmla="*/ 90 w 245"/>
                <a:gd name="T23" fmla="*/ 9 h 244"/>
                <a:gd name="T24" fmla="*/ 90 w 245"/>
                <a:gd name="T25" fmla="*/ 0 h 244"/>
                <a:gd name="T26" fmla="*/ 0 w 245"/>
                <a:gd name="T27" fmla="*/ 0 h 244"/>
                <a:gd name="T28" fmla="*/ 0 w 245"/>
                <a:gd name="T29" fmla="*/ 9 h 244"/>
                <a:gd name="T30" fmla="*/ 13 w 245"/>
                <a:gd name="T31" fmla="*/ 15 h 244"/>
                <a:gd name="T32" fmla="*/ 24 w 245"/>
                <a:gd name="T33" fmla="*/ 26 h 244"/>
                <a:gd name="T34" fmla="*/ 40 w 245"/>
                <a:gd name="T35" fmla="*/ 50 h 244"/>
                <a:gd name="T36" fmla="*/ 98 w 245"/>
                <a:gd name="T37" fmla="*/ 142 h 244"/>
                <a:gd name="T38" fmla="*/ 98 w 245"/>
                <a:gd name="T39" fmla="*/ 199 h 244"/>
                <a:gd name="T40" fmla="*/ 97 w 245"/>
                <a:gd name="T41" fmla="*/ 216 h 244"/>
                <a:gd name="T42" fmla="*/ 93 w 245"/>
                <a:gd name="T43" fmla="*/ 226 h 244"/>
                <a:gd name="T44" fmla="*/ 85 w 245"/>
                <a:gd name="T45" fmla="*/ 231 h 244"/>
                <a:gd name="T46" fmla="*/ 70 w 245"/>
                <a:gd name="T47" fmla="*/ 235 h 244"/>
                <a:gd name="T48" fmla="*/ 70 w 245"/>
                <a:gd name="T49" fmla="*/ 244 h 244"/>
                <a:gd name="T50" fmla="*/ 167 w 245"/>
                <a:gd name="T51" fmla="*/ 244 h 244"/>
                <a:gd name="T52" fmla="*/ 167 w 245"/>
                <a:gd name="T53" fmla="*/ 235 h 244"/>
                <a:gd name="T54" fmla="*/ 151 w 245"/>
                <a:gd name="T55" fmla="*/ 231 h 244"/>
                <a:gd name="T56" fmla="*/ 144 w 245"/>
                <a:gd name="T57" fmla="*/ 225 h 244"/>
                <a:gd name="T58" fmla="*/ 139 w 245"/>
                <a:gd name="T59" fmla="*/ 215 h 244"/>
                <a:gd name="T60" fmla="*/ 138 w 245"/>
                <a:gd name="T61" fmla="*/ 199 h 244"/>
                <a:gd name="T62" fmla="*/ 138 w 245"/>
                <a:gd name="T63" fmla="*/ 141 h 244"/>
                <a:gd name="T64" fmla="*/ 197 w 245"/>
                <a:gd name="T65" fmla="*/ 56 h 244"/>
                <a:gd name="T66" fmla="*/ 217 w 245"/>
                <a:gd name="T67" fmla="*/ 29 h 244"/>
                <a:gd name="T68" fmla="*/ 230 w 245"/>
                <a:gd name="T69" fmla="*/ 16 h 244"/>
                <a:gd name="T70" fmla="*/ 245 w 245"/>
                <a:gd name="T71" fmla="*/ 9 h 244"/>
                <a:gd name="T72" fmla="*/ 245 w 245"/>
                <a:gd name="T7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244">
                  <a:moveTo>
                    <a:pt x="245" y="0"/>
                  </a:moveTo>
                  <a:cubicBezTo>
                    <a:pt x="165" y="0"/>
                    <a:pt x="165" y="0"/>
                    <a:pt x="165" y="0"/>
                  </a:cubicBezTo>
                  <a:cubicBezTo>
                    <a:pt x="165" y="9"/>
                    <a:pt x="165" y="9"/>
                    <a:pt x="165" y="9"/>
                  </a:cubicBezTo>
                  <a:cubicBezTo>
                    <a:pt x="171" y="9"/>
                    <a:pt x="176" y="11"/>
                    <a:pt x="179" y="13"/>
                  </a:cubicBezTo>
                  <a:cubicBezTo>
                    <a:pt x="182" y="16"/>
                    <a:pt x="183" y="19"/>
                    <a:pt x="183" y="23"/>
                  </a:cubicBezTo>
                  <a:cubicBezTo>
                    <a:pt x="183" y="28"/>
                    <a:pt x="182" y="33"/>
                    <a:pt x="180" y="38"/>
                  </a:cubicBezTo>
                  <a:cubicBezTo>
                    <a:pt x="177" y="44"/>
                    <a:pt x="173" y="51"/>
                    <a:pt x="168" y="59"/>
                  </a:cubicBezTo>
                  <a:cubicBezTo>
                    <a:pt x="126" y="121"/>
                    <a:pt x="126" y="121"/>
                    <a:pt x="126" y="121"/>
                  </a:cubicBezTo>
                  <a:cubicBezTo>
                    <a:pt x="83" y="53"/>
                    <a:pt x="83" y="53"/>
                    <a:pt x="83" y="53"/>
                  </a:cubicBezTo>
                  <a:cubicBezTo>
                    <a:pt x="78" y="45"/>
                    <a:pt x="75" y="39"/>
                    <a:pt x="73" y="35"/>
                  </a:cubicBezTo>
                  <a:cubicBezTo>
                    <a:pt x="71" y="31"/>
                    <a:pt x="70" y="27"/>
                    <a:pt x="70" y="23"/>
                  </a:cubicBezTo>
                  <a:cubicBezTo>
                    <a:pt x="70" y="15"/>
                    <a:pt x="77" y="10"/>
                    <a:pt x="90" y="9"/>
                  </a:cubicBezTo>
                  <a:cubicBezTo>
                    <a:pt x="90" y="0"/>
                    <a:pt x="90" y="0"/>
                    <a:pt x="90" y="0"/>
                  </a:cubicBezTo>
                  <a:cubicBezTo>
                    <a:pt x="0" y="0"/>
                    <a:pt x="0" y="0"/>
                    <a:pt x="0" y="0"/>
                  </a:cubicBezTo>
                  <a:cubicBezTo>
                    <a:pt x="0" y="9"/>
                    <a:pt x="0" y="9"/>
                    <a:pt x="0" y="9"/>
                  </a:cubicBezTo>
                  <a:cubicBezTo>
                    <a:pt x="5" y="10"/>
                    <a:pt x="9" y="12"/>
                    <a:pt x="13" y="15"/>
                  </a:cubicBezTo>
                  <a:cubicBezTo>
                    <a:pt x="16" y="18"/>
                    <a:pt x="20" y="21"/>
                    <a:pt x="24" y="26"/>
                  </a:cubicBezTo>
                  <a:cubicBezTo>
                    <a:pt x="28" y="31"/>
                    <a:pt x="33" y="39"/>
                    <a:pt x="40" y="50"/>
                  </a:cubicBezTo>
                  <a:cubicBezTo>
                    <a:pt x="98" y="142"/>
                    <a:pt x="98" y="142"/>
                    <a:pt x="98" y="142"/>
                  </a:cubicBezTo>
                  <a:cubicBezTo>
                    <a:pt x="98" y="199"/>
                    <a:pt x="98" y="199"/>
                    <a:pt x="98" y="199"/>
                  </a:cubicBezTo>
                  <a:cubicBezTo>
                    <a:pt x="98" y="206"/>
                    <a:pt x="98" y="211"/>
                    <a:pt x="97" y="216"/>
                  </a:cubicBezTo>
                  <a:cubicBezTo>
                    <a:pt x="96" y="220"/>
                    <a:pt x="95" y="223"/>
                    <a:pt x="93" y="226"/>
                  </a:cubicBezTo>
                  <a:cubicBezTo>
                    <a:pt x="91" y="228"/>
                    <a:pt x="88" y="230"/>
                    <a:pt x="85" y="231"/>
                  </a:cubicBezTo>
                  <a:cubicBezTo>
                    <a:pt x="82" y="233"/>
                    <a:pt x="77" y="234"/>
                    <a:pt x="70" y="235"/>
                  </a:cubicBezTo>
                  <a:cubicBezTo>
                    <a:pt x="70" y="244"/>
                    <a:pt x="70" y="244"/>
                    <a:pt x="70" y="244"/>
                  </a:cubicBezTo>
                  <a:cubicBezTo>
                    <a:pt x="167" y="244"/>
                    <a:pt x="167" y="244"/>
                    <a:pt x="167" y="244"/>
                  </a:cubicBezTo>
                  <a:cubicBezTo>
                    <a:pt x="167" y="235"/>
                    <a:pt x="167" y="235"/>
                    <a:pt x="167" y="235"/>
                  </a:cubicBezTo>
                  <a:cubicBezTo>
                    <a:pt x="160" y="234"/>
                    <a:pt x="155" y="233"/>
                    <a:pt x="151" y="231"/>
                  </a:cubicBezTo>
                  <a:cubicBezTo>
                    <a:pt x="148" y="230"/>
                    <a:pt x="145" y="228"/>
                    <a:pt x="144" y="225"/>
                  </a:cubicBezTo>
                  <a:cubicBezTo>
                    <a:pt x="142" y="223"/>
                    <a:pt x="140" y="219"/>
                    <a:pt x="139" y="215"/>
                  </a:cubicBezTo>
                  <a:cubicBezTo>
                    <a:pt x="139" y="211"/>
                    <a:pt x="138" y="206"/>
                    <a:pt x="138" y="199"/>
                  </a:cubicBezTo>
                  <a:cubicBezTo>
                    <a:pt x="138" y="141"/>
                    <a:pt x="138" y="141"/>
                    <a:pt x="138" y="141"/>
                  </a:cubicBezTo>
                  <a:cubicBezTo>
                    <a:pt x="197" y="56"/>
                    <a:pt x="197" y="56"/>
                    <a:pt x="197" y="56"/>
                  </a:cubicBezTo>
                  <a:cubicBezTo>
                    <a:pt x="206" y="43"/>
                    <a:pt x="212" y="34"/>
                    <a:pt x="217" y="29"/>
                  </a:cubicBezTo>
                  <a:cubicBezTo>
                    <a:pt x="221" y="24"/>
                    <a:pt x="226" y="20"/>
                    <a:pt x="230" y="16"/>
                  </a:cubicBezTo>
                  <a:cubicBezTo>
                    <a:pt x="235" y="13"/>
                    <a:pt x="240" y="11"/>
                    <a:pt x="245" y="9"/>
                  </a:cubicBezTo>
                  <a:cubicBezTo>
                    <a:pt x="245" y="0"/>
                    <a:pt x="245" y="0"/>
                    <a:pt x="24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pic>
          <p:nvPicPr>
            <p:cNvPr id="122" name="图片 121">
              <a:extLst>
                <a:ext uri="{FF2B5EF4-FFF2-40B4-BE49-F238E27FC236}">
                  <a16:creationId xmlns:a16="http://schemas.microsoft.com/office/drawing/2014/main" id="{4616E49C-DA7C-FDBE-1C4A-386EB7E890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386" y="1446438"/>
              <a:ext cx="630731" cy="835719"/>
            </a:xfrm>
            <a:prstGeom prst="rect">
              <a:avLst/>
            </a:prstGeom>
          </p:spPr>
        </p:pic>
      </p:grpSp>
    </p:spTree>
    <p:extLst>
      <p:ext uri="{BB962C8B-B14F-4D97-AF65-F5344CB8AC3E}">
        <p14:creationId xmlns:p14="http://schemas.microsoft.com/office/powerpoint/2010/main" val="1989635199"/>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61E4ED-A8D5-CB57-E008-95E098441355}"/>
              </a:ext>
            </a:extLst>
          </p:cNvPr>
          <p:cNvSpPr>
            <a:spLocks noGrp="1"/>
          </p:cNvSpPr>
          <p:nvPr>
            <p:ph type="title"/>
          </p:nvPr>
        </p:nvSpPr>
        <p:spPr/>
        <p:txBody>
          <a:bodyPr>
            <a:normAutofit/>
          </a:bodyPr>
          <a:lstStyle/>
          <a:p>
            <a:r>
              <a:rPr lang="zh-CN" altLang="en-US" dirty="0"/>
              <a:t>问题</a:t>
            </a:r>
          </a:p>
        </p:txBody>
      </p:sp>
      <p:sp>
        <p:nvSpPr>
          <p:cNvPr id="3" name="日期占位符 2">
            <a:extLst>
              <a:ext uri="{FF2B5EF4-FFF2-40B4-BE49-F238E27FC236}">
                <a16:creationId xmlns:a16="http://schemas.microsoft.com/office/drawing/2014/main" id="{87F7D6BF-11C6-DBB3-BBD2-16B7F865B1B7}"/>
              </a:ext>
            </a:extLst>
          </p:cNvPr>
          <p:cNvSpPr>
            <a:spLocks noGrp="1"/>
          </p:cNvSpPr>
          <p:nvPr>
            <p:ph type="dt" sz="half" idx="10"/>
          </p:nvPr>
        </p:nvSpPr>
        <p:spPr/>
        <p:txBody>
          <a:bodyPr/>
          <a:lstStyle/>
          <a:p>
            <a:fld id="{4A181727-A34B-4640-B93E-0686B6355DC9}" type="datetime1">
              <a:rPr lang="zh-CN" altLang="en-US" smtClean="0"/>
              <a:t>2025/11/23</a:t>
            </a:fld>
            <a:endParaRPr lang="zh-CN" altLang="en-US" dirty="0"/>
          </a:p>
        </p:txBody>
      </p:sp>
      <p:sp>
        <p:nvSpPr>
          <p:cNvPr id="4" name="页脚占位符 3">
            <a:extLst>
              <a:ext uri="{FF2B5EF4-FFF2-40B4-BE49-F238E27FC236}">
                <a16:creationId xmlns:a16="http://schemas.microsoft.com/office/drawing/2014/main" id="{3F4CC769-C041-B0C5-D589-DF00B8F4C4AF}"/>
              </a:ext>
            </a:extLst>
          </p:cNvPr>
          <p:cNvSpPr>
            <a:spLocks noGrp="1"/>
          </p:cNvSpPr>
          <p:nvPr>
            <p:ph type="ftr" sz="quarter" idx="11"/>
          </p:nvPr>
        </p:nvSpPr>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96C86970-2A93-8BA5-5C54-62672D734313}"/>
              </a:ext>
            </a:extLst>
          </p:cNvPr>
          <p:cNvSpPr>
            <a:spLocks noGrp="1"/>
          </p:cNvSpPr>
          <p:nvPr>
            <p:ph type="sldNum" sz="quarter" idx="12"/>
          </p:nvPr>
        </p:nvSpPr>
        <p:spPr/>
        <p:txBody>
          <a:bodyPr/>
          <a:lstStyle/>
          <a:p>
            <a:fld id="{054335CC-B077-4EFF-BFF9-2EFEE3F838E2}" type="slidenum">
              <a:rPr lang="zh-CN" altLang="en-US" smtClean="0"/>
              <a:pPr/>
              <a:t>19</a:t>
            </a:fld>
            <a:endParaRPr lang="zh-CN" altLang="en-US"/>
          </a:p>
        </p:txBody>
      </p:sp>
      <p:sp>
        <p:nvSpPr>
          <p:cNvPr id="6" name="文本占位符 5">
            <a:extLst>
              <a:ext uri="{FF2B5EF4-FFF2-40B4-BE49-F238E27FC236}">
                <a16:creationId xmlns:a16="http://schemas.microsoft.com/office/drawing/2014/main" id="{03153215-E4C2-56EE-3098-D82115331770}"/>
              </a:ext>
            </a:extLst>
          </p:cNvPr>
          <p:cNvSpPr>
            <a:spLocks noGrp="1"/>
          </p:cNvSpPr>
          <p:nvPr>
            <p:ph type="body" sz="quarter" idx="13"/>
          </p:nvPr>
        </p:nvSpPr>
        <p:spPr/>
        <p:txBody>
          <a:bodyPr/>
          <a:lstStyle/>
          <a:p>
            <a:r>
              <a:rPr lang="zh-CN" altLang="en-US" dirty="0"/>
              <a:t>遇到的问题及解决方案</a:t>
            </a:r>
          </a:p>
          <a:p>
            <a:endParaRPr lang="zh-CN" altLang="en-US" dirty="0"/>
          </a:p>
        </p:txBody>
      </p:sp>
      <p:graphicFrame>
        <p:nvGraphicFramePr>
          <p:cNvPr id="12" name="图示 11">
            <a:extLst>
              <a:ext uri="{FF2B5EF4-FFF2-40B4-BE49-F238E27FC236}">
                <a16:creationId xmlns:a16="http://schemas.microsoft.com/office/drawing/2014/main" id="{4EA2D0B3-F098-129D-37FA-0AAB38593FA2}"/>
              </a:ext>
            </a:extLst>
          </p:cNvPr>
          <p:cNvGraphicFramePr/>
          <p:nvPr>
            <p:extLst>
              <p:ext uri="{D42A27DB-BD31-4B8C-83A1-F6EECF244321}">
                <p14:modId xmlns:p14="http://schemas.microsoft.com/office/powerpoint/2010/main" val="820914570"/>
              </p:ext>
            </p:extLst>
          </p:nvPr>
        </p:nvGraphicFramePr>
        <p:xfrm>
          <a:off x="482600" y="1471776"/>
          <a:ext cx="11050588" cy="46623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44699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EEBBD-14AD-36C1-4466-E478C1ACF5B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0CD0B50-9505-EC0B-F18A-C1FE8E3A8700}"/>
              </a:ext>
            </a:extLst>
          </p:cNvPr>
          <p:cNvSpPr>
            <a:spLocks noGrp="1"/>
          </p:cNvSpPr>
          <p:nvPr>
            <p:ph type="title"/>
          </p:nvPr>
        </p:nvSpPr>
        <p:spPr/>
        <p:txBody>
          <a:bodyPr>
            <a:normAutofit/>
          </a:bodyPr>
          <a:lstStyle/>
          <a:p>
            <a:r>
              <a:rPr lang="zh-CN" altLang="en-US" dirty="0"/>
              <a:t>问题</a:t>
            </a:r>
          </a:p>
        </p:txBody>
      </p:sp>
      <p:sp>
        <p:nvSpPr>
          <p:cNvPr id="3" name="日期占位符 2">
            <a:extLst>
              <a:ext uri="{FF2B5EF4-FFF2-40B4-BE49-F238E27FC236}">
                <a16:creationId xmlns:a16="http://schemas.microsoft.com/office/drawing/2014/main" id="{6E048028-012C-B360-D54D-03A41FD4A2B8}"/>
              </a:ext>
            </a:extLst>
          </p:cNvPr>
          <p:cNvSpPr>
            <a:spLocks noGrp="1"/>
          </p:cNvSpPr>
          <p:nvPr>
            <p:ph type="dt" sz="half" idx="10"/>
          </p:nvPr>
        </p:nvSpPr>
        <p:spPr/>
        <p:txBody>
          <a:bodyPr/>
          <a:lstStyle/>
          <a:p>
            <a:fld id="{4A181727-A34B-4640-B93E-0686B6355DC9}" type="datetime1">
              <a:rPr lang="zh-CN" altLang="en-US" smtClean="0"/>
              <a:t>2025/11/24</a:t>
            </a:fld>
            <a:endParaRPr lang="zh-CN" altLang="en-US" dirty="0"/>
          </a:p>
        </p:txBody>
      </p:sp>
      <p:sp>
        <p:nvSpPr>
          <p:cNvPr id="4" name="页脚占位符 3">
            <a:extLst>
              <a:ext uri="{FF2B5EF4-FFF2-40B4-BE49-F238E27FC236}">
                <a16:creationId xmlns:a16="http://schemas.microsoft.com/office/drawing/2014/main" id="{943097C5-BEC4-B8E9-B219-393D9BE943A4}"/>
              </a:ext>
            </a:extLst>
          </p:cNvPr>
          <p:cNvSpPr>
            <a:spLocks noGrp="1"/>
          </p:cNvSpPr>
          <p:nvPr>
            <p:ph type="ftr" sz="quarter" idx="11"/>
          </p:nvPr>
        </p:nvSpPr>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67AD8FDE-C872-046C-FC5D-53EE9DD36E47}"/>
              </a:ext>
            </a:extLst>
          </p:cNvPr>
          <p:cNvSpPr>
            <a:spLocks noGrp="1"/>
          </p:cNvSpPr>
          <p:nvPr>
            <p:ph type="sldNum" sz="quarter" idx="12"/>
          </p:nvPr>
        </p:nvSpPr>
        <p:spPr/>
        <p:txBody>
          <a:bodyPr/>
          <a:lstStyle/>
          <a:p>
            <a:fld id="{054335CC-B077-4EFF-BFF9-2EFEE3F838E2}" type="slidenum">
              <a:rPr lang="zh-CN" altLang="en-US" smtClean="0"/>
              <a:pPr/>
              <a:t>20</a:t>
            </a:fld>
            <a:endParaRPr lang="zh-CN" altLang="en-US"/>
          </a:p>
        </p:txBody>
      </p:sp>
      <p:sp>
        <p:nvSpPr>
          <p:cNvPr id="6" name="文本占位符 5">
            <a:extLst>
              <a:ext uri="{FF2B5EF4-FFF2-40B4-BE49-F238E27FC236}">
                <a16:creationId xmlns:a16="http://schemas.microsoft.com/office/drawing/2014/main" id="{ECF8F608-862B-2B1B-4B62-03D59BC64964}"/>
              </a:ext>
            </a:extLst>
          </p:cNvPr>
          <p:cNvSpPr>
            <a:spLocks noGrp="1"/>
          </p:cNvSpPr>
          <p:nvPr>
            <p:ph type="body" sz="quarter" idx="13"/>
          </p:nvPr>
        </p:nvSpPr>
        <p:spPr/>
        <p:txBody>
          <a:bodyPr/>
          <a:lstStyle/>
          <a:p>
            <a:r>
              <a:rPr lang="zh-CN" altLang="en-US" dirty="0"/>
              <a:t>遇到的问题及解决方案</a:t>
            </a:r>
          </a:p>
          <a:p>
            <a:endParaRPr lang="zh-CN" altLang="en-US" dirty="0"/>
          </a:p>
        </p:txBody>
      </p:sp>
      <p:graphicFrame>
        <p:nvGraphicFramePr>
          <p:cNvPr id="12" name="图示 11">
            <a:extLst>
              <a:ext uri="{FF2B5EF4-FFF2-40B4-BE49-F238E27FC236}">
                <a16:creationId xmlns:a16="http://schemas.microsoft.com/office/drawing/2014/main" id="{A57EA4CB-2112-5F43-5933-35D1405C8373}"/>
              </a:ext>
            </a:extLst>
          </p:cNvPr>
          <p:cNvGraphicFramePr/>
          <p:nvPr>
            <p:extLst>
              <p:ext uri="{D42A27DB-BD31-4B8C-83A1-F6EECF244321}">
                <p14:modId xmlns:p14="http://schemas.microsoft.com/office/powerpoint/2010/main" val="472622452"/>
              </p:ext>
            </p:extLst>
          </p:nvPr>
        </p:nvGraphicFramePr>
        <p:xfrm>
          <a:off x="482600" y="1557342"/>
          <a:ext cx="11050588" cy="46623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33460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EC1F8-03B7-B71D-8E9E-06468E66F30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F745DFB-3277-D3B1-6F43-30661E34D4A6}"/>
              </a:ext>
            </a:extLst>
          </p:cNvPr>
          <p:cNvSpPr>
            <a:spLocks noGrp="1"/>
          </p:cNvSpPr>
          <p:nvPr>
            <p:ph type="title"/>
          </p:nvPr>
        </p:nvSpPr>
        <p:spPr/>
        <p:txBody>
          <a:bodyPr>
            <a:normAutofit/>
          </a:bodyPr>
          <a:lstStyle/>
          <a:p>
            <a:r>
              <a:rPr lang="zh-CN" altLang="en-US" dirty="0"/>
              <a:t>问题</a:t>
            </a:r>
          </a:p>
        </p:txBody>
      </p:sp>
      <p:sp>
        <p:nvSpPr>
          <p:cNvPr id="3" name="日期占位符 2">
            <a:extLst>
              <a:ext uri="{FF2B5EF4-FFF2-40B4-BE49-F238E27FC236}">
                <a16:creationId xmlns:a16="http://schemas.microsoft.com/office/drawing/2014/main" id="{76F41AAC-899A-270C-AA29-6B23CEC1A6A2}"/>
              </a:ext>
            </a:extLst>
          </p:cNvPr>
          <p:cNvSpPr>
            <a:spLocks noGrp="1"/>
          </p:cNvSpPr>
          <p:nvPr>
            <p:ph type="dt" sz="half" idx="10"/>
          </p:nvPr>
        </p:nvSpPr>
        <p:spPr/>
        <p:txBody>
          <a:bodyPr/>
          <a:lstStyle/>
          <a:p>
            <a:fld id="{4A181727-A34B-4640-B93E-0686B6355DC9}" type="datetime1">
              <a:rPr lang="zh-CN" altLang="en-US" smtClean="0"/>
              <a:t>2025/11/24</a:t>
            </a:fld>
            <a:endParaRPr lang="zh-CN" altLang="en-US" dirty="0"/>
          </a:p>
        </p:txBody>
      </p:sp>
      <p:sp>
        <p:nvSpPr>
          <p:cNvPr id="4" name="页脚占位符 3">
            <a:extLst>
              <a:ext uri="{FF2B5EF4-FFF2-40B4-BE49-F238E27FC236}">
                <a16:creationId xmlns:a16="http://schemas.microsoft.com/office/drawing/2014/main" id="{78A876B3-86C2-0B36-F38B-5427BD4DFE1A}"/>
              </a:ext>
            </a:extLst>
          </p:cNvPr>
          <p:cNvSpPr>
            <a:spLocks noGrp="1"/>
          </p:cNvSpPr>
          <p:nvPr>
            <p:ph type="ftr" sz="quarter" idx="11"/>
          </p:nvPr>
        </p:nvSpPr>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9F8F78E3-A8B8-62FB-AD4B-9BE939B49FC6}"/>
              </a:ext>
            </a:extLst>
          </p:cNvPr>
          <p:cNvSpPr>
            <a:spLocks noGrp="1"/>
          </p:cNvSpPr>
          <p:nvPr>
            <p:ph type="sldNum" sz="quarter" idx="12"/>
          </p:nvPr>
        </p:nvSpPr>
        <p:spPr/>
        <p:txBody>
          <a:bodyPr/>
          <a:lstStyle/>
          <a:p>
            <a:fld id="{054335CC-B077-4EFF-BFF9-2EFEE3F838E2}" type="slidenum">
              <a:rPr lang="zh-CN" altLang="en-US" smtClean="0"/>
              <a:pPr/>
              <a:t>21</a:t>
            </a:fld>
            <a:endParaRPr lang="zh-CN" altLang="en-US"/>
          </a:p>
        </p:txBody>
      </p:sp>
      <p:sp>
        <p:nvSpPr>
          <p:cNvPr id="6" name="文本占位符 5">
            <a:extLst>
              <a:ext uri="{FF2B5EF4-FFF2-40B4-BE49-F238E27FC236}">
                <a16:creationId xmlns:a16="http://schemas.microsoft.com/office/drawing/2014/main" id="{390E085F-C13D-E060-DD63-B9E4360B0F69}"/>
              </a:ext>
            </a:extLst>
          </p:cNvPr>
          <p:cNvSpPr>
            <a:spLocks noGrp="1"/>
          </p:cNvSpPr>
          <p:nvPr>
            <p:ph type="body" sz="quarter" idx="13"/>
          </p:nvPr>
        </p:nvSpPr>
        <p:spPr/>
        <p:txBody>
          <a:bodyPr/>
          <a:lstStyle/>
          <a:p>
            <a:r>
              <a:rPr lang="zh-CN" altLang="en-US" dirty="0"/>
              <a:t>遇到的问题及解决方案</a:t>
            </a:r>
          </a:p>
          <a:p>
            <a:endParaRPr lang="zh-CN" altLang="en-US" dirty="0"/>
          </a:p>
        </p:txBody>
      </p:sp>
      <p:graphicFrame>
        <p:nvGraphicFramePr>
          <p:cNvPr id="12" name="图示 11">
            <a:extLst>
              <a:ext uri="{FF2B5EF4-FFF2-40B4-BE49-F238E27FC236}">
                <a16:creationId xmlns:a16="http://schemas.microsoft.com/office/drawing/2014/main" id="{BB98E5D3-1D97-D65F-3898-C24A11CB1E05}"/>
              </a:ext>
            </a:extLst>
          </p:cNvPr>
          <p:cNvGraphicFramePr/>
          <p:nvPr>
            <p:extLst>
              <p:ext uri="{D42A27DB-BD31-4B8C-83A1-F6EECF244321}">
                <p14:modId xmlns:p14="http://schemas.microsoft.com/office/powerpoint/2010/main" val="1423284120"/>
              </p:ext>
            </p:extLst>
          </p:nvPr>
        </p:nvGraphicFramePr>
        <p:xfrm>
          <a:off x="482600" y="1557342"/>
          <a:ext cx="11050588" cy="46623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25993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8F4FF-F3A9-8E1F-BEF3-02F5341DB6B6}"/>
            </a:ext>
          </a:extLst>
        </p:cNvPr>
        <p:cNvGrpSpPr/>
        <p:nvPr/>
      </p:nvGrpSpPr>
      <p:grpSpPr>
        <a:xfrm>
          <a:off x="0" y="0"/>
          <a:ext cx="0" cy="0"/>
          <a:chOff x="0" y="0"/>
          <a:chExt cx="0" cy="0"/>
        </a:xfrm>
      </p:grpSpPr>
      <p:grpSp>
        <p:nvGrpSpPr>
          <p:cNvPr id="58" name="组合 57">
            <a:extLst>
              <a:ext uri="{FF2B5EF4-FFF2-40B4-BE49-F238E27FC236}">
                <a16:creationId xmlns:a16="http://schemas.microsoft.com/office/drawing/2014/main" id="{5E5B72A7-313B-06A6-66CF-827997E1C638}"/>
              </a:ext>
            </a:extLst>
          </p:cNvPr>
          <p:cNvGrpSpPr/>
          <p:nvPr/>
        </p:nvGrpSpPr>
        <p:grpSpPr>
          <a:xfrm>
            <a:off x="8724345" y="6346398"/>
            <a:ext cx="2861167" cy="323274"/>
            <a:chOff x="1140917" y="2107893"/>
            <a:chExt cx="9910167" cy="1119718"/>
          </a:xfrm>
          <a:solidFill>
            <a:schemeClr val="tx1">
              <a:lumMod val="85000"/>
              <a:lumOff val="15000"/>
            </a:schemeClr>
          </a:solidFill>
        </p:grpSpPr>
        <p:grpSp>
          <p:nvGrpSpPr>
            <p:cNvPr id="59" name="组合 58">
              <a:extLst>
                <a:ext uri="{FF2B5EF4-FFF2-40B4-BE49-F238E27FC236}">
                  <a16:creationId xmlns:a16="http://schemas.microsoft.com/office/drawing/2014/main" id="{68073D7B-07F3-009D-135A-BB1256D98ECD}"/>
                </a:ext>
              </a:extLst>
            </p:cNvPr>
            <p:cNvGrpSpPr/>
            <p:nvPr userDrawn="1"/>
          </p:nvGrpSpPr>
          <p:grpSpPr>
            <a:xfrm>
              <a:off x="1140917" y="2107893"/>
              <a:ext cx="9910167" cy="1119718"/>
              <a:chOff x="1140917" y="2107893"/>
              <a:chExt cx="9910167" cy="1119718"/>
            </a:xfrm>
            <a:grpFill/>
          </p:grpSpPr>
          <p:sp>
            <p:nvSpPr>
              <p:cNvPr id="69" name="Freeform 5">
                <a:extLst>
                  <a:ext uri="{FF2B5EF4-FFF2-40B4-BE49-F238E27FC236}">
                    <a16:creationId xmlns:a16="http://schemas.microsoft.com/office/drawing/2014/main" id="{21ACBB22-F053-59FC-454F-47583D814350}"/>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0" name="Freeform 6">
                <a:extLst>
                  <a:ext uri="{FF2B5EF4-FFF2-40B4-BE49-F238E27FC236}">
                    <a16:creationId xmlns:a16="http://schemas.microsoft.com/office/drawing/2014/main" id="{B3570B90-0902-C044-0F93-E6F9EDA4DF46}"/>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Freeform 7">
                <a:extLst>
                  <a:ext uri="{FF2B5EF4-FFF2-40B4-BE49-F238E27FC236}">
                    <a16:creationId xmlns:a16="http://schemas.microsoft.com/office/drawing/2014/main" id="{13A77957-3CBF-E2C2-0862-670F5C3F5D4F}"/>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Freeform 8">
                <a:extLst>
                  <a:ext uri="{FF2B5EF4-FFF2-40B4-BE49-F238E27FC236}">
                    <a16:creationId xmlns:a16="http://schemas.microsoft.com/office/drawing/2014/main" id="{37AA06AA-726A-7599-38FF-631EE0723D40}"/>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Freeform 9">
                <a:extLst>
                  <a:ext uri="{FF2B5EF4-FFF2-40B4-BE49-F238E27FC236}">
                    <a16:creationId xmlns:a16="http://schemas.microsoft.com/office/drawing/2014/main" id="{6EDFFC48-F4C0-D791-5ADF-D4B901F6711F}"/>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10">
                <a:extLst>
                  <a:ext uri="{FF2B5EF4-FFF2-40B4-BE49-F238E27FC236}">
                    <a16:creationId xmlns:a16="http://schemas.microsoft.com/office/drawing/2014/main" id="{E4B7620E-AA0F-FBBC-9453-E3FECE633B79}"/>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Freeform 11">
                <a:extLst>
                  <a:ext uri="{FF2B5EF4-FFF2-40B4-BE49-F238E27FC236}">
                    <a16:creationId xmlns:a16="http://schemas.microsoft.com/office/drawing/2014/main" id="{D32E756A-B11C-F036-234B-2387CCCB227B}"/>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12">
                <a:extLst>
                  <a:ext uri="{FF2B5EF4-FFF2-40B4-BE49-F238E27FC236}">
                    <a16:creationId xmlns:a16="http://schemas.microsoft.com/office/drawing/2014/main" id="{6E62FAC5-74DA-24DB-D33D-16EB41685F38}"/>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0" name="组合 59">
              <a:extLst>
                <a:ext uri="{FF2B5EF4-FFF2-40B4-BE49-F238E27FC236}">
                  <a16:creationId xmlns:a16="http://schemas.microsoft.com/office/drawing/2014/main" id="{9020BB3D-C87C-6994-CF0D-5FADC645452D}"/>
                </a:ext>
              </a:extLst>
            </p:cNvPr>
            <p:cNvGrpSpPr/>
            <p:nvPr userDrawn="1"/>
          </p:nvGrpSpPr>
          <p:grpSpPr>
            <a:xfrm>
              <a:off x="1140917" y="2107893"/>
              <a:ext cx="9910167" cy="1119718"/>
              <a:chOff x="1140917" y="2107893"/>
              <a:chExt cx="9910167" cy="1119718"/>
            </a:xfrm>
            <a:grpFill/>
          </p:grpSpPr>
          <p:sp>
            <p:nvSpPr>
              <p:cNvPr id="61" name="Freeform 5">
                <a:extLst>
                  <a:ext uri="{FF2B5EF4-FFF2-40B4-BE49-F238E27FC236}">
                    <a16:creationId xmlns:a16="http://schemas.microsoft.com/office/drawing/2014/main" id="{F023A1D5-F8F0-7AF9-5317-449319B06440}"/>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Freeform 6">
                <a:extLst>
                  <a:ext uri="{FF2B5EF4-FFF2-40B4-BE49-F238E27FC236}">
                    <a16:creationId xmlns:a16="http://schemas.microsoft.com/office/drawing/2014/main" id="{BCBF7D33-D51F-BA4D-E94A-565661B7F659}"/>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Freeform 7">
                <a:extLst>
                  <a:ext uri="{FF2B5EF4-FFF2-40B4-BE49-F238E27FC236}">
                    <a16:creationId xmlns:a16="http://schemas.microsoft.com/office/drawing/2014/main" id="{4937B9F7-6495-55F1-9051-3353858E1292}"/>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8">
                <a:extLst>
                  <a:ext uri="{FF2B5EF4-FFF2-40B4-BE49-F238E27FC236}">
                    <a16:creationId xmlns:a16="http://schemas.microsoft.com/office/drawing/2014/main" id="{25E4EC49-4698-4351-3BA5-A3588AD7A92A}"/>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9">
                <a:extLst>
                  <a:ext uri="{FF2B5EF4-FFF2-40B4-BE49-F238E27FC236}">
                    <a16:creationId xmlns:a16="http://schemas.microsoft.com/office/drawing/2014/main" id="{A00B679D-ECB8-0152-09EC-7BB1E6FDC1CB}"/>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10">
                <a:extLst>
                  <a:ext uri="{FF2B5EF4-FFF2-40B4-BE49-F238E27FC236}">
                    <a16:creationId xmlns:a16="http://schemas.microsoft.com/office/drawing/2014/main" id="{DC93D291-17E7-B672-9C11-5716DCB2A3F3}"/>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Freeform 11">
                <a:extLst>
                  <a:ext uri="{FF2B5EF4-FFF2-40B4-BE49-F238E27FC236}">
                    <a16:creationId xmlns:a16="http://schemas.microsoft.com/office/drawing/2014/main" id="{9122F6FD-E229-6A35-30A7-278BF157AA00}"/>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Freeform 12">
                <a:extLst>
                  <a:ext uri="{FF2B5EF4-FFF2-40B4-BE49-F238E27FC236}">
                    <a16:creationId xmlns:a16="http://schemas.microsoft.com/office/drawing/2014/main" id="{5E68F467-9A75-AAC1-6167-DB6D04DFA235}"/>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100" name="文本框 99">
            <a:extLst>
              <a:ext uri="{FF2B5EF4-FFF2-40B4-BE49-F238E27FC236}">
                <a16:creationId xmlns:a16="http://schemas.microsoft.com/office/drawing/2014/main" id="{8EC57D0F-3E19-EEB6-DCE1-517281E2B1FD}"/>
              </a:ext>
            </a:extLst>
          </p:cNvPr>
          <p:cNvSpPr txBox="1"/>
          <p:nvPr/>
        </p:nvSpPr>
        <p:spPr>
          <a:xfrm>
            <a:off x="8719255" y="3617144"/>
            <a:ext cx="1406953" cy="2295715"/>
          </a:xfrm>
          <a:custGeom>
            <a:avLst/>
            <a:gdLst/>
            <a:ahLst/>
            <a:cxnLst/>
            <a:rect l="l" t="t" r="r" b="b"/>
            <a:pathLst>
              <a:path w="692305" h="1129629">
                <a:moveTo>
                  <a:pt x="385116" y="307"/>
                </a:moveTo>
                <a:lnTo>
                  <a:pt x="555804" y="28349"/>
                </a:lnTo>
                <a:cubicBezTo>
                  <a:pt x="559004" y="28603"/>
                  <a:pt x="561443" y="30228"/>
                  <a:pt x="563119" y="33226"/>
                </a:cubicBezTo>
                <a:cubicBezTo>
                  <a:pt x="564795" y="36223"/>
                  <a:pt x="564795" y="39068"/>
                  <a:pt x="563119" y="41760"/>
                </a:cubicBezTo>
                <a:cubicBezTo>
                  <a:pt x="554991" y="53952"/>
                  <a:pt x="546253" y="62486"/>
                  <a:pt x="536906" y="67363"/>
                </a:cubicBezTo>
                <a:cubicBezTo>
                  <a:pt x="527559" y="72240"/>
                  <a:pt x="522479" y="77117"/>
                  <a:pt x="521666" y="81994"/>
                </a:cubicBezTo>
                <a:lnTo>
                  <a:pt x="521666" y="674525"/>
                </a:lnTo>
                <a:cubicBezTo>
                  <a:pt x="521666" y="678741"/>
                  <a:pt x="522580" y="681586"/>
                  <a:pt x="524409" y="683059"/>
                </a:cubicBezTo>
                <a:cubicBezTo>
                  <a:pt x="526238" y="684533"/>
                  <a:pt x="528981" y="684939"/>
                  <a:pt x="532639" y="684279"/>
                </a:cubicBezTo>
                <a:lnTo>
                  <a:pt x="681381" y="659894"/>
                </a:lnTo>
                <a:cubicBezTo>
                  <a:pt x="686842" y="658371"/>
                  <a:pt x="690245" y="659590"/>
                  <a:pt x="691592" y="663552"/>
                </a:cubicBezTo>
                <a:cubicBezTo>
                  <a:pt x="692938" y="667515"/>
                  <a:pt x="692379" y="672391"/>
                  <a:pt x="689916" y="678183"/>
                </a:cubicBezTo>
                <a:lnTo>
                  <a:pt x="530201" y="705005"/>
                </a:lnTo>
                <a:cubicBezTo>
                  <a:pt x="524308" y="706427"/>
                  <a:pt x="521463" y="709679"/>
                  <a:pt x="521666" y="714759"/>
                </a:cubicBezTo>
                <a:lnTo>
                  <a:pt x="522885" y="1089053"/>
                </a:lnTo>
                <a:cubicBezTo>
                  <a:pt x="522885" y="1092507"/>
                  <a:pt x="521666" y="1095352"/>
                  <a:pt x="519228" y="1097587"/>
                </a:cubicBezTo>
                <a:cubicBezTo>
                  <a:pt x="502464" y="1108966"/>
                  <a:pt x="484176" y="1116993"/>
                  <a:pt x="464364" y="1121666"/>
                </a:cubicBezTo>
                <a:cubicBezTo>
                  <a:pt x="444552" y="1126340"/>
                  <a:pt x="425045" y="1128880"/>
                  <a:pt x="405842" y="1129287"/>
                </a:cubicBezTo>
                <a:cubicBezTo>
                  <a:pt x="400254" y="1129744"/>
                  <a:pt x="393752" y="1129744"/>
                  <a:pt x="386335" y="1129287"/>
                </a:cubicBezTo>
                <a:cubicBezTo>
                  <a:pt x="378918" y="1128829"/>
                  <a:pt x="374854" y="1125172"/>
                  <a:pt x="374143" y="1118314"/>
                </a:cubicBezTo>
                <a:lnTo>
                  <a:pt x="374143" y="741581"/>
                </a:lnTo>
                <a:cubicBezTo>
                  <a:pt x="373991" y="739016"/>
                  <a:pt x="372771" y="736831"/>
                  <a:pt x="370485" y="735028"/>
                </a:cubicBezTo>
                <a:cubicBezTo>
                  <a:pt x="368199" y="733224"/>
                  <a:pt x="365761" y="732564"/>
                  <a:pt x="363170" y="733046"/>
                </a:cubicBezTo>
                <a:lnTo>
                  <a:pt x="4725" y="792787"/>
                </a:lnTo>
                <a:cubicBezTo>
                  <a:pt x="1550" y="789536"/>
                  <a:pt x="-24" y="785980"/>
                  <a:pt x="1" y="782119"/>
                </a:cubicBezTo>
                <a:cubicBezTo>
                  <a:pt x="26" y="778258"/>
                  <a:pt x="2414" y="775312"/>
                  <a:pt x="7164" y="773280"/>
                </a:cubicBezTo>
                <a:lnTo>
                  <a:pt x="365609" y="713539"/>
                </a:lnTo>
                <a:cubicBezTo>
                  <a:pt x="371501" y="712117"/>
                  <a:pt x="374346" y="708866"/>
                  <a:pt x="374143" y="703786"/>
                </a:cubicBezTo>
                <a:lnTo>
                  <a:pt x="374143" y="10061"/>
                </a:lnTo>
                <a:cubicBezTo>
                  <a:pt x="374143" y="5844"/>
                  <a:pt x="375057" y="3000"/>
                  <a:pt x="376886" y="1526"/>
                </a:cubicBezTo>
                <a:cubicBezTo>
                  <a:pt x="378715" y="53"/>
                  <a:pt x="381458" y="-353"/>
                  <a:pt x="385116" y="307"/>
                </a:cubicBezTo>
                <a:close/>
              </a:path>
            </a:pathLst>
          </a:custGeom>
          <a:solidFill>
            <a:schemeClr val="bg1">
              <a:lumMod val="95000"/>
            </a:schemeClr>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zh-CN" altLang="en-US" sz="9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77" name="矩形: 圆角 76">
            <a:extLst>
              <a:ext uri="{FF2B5EF4-FFF2-40B4-BE49-F238E27FC236}">
                <a16:creationId xmlns:a16="http://schemas.microsoft.com/office/drawing/2014/main" id="{9D0E9137-2E48-38A3-A3CB-FE60E9A39003}"/>
              </a:ext>
            </a:extLst>
          </p:cNvPr>
          <p:cNvSpPr/>
          <p:nvPr/>
        </p:nvSpPr>
        <p:spPr>
          <a:xfrm>
            <a:off x="4608177" y="2543175"/>
            <a:ext cx="5710752" cy="1771650"/>
          </a:xfrm>
          <a:prstGeom prst="roundRect">
            <a:avLst>
              <a:gd name="adj" fmla="val 1021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1FFAFC75-CAB9-CAB3-E97F-B3D83857A706}"/>
              </a:ext>
            </a:extLst>
          </p:cNvPr>
          <p:cNvSpPr txBox="1"/>
          <p:nvPr/>
        </p:nvSpPr>
        <p:spPr>
          <a:xfrm>
            <a:off x="1873071" y="2105561"/>
            <a:ext cx="2388795" cy="2646878"/>
          </a:xfrm>
          <a:prstGeom prst="rect">
            <a:avLst/>
          </a:prstGeom>
          <a:noFill/>
        </p:spPr>
        <p:txBody>
          <a:bodyPr wrap="none" rtlCol="0">
            <a:spAutoFit/>
          </a:bodyPr>
          <a:lstStyle/>
          <a:p>
            <a:pPr algn="l"/>
            <a:r>
              <a:rPr lang="en-US" altLang="zh-CN" sz="16600" dirty="0">
                <a:solidFill>
                  <a:schemeClr val="accent1"/>
                </a:solidFill>
                <a:latin typeface="Impact" panose="020B0806030902050204" pitchFamily="34" charset="0"/>
              </a:rPr>
              <a:t>04</a:t>
            </a:r>
            <a:endParaRPr lang="zh-CN" altLang="en-US" sz="16600" dirty="0">
              <a:solidFill>
                <a:schemeClr val="accent1"/>
              </a:solidFill>
              <a:latin typeface="Impact" panose="020B0806030902050204" pitchFamily="34" charset="0"/>
            </a:endParaRPr>
          </a:p>
        </p:txBody>
      </p:sp>
      <p:sp>
        <p:nvSpPr>
          <p:cNvPr id="12" name="文本占位符 1">
            <a:extLst>
              <a:ext uri="{FF2B5EF4-FFF2-40B4-BE49-F238E27FC236}">
                <a16:creationId xmlns:a16="http://schemas.microsoft.com/office/drawing/2014/main" id="{35258D23-DA6F-292D-4E4B-D3A08DB0A305}"/>
              </a:ext>
            </a:extLst>
          </p:cNvPr>
          <p:cNvSpPr txBox="1">
            <a:spLocks/>
          </p:cNvSpPr>
          <p:nvPr/>
        </p:nvSpPr>
        <p:spPr>
          <a:xfrm>
            <a:off x="4861333" y="3080654"/>
            <a:ext cx="4514056" cy="701731"/>
          </a:xfrm>
          <a:prstGeom prst="rect">
            <a:avLst/>
          </a:prstGeom>
        </p:spPr>
        <p:txBody>
          <a:bodyPr wrap="none" lIns="0" r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4400" b="1" dirty="0">
                <a:solidFill>
                  <a:schemeClr val="bg1"/>
                </a:solidFill>
              </a:rPr>
              <a:t>下一阶段研究计划</a:t>
            </a:r>
          </a:p>
        </p:txBody>
      </p:sp>
      <p:cxnSp>
        <p:nvCxnSpPr>
          <p:cNvPr id="80" name="直接连接符 79">
            <a:extLst>
              <a:ext uri="{FF2B5EF4-FFF2-40B4-BE49-F238E27FC236}">
                <a16:creationId xmlns:a16="http://schemas.microsoft.com/office/drawing/2014/main" id="{6956CE79-7655-5204-0A6C-1F375FAED94F}"/>
              </a:ext>
            </a:extLst>
          </p:cNvPr>
          <p:cNvCxnSpPr>
            <a:cxnSpLocks/>
          </p:cNvCxnSpPr>
          <p:nvPr/>
        </p:nvCxnSpPr>
        <p:spPr>
          <a:xfrm>
            <a:off x="4887913" y="3851057"/>
            <a:ext cx="419989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8" name="组合 77">
            <a:extLst>
              <a:ext uri="{FF2B5EF4-FFF2-40B4-BE49-F238E27FC236}">
                <a16:creationId xmlns:a16="http://schemas.microsoft.com/office/drawing/2014/main" id="{47C1DE9F-81A0-4E87-7505-927C8EA54175}"/>
              </a:ext>
            </a:extLst>
          </p:cNvPr>
          <p:cNvGrpSpPr/>
          <p:nvPr/>
        </p:nvGrpSpPr>
        <p:grpSpPr>
          <a:xfrm>
            <a:off x="654092" y="6223000"/>
            <a:ext cx="2053789" cy="544591"/>
            <a:chOff x="713386" y="1446438"/>
            <a:chExt cx="3151707" cy="835719"/>
          </a:xfrm>
        </p:grpSpPr>
        <p:sp>
          <p:nvSpPr>
            <p:cNvPr id="79" name="Freeform 270">
              <a:extLst>
                <a:ext uri="{FF2B5EF4-FFF2-40B4-BE49-F238E27FC236}">
                  <a16:creationId xmlns:a16="http://schemas.microsoft.com/office/drawing/2014/main" id="{26D1FF26-43FB-CBA9-2670-248C6C1DFBA2}"/>
                </a:ext>
              </a:extLst>
            </p:cNvPr>
            <p:cNvSpPr>
              <a:spLocks/>
            </p:cNvSpPr>
            <p:nvPr/>
          </p:nvSpPr>
          <p:spPr bwMode="auto">
            <a:xfrm>
              <a:off x="1607698" y="1539588"/>
              <a:ext cx="425371" cy="449771"/>
            </a:xfrm>
            <a:custGeom>
              <a:avLst/>
              <a:gdLst>
                <a:gd name="T0" fmla="*/ 441 w 1168"/>
                <a:gd name="T1" fmla="*/ 51 h 1232"/>
                <a:gd name="T2" fmla="*/ 449 w 1168"/>
                <a:gd name="T3" fmla="*/ 189 h 1232"/>
                <a:gd name="T4" fmla="*/ 358 w 1168"/>
                <a:gd name="T5" fmla="*/ 244 h 1232"/>
                <a:gd name="T6" fmla="*/ 240 w 1168"/>
                <a:gd name="T7" fmla="*/ 284 h 1232"/>
                <a:gd name="T8" fmla="*/ 206 w 1168"/>
                <a:gd name="T9" fmla="*/ 384 h 1232"/>
                <a:gd name="T10" fmla="*/ 423 w 1168"/>
                <a:gd name="T11" fmla="*/ 459 h 1232"/>
                <a:gd name="T12" fmla="*/ 436 w 1168"/>
                <a:gd name="T13" fmla="*/ 568 h 1232"/>
                <a:gd name="T14" fmla="*/ 355 w 1168"/>
                <a:gd name="T15" fmla="*/ 509 h 1232"/>
                <a:gd name="T16" fmla="*/ 286 w 1168"/>
                <a:gd name="T17" fmla="*/ 589 h 1232"/>
                <a:gd name="T18" fmla="*/ 178 w 1168"/>
                <a:gd name="T19" fmla="*/ 651 h 1232"/>
                <a:gd name="T20" fmla="*/ 118 w 1168"/>
                <a:gd name="T21" fmla="*/ 686 h 1232"/>
                <a:gd name="T22" fmla="*/ 48 w 1168"/>
                <a:gd name="T23" fmla="*/ 643 h 1232"/>
                <a:gd name="T24" fmla="*/ 2 w 1168"/>
                <a:gd name="T25" fmla="*/ 745 h 1232"/>
                <a:gd name="T26" fmla="*/ 4 w 1168"/>
                <a:gd name="T27" fmla="*/ 967 h 1232"/>
                <a:gd name="T28" fmla="*/ 32 w 1168"/>
                <a:gd name="T29" fmla="*/ 1075 h 1232"/>
                <a:gd name="T30" fmla="*/ 130 w 1168"/>
                <a:gd name="T31" fmla="*/ 1163 h 1232"/>
                <a:gd name="T32" fmla="*/ 157 w 1168"/>
                <a:gd name="T33" fmla="*/ 996 h 1232"/>
                <a:gd name="T34" fmla="*/ 122 w 1168"/>
                <a:gd name="T35" fmla="*/ 855 h 1232"/>
                <a:gd name="T36" fmla="*/ 134 w 1168"/>
                <a:gd name="T37" fmla="*/ 766 h 1232"/>
                <a:gd name="T38" fmla="*/ 278 w 1168"/>
                <a:gd name="T39" fmla="*/ 679 h 1232"/>
                <a:gd name="T40" fmla="*/ 326 w 1168"/>
                <a:gd name="T41" fmla="*/ 763 h 1232"/>
                <a:gd name="T42" fmla="*/ 220 w 1168"/>
                <a:gd name="T43" fmla="*/ 850 h 1232"/>
                <a:gd name="T44" fmla="*/ 328 w 1168"/>
                <a:gd name="T45" fmla="*/ 901 h 1232"/>
                <a:gd name="T46" fmla="*/ 423 w 1168"/>
                <a:gd name="T47" fmla="*/ 879 h 1232"/>
                <a:gd name="T48" fmla="*/ 355 w 1168"/>
                <a:gd name="T49" fmla="*/ 948 h 1232"/>
                <a:gd name="T50" fmla="*/ 323 w 1168"/>
                <a:gd name="T51" fmla="*/ 1076 h 1232"/>
                <a:gd name="T52" fmla="*/ 405 w 1168"/>
                <a:gd name="T53" fmla="*/ 1080 h 1232"/>
                <a:gd name="T54" fmla="*/ 479 w 1168"/>
                <a:gd name="T55" fmla="*/ 1139 h 1232"/>
                <a:gd name="T56" fmla="*/ 535 w 1168"/>
                <a:gd name="T57" fmla="*/ 1232 h 1232"/>
                <a:gd name="T58" fmla="*/ 594 w 1168"/>
                <a:gd name="T59" fmla="*/ 1075 h 1232"/>
                <a:gd name="T60" fmla="*/ 699 w 1168"/>
                <a:gd name="T61" fmla="*/ 985 h 1232"/>
                <a:gd name="T62" fmla="*/ 679 w 1168"/>
                <a:gd name="T63" fmla="*/ 883 h 1232"/>
                <a:gd name="T64" fmla="*/ 761 w 1168"/>
                <a:gd name="T65" fmla="*/ 785 h 1232"/>
                <a:gd name="T66" fmla="*/ 698 w 1168"/>
                <a:gd name="T67" fmla="*/ 686 h 1232"/>
                <a:gd name="T68" fmla="*/ 647 w 1168"/>
                <a:gd name="T69" fmla="*/ 674 h 1232"/>
                <a:gd name="T70" fmla="*/ 761 w 1168"/>
                <a:gd name="T71" fmla="*/ 578 h 1232"/>
                <a:gd name="T72" fmla="*/ 827 w 1168"/>
                <a:gd name="T73" fmla="*/ 580 h 1232"/>
                <a:gd name="T74" fmla="*/ 960 w 1168"/>
                <a:gd name="T75" fmla="*/ 616 h 1232"/>
                <a:gd name="T76" fmla="*/ 987 w 1168"/>
                <a:gd name="T77" fmla="*/ 702 h 1232"/>
                <a:gd name="T78" fmla="*/ 963 w 1168"/>
                <a:gd name="T79" fmla="*/ 887 h 1232"/>
                <a:gd name="T80" fmla="*/ 909 w 1168"/>
                <a:gd name="T81" fmla="*/ 1033 h 1232"/>
                <a:gd name="T82" fmla="*/ 806 w 1168"/>
                <a:gd name="T83" fmla="*/ 1036 h 1232"/>
                <a:gd name="T84" fmla="*/ 856 w 1168"/>
                <a:gd name="T85" fmla="*/ 1151 h 1232"/>
                <a:gd name="T86" fmla="*/ 922 w 1168"/>
                <a:gd name="T87" fmla="*/ 1220 h 1232"/>
                <a:gd name="T88" fmla="*/ 1037 w 1168"/>
                <a:gd name="T89" fmla="*/ 1168 h 1232"/>
                <a:gd name="T90" fmla="*/ 1131 w 1168"/>
                <a:gd name="T91" fmla="*/ 1015 h 1232"/>
                <a:gd name="T92" fmla="*/ 1141 w 1168"/>
                <a:gd name="T93" fmla="*/ 841 h 1232"/>
                <a:gd name="T94" fmla="*/ 1160 w 1168"/>
                <a:gd name="T95" fmla="*/ 687 h 1232"/>
                <a:gd name="T96" fmla="*/ 1149 w 1168"/>
                <a:gd name="T97" fmla="*/ 595 h 1232"/>
                <a:gd name="T98" fmla="*/ 1051 w 1168"/>
                <a:gd name="T99" fmla="*/ 519 h 1232"/>
                <a:gd name="T100" fmla="*/ 966 w 1168"/>
                <a:gd name="T101" fmla="*/ 497 h 1232"/>
                <a:gd name="T102" fmla="*/ 830 w 1168"/>
                <a:gd name="T103" fmla="*/ 496 h 1232"/>
                <a:gd name="T104" fmla="*/ 701 w 1168"/>
                <a:gd name="T105" fmla="*/ 455 h 1232"/>
                <a:gd name="T106" fmla="*/ 614 w 1168"/>
                <a:gd name="T107" fmla="*/ 498 h 1232"/>
                <a:gd name="T108" fmla="*/ 559 w 1168"/>
                <a:gd name="T109" fmla="*/ 526 h 1232"/>
                <a:gd name="T110" fmla="*/ 619 w 1168"/>
                <a:gd name="T111" fmla="*/ 417 h 1232"/>
                <a:gd name="T112" fmla="*/ 820 w 1168"/>
                <a:gd name="T113" fmla="*/ 321 h 1232"/>
                <a:gd name="T114" fmla="*/ 762 w 1168"/>
                <a:gd name="T115" fmla="*/ 187 h 1232"/>
                <a:gd name="T116" fmla="*/ 681 w 1168"/>
                <a:gd name="T117" fmla="*/ 181 h 1232"/>
                <a:gd name="T118" fmla="*/ 581 w 1168"/>
                <a:gd name="T119" fmla="*/ 7 h 1232"/>
                <a:gd name="T120" fmla="*/ 533 w 1168"/>
                <a:gd name="T121" fmla="*/ 3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68" h="1232">
                  <a:moveTo>
                    <a:pt x="507" y="0"/>
                  </a:moveTo>
                  <a:cubicBezTo>
                    <a:pt x="505" y="0"/>
                    <a:pt x="503" y="0"/>
                    <a:pt x="502" y="1"/>
                  </a:cubicBezTo>
                  <a:cubicBezTo>
                    <a:pt x="489" y="3"/>
                    <a:pt x="476" y="7"/>
                    <a:pt x="467" y="14"/>
                  </a:cubicBezTo>
                  <a:cubicBezTo>
                    <a:pt x="456" y="24"/>
                    <a:pt x="449" y="38"/>
                    <a:pt x="441" y="51"/>
                  </a:cubicBezTo>
                  <a:cubicBezTo>
                    <a:pt x="438" y="56"/>
                    <a:pt x="434" y="63"/>
                    <a:pt x="435" y="69"/>
                  </a:cubicBezTo>
                  <a:cubicBezTo>
                    <a:pt x="436" y="83"/>
                    <a:pt x="440" y="97"/>
                    <a:pt x="442" y="111"/>
                  </a:cubicBezTo>
                  <a:cubicBezTo>
                    <a:pt x="444" y="124"/>
                    <a:pt x="446" y="137"/>
                    <a:pt x="447" y="150"/>
                  </a:cubicBezTo>
                  <a:cubicBezTo>
                    <a:pt x="448" y="163"/>
                    <a:pt x="446" y="177"/>
                    <a:pt x="449" y="189"/>
                  </a:cubicBezTo>
                  <a:cubicBezTo>
                    <a:pt x="454" y="211"/>
                    <a:pt x="450" y="226"/>
                    <a:pt x="430" y="235"/>
                  </a:cubicBezTo>
                  <a:cubicBezTo>
                    <a:pt x="428" y="236"/>
                    <a:pt x="425" y="236"/>
                    <a:pt x="422" y="236"/>
                  </a:cubicBezTo>
                  <a:cubicBezTo>
                    <a:pt x="410" y="238"/>
                    <a:pt x="398" y="239"/>
                    <a:pt x="386" y="241"/>
                  </a:cubicBezTo>
                  <a:cubicBezTo>
                    <a:pt x="377" y="242"/>
                    <a:pt x="368" y="243"/>
                    <a:pt x="358" y="244"/>
                  </a:cubicBezTo>
                  <a:cubicBezTo>
                    <a:pt x="355" y="245"/>
                    <a:pt x="350" y="246"/>
                    <a:pt x="345" y="248"/>
                  </a:cubicBezTo>
                  <a:cubicBezTo>
                    <a:pt x="334" y="252"/>
                    <a:pt x="323" y="256"/>
                    <a:pt x="312" y="260"/>
                  </a:cubicBezTo>
                  <a:cubicBezTo>
                    <a:pt x="295" y="265"/>
                    <a:pt x="278" y="271"/>
                    <a:pt x="262" y="276"/>
                  </a:cubicBezTo>
                  <a:cubicBezTo>
                    <a:pt x="254" y="279"/>
                    <a:pt x="247" y="282"/>
                    <a:pt x="240" y="284"/>
                  </a:cubicBezTo>
                  <a:cubicBezTo>
                    <a:pt x="230" y="287"/>
                    <a:pt x="218" y="289"/>
                    <a:pt x="209" y="294"/>
                  </a:cubicBezTo>
                  <a:cubicBezTo>
                    <a:pt x="197" y="300"/>
                    <a:pt x="176" y="298"/>
                    <a:pt x="178" y="320"/>
                  </a:cubicBezTo>
                  <a:cubicBezTo>
                    <a:pt x="179" y="325"/>
                    <a:pt x="179" y="330"/>
                    <a:pt x="179" y="334"/>
                  </a:cubicBezTo>
                  <a:cubicBezTo>
                    <a:pt x="179" y="356"/>
                    <a:pt x="191" y="371"/>
                    <a:pt x="206" y="384"/>
                  </a:cubicBezTo>
                  <a:cubicBezTo>
                    <a:pt x="219" y="394"/>
                    <a:pt x="234" y="402"/>
                    <a:pt x="248" y="410"/>
                  </a:cubicBezTo>
                  <a:cubicBezTo>
                    <a:pt x="269" y="420"/>
                    <a:pt x="290" y="430"/>
                    <a:pt x="311" y="437"/>
                  </a:cubicBezTo>
                  <a:cubicBezTo>
                    <a:pt x="342" y="445"/>
                    <a:pt x="373" y="452"/>
                    <a:pt x="405" y="453"/>
                  </a:cubicBezTo>
                  <a:cubicBezTo>
                    <a:pt x="411" y="453"/>
                    <a:pt x="418" y="456"/>
                    <a:pt x="423" y="459"/>
                  </a:cubicBezTo>
                  <a:cubicBezTo>
                    <a:pt x="426" y="461"/>
                    <a:pt x="425" y="468"/>
                    <a:pt x="425" y="472"/>
                  </a:cubicBezTo>
                  <a:cubicBezTo>
                    <a:pt x="430" y="494"/>
                    <a:pt x="434" y="517"/>
                    <a:pt x="438" y="540"/>
                  </a:cubicBezTo>
                  <a:cubicBezTo>
                    <a:pt x="440" y="547"/>
                    <a:pt x="441" y="554"/>
                    <a:pt x="441" y="560"/>
                  </a:cubicBezTo>
                  <a:cubicBezTo>
                    <a:pt x="441" y="563"/>
                    <a:pt x="437" y="568"/>
                    <a:pt x="436" y="568"/>
                  </a:cubicBezTo>
                  <a:cubicBezTo>
                    <a:pt x="436" y="568"/>
                    <a:pt x="436" y="568"/>
                    <a:pt x="436" y="567"/>
                  </a:cubicBezTo>
                  <a:cubicBezTo>
                    <a:pt x="422" y="565"/>
                    <a:pt x="406" y="565"/>
                    <a:pt x="395" y="557"/>
                  </a:cubicBezTo>
                  <a:cubicBezTo>
                    <a:pt x="384" y="549"/>
                    <a:pt x="378" y="534"/>
                    <a:pt x="370" y="522"/>
                  </a:cubicBezTo>
                  <a:cubicBezTo>
                    <a:pt x="366" y="517"/>
                    <a:pt x="361" y="510"/>
                    <a:pt x="355" y="509"/>
                  </a:cubicBezTo>
                  <a:cubicBezTo>
                    <a:pt x="352" y="508"/>
                    <a:pt x="349" y="508"/>
                    <a:pt x="346" y="508"/>
                  </a:cubicBezTo>
                  <a:cubicBezTo>
                    <a:pt x="329" y="508"/>
                    <a:pt x="307" y="515"/>
                    <a:pt x="301" y="533"/>
                  </a:cubicBezTo>
                  <a:cubicBezTo>
                    <a:pt x="297" y="544"/>
                    <a:pt x="295" y="555"/>
                    <a:pt x="292" y="566"/>
                  </a:cubicBezTo>
                  <a:cubicBezTo>
                    <a:pt x="290" y="574"/>
                    <a:pt x="287" y="581"/>
                    <a:pt x="286" y="589"/>
                  </a:cubicBezTo>
                  <a:cubicBezTo>
                    <a:pt x="284" y="609"/>
                    <a:pt x="282" y="613"/>
                    <a:pt x="262" y="617"/>
                  </a:cubicBezTo>
                  <a:cubicBezTo>
                    <a:pt x="259" y="618"/>
                    <a:pt x="256" y="620"/>
                    <a:pt x="253" y="622"/>
                  </a:cubicBezTo>
                  <a:cubicBezTo>
                    <a:pt x="249" y="624"/>
                    <a:pt x="246" y="627"/>
                    <a:pt x="243" y="628"/>
                  </a:cubicBezTo>
                  <a:cubicBezTo>
                    <a:pt x="219" y="630"/>
                    <a:pt x="199" y="643"/>
                    <a:pt x="178" y="651"/>
                  </a:cubicBezTo>
                  <a:cubicBezTo>
                    <a:pt x="163" y="657"/>
                    <a:pt x="151" y="667"/>
                    <a:pt x="137" y="675"/>
                  </a:cubicBezTo>
                  <a:cubicBezTo>
                    <a:pt x="134" y="677"/>
                    <a:pt x="130" y="677"/>
                    <a:pt x="126" y="678"/>
                  </a:cubicBezTo>
                  <a:cubicBezTo>
                    <a:pt x="123" y="681"/>
                    <a:pt x="120" y="686"/>
                    <a:pt x="118" y="686"/>
                  </a:cubicBezTo>
                  <a:cubicBezTo>
                    <a:pt x="118" y="686"/>
                    <a:pt x="118" y="686"/>
                    <a:pt x="118" y="686"/>
                  </a:cubicBezTo>
                  <a:cubicBezTo>
                    <a:pt x="114" y="686"/>
                    <a:pt x="109" y="683"/>
                    <a:pt x="107" y="680"/>
                  </a:cubicBezTo>
                  <a:cubicBezTo>
                    <a:pt x="97" y="666"/>
                    <a:pt x="87" y="654"/>
                    <a:pt x="70" y="649"/>
                  </a:cubicBezTo>
                  <a:cubicBezTo>
                    <a:pt x="65" y="647"/>
                    <a:pt x="60" y="646"/>
                    <a:pt x="54" y="644"/>
                  </a:cubicBezTo>
                  <a:cubicBezTo>
                    <a:pt x="52" y="644"/>
                    <a:pt x="50" y="643"/>
                    <a:pt x="48" y="643"/>
                  </a:cubicBezTo>
                  <a:cubicBezTo>
                    <a:pt x="38" y="643"/>
                    <a:pt x="26" y="649"/>
                    <a:pt x="22" y="655"/>
                  </a:cubicBezTo>
                  <a:cubicBezTo>
                    <a:pt x="20" y="660"/>
                    <a:pt x="17" y="665"/>
                    <a:pt x="15" y="670"/>
                  </a:cubicBezTo>
                  <a:cubicBezTo>
                    <a:pt x="11" y="680"/>
                    <a:pt x="1" y="686"/>
                    <a:pt x="2" y="699"/>
                  </a:cubicBezTo>
                  <a:cubicBezTo>
                    <a:pt x="4" y="714"/>
                    <a:pt x="2" y="730"/>
                    <a:pt x="2" y="745"/>
                  </a:cubicBezTo>
                  <a:cubicBezTo>
                    <a:pt x="2" y="754"/>
                    <a:pt x="3" y="762"/>
                    <a:pt x="2" y="770"/>
                  </a:cubicBezTo>
                  <a:cubicBezTo>
                    <a:pt x="2" y="797"/>
                    <a:pt x="0" y="824"/>
                    <a:pt x="0" y="850"/>
                  </a:cubicBezTo>
                  <a:cubicBezTo>
                    <a:pt x="0" y="880"/>
                    <a:pt x="1" y="910"/>
                    <a:pt x="2" y="940"/>
                  </a:cubicBezTo>
                  <a:cubicBezTo>
                    <a:pt x="2" y="949"/>
                    <a:pt x="3" y="958"/>
                    <a:pt x="4" y="967"/>
                  </a:cubicBezTo>
                  <a:cubicBezTo>
                    <a:pt x="5" y="983"/>
                    <a:pt x="7" y="998"/>
                    <a:pt x="8" y="1013"/>
                  </a:cubicBezTo>
                  <a:cubicBezTo>
                    <a:pt x="9" y="1018"/>
                    <a:pt x="7" y="1022"/>
                    <a:pt x="8" y="1026"/>
                  </a:cubicBezTo>
                  <a:cubicBezTo>
                    <a:pt x="11" y="1039"/>
                    <a:pt x="14" y="1052"/>
                    <a:pt x="24" y="1062"/>
                  </a:cubicBezTo>
                  <a:cubicBezTo>
                    <a:pt x="28" y="1065"/>
                    <a:pt x="30" y="1070"/>
                    <a:pt x="32" y="1075"/>
                  </a:cubicBezTo>
                  <a:cubicBezTo>
                    <a:pt x="37" y="1084"/>
                    <a:pt x="40" y="1095"/>
                    <a:pt x="46" y="1103"/>
                  </a:cubicBezTo>
                  <a:cubicBezTo>
                    <a:pt x="59" y="1118"/>
                    <a:pt x="73" y="1132"/>
                    <a:pt x="87" y="1147"/>
                  </a:cubicBezTo>
                  <a:cubicBezTo>
                    <a:pt x="95" y="1156"/>
                    <a:pt x="103" y="1167"/>
                    <a:pt x="116" y="1167"/>
                  </a:cubicBezTo>
                  <a:cubicBezTo>
                    <a:pt x="120" y="1167"/>
                    <a:pt x="125" y="1166"/>
                    <a:pt x="130" y="1163"/>
                  </a:cubicBezTo>
                  <a:cubicBezTo>
                    <a:pt x="141" y="1158"/>
                    <a:pt x="149" y="1150"/>
                    <a:pt x="151" y="1137"/>
                  </a:cubicBezTo>
                  <a:cubicBezTo>
                    <a:pt x="152" y="1118"/>
                    <a:pt x="152" y="1097"/>
                    <a:pt x="158" y="1078"/>
                  </a:cubicBezTo>
                  <a:cubicBezTo>
                    <a:pt x="166" y="1055"/>
                    <a:pt x="153" y="1034"/>
                    <a:pt x="156" y="1012"/>
                  </a:cubicBezTo>
                  <a:cubicBezTo>
                    <a:pt x="157" y="1007"/>
                    <a:pt x="158" y="1001"/>
                    <a:pt x="157" y="996"/>
                  </a:cubicBezTo>
                  <a:cubicBezTo>
                    <a:pt x="153" y="974"/>
                    <a:pt x="149" y="952"/>
                    <a:pt x="143" y="931"/>
                  </a:cubicBezTo>
                  <a:cubicBezTo>
                    <a:pt x="138" y="910"/>
                    <a:pt x="123" y="891"/>
                    <a:pt x="128" y="868"/>
                  </a:cubicBezTo>
                  <a:cubicBezTo>
                    <a:pt x="128" y="866"/>
                    <a:pt x="125" y="864"/>
                    <a:pt x="124" y="862"/>
                  </a:cubicBezTo>
                  <a:cubicBezTo>
                    <a:pt x="123" y="860"/>
                    <a:pt x="122" y="858"/>
                    <a:pt x="122" y="855"/>
                  </a:cubicBezTo>
                  <a:cubicBezTo>
                    <a:pt x="122" y="850"/>
                    <a:pt x="122" y="844"/>
                    <a:pt x="122" y="839"/>
                  </a:cubicBezTo>
                  <a:cubicBezTo>
                    <a:pt x="123" y="830"/>
                    <a:pt x="124" y="821"/>
                    <a:pt x="125" y="812"/>
                  </a:cubicBezTo>
                  <a:cubicBezTo>
                    <a:pt x="125" y="806"/>
                    <a:pt x="125" y="799"/>
                    <a:pt x="126" y="792"/>
                  </a:cubicBezTo>
                  <a:cubicBezTo>
                    <a:pt x="128" y="783"/>
                    <a:pt x="129" y="774"/>
                    <a:pt x="134" y="766"/>
                  </a:cubicBezTo>
                  <a:cubicBezTo>
                    <a:pt x="137" y="759"/>
                    <a:pt x="144" y="753"/>
                    <a:pt x="150" y="747"/>
                  </a:cubicBezTo>
                  <a:cubicBezTo>
                    <a:pt x="161" y="736"/>
                    <a:pt x="172" y="724"/>
                    <a:pt x="184" y="715"/>
                  </a:cubicBezTo>
                  <a:cubicBezTo>
                    <a:pt x="200" y="705"/>
                    <a:pt x="219" y="699"/>
                    <a:pt x="235" y="690"/>
                  </a:cubicBezTo>
                  <a:cubicBezTo>
                    <a:pt x="249" y="682"/>
                    <a:pt x="263" y="680"/>
                    <a:pt x="278" y="679"/>
                  </a:cubicBezTo>
                  <a:cubicBezTo>
                    <a:pt x="283" y="679"/>
                    <a:pt x="290" y="683"/>
                    <a:pt x="293" y="686"/>
                  </a:cubicBezTo>
                  <a:cubicBezTo>
                    <a:pt x="308" y="701"/>
                    <a:pt x="323" y="716"/>
                    <a:pt x="337" y="732"/>
                  </a:cubicBezTo>
                  <a:cubicBezTo>
                    <a:pt x="340" y="736"/>
                    <a:pt x="342" y="744"/>
                    <a:pt x="340" y="748"/>
                  </a:cubicBezTo>
                  <a:cubicBezTo>
                    <a:pt x="338" y="754"/>
                    <a:pt x="332" y="760"/>
                    <a:pt x="326" y="763"/>
                  </a:cubicBezTo>
                  <a:cubicBezTo>
                    <a:pt x="314" y="768"/>
                    <a:pt x="302" y="772"/>
                    <a:pt x="290" y="777"/>
                  </a:cubicBezTo>
                  <a:cubicBezTo>
                    <a:pt x="283" y="780"/>
                    <a:pt x="274" y="783"/>
                    <a:pt x="269" y="789"/>
                  </a:cubicBezTo>
                  <a:cubicBezTo>
                    <a:pt x="256" y="802"/>
                    <a:pt x="244" y="816"/>
                    <a:pt x="232" y="831"/>
                  </a:cubicBezTo>
                  <a:cubicBezTo>
                    <a:pt x="228" y="837"/>
                    <a:pt x="222" y="842"/>
                    <a:pt x="220" y="850"/>
                  </a:cubicBezTo>
                  <a:cubicBezTo>
                    <a:pt x="214" y="870"/>
                    <a:pt x="229" y="893"/>
                    <a:pt x="250" y="899"/>
                  </a:cubicBezTo>
                  <a:cubicBezTo>
                    <a:pt x="264" y="902"/>
                    <a:pt x="277" y="907"/>
                    <a:pt x="288" y="910"/>
                  </a:cubicBezTo>
                  <a:cubicBezTo>
                    <a:pt x="295" y="908"/>
                    <a:pt x="301" y="904"/>
                    <a:pt x="307" y="903"/>
                  </a:cubicBezTo>
                  <a:cubicBezTo>
                    <a:pt x="314" y="902"/>
                    <a:pt x="321" y="902"/>
                    <a:pt x="328" y="901"/>
                  </a:cubicBezTo>
                  <a:cubicBezTo>
                    <a:pt x="336" y="900"/>
                    <a:pt x="345" y="898"/>
                    <a:pt x="353" y="896"/>
                  </a:cubicBezTo>
                  <a:cubicBezTo>
                    <a:pt x="357" y="896"/>
                    <a:pt x="360" y="895"/>
                    <a:pt x="364" y="894"/>
                  </a:cubicBezTo>
                  <a:cubicBezTo>
                    <a:pt x="374" y="891"/>
                    <a:pt x="385" y="888"/>
                    <a:pt x="396" y="885"/>
                  </a:cubicBezTo>
                  <a:cubicBezTo>
                    <a:pt x="405" y="883"/>
                    <a:pt x="414" y="882"/>
                    <a:pt x="423" y="879"/>
                  </a:cubicBezTo>
                  <a:cubicBezTo>
                    <a:pt x="435" y="877"/>
                    <a:pt x="447" y="873"/>
                    <a:pt x="461" y="870"/>
                  </a:cubicBezTo>
                  <a:cubicBezTo>
                    <a:pt x="461" y="890"/>
                    <a:pt x="446" y="895"/>
                    <a:pt x="436" y="902"/>
                  </a:cubicBezTo>
                  <a:cubicBezTo>
                    <a:pt x="416" y="914"/>
                    <a:pt x="395" y="921"/>
                    <a:pt x="374" y="932"/>
                  </a:cubicBezTo>
                  <a:cubicBezTo>
                    <a:pt x="367" y="936"/>
                    <a:pt x="360" y="942"/>
                    <a:pt x="355" y="948"/>
                  </a:cubicBezTo>
                  <a:cubicBezTo>
                    <a:pt x="349" y="954"/>
                    <a:pt x="347" y="963"/>
                    <a:pt x="341" y="967"/>
                  </a:cubicBezTo>
                  <a:cubicBezTo>
                    <a:pt x="317" y="981"/>
                    <a:pt x="308" y="1004"/>
                    <a:pt x="300" y="1028"/>
                  </a:cubicBezTo>
                  <a:cubicBezTo>
                    <a:pt x="297" y="1036"/>
                    <a:pt x="296" y="1046"/>
                    <a:pt x="297" y="1054"/>
                  </a:cubicBezTo>
                  <a:cubicBezTo>
                    <a:pt x="299" y="1068"/>
                    <a:pt x="311" y="1072"/>
                    <a:pt x="323" y="1076"/>
                  </a:cubicBezTo>
                  <a:cubicBezTo>
                    <a:pt x="333" y="1078"/>
                    <a:pt x="344" y="1079"/>
                    <a:pt x="355" y="1080"/>
                  </a:cubicBezTo>
                  <a:cubicBezTo>
                    <a:pt x="365" y="1082"/>
                    <a:pt x="374" y="1084"/>
                    <a:pt x="384" y="1084"/>
                  </a:cubicBezTo>
                  <a:cubicBezTo>
                    <a:pt x="384" y="1084"/>
                    <a:pt x="384" y="1084"/>
                    <a:pt x="385" y="1084"/>
                  </a:cubicBezTo>
                  <a:cubicBezTo>
                    <a:pt x="391" y="1084"/>
                    <a:pt x="398" y="1081"/>
                    <a:pt x="405" y="1080"/>
                  </a:cubicBezTo>
                  <a:cubicBezTo>
                    <a:pt x="423" y="1078"/>
                    <a:pt x="441" y="1077"/>
                    <a:pt x="459" y="1074"/>
                  </a:cubicBezTo>
                  <a:cubicBezTo>
                    <a:pt x="461" y="1074"/>
                    <a:pt x="463" y="1074"/>
                    <a:pt x="464" y="1074"/>
                  </a:cubicBezTo>
                  <a:cubicBezTo>
                    <a:pt x="472" y="1074"/>
                    <a:pt x="476" y="1078"/>
                    <a:pt x="476" y="1088"/>
                  </a:cubicBezTo>
                  <a:cubicBezTo>
                    <a:pt x="477" y="1105"/>
                    <a:pt x="478" y="1122"/>
                    <a:pt x="479" y="1139"/>
                  </a:cubicBezTo>
                  <a:cubicBezTo>
                    <a:pt x="479" y="1142"/>
                    <a:pt x="480" y="1145"/>
                    <a:pt x="481" y="1147"/>
                  </a:cubicBezTo>
                  <a:cubicBezTo>
                    <a:pt x="487" y="1163"/>
                    <a:pt x="492" y="1179"/>
                    <a:pt x="499" y="1194"/>
                  </a:cubicBezTo>
                  <a:cubicBezTo>
                    <a:pt x="504" y="1205"/>
                    <a:pt x="511" y="1215"/>
                    <a:pt x="520" y="1224"/>
                  </a:cubicBezTo>
                  <a:cubicBezTo>
                    <a:pt x="524" y="1228"/>
                    <a:pt x="529" y="1232"/>
                    <a:pt x="535" y="1232"/>
                  </a:cubicBezTo>
                  <a:cubicBezTo>
                    <a:pt x="538" y="1232"/>
                    <a:pt x="541" y="1231"/>
                    <a:pt x="544" y="1229"/>
                  </a:cubicBezTo>
                  <a:cubicBezTo>
                    <a:pt x="554" y="1223"/>
                    <a:pt x="567" y="1216"/>
                    <a:pt x="571" y="1203"/>
                  </a:cubicBezTo>
                  <a:cubicBezTo>
                    <a:pt x="579" y="1180"/>
                    <a:pt x="587" y="1157"/>
                    <a:pt x="591" y="1133"/>
                  </a:cubicBezTo>
                  <a:cubicBezTo>
                    <a:pt x="595" y="1114"/>
                    <a:pt x="593" y="1094"/>
                    <a:pt x="594" y="1075"/>
                  </a:cubicBezTo>
                  <a:cubicBezTo>
                    <a:pt x="594" y="1065"/>
                    <a:pt x="595" y="1055"/>
                    <a:pt x="597" y="1046"/>
                  </a:cubicBezTo>
                  <a:cubicBezTo>
                    <a:pt x="599" y="1038"/>
                    <a:pt x="604" y="1029"/>
                    <a:pt x="610" y="1025"/>
                  </a:cubicBezTo>
                  <a:cubicBezTo>
                    <a:pt x="622" y="1018"/>
                    <a:pt x="635" y="1013"/>
                    <a:pt x="648" y="1007"/>
                  </a:cubicBezTo>
                  <a:cubicBezTo>
                    <a:pt x="665" y="1000"/>
                    <a:pt x="682" y="993"/>
                    <a:pt x="699" y="985"/>
                  </a:cubicBezTo>
                  <a:cubicBezTo>
                    <a:pt x="704" y="983"/>
                    <a:pt x="709" y="979"/>
                    <a:pt x="714" y="975"/>
                  </a:cubicBezTo>
                  <a:cubicBezTo>
                    <a:pt x="729" y="963"/>
                    <a:pt x="735" y="947"/>
                    <a:pt x="738" y="929"/>
                  </a:cubicBezTo>
                  <a:cubicBezTo>
                    <a:pt x="739" y="920"/>
                    <a:pt x="741" y="909"/>
                    <a:pt x="732" y="902"/>
                  </a:cubicBezTo>
                  <a:cubicBezTo>
                    <a:pt x="717" y="889"/>
                    <a:pt x="697" y="888"/>
                    <a:pt x="679" y="883"/>
                  </a:cubicBezTo>
                  <a:cubicBezTo>
                    <a:pt x="671" y="880"/>
                    <a:pt x="662" y="878"/>
                    <a:pt x="654" y="875"/>
                  </a:cubicBezTo>
                  <a:cubicBezTo>
                    <a:pt x="659" y="867"/>
                    <a:pt x="662" y="858"/>
                    <a:pt x="669" y="852"/>
                  </a:cubicBezTo>
                  <a:cubicBezTo>
                    <a:pt x="685" y="839"/>
                    <a:pt x="703" y="827"/>
                    <a:pt x="720" y="814"/>
                  </a:cubicBezTo>
                  <a:cubicBezTo>
                    <a:pt x="734" y="805"/>
                    <a:pt x="748" y="796"/>
                    <a:pt x="761" y="785"/>
                  </a:cubicBezTo>
                  <a:cubicBezTo>
                    <a:pt x="788" y="764"/>
                    <a:pt x="786" y="719"/>
                    <a:pt x="757" y="700"/>
                  </a:cubicBezTo>
                  <a:cubicBezTo>
                    <a:pt x="749" y="694"/>
                    <a:pt x="738" y="691"/>
                    <a:pt x="727" y="688"/>
                  </a:cubicBezTo>
                  <a:cubicBezTo>
                    <a:pt x="718" y="686"/>
                    <a:pt x="708" y="686"/>
                    <a:pt x="698" y="686"/>
                  </a:cubicBezTo>
                  <a:cubicBezTo>
                    <a:pt x="698" y="686"/>
                    <a:pt x="698" y="686"/>
                    <a:pt x="698" y="686"/>
                  </a:cubicBezTo>
                  <a:cubicBezTo>
                    <a:pt x="692" y="686"/>
                    <a:pt x="687" y="687"/>
                    <a:pt x="682" y="688"/>
                  </a:cubicBezTo>
                  <a:cubicBezTo>
                    <a:pt x="674" y="689"/>
                    <a:pt x="666" y="691"/>
                    <a:pt x="659" y="691"/>
                  </a:cubicBezTo>
                  <a:cubicBezTo>
                    <a:pt x="652" y="691"/>
                    <a:pt x="646" y="690"/>
                    <a:pt x="640" y="686"/>
                  </a:cubicBezTo>
                  <a:cubicBezTo>
                    <a:pt x="642" y="682"/>
                    <a:pt x="645" y="678"/>
                    <a:pt x="647" y="674"/>
                  </a:cubicBezTo>
                  <a:cubicBezTo>
                    <a:pt x="655" y="660"/>
                    <a:pt x="665" y="651"/>
                    <a:pt x="677" y="641"/>
                  </a:cubicBezTo>
                  <a:cubicBezTo>
                    <a:pt x="699" y="622"/>
                    <a:pt x="719" y="602"/>
                    <a:pt x="740" y="583"/>
                  </a:cubicBezTo>
                  <a:cubicBezTo>
                    <a:pt x="744" y="579"/>
                    <a:pt x="749" y="577"/>
                    <a:pt x="754" y="577"/>
                  </a:cubicBezTo>
                  <a:cubicBezTo>
                    <a:pt x="756" y="577"/>
                    <a:pt x="758" y="577"/>
                    <a:pt x="761" y="578"/>
                  </a:cubicBezTo>
                  <a:cubicBezTo>
                    <a:pt x="770" y="581"/>
                    <a:pt x="780" y="583"/>
                    <a:pt x="790" y="583"/>
                  </a:cubicBezTo>
                  <a:cubicBezTo>
                    <a:pt x="791" y="583"/>
                    <a:pt x="791" y="583"/>
                    <a:pt x="791" y="583"/>
                  </a:cubicBezTo>
                  <a:cubicBezTo>
                    <a:pt x="797" y="583"/>
                    <a:pt x="803" y="582"/>
                    <a:pt x="809" y="581"/>
                  </a:cubicBezTo>
                  <a:cubicBezTo>
                    <a:pt x="815" y="580"/>
                    <a:pt x="821" y="580"/>
                    <a:pt x="827" y="580"/>
                  </a:cubicBezTo>
                  <a:cubicBezTo>
                    <a:pt x="827" y="580"/>
                    <a:pt x="827" y="580"/>
                    <a:pt x="827" y="580"/>
                  </a:cubicBezTo>
                  <a:cubicBezTo>
                    <a:pt x="837" y="580"/>
                    <a:pt x="846" y="582"/>
                    <a:pt x="855" y="584"/>
                  </a:cubicBezTo>
                  <a:cubicBezTo>
                    <a:pt x="870" y="587"/>
                    <a:pt x="886" y="590"/>
                    <a:pt x="901" y="594"/>
                  </a:cubicBezTo>
                  <a:cubicBezTo>
                    <a:pt x="921" y="601"/>
                    <a:pt x="940" y="608"/>
                    <a:pt x="960" y="616"/>
                  </a:cubicBezTo>
                  <a:cubicBezTo>
                    <a:pt x="970" y="620"/>
                    <a:pt x="979" y="625"/>
                    <a:pt x="988" y="631"/>
                  </a:cubicBezTo>
                  <a:cubicBezTo>
                    <a:pt x="990" y="632"/>
                    <a:pt x="991" y="636"/>
                    <a:pt x="991" y="639"/>
                  </a:cubicBezTo>
                  <a:cubicBezTo>
                    <a:pt x="990" y="658"/>
                    <a:pt x="995" y="679"/>
                    <a:pt x="987" y="698"/>
                  </a:cubicBezTo>
                  <a:cubicBezTo>
                    <a:pt x="987" y="699"/>
                    <a:pt x="987" y="701"/>
                    <a:pt x="987" y="702"/>
                  </a:cubicBezTo>
                  <a:cubicBezTo>
                    <a:pt x="987" y="713"/>
                    <a:pt x="989" y="725"/>
                    <a:pt x="988" y="736"/>
                  </a:cubicBezTo>
                  <a:cubicBezTo>
                    <a:pt x="987" y="749"/>
                    <a:pt x="982" y="761"/>
                    <a:pt x="980" y="774"/>
                  </a:cubicBezTo>
                  <a:cubicBezTo>
                    <a:pt x="978" y="786"/>
                    <a:pt x="978" y="799"/>
                    <a:pt x="977" y="811"/>
                  </a:cubicBezTo>
                  <a:cubicBezTo>
                    <a:pt x="974" y="837"/>
                    <a:pt x="971" y="862"/>
                    <a:pt x="963" y="887"/>
                  </a:cubicBezTo>
                  <a:cubicBezTo>
                    <a:pt x="957" y="906"/>
                    <a:pt x="949" y="924"/>
                    <a:pt x="942" y="943"/>
                  </a:cubicBezTo>
                  <a:cubicBezTo>
                    <a:pt x="937" y="957"/>
                    <a:pt x="931" y="970"/>
                    <a:pt x="928" y="984"/>
                  </a:cubicBezTo>
                  <a:cubicBezTo>
                    <a:pt x="925" y="993"/>
                    <a:pt x="920" y="1002"/>
                    <a:pt x="921" y="1014"/>
                  </a:cubicBezTo>
                  <a:cubicBezTo>
                    <a:pt x="922" y="1021"/>
                    <a:pt x="919" y="1033"/>
                    <a:pt x="909" y="1033"/>
                  </a:cubicBezTo>
                  <a:cubicBezTo>
                    <a:pt x="899" y="1034"/>
                    <a:pt x="888" y="1035"/>
                    <a:pt x="878" y="1035"/>
                  </a:cubicBezTo>
                  <a:cubicBezTo>
                    <a:pt x="871" y="1035"/>
                    <a:pt x="863" y="1035"/>
                    <a:pt x="856" y="1033"/>
                  </a:cubicBezTo>
                  <a:cubicBezTo>
                    <a:pt x="850" y="1031"/>
                    <a:pt x="844" y="1030"/>
                    <a:pt x="838" y="1030"/>
                  </a:cubicBezTo>
                  <a:cubicBezTo>
                    <a:pt x="827" y="1030"/>
                    <a:pt x="816" y="1033"/>
                    <a:pt x="806" y="1036"/>
                  </a:cubicBezTo>
                  <a:cubicBezTo>
                    <a:pt x="803" y="1037"/>
                    <a:pt x="799" y="1040"/>
                    <a:pt x="798" y="1042"/>
                  </a:cubicBezTo>
                  <a:cubicBezTo>
                    <a:pt x="797" y="1054"/>
                    <a:pt x="796" y="1065"/>
                    <a:pt x="797" y="1076"/>
                  </a:cubicBezTo>
                  <a:cubicBezTo>
                    <a:pt x="798" y="1083"/>
                    <a:pt x="801" y="1092"/>
                    <a:pt x="806" y="1097"/>
                  </a:cubicBezTo>
                  <a:cubicBezTo>
                    <a:pt x="822" y="1116"/>
                    <a:pt x="840" y="1133"/>
                    <a:pt x="856" y="1151"/>
                  </a:cubicBezTo>
                  <a:cubicBezTo>
                    <a:pt x="862" y="1157"/>
                    <a:pt x="866" y="1164"/>
                    <a:pt x="871" y="1170"/>
                  </a:cubicBezTo>
                  <a:cubicBezTo>
                    <a:pt x="880" y="1182"/>
                    <a:pt x="889" y="1194"/>
                    <a:pt x="900" y="1205"/>
                  </a:cubicBezTo>
                  <a:cubicBezTo>
                    <a:pt x="906" y="1212"/>
                    <a:pt x="914" y="1220"/>
                    <a:pt x="922" y="1220"/>
                  </a:cubicBezTo>
                  <a:cubicBezTo>
                    <a:pt x="922" y="1220"/>
                    <a:pt x="922" y="1220"/>
                    <a:pt x="922" y="1220"/>
                  </a:cubicBezTo>
                  <a:cubicBezTo>
                    <a:pt x="936" y="1220"/>
                    <a:pt x="950" y="1215"/>
                    <a:pt x="964" y="1211"/>
                  </a:cubicBezTo>
                  <a:cubicBezTo>
                    <a:pt x="983" y="1206"/>
                    <a:pt x="997" y="1190"/>
                    <a:pt x="1017" y="1186"/>
                  </a:cubicBezTo>
                  <a:cubicBezTo>
                    <a:pt x="1018" y="1186"/>
                    <a:pt x="1019" y="1185"/>
                    <a:pt x="1020" y="1184"/>
                  </a:cubicBezTo>
                  <a:cubicBezTo>
                    <a:pt x="1023" y="1175"/>
                    <a:pt x="1030" y="1171"/>
                    <a:pt x="1037" y="1168"/>
                  </a:cubicBezTo>
                  <a:cubicBezTo>
                    <a:pt x="1044" y="1165"/>
                    <a:pt x="1050" y="1161"/>
                    <a:pt x="1056" y="1156"/>
                  </a:cubicBezTo>
                  <a:cubicBezTo>
                    <a:pt x="1069" y="1144"/>
                    <a:pt x="1080" y="1130"/>
                    <a:pt x="1094" y="1119"/>
                  </a:cubicBezTo>
                  <a:cubicBezTo>
                    <a:pt x="1107" y="1107"/>
                    <a:pt x="1111" y="1092"/>
                    <a:pt x="1115" y="1076"/>
                  </a:cubicBezTo>
                  <a:cubicBezTo>
                    <a:pt x="1120" y="1056"/>
                    <a:pt x="1125" y="1035"/>
                    <a:pt x="1131" y="1015"/>
                  </a:cubicBezTo>
                  <a:cubicBezTo>
                    <a:pt x="1135" y="1004"/>
                    <a:pt x="1136" y="992"/>
                    <a:pt x="1134" y="980"/>
                  </a:cubicBezTo>
                  <a:cubicBezTo>
                    <a:pt x="1134" y="979"/>
                    <a:pt x="1134" y="977"/>
                    <a:pt x="1134" y="976"/>
                  </a:cubicBezTo>
                  <a:cubicBezTo>
                    <a:pt x="1136" y="954"/>
                    <a:pt x="1138" y="931"/>
                    <a:pt x="1139" y="908"/>
                  </a:cubicBezTo>
                  <a:cubicBezTo>
                    <a:pt x="1140" y="886"/>
                    <a:pt x="1140" y="864"/>
                    <a:pt x="1141" y="841"/>
                  </a:cubicBezTo>
                  <a:cubicBezTo>
                    <a:pt x="1141" y="821"/>
                    <a:pt x="1143" y="800"/>
                    <a:pt x="1144" y="779"/>
                  </a:cubicBezTo>
                  <a:cubicBezTo>
                    <a:pt x="1145" y="772"/>
                    <a:pt x="1147" y="765"/>
                    <a:pt x="1148" y="758"/>
                  </a:cubicBezTo>
                  <a:cubicBezTo>
                    <a:pt x="1149" y="744"/>
                    <a:pt x="1150" y="730"/>
                    <a:pt x="1152" y="717"/>
                  </a:cubicBezTo>
                  <a:cubicBezTo>
                    <a:pt x="1153" y="706"/>
                    <a:pt x="1155" y="695"/>
                    <a:pt x="1160" y="687"/>
                  </a:cubicBezTo>
                  <a:cubicBezTo>
                    <a:pt x="1168" y="675"/>
                    <a:pt x="1167" y="662"/>
                    <a:pt x="1165" y="650"/>
                  </a:cubicBezTo>
                  <a:cubicBezTo>
                    <a:pt x="1163" y="637"/>
                    <a:pt x="1164" y="622"/>
                    <a:pt x="1153" y="611"/>
                  </a:cubicBezTo>
                  <a:cubicBezTo>
                    <a:pt x="1152" y="610"/>
                    <a:pt x="1153" y="607"/>
                    <a:pt x="1153" y="605"/>
                  </a:cubicBezTo>
                  <a:cubicBezTo>
                    <a:pt x="1152" y="601"/>
                    <a:pt x="1151" y="597"/>
                    <a:pt x="1149" y="595"/>
                  </a:cubicBezTo>
                  <a:cubicBezTo>
                    <a:pt x="1137" y="579"/>
                    <a:pt x="1127" y="562"/>
                    <a:pt x="1108" y="555"/>
                  </a:cubicBezTo>
                  <a:cubicBezTo>
                    <a:pt x="1107" y="554"/>
                    <a:pt x="1106" y="553"/>
                    <a:pt x="1105" y="552"/>
                  </a:cubicBezTo>
                  <a:cubicBezTo>
                    <a:pt x="1094" y="537"/>
                    <a:pt x="1081" y="526"/>
                    <a:pt x="1061" y="526"/>
                  </a:cubicBezTo>
                  <a:cubicBezTo>
                    <a:pt x="1057" y="525"/>
                    <a:pt x="1054" y="521"/>
                    <a:pt x="1051" y="519"/>
                  </a:cubicBezTo>
                  <a:cubicBezTo>
                    <a:pt x="1050" y="518"/>
                    <a:pt x="1049" y="517"/>
                    <a:pt x="1048" y="517"/>
                  </a:cubicBezTo>
                  <a:cubicBezTo>
                    <a:pt x="1030" y="511"/>
                    <a:pt x="1012" y="506"/>
                    <a:pt x="994" y="501"/>
                  </a:cubicBezTo>
                  <a:cubicBezTo>
                    <a:pt x="985" y="499"/>
                    <a:pt x="976" y="498"/>
                    <a:pt x="967" y="497"/>
                  </a:cubicBezTo>
                  <a:cubicBezTo>
                    <a:pt x="967" y="497"/>
                    <a:pt x="966" y="497"/>
                    <a:pt x="966" y="497"/>
                  </a:cubicBezTo>
                  <a:cubicBezTo>
                    <a:pt x="959" y="497"/>
                    <a:pt x="952" y="499"/>
                    <a:pt x="945" y="499"/>
                  </a:cubicBezTo>
                  <a:cubicBezTo>
                    <a:pt x="933" y="499"/>
                    <a:pt x="921" y="499"/>
                    <a:pt x="909" y="499"/>
                  </a:cubicBezTo>
                  <a:cubicBezTo>
                    <a:pt x="899" y="499"/>
                    <a:pt x="889" y="499"/>
                    <a:pt x="879" y="499"/>
                  </a:cubicBezTo>
                  <a:cubicBezTo>
                    <a:pt x="863" y="499"/>
                    <a:pt x="846" y="497"/>
                    <a:pt x="830" y="496"/>
                  </a:cubicBezTo>
                  <a:cubicBezTo>
                    <a:pt x="825" y="496"/>
                    <a:pt x="821" y="494"/>
                    <a:pt x="817" y="493"/>
                  </a:cubicBezTo>
                  <a:cubicBezTo>
                    <a:pt x="811" y="491"/>
                    <a:pt x="805" y="488"/>
                    <a:pt x="798" y="486"/>
                  </a:cubicBezTo>
                  <a:cubicBezTo>
                    <a:pt x="784" y="481"/>
                    <a:pt x="768" y="480"/>
                    <a:pt x="757" y="471"/>
                  </a:cubicBezTo>
                  <a:cubicBezTo>
                    <a:pt x="740" y="457"/>
                    <a:pt x="721" y="455"/>
                    <a:pt x="701" y="455"/>
                  </a:cubicBezTo>
                  <a:cubicBezTo>
                    <a:pt x="701" y="455"/>
                    <a:pt x="700" y="455"/>
                    <a:pt x="700" y="455"/>
                  </a:cubicBezTo>
                  <a:cubicBezTo>
                    <a:pt x="682" y="455"/>
                    <a:pt x="666" y="464"/>
                    <a:pt x="648" y="467"/>
                  </a:cubicBezTo>
                  <a:cubicBezTo>
                    <a:pt x="639" y="469"/>
                    <a:pt x="630" y="471"/>
                    <a:pt x="624" y="479"/>
                  </a:cubicBezTo>
                  <a:cubicBezTo>
                    <a:pt x="620" y="485"/>
                    <a:pt x="618" y="492"/>
                    <a:pt x="614" y="498"/>
                  </a:cubicBezTo>
                  <a:cubicBezTo>
                    <a:pt x="611" y="502"/>
                    <a:pt x="608" y="505"/>
                    <a:pt x="604" y="508"/>
                  </a:cubicBezTo>
                  <a:cubicBezTo>
                    <a:pt x="596" y="515"/>
                    <a:pt x="588" y="522"/>
                    <a:pt x="578" y="528"/>
                  </a:cubicBezTo>
                  <a:cubicBezTo>
                    <a:pt x="575" y="529"/>
                    <a:pt x="571" y="531"/>
                    <a:pt x="567" y="531"/>
                  </a:cubicBezTo>
                  <a:cubicBezTo>
                    <a:pt x="564" y="531"/>
                    <a:pt x="561" y="530"/>
                    <a:pt x="559" y="526"/>
                  </a:cubicBezTo>
                  <a:cubicBezTo>
                    <a:pt x="556" y="518"/>
                    <a:pt x="554" y="506"/>
                    <a:pt x="558" y="500"/>
                  </a:cubicBezTo>
                  <a:cubicBezTo>
                    <a:pt x="565" y="488"/>
                    <a:pt x="576" y="478"/>
                    <a:pt x="586" y="469"/>
                  </a:cubicBezTo>
                  <a:cubicBezTo>
                    <a:pt x="594" y="462"/>
                    <a:pt x="599" y="455"/>
                    <a:pt x="601" y="445"/>
                  </a:cubicBezTo>
                  <a:cubicBezTo>
                    <a:pt x="603" y="433"/>
                    <a:pt x="607" y="422"/>
                    <a:pt x="619" y="417"/>
                  </a:cubicBezTo>
                  <a:cubicBezTo>
                    <a:pt x="630" y="413"/>
                    <a:pt x="643" y="411"/>
                    <a:pt x="654" y="406"/>
                  </a:cubicBezTo>
                  <a:cubicBezTo>
                    <a:pt x="672" y="399"/>
                    <a:pt x="689" y="389"/>
                    <a:pt x="707" y="382"/>
                  </a:cubicBezTo>
                  <a:cubicBezTo>
                    <a:pt x="735" y="372"/>
                    <a:pt x="765" y="368"/>
                    <a:pt x="789" y="348"/>
                  </a:cubicBezTo>
                  <a:cubicBezTo>
                    <a:pt x="800" y="340"/>
                    <a:pt x="811" y="331"/>
                    <a:pt x="820" y="321"/>
                  </a:cubicBezTo>
                  <a:cubicBezTo>
                    <a:pt x="836" y="303"/>
                    <a:pt x="836" y="280"/>
                    <a:pt x="833" y="258"/>
                  </a:cubicBezTo>
                  <a:cubicBezTo>
                    <a:pt x="831" y="245"/>
                    <a:pt x="826" y="231"/>
                    <a:pt x="809" y="224"/>
                  </a:cubicBezTo>
                  <a:cubicBezTo>
                    <a:pt x="793" y="218"/>
                    <a:pt x="777" y="211"/>
                    <a:pt x="771" y="192"/>
                  </a:cubicBezTo>
                  <a:cubicBezTo>
                    <a:pt x="770" y="190"/>
                    <a:pt x="766" y="187"/>
                    <a:pt x="762" y="187"/>
                  </a:cubicBezTo>
                  <a:cubicBezTo>
                    <a:pt x="762" y="187"/>
                    <a:pt x="762" y="187"/>
                    <a:pt x="762" y="187"/>
                  </a:cubicBezTo>
                  <a:cubicBezTo>
                    <a:pt x="739" y="188"/>
                    <a:pt x="715" y="188"/>
                    <a:pt x="691" y="191"/>
                  </a:cubicBezTo>
                  <a:cubicBezTo>
                    <a:pt x="690" y="191"/>
                    <a:pt x="689" y="191"/>
                    <a:pt x="688" y="191"/>
                  </a:cubicBezTo>
                  <a:cubicBezTo>
                    <a:pt x="682" y="191"/>
                    <a:pt x="680" y="188"/>
                    <a:pt x="681" y="181"/>
                  </a:cubicBezTo>
                  <a:cubicBezTo>
                    <a:pt x="682" y="169"/>
                    <a:pt x="684" y="156"/>
                    <a:pt x="686" y="144"/>
                  </a:cubicBezTo>
                  <a:cubicBezTo>
                    <a:pt x="690" y="125"/>
                    <a:pt x="695" y="108"/>
                    <a:pt x="690" y="88"/>
                  </a:cubicBezTo>
                  <a:cubicBezTo>
                    <a:pt x="681" y="54"/>
                    <a:pt x="660" y="31"/>
                    <a:pt x="629" y="18"/>
                  </a:cubicBezTo>
                  <a:cubicBezTo>
                    <a:pt x="614" y="11"/>
                    <a:pt x="597" y="10"/>
                    <a:pt x="581" y="7"/>
                  </a:cubicBezTo>
                  <a:cubicBezTo>
                    <a:pt x="570" y="5"/>
                    <a:pt x="560" y="4"/>
                    <a:pt x="549" y="3"/>
                  </a:cubicBezTo>
                  <a:cubicBezTo>
                    <a:pt x="547" y="3"/>
                    <a:pt x="545" y="3"/>
                    <a:pt x="543" y="3"/>
                  </a:cubicBezTo>
                  <a:cubicBezTo>
                    <a:pt x="541" y="3"/>
                    <a:pt x="540" y="3"/>
                    <a:pt x="538" y="3"/>
                  </a:cubicBezTo>
                  <a:cubicBezTo>
                    <a:pt x="536" y="3"/>
                    <a:pt x="535" y="3"/>
                    <a:pt x="533" y="3"/>
                  </a:cubicBezTo>
                  <a:cubicBezTo>
                    <a:pt x="531" y="3"/>
                    <a:pt x="529" y="3"/>
                    <a:pt x="527" y="2"/>
                  </a:cubicBezTo>
                  <a:cubicBezTo>
                    <a:pt x="520" y="2"/>
                    <a:pt x="513" y="0"/>
                    <a:pt x="50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271">
              <a:extLst>
                <a:ext uri="{FF2B5EF4-FFF2-40B4-BE49-F238E27FC236}">
                  <a16:creationId xmlns:a16="http://schemas.microsoft.com/office/drawing/2014/main" id="{E1F42716-881B-54F1-CCD9-D761FB7F0C00}"/>
                </a:ext>
              </a:extLst>
            </p:cNvPr>
            <p:cNvSpPr>
              <a:spLocks/>
            </p:cNvSpPr>
            <p:nvPr/>
          </p:nvSpPr>
          <p:spPr bwMode="auto">
            <a:xfrm>
              <a:off x="2434447" y="1567648"/>
              <a:ext cx="301745" cy="393652"/>
            </a:xfrm>
            <a:custGeom>
              <a:avLst/>
              <a:gdLst>
                <a:gd name="T0" fmla="*/ 553 w 828"/>
                <a:gd name="T1" fmla="*/ 29 h 1078"/>
                <a:gd name="T2" fmla="*/ 334 w 828"/>
                <a:gd name="T3" fmla="*/ 98 h 1078"/>
                <a:gd name="T4" fmla="*/ 188 w 828"/>
                <a:gd name="T5" fmla="*/ 125 h 1078"/>
                <a:gd name="T6" fmla="*/ 131 w 828"/>
                <a:gd name="T7" fmla="*/ 124 h 1078"/>
                <a:gd name="T8" fmla="*/ 118 w 828"/>
                <a:gd name="T9" fmla="*/ 173 h 1078"/>
                <a:gd name="T10" fmla="*/ 186 w 828"/>
                <a:gd name="T11" fmla="*/ 238 h 1078"/>
                <a:gd name="T12" fmla="*/ 230 w 828"/>
                <a:gd name="T13" fmla="*/ 358 h 1078"/>
                <a:gd name="T14" fmla="*/ 225 w 828"/>
                <a:gd name="T15" fmla="*/ 456 h 1078"/>
                <a:gd name="T16" fmla="*/ 314 w 828"/>
                <a:gd name="T17" fmla="*/ 478 h 1078"/>
                <a:gd name="T18" fmla="*/ 308 w 828"/>
                <a:gd name="T19" fmla="*/ 498 h 1078"/>
                <a:gd name="T20" fmla="*/ 193 w 828"/>
                <a:gd name="T21" fmla="*/ 654 h 1078"/>
                <a:gd name="T22" fmla="*/ 184 w 828"/>
                <a:gd name="T23" fmla="*/ 799 h 1078"/>
                <a:gd name="T24" fmla="*/ 195 w 828"/>
                <a:gd name="T25" fmla="*/ 911 h 1078"/>
                <a:gd name="T26" fmla="*/ 386 w 828"/>
                <a:gd name="T27" fmla="*/ 810 h 1078"/>
                <a:gd name="T28" fmla="*/ 459 w 828"/>
                <a:gd name="T29" fmla="*/ 749 h 1078"/>
                <a:gd name="T30" fmla="*/ 599 w 828"/>
                <a:gd name="T31" fmla="*/ 906 h 1078"/>
                <a:gd name="T32" fmla="*/ 563 w 828"/>
                <a:gd name="T33" fmla="*/ 933 h 1078"/>
                <a:gd name="T34" fmla="*/ 407 w 828"/>
                <a:gd name="T35" fmla="*/ 954 h 1078"/>
                <a:gd name="T36" fmla="*/ 389 w 828"/>
                <a:gd name="T37" fmla="*/ 954 h 1078"/>
                <a:gd name="T38" fmla="*/ 269 w 828"/>
                <a:gd name="T39" fmla="*/ 966 h 1078"/>
                <a:gd name="T40" fmla="*/ 183 w 828"/>
                <a:gd name="T41" fmla="*/ 974 h 1078"/>
                <a:gd name="T42" fmla="*/ 104 w 828"/>
                <a:gd name="T43" fmla="*/ 970 h 1078"/>
                <a:gd name="T44" fmla="*/ 108 w 828"/>
                <a:gd name="T45" fmla="*/ 886 h 1078"/>
                <a:gd name="T46" fmla="*/ 106 w 828"/>
                <a:gd name="T47" fmla="*/ 779 h 1078"/>
                <a:gd name="T48" fmla="*/ 103 w 828"/>
                <a:gd name="T49" fmla="*/ 634 h 1078"/>
                <a:gd name="T50" fmla="*/ 106 w 828"/>
                <a:gd name="T51" fmla="*/ 408 h 1078"/>
                <a:gd name="T52" fmla="*/ 137 w 828"/>
                <a:gd name="T53" fmla="*/ 335 h 1078"/>
                <a:gd name="T54" fmla="*/ 163 w 828"/>
                <a:gd name="T55" fmla="*/ 279 h 1078"/>
                <a:gd name="T56" fmla="*/ 70 w 828"/>
                <a:gd name="T57" fmla="*/ 262 h 1078"/>
                <a:gd name="T58" fmla="*/ 34 w 828"/>
                <a:gd name="T59" fmla="*/ 434 h 1078"/>
                <a:gd name="T60" fmla="*/ 18 w 828"/>
                <a:gd name="T61" fmla="*/ 608 h 1078"/>
                <a:gd name="T62" fmla="*/ 11 w 828"/>
                <a:gd name="T63" fmla="*/ 832 h 1078"/>
                <a:gd name="T64" fmla="*/ 7 w 828"/>
                <a:gd name="T65" fmla="*/ 995 h 1078"/>
                <a:gd name="T66" fmla="*/ 167 w 828"/>
                <a:gd name="T67" fmla="*/ 1071 h 1078"/>
                <a:gd name="T68" fmla="*/ 296 w 828"/>
                <a:gd name="T69" fmla="*/ 1060 h 1078"/>
                <a:gd name="T70" fmla="*/ 436 w 828"/>
                <a:gd name="T71" fmla="*/ 1047 h 1078"/>
                <a:gd name="T72" fmla="*/ 549 w 828"/>
                <a:gd name="T73" fmla="*/ 1045 h 1078"/>
                <a:gd name="T74" fmla="*/ 729 w 828"/>
                <a:gd name="T75" fmla="*/ 1056 h 1078"/>
                <a:gd name="T76" fmla="*/ 814 w 828"/>
                <a:gd name="T77" fmla="*/ 1034 h 1078"/>
                <a:gd name="T78" fmla="*/ 705 w 828"/>
                <a:gd name="T79" fmla="*/ 915 h 1078"/>
                <a:gd name="T80" fmla="*/ 655 w 828"/>
                <a:gd name="T81" fmla="*/ 762 h 1078"/>
                <a:gd name="T82" fmla="*/ 480 w 828"/>
                <a:gd name="T83" fmla="*/ 706 h 1078"/>
                <a:gd name="T84" fmla="*/ 584 w 828"/>
                <a:gd name="T85" fmla="*/ 545 h 1078"/>
                <a:gd name="T86" fmla="*/ 585 w 828"/>
                <a:gd name="T87" fmla="*/ 446 h 1078"/>
                <a:gd name="T88" fmla="*/ 634 w 828"/>
                <a:gd name="T89" fmla="*/ 344 h 1078"/>
                <a:gd name="T90" fmla="*/ 548 w 828"/>
                <a:gd name="T91" fmla="*/ 274 h 1078"/>
                <a:gd name="T92" fmla="*/ 473 w 828"/>
                <a:gd name="T93" fmla="*/ 265 h 1078"/>
                <a:gd name="T94" fmla="*/ 565 w 828"/>
                <a:gd name="T95" fmla="*/ 209 h 1078"/>
                <a:gd name="T96" fmla="*/ 753 w 828"/>
                <a:gd name="T97" fmla="*/ 44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28" h="1078">
                  <a:moveTo>
                    <a:pt x="659" y="0"/>
                  </a:moveTo>
                  <a:cubicBezTo>
                    <a:pt x="657" y="0"/>
                    <a:pt x="655" y="0"/>
                    <a:pt x="653" y="0"/>
                  </a:cubicBezTo>
                  <a:cubicBezTo>
                    <a:pt x="643" y="3"/>
                    <a:pt x="634" y="6"/>
                    <a:pt x="624" y="9"/>
                  </a:cubicBezTo>
                  <a:cubicBezTo>
                    <a:pt x="600" y="16"/>
                    <a:pt x="576" y="22"/>
                    <a:pt x="553" y="29"/>
                  </a:cubicBezTo>
                  <a:cubicBezTo>
                    <a:pt x="528" y="36"/>
                    <a:pt x="503" y="43"/>
                    <a:pt x="479" y="51"/>
                  </a:cubicBezTo>
                  <a:cubicBezTo>
                    <a:pt x="472" y="53"/>
                    <a:pt x="466" y="60"/>
                    <a:pt x="458" y="62"/>
                  </a:cubicBezTo>
                  <a:cubicBezTo>
                    <a:pt x="443" y="67"/>
                    <a:pt x="427" y="70"/>
                    <a:pt x="411" y="75"/>
                  </a:cubicBezTo>
                  <a:cubicBezTo>
                    <a:pt x="385" y="82"/>
                    <a:pt x="360" y="91"/>
                    <a:pt x="334" y="98"/>
                  </a:cubicBezTo>
                  <a:cubicBezTo>
                    <a:pt x="316" y="103"/>
                    <a:pt x="297" y="107"/>
                    <a:pt x="278" y="111"/>
                  </a:cubicBezTo>
                  <a:cubicBezTo>
                    <a:pt x="271" y="112"/>
                    <a:pt x="262" y="110"/>
                    <a:pt x="256" y="114"/>
                  </a:cubicBezTo>
                  <a:cubicBezTo>
                    <a:pt x="238" y="126"/>
                    <a:pt x="218" y="124"/>
                    <a:pt x="198" y="125"/>
                  </a:cubicBezTo>
                  <a:cubicBezTo>
                    <a:pt x="195" y="125"/>
                    <a:pt x="192" y="125"/>
                    <a:pt x="188" y="125"/>
                  </a:cubicBezTo>
                  <a:cubicBezTo>
                    <a:pt x="179" y="125"/>
                    <a:pt x="170" y="125"/>
                    <a:pt x="161" y="124"/>
                  </a:cubicBezTo>
                  <a:cubicBezTo>
                    <a:pt x="151" y="124"/>
                    <a:pt x="142" y="124"/>
                    <a:pt x="133" y="124"/>
                  </a:cubicBezTo>
                  <a:cubicBezTo>
                    <a:pt x="132" y="124"/>
                    <a:pt x="132" y="124"/>
                    <a:pt x="131" y="124"/>
                  </a:cubicBezTo>
                  <a:cubicBezTo>
                    <a:pt x="131" y="124"/>
                    <a:pt x="131" y="124"/>
                    <a:pt x="131" y="124"/>
                  </a:cubicBezTo>
                  <a:cubicBezTo>
                    <a:pt x="130" y="124"/>
                    <a:pt x="129" y="124"/>
                    <a:pt x="128" y="124"/>
                  </a:cubicBezTo>
                  <a:cubicBezTo>
                    <a:pt x="128" y="124"/>
                    <a:pt x="127" y="124"/>
                    <a:pt x="126" y="124"/>
                  </a:cubicBezTo>
                  <a:cubicBezTo>
                    <a:pt x="119" y="124"/>
                    <a:pt x="111" y="125"/>
                    <a:pt x="108" y="134"/>
                  </a:cubicBezTo>
                  <a:cubicBezTo>
                    <a:pt x="103" y="149"/>
                    <a:pt x="106" y="162"/>
                    <a:pt x="118" y="173"/>
                  </a:cubicBezTo>
                  <a:cubicBezTo>
                    <a:pt x="129" y="182"/>
                    <a:pt x="139" y="192"/>
                    <a:pt x="148" y="202"/>
                  </a:cubicBezTo>
                  <a:cubicBezTo>
                    <a:pt x="152" y="205"/>
                    <a:pt x="154" y="210"/>
                    <a:pt x="156" y="214"/>
                  </a:cubicBezTo>
                  <a:cubicBezTo>
                    <a:pt x="157" y="216"/>
                    <a:pt x="158" y="219"/>
                    <a:pt x="160" y="221"/>
                  </a:cubicBezTo>
                  <a:cubicBezTo>
                    <a:pt x="168" y="227"/>
                    <a:pt x="176" y="234"/>
                    <a:pt x="186" y="238"/>
                  </a:cubicBezTo>
                  <a:cubicBezTo>
                    <a:pt x="212" y="248"/>
                    <a:pt x="237" y="258"/>
                    <a:pt x="264" y="266"/>
                  </a:cubicBezTo>
                  <a:cubicBezTo>
                    <a:pt x="273" y="269"/>
                    <a:pt x="276" y="274"/>
                    <a:pt x="272" y="281"/>
                  </a:cubicBezTo>
                  <a:cubicBezTo>
                    <a:pt x="262" y="301"/>
                    <a:pt x="250" y="321"/>
                    <a:pt x="239" y="341"/>
                  </a:cubicBezTo>
                  <a:cubicBezTo>
                    <a:pt x="236" y="347"/>
                    <a:pt x="233" y="352"/>
                    <a:pt x="230" y="358"/>
                  </a:cubicBezTo>
                  <a:cubicBezTo>
                    <a:pt x="226" y="363"/>
                    <a:pt x="224" y="369"/>
                    <a:pt x="221" y="375"/>
                  </a:cubicBezTo>
                  <a:cubicBezTo>
                    <a:pt x="214" y="386"/>
                    <a:pt x="206" y="397"/>
                    <a:pt x="213" y="412"/>
                  </a:cubicBezTo>
                  <a:cubicBezTo>
                    <a:pt x="214" y="413"/>
                    <a:pt x="214" y="414"/>
                    <a:pt x="214" y="415"/>
                  </a:cubicBezTo>
                  <a:cubicBezTo>
                    <a:pt x="213" y="430"/>
                    <a:pt x="216" y="444"/>
                    <a:pt x="225" y="456"/>
                  </a:cubicBezTo>
                  <a:cubicBezTo>
                    <a:pt x="233" y="468"/>
                    <a:pt x="259" y="481"/>
                    <a:pt x="275" y="481"/>
                  </a:cubicBezTo>
                  <a:cubicBezTo>
                    <a:pt x="277" y="481"/>
                    <a:pt x="279" y="480"/>
                    <a:pt x="281" y="480"/>
                  </a:cubicBezTo>
                  <a:cubicBezTo>
                    <a:pt x="287" y="478"/>
                    <a:pt x="295" y="478"/>
                    <a:pt x="302" y="478"/>
                  </a:cubicBezTo>
                  <a:cubicBezTo>
                    <a:pt x="306" y="478"/>
                    <a:pt x="310" y="478"/>
                    <a:pt x="314" y="478"/>
                  </a:cubicBezTo>
                  <a:cubicBezTo>
                    <a:pt x="315" y="478"/>
                    <a:pt x="317" y="478"/>
                    <a:pt x="318" y="478"/>
                  </a:cubicBezTo>
                  <a:cubicBezTo>
                    <a:pt x="323" y="478"/>
                    <a:pt x="327" y="479"/>
                    <a:pt x="332" y="480"/>
                  </a:cubicBezTo>
                  <a:cubicBezTo>
                    <a:pt x="331" y="481"/>
                    <a:pt x="331" y="483"/>
                    <a:pt x="331" y="484"/>
                  </a:cubicBezTo>
                  <a:cubicBezTo>
                    <a:pt x="323" y="488"/>
                    <a:pt x="315" y="492"/>
                    <a:pt x="308" y="498"/>
                  </a:cubicBezTo>
                  <a:cubicBezTo>
                    <a:pt x="296" y="508"/>
                    <a:pt x="285" y="520"/>
                    <a:pt x="273" y="528"/>
                  </a:cubicBezTo>
                  <a:cubicBezTo>
                    <a:pt x="259" y="538"/>
                    <a:pt x="243" y="544"/>
                    <a:pt x="228" y="553"/>
                  </a:cubicBezTo>
                  <a:cubicBezTo>
                    <a:pt x="209" y="566"/>
                    <a:pt x="197" y="585"/>
                    <a:pt x="192" y="607"/>
                  </a:cubicBezTo>
                  <a:cubicBezTo>
                    <a:pt x="189" y="622"/>
                    <a:pt x="188" y="639"/>
                    <a:pt x="193" y="654"/>
                  </a:cubicBezTo>
                  <a:cubicBezTo>
                    <a:pt x="201" y="677"/>
                    <a:pt x="219" y="694"/>
                    <a:pt x="241" y="706"/>
                  </a:cubicBezTo>
                  <a:cubicBezTo>
                    <a:pt x="250" y="711"/>
                    <a:pt x="252" y="718"/>
                    <a:pt x="246" y="726"/>
                  </a:cubicBezTo>
                  <a:cubicBezTo>
                    <a:pt x="229" y="748"/>
                    <a:pt x="211" y="769"/>
                    <a:pt x="193" y="790"/>
                  </a:cubicBezTo>
                  <a:cubicBezTo>
                    <a:pt x="190" y="793"/>
                    <a:pt x="185" y="795"/>
                    <a:pt x="184" y="799"/>
                  </a:cubicBezTo>
                  <a:cubicBezTo>
                    <a:pt x="179" y="811"/>
                    <a:pt x="170" y="819"/>
                    <a:pt x="159" y="825"/>
                  </a:cubicBezTo>
                  <a:cubicBezTo>
                    <a:pt x="157" y="826"/>
                    <a:pt x="155" y="829"/>
                    <a:pt x="154" y="831"/>
                  </a:cubicBezTo>
                  <a:cubicBezTo>
                    <a:pt x="138" y="858"/>
                    <a:pt x="146" y="884"/>
                    <a:pt x="156" y="909"/>
                  </a:cubicBezTo>
                  <a:cubicBezTo>
                    <a:pt x="169" y="909"/>
                    <a:pt x="183" y="911"/>
                    <a:pt x="195" y="911"/>
                  </a:cubicBezTo>
                  <a:cubicBezTo>
                    <a:pt x="203" y="911"/>
                    <a:pt x="210" y="910"/>
                    <a:pt x="218" y="908"/>
                  </a:cubicBezTo>
                  <a:cubicBezTo>
                    <a:pt x="245" y="903"/>
                    <a:pt x="269" y="890"/>
                    <a:pt x="289" y="870"/>
                  </a:cubicBezTo>
                  <a:cubicBezTo>
                    <a:pt x="295" y="864"/>
                    <a:pt x="303" y="859"/>
                    <a:pt x="311" y="856"/>
                  </a:cubicBezTo>
                  <a:cubicBezTo>
                    <a:pt x="338" y="844"/>
                    <a:pt x="364" y="830"/>
                    <a:pt x="386" y="810"/>
                  </a:cubicBezTo>
                  <a:cubicBezTo>
                    <a:pt x="409" y="790"/>
                    <a:pt x="430" y="768"/>
                    <a:pt x="442" y="740"/>
                  </a:cubicBezTo>
                  <a:cubicBezTo>
                    <a:pt x="444" y="737"/>
                    <a:pt x="449" y="735"/>
                    <a:pt x="452" y="733"/>
                  </a:cubicBezTo>
                  <a:cubicBezTo>
                    <a:pt x="454" y="737"/>
                    <a:pt x="456" y="741"/>
                    <a:pt x="458" y="744"/>
                  </a:cubicBezTo>
                  <a:cubicBezTo>
                    <a:pt x="459" y="746"/>
                    <a:pt x="458" y="748"/>
                    <a:pt x="459" y="749"/>
                  </a:cubicBezTo>
                  <a:cubicBezTo>
                    <a:pt x="467" y="760"/>
                    <a:pt x="475" y="771"/>
                    <a:pt x="482" y="782"/>
                  </a:cubicBezTo>
                  <a:cubicBezTo>
                    <a:pt x="498" y="805"/>
                    <a:pt x="512" y="829"/>
                    <a:pt x="529" y="851"/>
                  </a:cubicBezTo>
                  <a:cubicBezTo>
                    <a:pt x="536" y="862"/>
                    <a:pt x="546" y="872"/>
                    <a:pt x="556" y="879"/>
                  </a:cubicBezTo>
                  <a:cubicBezTo>
                    <a:pt x="569" y="889"/>
                    <a:pt x="585" y="896"/>
                    <a:pt x="599" y="906"/>
                  </a:cubicBezTo>
                  <a:cubicBezTo>
                    <a:pt x="603" y="908"/>
                    <a:pt x="606" y="914"/>
                    <a:pt x="609" y="919"/>
                  </a:cubicBezTo>
                  <a:cubicBezTo>
                    <a:pt x="609" y="920"/>
                    <a:pt x="605" y="924"/>
                    <a:pt x="603" y="925"/>
                  </a:cubicBezTo>
                  <a:cubicBezTo>
                    <a:pt x="595" y="927"/>
                    <a:pt x="588" y="930"/>
                    <a:pt x="581" y="931"/>
                  </a:cubicBezTo>
                  <a:cubicBezTo>
                    <a:pt x="575" y="933"/>
                    <a:pt x="568" y="932"/>
                    <a:pt x="563" y="933"/>
                  </a:cubicBezTo>
                  <a:cubicBezTo>
                    <a:pt x="538" y="938"/>
                    <a:pt x="514" y="944"/>
                    <a:pt x="489" y="949"/>
                  </a:cubicBezTo>
                  <a:cubicBezTo>
                    <a:pt x="475" y="951"/>
                    <a:pt x="461" y="953"/>
                    <a:pt x="447" y="954"/>
                  </a:cubicBezTo>
                  <a:cubicBezTo>
                    <a:pt x="441" y="954"/>
                    <a:pt x="436" y="954"/>
                    <a:pt x="430" y="954"/>
                  </a:cubicBezTo>
                  <a:cubicBezTo>
                    <a:pt x="422" y="954"/>
                    <a:pt x="415" y="954"/>
                    <a:pt x="407" y="954"/>
                  </a:cubicBezTo>
                  <a:cubicBezTo>
                    <a:pt x="405" y="954"/>
                    <a:pt x="404" y="954"/>
                    <a:pt x="403" y="954"/>
                  </a:cubicBezTo>
                  <a:cubicBezTo>
                    <a:pt x="402" y="954"/>
                    <a:pt x="401" y="954"/>
                    <a:pt x="400" y="954"/>
                  </a:cubicBezTo>
                  <a:cubicBezTo>
                    <a:pt x="399" y="954"/>
                    <a:pt x="398" y="954"/>
                    <a:pt x="396" y="954"/>
                  </a:cubicBezTo>
                  <a:cubicBezTo>
                    <a:pt x="394" y="954"/>
                    <a:pt x="391" y="954"/>
                    <a:pt x="389" y="954"/>
                  </a:cubicBezTo>
                  <a:cubicBezTo>
                    <a:pt x="375" y="955"/>
                    <a:pt x="362" y="957"/>
                    <a:pt x="349" y="959"/>
                  </a:cubicBezTo>
                  <a:cubicBezTo>
                    <a:pt x="335" y="960"/>
                    <a:pt x="321" y="962"/>
                    <a:pt x="307" y="963"/>
                  </a:cubicBezTo>
                  <a:cubicBezTo>
                    <a:pt x="295" y="964"/>
                    <a:pt x="284" y="966"/>
                    <a:pt x="272" y="966"/>
                  </a:cubicBezTo>
                  <a:cubicBezTo>
                    <a:pt x="271" y="966"/>
                    <a:pt x="270" y="966"/>
                    <a:pt x="269" y="966"/>
                  </a:cubicBezTo>
                  <a:cubicBezTo>
                    <a:pt x="264" y="965"/>
                    <a:pt x="260" y="965"/>
                    <a:pt x="256" y="965"/>
                  </a:cubicBezTo>
                  <a:cubicBezTo>
                    <a:pt x="249" y="965"/>
                    <a:pt x="241" y="966"/>
                    <a:pt x="234" y="968"/>
                  </a:cubicBezTo>
                  <a:cubicBezTo>
                    <a:pt x="224" y="971"/>
                    <a:pt x="213" y="970"/>
                    <a:pt x="202" y="971"/>
                  </a:cubicBezTo>
                  <a:cubicBezTo>
                    <a:pt x="196" y="972"/>
                    <a:pt x="190" y="973"/>
                    <a:pt x="183" y="974"/>
                  </a:cubicBezTo>
                  <a:cubicBezTo>
                    <a:pt x="178" y="975"/>
                    <a:pt x="173" y="977"/>
                    <a:pt x="168" y="978"/>
                  </a:cubicBezTo>
                  <a:cubicBezTo>
                    <a:pt x="159" y="980"/>
                    <a:pt x="150" y="982"/>
                    <a:pt x="141" y="985"/>
                  </a:cubicBezTo>
                  <a:cubicBezTo>
                    <a:pt x="130" y="989"/>
                    <a:pt x="119" y="994"/>
                    <a:pt x="106" y="999"/>
                  </a:cubicBezTo>
                  <a:cubicBezTo>
                    <a:pt x="105" y="988"/>
                    <a:pt x="104" y="979"/>
                    <a:pt x="104" y="970"/>
                  </a:cubicBezTo>
                  <a:cubicBezTo>
                    <a:pt x="103" y="963"/>
                    <a:pt x="103" y="956"/>
                    <a:pt x="103" y="949"/>
                  </a:cubicBezTo>
                  <a:cubicBezTo>
                    <a:pt x="103" y="944"/>
                    <a:pt x="103" y="939"/>
                    <a:pt x="104" y="935"/>
                  </a:cubicBezTo>
                  <a:cubicBezTo>
                    <a:pt x="106" y="926"/>
                    <a:pt x="109" y="918"/>
                    <a:pt x="109" y="909"/>
                  </a:cubicBezTo>
                  <a:cubicBezTo>
                    <a:pt x="110" y="902"/>
                    <a:pt x="108" y="894"/>
                    <a:pt x="108" y="886"/>
                  </a:cubicBezTo>
                  <a:cubicBezTo>
                    <a:pt x="107" y="879"/>
                    <a:pt x="106" y="873"/>
                    <a:pt x="106" y="866"/>
                  </a:cubicBezTo>
                  <a:cubicBezTo>
                    <a:pt x="105" y="859"/>
                    <a:pt x="104" y="851"/>
                    <a:pt x="106" y="844"/>
                  </a:cubicBezTo>
                  <a:cubicBezTo>
                    <a:pt x="111" y="829"/>
                    <a:pt x="115" y="815"/>
                    <a:pt x="108" y="799"/>
                  </a:cubicBezTo>
                  <a:cubicBezTo>
                    <a:pt x="106" y="793"/>
                    <a:pt x="106" y="786"/>
                    <a:pt x="106" y="779"/>
                  </a:cubicBezTo>
                  <a:cubicBezTo>
                    <a:pt x="106" y="765"/>
                    <a:pt x="106" y="750"/>
                    <a:pt x="106" y="736"/>
                  </a:cubicBezTo>
                  <a:cubicBezTo>
                    <a:pt x="105" y="715"/>
                    <a:pt x="102" y="695"/>
                    <a:pt x="101" y="674"/>
                  </a:cubicBezTo>
                  <a:cubicBezTo>
                    <a:pt x="100" y="668"/>
                    <a:pt x="100" y="661"/>
                    <a:pt x="100" y="655"/>
                  </a:cubicBezTo>
                  <a:cubicBezTo>
                    <a:pt x="101" y="648"/>
                    <a:pt x="102" y="641"/>
                    <a:pt x="103" y="634"/>
                  </a:cubicBezTo>
                  <a:cubicBezTo>
                    <a:pt x="105" y="624"/>
                    <a:pt x="112" y="615"/>
                    <a:pt x="109" y="602"/>
                  </a:cubicBezTo>
                  <a:cubicBezTo>
                    <a:pt x="106" y="584"/>
                    <a:pt x="106" y="566"/>
                    <a:pt x="106" y="548"/>
                  </a:cubicBezTo>
                  <a:cubicBezTo>
                    <a:pt x="105" y="525"/>
                    <a:pt x="108" y="502"/>
                    <a:pt x="108" y="479"/>
                  </a:cubicBezTo>
                  <a:cubicBezTo>
                    <a:pt x="108" y="455"/>
                    <a:pt x="106" y="432"/>
                    <a:pt x="106" y="408"/>
                  </a:cubicBezTo>
                  <a:cubicBezTo>
                    <a:pt x="106" y="402"/>
                    <a:pt x="111" y="395"/>
                    <a:pt x="110" y="390"/>
                  </a:cubicBezTo>
                  <a:cubicBezTo>
                    <a:pt x="105" y="375"/>
                    <a:pt x="109" y="361"/>
                    <a:pt x="113" y="347"/>
                  </a:cubicBezTo>
                  <a:cubicBezTo>
                    <a:pt x="116" y="338"/>
                    <a:pt x="120" y="334"/>
                    <a:pt x="128" y="334"/>
                  </a:cubicBezTo>
                  <a:cubicBezTo>
                    <a:pt x="131" y="334"/>
                    <a:pt x="134" y="334"/>
                    <a:pt x="137" y="335"/>
                  </a:cubicBezTo>
                  <a:cubicBezTo>
                    <a:pt x="142" y="336"/>
                    <a:pt x="148" y="337"/>
                    <a:pt x="153" y="337"/>
                  </a:cubicBezTo>
                  <a:cubicBezTo>
                    <a:pt x="157" y="337"/>
                    <a:pt x="162" y="336"/>
                    <a:pt x="166" y="336"/>
                  </a:cubicBezTo>
                  <a:cubicBezTo>
                    <a:pt x="168" y="336"/>
                    <a:pt x="172" y="332"/>
                    <a:pt x="173" y="330"/>
                  </a:cubicBezTo>
                  <a:cubicBezTo>
                    <a:pt x="174" y="312"/>
                    <a:pt x="174" y="293"/>
                    <a:pt x="163" y="279"/>
                  </a:cubicBezTo>
                  <a:cubicBezTo>
                    <a:pt x="155" y="269"/>
                    <a:pt x="144" y="259"/>
                    <a:pt x="132" y="256"/>
                  </a:cubicBezTo>
                  <a:cubicBezTo>
                    <a:pt x="124" y="253"/>
                    <a:pt x="115" y="252"/>
                    <a:pt x="106" y="252"/>
                  </a:cubicBezTo>
                  <a:cubicBezTo>
                    <a:pt x="100" y="252"/>
                    <a:pt x="94" y="253"/>
                    <a:pt x="88" y="253"/>
                  </a:cubicBezTo>
                  <a:cubicBezTo>
                    <a:pt x="81" y="253"/>
                    <a:pt x="72" y="257"/>
                    <a:pt x="70" y="262"/>
                  </a:cubicBezTo>
                  <a:cubicBezTo>
                    <a:pt x="62" y="276"/>
                    <a:pt x="55" y="292"/>
                    <a:pt x="51" y="308"/>
                  </a:cubicBezTo>
                  <a:cubicBezTo>
                    <a:pt x="46" y="324"/>
                    <a:pt x="45" y="341"/>
                    <a:pt x="42" y="358"/>
                  </a:cubicBezTo>
                  <a:cubicBezTo>
                    <a:pt x="40" y="375"/>
                    <a:pt x="38" y="392"/>
                    <a:pt x="36" y="409"/>
                  </a:cubicBezTo>
                  <a:cubicBezTo>
                    <a:pt x="35" y="417"/>
                    <a:pt x="35" y="426"/>
                    <a:pt x="34" y="434"/>
                  </a:cubicBezTo>
                  <a:cubicBezTo>
                    <a:pt x="31" y="447"/>
                    <a:pt x="26" y="460"/>
                    <a:pt x="24" y="473"/>
                  </a:cubicBezTo>
                  <a:cubicBezTo>
                    <a:pt x="23" y="494"/>
                    <a:pt x="24" y="514"/>
                    <a:pt x="23" y="535"/>
                  </a:cubicBezTo>
                  <a:cubicBezTo>
                    <a:pt x="22" y="556"/>
                    <a:pt x="20" y="577"/>
                    <a:pt x="19" y="598"/>
                  </a:cubicBezTo>
                  <a:cubicBezTo>
                    <a:pt x="19" y="601"/>
                    <a:pt x="18" y="604"/>
                    <a:pt x="18" y="608"/>
                  </a:cubicBezTo>
                  <a:cubicBezTo>
                    <a:pt x="18" y="624"/>
                    <a:pt x="18" y="641"/>
                    <a:pt x="13" y="658"/>
                  </a:cubicBezTo>
                  <a:cubicBezTo>
                    <a:pt x="8" y="672"/>
                    <a:pt x="12" y="690"/>
                    <a:pt x="12" y="706"/>
                  </a:cubicBezTo>
                  <a:cubicBezTo>
                    <a:pt x="12" y="736"/>
                    <a:pt x="12" y="765"/>
                    <a:pt x="12" y="795"/>
                  </a:cubicBezTo>
                  <a:cubicBezTo>
                    <a:pt x="12" y="807"/>
                    <a:pt x="12" y="820"/>
                    <a:pt x="11" y="832"/>
                  </a:cubicBezTo>
                  <a:cubicBezTo>
                    <a:pt x="11" y="844"/>
                    <a:pt x="6" y="856"/>
                    <a:pt x="8" y="868"/>
                  </a:cubicBezTo>
                  <a:cubicBezTo>
                    <a:pt x="10" y="892"/>
                    <a:pt x="0" y="917"/>
                    <a:pt x="9" y="941"/>
                  </a:cubicBezTo>
                  <a:cubicBezTo>
                    <a:pt x="10" y="943"/>
                    <a:pt x="9" y="945"/>
                    <a:pt x="9" y="947"/>
                  </a:cubicBezTo>
                  <a:cubicBezTo>
                    <a:pt x="9" y="963"/>
                    <a:pt x="6" y="979"/>
                    <a:pt x="7" y="995"/>
                  </a:cubicBezTo>
                  <a:cubicBezTo>
                    <a:pt x="8" y="1009"/>
                    <a:pt x="9" y="1025"/>
                    <a:pt x="17" y="1035"/>
                  </a:cubicBezTo>
                  <a:cubicBezTo>
                    <a:pt x="35" y="1062"/>
                    <a:pt x="62" y="1078"/>
                    <a:pt x="95" y="1078"/>
                  </a:cubicBezTo>
                  <a:cubicBezTo>
                    <a:pt x="95" y="1078"/>
                    <a:pt x="96" y="1078"/>
                    <a:pt x="97" y="1078"/>
                  </a:cubicBezTo>
                  <a:cubicBezTo>
                    <a:pt x="121" y="1078"/>
                    <a:pt x="144" y="1073"/>
                    <a:pt x="167" y="1071"/>
                  </a:cubicBezTo>
                  <a:cubicBezTo>
                    <a:pt x="188" y="1068"/>
                    <a:pt x="209" y="1066"/>
                    <a:pt x="230" y="1064"/>
                  </a:cubicBezTo>
                  <a:cubicBezTo>
                    <a:pt x="234" y="1064"/>
                    <a:pt x="238" y="1063"/>
                    <a:pt x="243" y="1063"/>
                  </a:cubicBezTo>
                  <a:cubicBezTo>
                    <a:pt x="257" y="1062"/>
                    <a:pt x="271" y="1062"/>
                    <a:pt x="286" y="1061"/>
                  </a:cubicBezTo>
                  <a:cubicBezTo>
                    <a:pt x="289" y="1061"/>
                    <a:pt x="293" y="1061"/>
                    <a:pt x="296" y="1060"/>
                  </a:cubicBezTo>
                  <a:cubicBezTo>
                    <a:pt x="305" y="1059"/>
                    <a:pt x="315" y="1056"/>
                    <a:pt x="324" y="1055"/>
                  </a:cubicBezTo>
                  <a:cubicBezTo>
                    <a:pt x="341" y="1054"/>
                    <a:pt x="358" y="1054"/>
                    <a:pt x="375" y="1053"/>
                  </a:cubicBezTo>
                  <a:cubicBezTo>
                    <a:pt x="391" y="1052"/>
                    <a:pt x="406" y="1049"/>
                    <a:pt x="422" y="1048"/>
                  </a:cubicBezTo>
                  <a:cubicBezTo>
                    <a:pt x="426" y="1047"/>
                    <a:pt x="431" y="1047"/>
                    <a:pt x="436" y="1047"/>
                  </a:cubicBezTo>
                  <a:cubicBezTo>
                    <a:pt x="440" y="1047"/>
                    <a:pt x="443" y="1047"/>
                    <a:pt x="447" y="1047"/>
                  </a:cubicBezTo>
                  <a:cubicBezTo>
                    <a:pt x="450" y="1047"/>
                    <a:pt x="454" y="1048"/>
                    <a:pt x="457" y="1048"/>
                  </a:cubicBezTo>
                  <a:cubicBezTo>
                    <a:pt x="459" y="1048"/>
                    <a:pt x="461" y="1048"/>
                    <a:pt x="463" y="1047"/>
                  </a:cubicBezTo>
                  <a:cubicBezTo>
                    <a:pt x="492" y="1047"/>
                    <a:pt x="520" y="1046"/>
                    <a:pt x="549" y="1045"/>
                  </a:cubicBezTo>
                  <a:cubicBezTo>
                    <a:pt x="565" y="1045"/>
                    <a:pt x="582" y="1045"/>
                    <a:pt x="599" y="1043"/>
                  </a:cubicBezTo>
                  <a:cubicBezTo>
                    <a:pt x="600" y="1043"/>
                    <a:pt x="602" y="1043"/>
                    <a:pt x="604" y="1043"/>
                  </a:cubicBezTo>
                  <a:cubicBezTo>
                    <a:pt x="616" y="1043"/>
                    <a:pt x="626" y="1048"/>
                    <a:pt x="638" y="1050"/>
                  </a:cubicBezTo>
                  <a:cubicBezTo>
                    <a:pt x="668" y="1053"/>
                    <a:pt x="698" y="1055"/>
                    <a:pt x="729" y="1056"/>
                  </a:cubicBezTo>
                  <a:cubicBezTo>
                    <a:pt x="733" y="1056"/>
                    <a:pt x="738" y="1057"/>
                    <a:pt x="742" y="1057"/>
                  </a:cubicBezTo>
                  <a:cubicBezTo>
                    <a:pt x="750" y="1057"/>
                    <a:pt x="757" y="1056"/>
                    <a:pt x="764" y="1054"/>
                  </a:cubicBezTo>
                  <a:cubicBezTo>
                    <a:pt x="780" y="1050"/>
                    <a:pt x="794" y="1043"/>
                    <a:pt x="809" y="1038"/>
                  </a:cubicBezTo>
                  <a:cubicBezTo>
                    <a:pt x="811" y="1037"/>
                    <a:pt x="813" y="1036"/>
                    <a:pt x="814" y="1034"/>
                  </a:cubicBezTo>
                  <a:cubicBezTo>
                    <a:pt x="825" y="1017"/>
                    <a:pt x="828" y="998"/>
                    <a:pt x="821" y="980"/>
                  </a:cubicBezTo>
                  <a:cubicBezTo>
                    <a:pt x="817" y="970"/>
                    <a:pt x="807" y="961"/>
                    <a:pt x="798" y="954"/>
                  </a:cubicBezTo>
                  <a:cubicBezTo>
                    <a:pt x="776" y="937"/>
                    <a:pt x="751" y="929"/>
                    <a:pt x="724" y="923"/>
                  </a:cubicBezTo>
                  <a:cubicBezTo>
                    <a:pt x="717" y="921"/>
                    <a:pt x="707" y="919"/>
                    <a:pt x="705" y="915"/>
                  </a:cubicBezTo>
                  <a:cubicBezTo>
                    <a:pt x="699" y="905"/>
                    <a:pt x="696" y="894"/>
                    <a:pt x="694" y="883"/>
                  </a:cubicBezTo>
                  <a:cubicBezTo>
                    <a:pt x="690" y="860"/>
                    <a:pt x="693" y="836"/>
                    <a:pt x="684" y="814"/>
                  </a:cubicBezTo>
                  <a:cubicBezTo>
                    <a:pt x="683" y="811"/>
                    <a:pt x="682" y="808"/>
                    <a:pt x="682" y="805"/>
                  </a:cubicBezTo>
                  <a:cubicBezTo>
                    <a:pt x="686" y="782"/>
                    <a:pt x="671" y="771"/>
                    <a:pt x="655" y="762"/>
                  </a:cubicBezTo>
                  <a:cubicBezTo>
                    <a:pt x="638" y="751"/>
                    <a:pt x="620" y="741"/>
                    <a:pt x="601" y="733"/>
                  </a:cubicBezTo>
                  <a:cubicBezTo>
                    <a:pt x="583" y="725"/>
                    <a:pt x="565" y="720"/>
                    <a:pt x="546" y="714"/>
                  </a:cubicBezTo>
                  <a:cubicBezTo>
                    <a:pt x="539" y="711"/>
                    <a:pt x="532" y="708"/>
                    <a:pt x="525" y="707"/>
                  </a:cubicBezTo>
                  <a:cubicBezTo>
                    <a:pt x="510" y="706"/>
                    <a:pt x="495" y="707"/>
                    <a:pt x="480" y="706"/>
                  </a:cubicBezTo>
                  <a:cubicBezTo>
                    <a:pt x="468" y="706"/>
                    <a:pt x="465" y="702"/>
                    <a:pt x="471" y="691"/>
                  </a:cubicBezTo>
                  <a:cubicBezTo>
                    <a:pt x="480" y="674"/>
                    <a:pt x="492" y="658"/>
                    <a:pt x="499" y="640"/>
                  </a:cubicBezTo>
                  <a:cubicBezTo>
                    <a:pt x="509" y="616"/>
                    <a:pt x="531" y="602"/>
                    <a:pt x="547" y="583"/>
                  </a:cubicBezTo>
                  <a:cubicBezTo>
                    <a:pt x="558" y="569"/>
                    <a:pt x="579" y="565"/>
                    <a:pt x="584" y="545"/>
                  </a:cubicBezTo>
                  <a:cubicBezTo>
                    <a:pt x="585" y="541"/>
                    <a:pt x="593" y="537"/>
                    <a:pt x="598" y="534"/>
                  </a:cubicBezTo>
                  <a:cubicBezTo>
                    <a:pt x="615" y="521"/>
                    <a:pt x="635" y="510"/>
                    <a:pt x="640" y="486"/>
                  </a:cubicBezTo>
                  <a:cubicBezTo>
                    <a:pt x="643" y="472"/>
                    <a:pt x="637" y="454"/>
                    <a:pt x="625" y="451"/>
                  </a:cubicBezTo>
                  <a:cubicBezTo>
                    <a:pt x="612" y="448"/>
                    <a:pt x="599" y="448"/>
                    <a:pt x="585" y="446"/>
                  </a:cubicBezTo>
                  <a:cubicBezTo>
                    <a:pt x="581" y="445"/>
                    <a:pt x="575" y="443"/>
                    <a:pt x="572" y="440"/>
                  </a:cubicBezTo>
                  <a:cubicBezTo>
                    <a:pt x="571" y="438"/>
                    <a:pt x="573" y="431"/>
                    <a:pt x="575" y="428"/>
                  </a:cubicBezTo>
                  <a:cubicBezTo>
                    <a:pt x="585" y="412"/>
                    <a:pt x="595" y="396"/>
                    <a:pt x="605" y="381"/>
                  </a:cubicBezTo>
                  <a:cubicBezTo>
                    <a:pt x="614" y="368"/>
                    <a:pt x="624" y="356"/>
                    <a:pt x="634" y="344"/>
                  </a:cubicBezTo>
                  <a:cubicBezTo>
                    <a:pt x="646" y="330"/>
                    <a:pt x="652" y="314"/>
                    <a:pt x="651" y="296"/>
                  </a:cubicBezTo>
                  <a:cubicBezTo>
                    <a:pt x="649" y="279"/>
                    <a:pt x="646" y="270"/>
                    <a:pt x="626" y="270"/>
                  </a:cubicBezTo>
                  <a:cubicBezTo>
                    <a:pt x="625" y="270"/>
                    <a:pt x="624" y="270"/>
                    <a:pt x="623" y="270"/>
                  </a:cubicBezTo>
                  <a:cubicBezTo>
                    <a:pt x="598" y="270"/>
                    <a:pt x="573" y="271"/>
                    <a:pt x="548" y="274"/>
                  </a:cubicBezTo>
                  <a:cubicBezTo>
                    <a:pt x="527" y="277"/>
                    <a:pt x="506" y="282"/>
                    <a:pt x="484" y="285"/>
                  </a:cubicBezTo>
                  <a:cubicBezTo>
                    <a:pt x="483" y="285"/>
                    <a:pt x="481" y="285"/>
                    <a:pt x="479" y="285"/>
                  </a:cubicBezTo>
                  <a:cubicBezTo>
                    <a:pt x="474" y="285"/>
                    <a:pt x="469" y="285"/>
                    <a:pt x="467" y="282"/>
                  </a:cubicBezTo>
                  <a:cubicBezTo>
                    <a:pt x="462" y="276"/>
                    <a:pt x="469" y="271"/>
                    <a:pt x="473" y="265"/>
                  </a:cubicBezTo>
                  <a:cubicBezTo>
                    <a:pt x="481" y="255"/>
                    <a:pt x="500" y="253"/>
                    <a:pt x="499" y="235"/>
                  </a:cubicBezTo>
                  <a:cubicBezTo>
                    <a:pt x="499" y="235"/>
                    <a:pt x="500" y="234"/>
                    <a:pt x="500" y="234"/>
                  </a:cubicBezTo>
                  <a:cubicBezTo>
                    <a:pt x="512" y="229"/>
                    <a:pt x="523" y="223"/>
                    <a:pt x="534" y="219"/>
                  </a:cubicBezTo>
                  <a:cubicBezTo>
                    <a:pt x="545" y="215"/>
                    <a:pt x="555" y="213"/>
                    <a:pt x="565" y="209"/>
                  </a:cubicBezTo>
                  <a:cubicBezTo>
                    <a:pt x="587" y="199"/>
                    <a:pt x="608" y="189"/>
                    <a:pt x="628" y="178"/>
                  </a:cubicBezTo>
                  <a:cubicBezTo>
                    <a:pt x="648" y="168"/>
                    <a:pt x="670" y="160"/>
                    <a:pt x="688" y="146"/>
                  </a:cubicBezTo>
                  <a:cubicBezTo>
                    <a:pt x="707" y="131"/>
                    <a:pt x="723" y="112"/>
                    <a:pt x="740" y="95"/>
                  </a:cubicBezTo>
                  <a:cubicBezTo>
                    <a:pt x="755" y="80"/>
                    <a:pt x="756" y="62"/>
                    <a:pt x="753" y="44"/>
                  </a:cubicBezTo>
                  <a:cubicBezTo>
                    <a:pt x="752" y="38"/>
                    <a:pt x="743" y="30"/>
                    <a:pt x="736" y="27"/>
                  </a:cubicBezTo>
                  <a:cubicBezTo>
                    <a:pt x="723" y="21"/>
                    <a:pt x="709" y="19"/>
                    <a:pt x="695" y="14"/>
                  </a:cubicBezTo>
                  <a:cubicBezTo>
                    <a:pt x="683" y="10"/>
                    <a:pt x="672" y="0"/>
                    <a:pt x="6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272">
              <a:extLst>
                <a:ext uri="{FF2B5EF4-FFF2-40B4-BE49-F238E27FC236}">
                  <a16:creationId xmlns:a16="http://schemas.microsoft.com/office/drawing/2014/main" id="{159A2499-FC6B-0896-0F44-BDB98C825A04}"/>
                </a:ext>
              </a:extLst>
            </p:cNvPr>
            <p:cNvSpPr>
              <a:spLocks/>
            </p:cNvSpPr>
            <p:nvPr/>
          </p:nvSpPr>
          <p:spPr bwMode="auto">
            <a:xfrm>
              <a:off x="3183929" y="1612381"/>
              <a:ext cx="293205" cy="333465"/>
            </a:xfrm>
            <a:custGeom>
              <a:avLst/>
              <a:gdLst>
                <a:gd name="T0" fmla="*/ 290 w 805"/>
                <a:gd name="T1" fmla="*/ 60 h 913"/>
                <a:gd name="T2" fmla="*/ 304 w 805"/>
                <a:gd name="T3" fmla="*/ 216 h 913"/>
                <a:gd name="T4" fmla="*/ 292 w 805"/>
                <a:gd name="T5" fmla="*/ 336 h 913"/>
                <a:gd name="T6" fmla="*/ 278 w 805"/>
                <a:gd name="T7" fmla="*/ 420 h 913"/>
                <a:gd name="T8" fmla="*/ 142 w 805"/>
                <a:gd name="T9" fmla="*/ 460 h 913"/>
                <a:gd name="T10" fmla="*/ 130 w 805"/>
                <a:gd name="T11" fmla="*/ 461 h 913"/>
                <a:gd name="T12" fmla="*/ 107 w 805"/>
                <a:gd name="T13" fmla="*/ 466 h 913"/>
                <a:gd name="T14" fmla="*/ 7 w 805"/>
                <a:gd name="T15" fmla="*/ 478 h 913"/>
                <a:gd name="T16" fmla="*/ 42 w 805"/>
                <a:gd name="T17" fmla="*/ 562 h 913"/>
                <a:gd name="T18" fmla="*/ 182 w 805"/>
                <a:gd name="T19" fmla="*/ 563 h 913"/>
                <a:gd name="T20" fmla="*/ 240 w 805"/>
                <a:gd name="T21" fmla="*/ 560 h 913"/>
                <a:gd name="T22" fmla="*/ 195 w 805"/>
                <a:gd name="T23" fmla="*/ 660 h 913"/>
                <a:gd name="T24" fmla="*/ 135 w 805"/>
                <a:gd name="T25" fmla="*/ 729 h 913"/>
                <a:gd name="T26" fmla="*/ 63 w 805"/>
                <a:gd name="T27" fmla="*/ 795 h 913"/>
                <a:gd name="T28" fmla="*/ 16 w 805"/>
                <a:gd name="T29" fmla="*/ 829 h 913"/>
                <a:gd name="T30" fmla="*/ 36 w 805"/>
                <a:gd name="T31" fmla="*/ 883 h 913"/>
                <a:gd name="T32" fmla="*/ 156 w 805"/>
                <a:gd name="T33" fmla="*/ 879 h 913"/>
                <a:gd name="T34" fmla="*/ 295 w 805"/>
                <a:gd name="T35" fmla="*/ 805 h 913"/>
                <a:gd name="T36" fmla="*/ 426 w 805"/>
                <a:gd name="T37" fmla="*/ 646 h 913"/>
                <a:gd name="T38" fmla="*/ 458 w 805"/>
                <a:gd name="T39" fmla="*/ 643 h 913"/>
                <a:gd name="T40" fmla="*/ 553 w 805"/>
                <a:gd name="T41" fmla="*/ 730 h 913"/>
                <a:gd name="T42" fmla="*/ 639 w 805"/>
                <a:gd name="T43" fmla="*/ 829 h 913"/>
                <a:gd name="T44" fmla="*/ 733 w 805"/>
                <a:gd name="T45" fmla="*/ 913 h 913"/>
                <a:gd name="T46" fmla="*/ 781 w 805"/>
                <a:gd name="T47" fmla="*/ 832 h 913"/>
                <a:gd name="T48" fmla="*/ 799 w 805"/>
                <a:gd name="T49" fmla="*/ 733 h 913"/>
                <a:gd name="T50" fmla="*/ 759 w 805"/>
                <a:gd name="T51" fmla="*/ 650 h 913"/>
                <a:gd name="T52" fmla="*/ 668 w 805"/>
                <a:gd name="T53" fmla="*/ 578 h 913"/>
                <a:gd name="T54" fmla="*/ 581 w 805"/>
                <a:gd name="T55" fmla="*/ 547 h 913"/>
                <a:gd name="T56" fmla="*/ 530 w 805"/>
                <a:gd name="T57" fmla="*/ 547 h 913"/>
                <a:gd name="T58" fmla="*/ 486 w 805"/>
                <a:gd name="T59" fmla="*/ 545 h 913"/>
                <a:gd name="T60" fmla="*/ 465 w 805"/>
                <a:gd name="T61" fmla="*/ 507 h 913"/>
                <a:gd name="T62" fmla="*/ 528 w 805"/>
                <a:gd name="T63" fmla="*/ 453 h 913"/>
                <a:gd name="T64" fmla="*/ 681 w 805"/>
                <a:gd name="T65" fmla="*/ 385 h 913"/>
                <a:gd name="T66" fmla="*/ 742 w 805"/>
                <a:gd name="T67" fmla="*/ 367 h 913"/>
                <a:gd name="T68" fmla="*/ 794 w 805"/>
                <a:gd name="T69" fmla="*/ 326 h 913"/>
                <a:gd name="T70" fmla="*/ 779 w 805"/>
                <a:gd name="T71" fmla="*/ 281 h 913"/>
                <a:gd name="T72" fmla="*/ 763 w 805"/>
                <a:gd name="T73" fmla="*/ 217 h 913"/>
                <a:gd name="T74" fmla="*/ 654 w 805"/>
                <a:gd name="T75" fmla="*/ 238 h 913"/>
                <a:gd name="T76" fmla="*/ 612 w 805"/>
                <a:gd name="T77" fmla="*/ 252 h 913"/>
                <a:gd name="T78" fmla="*/ 599 w 805"/>
                <a:gd name="T79" fmla="*/ 256 h 913"/>
                <a:gd name="T80" fmla="*/ 513 w 805"/>
                <a:gd name="T81" fmla="*/ 294 h 913"/>
                <a:gd name="T82" fmla="*/ 497 w 805"/>
                <a:gd name="T83" fmla="*/ 298 h 913"/>
                <a:gd name="T84" fmla="*/ 488 w 805"/>
                <a:gd name="T85" fmla="*/ 239 h 913"/>
                <a:gd name="T86" fmla="*/ 492 w 805"/>
                <a:gd name="T87" fmla="*/ 171 h 913"/>
                <a:gd name="T88" fmla="*/ 461 w 805"/>
                <a:gd name="T89" fmla="*/ 39 h 913"/>
                <a:gd name="T90" fmla="*/ 386 w 805"/>
                <a:gd name="T91"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5" h="913">
                  <a:moveTo>
                    <a:pt x="386" y="0"/>
                  </a:moveTo>
                  <a:cubicBezTo>
                    <a:pt x="370" y="0"/>
                    <a:pt x="355" y="6"/>
                    <a:pt x="341" y="15"/>
                  </a:cubicBezTo>
                  <a:cubicBezTo>
                    <a:pt x="323" y="28"/>
                    <a:pt x="307" y="45"/>
                    <a:pt x="290" y="60"/>
                  </a:cubicBezTo>
                  <a:cubicBezTo>
                    <a:pt x="279" y="70"/>
                    <a:pt x="280" y="79"/>
                    <a:pt x="291" y="88"/>
                  </a:cubicBezTo>
                  <a:cubicBezTo>
                    <a:pt x="295" y="91"/>
                    <a:pt x="300" y="95"/>
                    <a:pt x="300" y="100"/>
                  </a:cubicBezTo>
                  <a:cubicBezTo>
                    <a:pt x="304" y="138"/>
                    <a:pt x="308" y="177"/>
                    <a:pt x="304" y="216"/>
                  </a:cubicBezTo>
                  <a:cubicBezTo>
                    <a:pt x="302" y="226"/>
                    <a:pt x="301" y="235"/>
                    <a:pt x="301" y="245"/>
                  </a:cubicBezTo>
                  <a:cubicBezTo>
                    <a:pt x="301" y="262"/>
                    <a:pt x="299" y="279"/>
                    <a:pt x="296" y="295"/>
                  </a:cubicBezTo>
                  <a:cubicBezTo>
                    <a:pt x="293" y="309"/>
                    <a:pt x="293" y="322"/>
                    <a:pt x="292" y="336"/>
                  </a:cubicBezTo>
                  <a:cubicBezTo>
                    <a:pt x="291" y="348"/>
                    <a:pt x="291" y="360"/>
                    <a:pt x="287" y="371"/>
                  </a:cubicBezTo>
                  <a:cubicBezTo>
                    <a:pt x="285" y="379"/>
                    <a:pt x="283" y="385"/>
                    <a:pt x="284" y="394"/>
                  </a:cubicBezTo>
                  <a:cubicBezTo>
                    <a:pt x="285" y="403"/>
                    <a:pt x="287" y="415"/>
                    <a:pt x="278" y="420"/>
                  </a:cubicBezTo>
                  <a:cubicBezTo>
                    <a:pt x="264" y="427"/>
                    <a:pt x="248" y="432"/>
                    <a:pt x="233" y="437"/>
                  </a:cubicBezTo>
                  <a:cubicBezTo>
                    <a:pt x="218" y="442"/>
                    <a:pt x="203" y="447"/>
                    <a:pt x="189" y="450"/>
                  </a:cubicBezTo>
                  <a:cubicBezTo>
                    <a:pt x="173" y="454"/>
                    <a:pt x="157" y="458"/>
                    <a:pt x="142" y="460"/>
                  </a:cubicBezTo>
                  <a:cubicBezTo>
                    <a:pt x="139" y="461"/>
                    <a:pt x="136" y="461"/>
                    <a:pt x="133" y="461"/>
                  </a:cubicBezTo>
                  <a:cubicBezTo>
                    <a:pt x="132" y="461"/>
                    <a:pt x="132" y="461"/>
                    <a:pt x="132" y="461"/>
                  </a:cubicBezTo>
                  <a:cubicBezTo>
                    <a:pt x="131" y="461"/>
                    <a:pt x="131" y="461"/>
                    <a:pt x="130" y="461"/>
                  </a:cubicBezTo>
                  <a:cubicBezTo>
                    <a:pt x="124" y="461"/>
                    <a:pt x="117" y="461"/>
                    <a:pt x="111" y="466"/>
                  </a:cubicBezTo>
                  <a:cubicBezTo>
                    <a:pt x="110" y="467"/>
                    <a:pt x="110" y="467"/>
                    <a:pt x="109" y="467"/>
                  </a:cubicBezTo>
                  <a:cubicBezTo>
                    <a:pt x="109" y="467"/>
                    <a:pt x="108" y="466"/>
                    <a:pt x="107" y="466"/>
                  </a:cubicBezTo>
                  <a:cubicBezTo>
                    <a:pt x="85" y="457"/>
                    <a:pt x="62" y="455"/>
                    <a:pt x="40" y="455"/>
                  </a:cubicBezTo>
                  <a:cubicBezTo>
                    <a:pt x="36" y="455"/>
                    <a:pt x="33" y="455"/>
                    <a:pt x="29" y="456"/>
                  </a:cubicBezTo>
                  <a:cubicBezTo>
                    <a:pt x="10" y="456"/>
                    <a:pt x="8" y="458"/>
                    <a:pt x="7" y="478"/>
                  </a:cubicBezTo>
                  <a:cubicBezTo>
                    <a:pt x="7" y="480"/>
                    <a:pt x="6" y="482"/>
                    <a:pt x="6" y="484"/>
                  </a:cubicBezTo>
                  <a:cubicBezTo>
                    <a:pt x="5" y="498"/>
                    <a:pt x="0" y="511"/>
                    <a:pt x="5" y="528"/>
                  </a:cubicBezTo>
                  <a:cubicBezTo>
                    <a:pt x="12" y="548"/>
                    <a:pt x="27" y="557"/>
                    <a:pt x="42" y="562"/>
                  </a:cubicBezTo>
                  <a:cubicBezTo>
                    <a:pt x="61" y="568"/>
                    <a:pt x="82" y="570"/>
                    <a:pt x="102" y="570"/>
                  </a:cubicBezTo>
                  <a:cubicBezTo>
                    <a:pt x="104" y="570"/>
                    <a:pt x="105" y="570"/>
                    <a:pt x="107" y="570"/>
                  </a:cubicBezTo>
                  <a:cubicBezTo>
                    <a:pt x="132" y="570"/>
                    <a:pt x="157" y="566"/>
                    <a:pt x="182" y="563"/>
                  </a:cubicBezTo>
                  <a:cubicBezTo>
                    <a:pt x="193" y="562"/>
                    <a:pt x="204" y="560"/>
                    <a:pt x="215" y="559"/>
                  </a:cubicBezTo>
                  <a:cubicBezTo>
                    <a:pt x="218" y="559"/>
                    <a:pt x="221" y="559"/>
                    <a:pt x="225" y="559"/>
                  </a:cubicBezTo>
                  <a:cubicBezTo>
                    <a:pt x="230" y="559"/>
                    <a:pt x="235" y="559"/>
                    <a:pt x="240" y="560"/>
                  </a:cubicBezTo>
                  <a:cubicBezTo>
                    <a:pt x="241" y="560"/>
                    <a:pt x="243" y="565"/>
                    <a:pt x="243" y="568"/>
                  </a:cubicBezTo>
                  <a:cubicBezTo>
                    <a:pt x="240" y="578"/>
                    <a:pt x="238" y="591"/>
                    <a:pt x="231" y="598"/>
                  </a:cubicBezTo>
                  <a:cubicBezTo>
                    <a:pt x="215" y="616"/>
                    <a:pt x="215" y="645"/>
                    <a:pt x="195" y="660"/>
                  </a:cubicBezTo>
                  <a:cubicBezTo>
                    <a:pt x="194" y="661"/>
                    <a:pt x="194" y="663"/>
                    <a:pt x="194" y="664"/>
                  </a:cubicBezTo>
                  <a:cubicBezTo>
                    <a:pt x="188" y="680"/>
                    <a:pt x="176" y="691"/>
                    <a:pt x="164" y="702"/>
                  </a:cubicBezTo>
                  <a:cubicBezTo>
                    <a:pt x="155" y="711"/>
                    <a:pt x="144" y="720"/>
                    <a:pt x="135" y="729"/>
                  </a:cubicBezTo>
                  <a:cubicBezTo>
                    <a:pt x="127" y="737"/>
                    <a:pt x="122" y="748"/>
                    <a:pt x="113" y="754"/>
                  </a:cubicBezTo>
                  <a:cubicBezTo>
                    <a:pt x="100" y="763"/>
                    <a:pt x="92" y="781"/>
                    <a:pt x="76" y="786"/>
                  </a:cubicBezTo>
                  <a:cubicBezTo>
                    <a:pt x="71" y="787"/>
                    <a:pt x="67" y="791"/>
                    <a:pt x="63" y="795"/>
                  </a:cubicBezTo>
                  <a:cubicBezTo>
                    <a:pt x="54" y="802"/>
                    <a:pt x="46" y="810"/>
                    <a:pt x="37" y="817"/>
                  </a:cubicBezTo>
                  <a:cubicBezTo>
                    <a:pt x="35" y="819"/>
                    <a:pt x="31" y="818"/>
                    <a:pt x="28" y="820"/>
                  </a:cubicBezTo>
                  <a:cubicBezTo>
                    <a:pt x="23" y="822"/>
                    <a:pt x="17" y="825"/>
                    <a:pt x="16" y="829"/>
                  </a:cubicBezTo>
                  <a:cubicBezTo>
                    <a:pt x="15" y="835"/>
                    <a:pt x="17" y="846"/>
                    <a:pt x="20" y="848"/>
                  </a:cubicBezTo>
                  <a:cubicBezTo>
                    <a:pt x="30" y="853"/>
                    <a:pt x="29" y="860"/>
                    <a:pt x="27" y="868"/>
                  </a:cubicBezTo>
                  <a:cubicBezTo>
                    <a:pt x="25" y="876"/>
                    <a:pt x="29" y="881"/>
                    <a:pt x="36" y="883"/>
                  </a:cubicBezTo>
                  <a:cubicBezTo>
                    <a:pt x="50" y="888"/>
                    <a:pt x="64" y="894"/>
                    <a:pt x="78" y="896"/>
                  </a:cubicBezTo>
                  <a:cubicBezTo>
                    <a:pt x="84" y="896"/>
                    <a:pt x="89" y="897"/>
                    <a:pt x="95" y="897"/>
                  </a:cubicBezTo>
                  <a:cubicBezTo>
                    <a:pt x="116" y="897"/>
                    <a:pt x="137" y="891"/>
                    <a:pt x="156" y="879"/>
                  </a:cubicBezTo>
                  <a:cubicBezTo>
                    <a:pt x="177" y="867"/>
                    <a:pt x="198" y="855"/>
                    <a:pt x="220" y="844"/>
                  </a:cubicBezTo>
                  <a:cubicBezTo>
                    <a:pt x="227" y="839"/>
                    <a:pt x="236" y="836"/>
                    <a:pt x="244" y="832"/>
                  </a:cubicBezTo>
                  <a:cubicBezTo>
                    <a:pt x="261" y="823"/>
                    <a:pt x="278" y="814"/>
                    <a:pt x="295" y="805"/>
                  </a:cubicBezTo>
                  <a:cubicBezTo>
                    <a:pt x="307" y="799"/>
                    <a:pt x="319" y="794"/>
                    <a:pt x="328" y="785"/>
                  </a:cubicBezTo>
                  <a:cubicBezTo>
                    <a:pt x="350" y="760"/>
                    <a:pt x="375" y="737"/>
                    <a:pt x="391" y="706"/>
                  </a:cubicBezTo>
                  <a:cubicBezTo>
                    <a:pt x="402" y="685"/>
                    <a:pt x="415" y="666"/>
                    <a:pt x="426" y="646"/>
                  </a:cubicBezTo>
                  <a:cubicBezTo>
                    <a:pt x="430" y="639"/>
                    <a:pt x="433" y="636"/>
                    <a:pt x="439" y="636"/>
                  </a:cubicBezTo>
                  <a:cubicBezTo>
                    <a:pt x="440" y="636"/>
                    <a:pt x="441" y="636"/>
                    <a:pt x="442" y="636"/>
                  </a:cubicBezTo>
                  <a:cubicBezTo>
                    <a:pt x="448" y="637"/>
                    <a:pt x="453" y="639"/>
                    <a:pt x="458" y="643"/>
                  </a:cubicBezTo>
                  <a:cubicBezTo>
                    <a:pt x="469" y="651"/>
                    <a:pt x="480" y="660"/>
                    <a:pt x="491" y="669"/>
                  </a:cubicBezTo>
                  <a:cubicBezTo>
                    <a:pt x="503" y="679"/>
                    <a:pt x="516" y="686"/>
                    <a:pt x="525" y="698"/>
                  </a:cubicBezTo>
                  <a:cubicBezTo>
                    <a:pt x="534" y="709"/>
                    <a:pt x="542" y="720"/>
                    <a:pt x="553" y="730"/>
                  </a:cubicBezTo>
                  <a:cubicBezTo>
                    <a:pt x="567" y="742"/>
                    <a:pt x="578" y="760"/>
                    <a:pt x="591" y="774"/>
                  </a:cubicBezTo>
                  <a:cubicBezTo>
                    <a:pt x="598" y="782"/>
                    <a:pt x="607" y="787"/>
                    <a:pt x="614" y="794"/>
                  </a:cubicBezTo>
                  <a:cubicBezTo>
                    <a:pt x="623" y="805"/>
                    <a:pt x="631" y="817"/>
                    <a:pt x="639" y="829"/>
                  </a:cubicBezTo>
                  <a:cubicBezTo>
                    <a:pt x="649" y="841"/>
                    <a:pt x="658" y="855"/>
                    <a:pt x="669" y="865"/>
                  </a:cubicBezTo>
                  <a:cubicBezTo>
                    <a:pt x="684" y="881"/>
                    <a:pt x="700" y="895"/>
                    <a:pt x="718" y="907"/>
                  </a:cubicBezTo>
                  <a:cubicBezTo>
                    <a:pt x="724" y="911"/>
                    <a:pt x="729" y="913"/>
                    <a:pt x="733" y="913"/>
                  </a:cubicBezTo>
                  <a:cubicBezTo>
                    <a:pt x="738" y="913"/>
                    <a:pt x="743" y="910"/>
                    <a:pt x="748" y="903"/>
                  </a:cubicBezTo>
                  <a:cubicBezTo>
                    <a:pt x="755" y="892"/>
                    <a:pt x="761" y="879"/>
                    <a:pt x="766" y="866"/>
                  </a:cubicBezTo>
                  <a:cubicBezTo>
                    <a:pt x="771" y="855"/>
                    <a:pt x="774" y="841"/>
                    <a:pt x="781" y="832"/>
                  </a:cubicBezTo>
                  <a:cubicBezTo>
                    <a:pt x="786" y="824"/>
                    <a:pt x="788" y="817"/>
                    <a:pt x="788" y="808"/>
                  </a:cubicBezTo>
                  <a:cubicBezTo>
                    <a:pt x="788" y="805"/>
                    <a:pt x="790" y="801"/>
                    <a:pt x="791" y="798"/>
                  </a:cubicBezTo>
                  <a:cubicBezTo>
                    <a:pt x="799" y="777"/>
                    <a:pt x="805" y="756"/>
                    <a:pt x="799" y="733"/>
                  </a:cubicBezTo>
                  <a:cubicBezTo>
                    <a:pt x="798" y="728"/>
                    <a:pt x="798" y="723"/>
                    <a:pt x="797" y="718"/>
                  </a:cubicBezTo>
                  <a:cubicBezTo>
                    <a:pt x="793" y="707"/>
                    <a:pt x="790" y="695"/>
                    <a:pt x="784" y="685"/>
                  </a:cubicBezTo>
                  <a:cubicBezTo>
                    <a:pt x="777" y="672"/>
                    <a:pt x="769" y="661"/>
                    <a:pt x="759" y="650"/>
                  </a:cubicBezTo>
                  <a:cubicBezTo>
                    <a:pt x="749" y="637"/>
                    <a:pt x="739" y="625"/>
                    <a:pt x="727" y="615"/>
                  </a:cubicBezTo>
                  <a:cubicBezTo>
                    <a:pt x="713" y="604"/>
                    <a:pt x="697" y="595"/>
                    <a:pt x="682" y="585"/>
                  </a:cubicBezTo>
                  <a:cubicBezTo>
                    <a:pt x="677" y="582"/>
                    <a:pt x="672" y="581"/>
                    <a:pt x="668" y="578"/>
                  </a:cubicBezTo>
                  <a:cubicBezTo>
                    <a:pt x="650" y="565"/>
                    <a:pt x="632" y="553"/>
                    <a:pt x="610" y="550"/>
                  </a:cubicBezTo>
                  <a:cubicBezTo>
                    <a:pt x="601" y="548"/>
                    <a:pt x="591" y="547"/>
                    <a:pt x="581" y="547"/>
                  </a:cubicBezTo>
                  <a:cubicBezTo>
                    <a:pt x="581" y="547"/>
                    <a:pt x="581" y="547"/>
                    <a:pt x="581" y="547"/>
                  </a:cubicBezTo>
                  <a:cubicBezTo>
                    <a:pt x="575" y="547"/>
                    <a:pt x="569" y="548"/>
                    <a:pt x="564" y="549"/>
                  </a:cubicBezTo>
                  <a:cubicBezTo>
                    <a:pt x="558" y="549"/>
                    <a:pt x="552" y="550"/>
                    <a:pt x="546" y="550"/>
                  </a:cubicBezTo>
                  <a:cubicBezTo>
                    <a:pt x="541" y="550"/>
                    <a:pt x="535" y="549"/>
                    <a:pt x="530" y="547"/>
                  </a:cubicBezTo>
                  <a:cubicBezTo>
                    <a:pt x="523" y="544"/>
                    <a:pt x="516" y="544"/>
                    <a:pt x="509" y="544"/>
                  </a:cubicBezTo>
                  <a:cubicBezTo>
                    <a:pt x="505" y="544"/>
                    <a:pt x="501" y="544"/>
                    <a:pt x="497" y="544"/>
                  </a:cubicBezTo>
                  <a:cubicBezTo>
                    <a:pt x="493" y="544"/>
                    <a:pt x="490" y="545"/>
                    <a:pt x="486" y="545"/>
                  </a:cubicBezTo>
                  <a:cubicBezTo>
                    <a:pt x="482" y="545"/>
                    <a:pt x="479" y="544"/>
                    <a:pt x="475" y="544"/>
                  </a:cubicBezTo>
                  <a:cubicBezTo>
                    <a:pt x="465" y="542"/>
                    <a:pt x="463" y="539"/>
                    <a:pt x="463" y="531"/>
                  </a:cubicBezTo>
                  <a:cubicBezTo>
                    <a:pt x="463" y="523"/>
                    <a:pt x="464" y="515"/>
                    <a:pt x="465" y="507"/>
                  </a:cubicBezTo>
                  <a:cubicBezTo>
                    <a:pt x="465" y="504"/>
                    <a:pt x="467" y="502"/>
                    <a:pt x="468" y="500"/>
                  </a:cubicBezTo>
                  <a:cubicBezTo>
                    <a:pt x="477" y="479"/>
                    <a:pt x="496" y="471"/>
                    <a:pt x="513" y="460"/>
                  </a:cubicBezTo>
                  <a:cubicBezTo>
                    <a:pt x="518" y="457"/>
                    <a:pt x="523" y="455"/>
                    <a:pt x="528" y="453"/>
                  </a:cubicBezTo>
                  <a:cubicBezTo>
                    <a:pt x="544" y="448"/>
                    <a:pt x="561" y="446"/>
                    <a:pt x="576" y="439"/>
                  </a:cubicBezTo>
                  <a:cubicBezTo>
                    <a:pt x="595" y="430"/>
                    <a:pt x="612" y="417"/>
                    <a:pt x="630" y="406"/>
                  </a:cubicBezTo>
                  <a:cubicBezTo>
                    <a:pt x="646" y="397"/>
                    <a:pt x="662" y="387"/>
                    <a:pt x="681" y="385"/>
                  </a:cubicBezTo>
                  <a:cubicBezTo>
                    <a:pt x="690" y="384"/>
                    <a:pt x="702" y="382"/>
                    <a:pt x="710" y="376"/>
                  </a:cubicBezTo>
                  <a:cubicBezTo>
                    <a:pt x="719" y="369"/>
                    <a:pt x="728" y="366"/>
                    <a:pt x="738" y="366"/>
                  </a:cubicBezTo>
                  <a:cubicBezTo>
                    <a:pt x="739" y="366"/>
                    <a:pt x="740" y="366"/>
                    <a:pt x="742" y="367"/>
                  </a:cubicBezTo>
                  <a:cubicBezTo>
                    <a:pt x="743" y="367"/>
                    <a:pt x="744" y="367"/>
                    <a:pt x="744" y="367"/>
                  </a:cubicBezTo>
                  <a:cubicBezTo>
                    <a:pt x="754" y="367"/>
                    <a:pt x="760" y="361"/>
                    <a:pt x="766" y="352"/>
                  </a:cubicBezTo>
                  <a:cubicBezTo>
                    <a:pt x="773" y="341"/>
                    <a:pt x="778" y="326"/>
                    <a:pt x="794" y="326"/>
                  </a:cubicBezTo>
                  <a:cubicBezTo>
                    <a:pt x="795" y="326"/>
                    <a:pt x="795" y="326"/>
                    <a:pt x="796" y="326"/>
                  </a:cubicBezTo>
                  <a:cubicBezTo>
                    <a:pt x="797" y="315"/>
                    <a:pt x="796" y="313"/>
                    <a:pt x="785" y="301"/>
                  </a:cubicBezTo>
                  <a:cubicBezTo>
                    <a:pt x="779" y="295"/>
                    <a:pt x="777" y="291"/>
                    <a:pt x="779" y="281"/>
                  </a:cubicBezTo>
                  <a:cubicBezTo>
                    <a:pt x="781" y="276"/>
                    <a:pt x="779" y="266"/>
                    <a:pt x="776" y="262"/>
                  </a:cubicBezTo>
                  <a:cubicBezTo>
                    <a:pt x="766" y="249"/>
                    <a:pt x="764" y="237"/>
                    <a:pt x="774" y="222"/>
                  </a:cubicBezTo>
                  <a:cubicBezTo>
                    <a:pt x="770" y="220"/>
                    <a:pt x="767" y="217"/>
                    <a:pt x="763" y="217"/>
                  </a:cubicBezTo>
                  <a:cubicBezTo>
                    <a:pt x="746" y="217"/>
                    <a:pt x="729" y="217"/>
                    <a:pt x="711" y="218"/>
                  </a:cubicBezTo>
                  <a:cubicBezTo>
                    <a:pt x="707" y="218"/>
                    <a:pt x="703" y="219"/>
                    <a:pt x="699" y="220"/>
                  </a:cubicBezTo>
                  <a:cubicBezTo>
                    <a:pt x="684" y="226"/>
                    <a:pt x="669" y="232"/>
                    <a:pt x="654" y="238"/>
                  </a:cubicBezTo>
                  <a:cubicBezTo>
                    <a:pt x="641" y="243"/>
                    <a:pt x="624" y="234"/>
                    <a:pt x="615" y="251"/>
                  </a:cubicBezTo>
                  <a:cubicBezTo>
                    <a:pt x="614" y="252"/>
                    <a:pt x="614" y="252"/>
                    <a:pt x="613" y="252"/>
                  </a:cubicBezTo>
                  <a:cubicBezTo>
                    <a:pt x="613" y="252"/>
                    <a:pt x="612" y="252"/>
                    <a:pt x="612" y="252"/>
                  </a:cubicBezTo>
                  <a:cubicBezTo>
                    <a:pt x="611" y="252"/>
                    <a:pt x="611" y="252"/>
                    <a:pt x="610" y="252"/>
                  </a:cubicBezTo>
                  <a:cubicBezTo>
                    <a:pt x="610" y="252"/>
                    <a:pt x="610" y="252"/>
                    <a:pt x="609" y="252"/>
                  </a:cubicBezTo>
                  <a:cubicBezTo>
                    <a:pt x="606" y="253"/>
                    <a:pt x="601" y="253"/>
                    <a:pt x="599" y="256"/>
                  </a:cubicBezTo>
                  <a:cubicBezTo>
                    <a:pt x="576" y="276"/>
                    <a:pt x="548" y="283"/>
                    <a:pt x="522" y="293"/>
                  </a:cubicBezTo>
                  <a:cubicBezTo>
                    <a:pt x="520" y="294"/>
                    <a:pt x="518" y="294"/>
                    <a:pt x="516" y="294"/>
                  </a:cubicBezTo>
                  <a:cubicBezTo>
                    <a:pt x="515" y="294"/>
                    <a:pt x="514" y="294"/>
                    <a:pt x="513" y="294"/>
                  </a:cubicBezTo>
                  <a:cubicBezTo>
                    <a:pt x="512" y="294"/>
                    <a:pt x="511" y="294"/>
                    <a:pt x="510" y="294"/>
                  </a:cubicBezTo>
                  <a:cubicBezTo>
                    <a:pt x="508" y="294"/>
                    <a:pt x="506" y="294"/>
                    <a:pt x="504" y="295"/>
                  </a:cubicBezTo>
                  <a:cubicBezTo>
                    <a:pt x="501" y="297"/>
                    <a:pt x="499" y="298"/>
                    <a:pt x="497" y="298"/>
                  </a:cubicBezTo>
                  <a:cubicBezTo>
                    <a:pt x="493" y="298"/>
                    <a:pt x="491" y="296"/>
                    <a:pt x="489" y="294"/>
                  </a:cubicBezTo>
                  <a:cubicBezTo>
                    <a:pt x="486" y="292"/>
                    <a:pt x="487" y="285"/>
                    <a:pt x="487" y="280"/>
                  </a:cubicBezTo>
                  <a:cubicBezTo>
                    <a:pt x="487" y="266"/>
                    <a:pt x="487" y="253"/>
                    <a:pt x="488" y="239"/>
                  </a:cubicBezTo>
                  <a:cubicBezTo>
                    <a:pt x="489" y="229"/>
                    <a:pt x="491" y="218"/>
                    <a:pt x="493" y="207"/>
                  </a:cubicBezTo>
                  <a:cubicBezTo>
                    <a:pt x="492" y="205"/>
                    <a:pt x="490" y="201"/>
                    <a:pt x="490" y="198"/>
                  </a:cubicBezTo>
                  <a:cubicBezTo>
                    <a:pt x="490" y="189"/>
                    <a:pt x="492" y="180"/>
                    <a:pt x="492" y="171"/>
                  </a:cubicBezTo>
                  <a:cubicBezTo>
                    <a:pt x="491" y="149"/>
                    <a:pt x="490" y="126"/>
                    <a:pt x="487" y="103"/>
                  </a:cubicBezTo>
                  <a:cubicBezTo>
                    <a:pt x="486" y="89"/>
                    <a:pt x="481" y="76"/>
                    <a:pt x="476" y="63"/>
                  </a:cubicBezTo>
                  <a:cubicBezTo>
                    <a:pt x="473" y="54"/>
                    <a:pt x="466" y="47"/>
                    <a:pt x="461" y="39"/>
                  </a:cubicBezTo>
                  <a:cubicBezTo>
                    <a:pt x="454" y="30"/>
                    <a:pt x="451" y="17"/>
                    <a:pt x="438" y="15"/>
                  </a:cubicBezTo>
                  <a:cubicBezTo>
                    <a:pt x="432" y="13"/>
                    <a:pt x="425" y="11"/>
                    <a:pt x="418" y="8"/>
                  </a:cubicBezTo>
                  <a:cubicBezTo>
                    <a:pt x="407" y="3"/>
                    <a:pt x="397" y="0"/>
                    <a:pt x="38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273">
              <a:extLst>
                <a:ext uri="{FF2B5EF4-FFF2-40B4-BE49-F238E27FC236}">
                  <a16:creationId xmlns:a16="http://schemas.microsoft.com/office/drawing/2014/main" id="{29208E56-B631-56F2-AFEB-B109FD129F08}"/>
                </a:ext>
              </a:extLst>
            </p:cNvPr>
            <p:cNvSpPr>
              <a:spLocks noEditPoints="1"/>
            </p:cNvSpPr>
            <p:nvPr/>
          </p:nvSpPr>
          <p:spPr bwMode="auto">
            <a:xfrm>
              <a:off x="3515768" y="1536335"/>
              <a:ext cx="349325" cy="264332"/>
            </a:xfrm>
            <a:custGeom>
              <a:avLst/>
              <a:gdLst>
                <a:gd name="T0" fmla="*/ 311 w 958"/>
                <a:gd name="T1" fmla="*/ 228 h 723"/>
                <a:gd name="T2" fmla="*/ 344 w 958"/>
                <a:gd name="T3" fmla="*/ 189 h 723"/>
                <a:gd name="T4" fmla="*/ 379 w 958"/>
                <a:gd name="T5" fmla="*/ 257 h 723"/>
                <a:gd name="T6" fmla="*/ 690 w 958"/>
                <a:gd name="T7" fmla="*/ 0 h 723"/>
                <a:gd name="T8" fmla="*/ 569 w 958"/>
                <a:gd name="T9" fmla="*/ 25 h 723"/>
                <a:gd name="T10" fmla="*/ 508 w 958"/>
                <a:gd name="T11" fmla="*/ 55 h 723"/>
                <a:gd name="T12" fmla="*/ 487 w 958"/>
                <a:gd name="T13" fmla="*/ 62 h 723"/>
                <a:gd name="T14" fmla="*/ 476 w 958"/>
                <a:gd name="T15" fmla="*/ 65 h 723"/>
                <a:gd name="T16" fmla="*/ 438 w 958"/>
                <a:gd name="T17" fmla="*/ 72 h 723"/>
                <a:gd name="T18" fmla="*/ 325 w 958"/>
                <a:gd name="T19" fmla="*/ 99 h 723"/>
                <a:gd name="T20" fmla="*/ 253 w 958"/>
                <a:gd name="T21" fmla="*/ 172 h 723"/>
                <a:gd name="T22" fmla="*/ 225 w 958"/>
                <a:gd name="T23" fmla="*/ 144 h 723"/>
                <a:gd name="T24" fmla="*/ 143 w 958"/>
                <a:gd name="T25" fmla="*/ 126 h 723"/>
                <a:gd name="T26" fmla="*/ 131 w 958"/>
                <a:gd name="T27" fmla="*/ 221 h 723"/>
                <a:gd name="T28" fmla="*/ 130 w 958"/>
                <a:gd name="T29" fmla="*/ 358 h 723"/>
                <a:gd name="T30" fmla="*/ 36 w 958"/>
                <a:gd name="T31" fmla="*/ 479 h 723"/>
                <a:gd name="T32" fmla="*/ 11 w 958"/>
                <a:gd name="T33" fmla="*/ 555 h 723"/>
                <a:gd name="T34" fmla="*/ 24 w 958"/>
                <a:gd name="T35" fmla="*/ 705 h 723"/>
                <a:gd name="T36" fmla="*/ 95 w 958"/>
                <a:gd name="T37" fmla="*/ 680 h 723"/>
                <a:gd name="T38" fmla="*/ 140 w 958"/>
                <a:gd name="T39" fmla="*/ 583 h 723"/>
                <a:gd name="T40" fmla="*/ 292 w 958"/>
                <a:gd name="T41" fmla="*/ 479 h 723"/>
                <a:gd name="T42" fmla="*/ 384 w 958"/>
                <a:gd name="T43" fmla="*/ 429 h 723"/>
                <a:gd name="T44" fmla="*/ 482 w 958"/>
                <a:gd name="T45" fmla="*/ 393 h 723"/>
                <a:gd name="T46" fmla="*/ 572 w 958"/>
                <a:gd name="T47" fmla="*/ 357 h 723"/>
                <a:gd name="T48" fmla="*/ 715 w 958"/>
                <a:gd name="T49" fmla="*/ 322 h 723"/>
                <a:gd name="T50" fmla="*/ 734 w 958"/>
                <a:gd name="T51" fmla="*/ 333 h 723"/>
                <a:gd name="T52" fmla="*/ 684 w 958"/>
                <a:gd name="T53" fmla="*/ 368 h 723"/>
                <a:gd name="T54" fmla="*/ 625 w 958"/>
                <a:gd name="T55" fmla="*/ 396 h 723"/>
                <a:gd name="T56" fmla="*/ 646 w 958"/>
                <a:gd name="T57" fmla="*/ 404 h 723"/>
                <a:gd name="T58" fmla="*/ 693 w 958"/>
                <a:gd name="T59" fmla="*/ 414 h 723"/>
                <a:gd name="T60" fmla="*/ 841 w 958"/>
                <a:gd name="T61" fmla="*/ 442 h 723"/>
                <a:gd name="T62" fmla="*/ 944 w 958"/>
                <a:gd name="T63" fmla="*/ 395 h 723"/>
                <a:gd name="T64" fmla="*/ 849 w 958"/>
                <a:gd name="T65" fmla="*/ 234 h 723"/>
                <a:gd name="T66" fmla="*/ 786 w 958"/>
                <a:gd name="T67" fmla="*/ 214 h 723"/>
                <a:gd name="T68" fmla="*/ 709 w 958"/>
                <a:gd name="T69" fmla="*/ 230 h 723"/>
                <a:gd name="T70" fmla="*/ 557 w 958"/>
                <a:gd name="T71" fmla="*/ 276 h 723"/>
                <a:gd name="T72" fmla="*/ 531 w 958"/>
                <a:gd name="T73" fmla="*/ 291 h 723"/>
                <a:gd name="T74" fmla="*/ 422 w 958"/>
                <a:gd name="T75" fmla="*/ 329 h 723"/>
                <a:gd name="T76" fmla="*/ 296 w 958"/>
                <a:gd name="T77" fmla="*/ 385 h 723"/>
                <a:gd name="T78" fmla="*/ 164 w 958"/>
                <a:gd name="T79" fmla="*/ 461 h 723"/>
                <a:gd name="T80" fmla="*/ 85 w 958"/>
                <a:gd name="T81" fmla="*/ 512 h 723"/>
                <a:gd name="T82" fmla="*/ 100 w 958"/>
                <a:gd name="T83" fmla="*/ 439 h 723"/>
                <a:gd name="T84" fmla="*/ 208 w 958"/>
                <a:gd name="T85" fmla="*/ 356 h 723"/>
                <a:gd name="T86" fmla="*/ 231 w 958"/>
                <a:gd name="T87" fmla="*/ 355 h 723"/>
                <a:gd name="T88" fmla="*/ 306 w 958"/>
                <a:gd name="T89" fmla="*/ 341 h 723"/>
                <a:gd name="T90" fmla="*/ 441 w 958"/>
                <a:gd name="T91" fmla="*/ 298 h 723"/>
                <a:gd name="T92" fmla="*/ 559 w 958"/>
                <a:gd name="T93" fmla="*/ 240 h 723"/>
                <a:gd name="T94" fmla="*/ 649 w 958"/>
                <a:gd name="T95" fmla="*/ 186 h 723"/>
                <a:gd name="T96" fmla="*/ 718 w 958"/>
                <a:gd name="T97" fmla="*/ 121 h 723"/>
                <a:gd name="T98" fmla="*/ 716 w 958"/>
                <a:gd name="T99" fmla="*/ 4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58" h="723">
                  <a:moveTo>
                    <a:pt x="303" y="290"/>
                  </a:moveTo>
                  <a:cubicBezTo>
                    <a:pt x="293" y="284"/>
                    <a:pt x="290" y="273"/>
                    <a:pt x="297" y="260"/>
                  </a:cubicBezTo>
                  <a:cubicBezTo>
                    <a:pt x="302" y="249"/>
                    <a:pt x="306" y="238"/>
                    <a:pt x="311" y="228"/>
                  </a:cubicBezTo>
                  <a:cubicBezTo>
                    <a:pt x="318" y="215"/>
                    <a:pt x="326" y="204"/>
                    <a:pt x="334" y="192"/>
                  </a:cubicBezTo>
                  <a:cubicBezTo>
                    <a:pt x="336" y="190"/>
                    <a:pt x="340" y="188"/>
                    <a:pt x="343" y="188"/>
                  </a:cubicBezTo>
                  <a:cubicBezTo>
                    <a:pt x="343" y="188"/>
                    <a:pt x="344" y="189"/>
                    <a:pt x="344" y="189"/>
                  </a:cubicBezTo>
                  <a:cubicBezTo>
                    <a:pt x="359" y="195"/>
                    <a:pt x="371" y="203"/>
                    <a:pt x="379" y="217"/>
                  </a:cubicBezTo>
                  <a:cubicBezTo>
                    <a:pt x="382" y="222"/>
                    <a:pt x="385" y="226"/>
                    <a:pt x="388" y="231"/>
                  </a:cubicBezTo>
                  <a:cubicBezTo>
                    <a:pt x="391" y="237"/>
                    <a:pt x="386" y="253"/>
                    <a:pt x="379" y="257"/>
                  </a:cubicBezTo>
                  <a:cubicBezTo>
                    <a:pt x="374" y="259"/>
                    <a:pt x="368" y="261"/>
                    <a:pt x="363" y="263"/>
                  </a:cubicBezTo>
                  <a:cubicBezTo>
                    <a:pt x="344" y="272"/>
                    <a:pt x="325" y="280"/>
                    <a:pt x="303" y="290"/>
                  </a:cubicBezTo>
                  <a:moveTo>
                    <a:pt x="690" y="0"/>
                  </a:moveTo>
                  <a:cubicBezTo>
                    <a:pt x="683" y="0"/>
                    <a:pt x="676" y="1"/>
                    <a:pt x="669" y="1"/>
                  </a:cubicBezTo>
                  <a:cubicBezTo>
                    <a:pt x="650" y="3"/>
                    <a:pt x="632" y="10"/>
                    <a:pt x="613" y="12"/>
                  </a:cubicBezTo>
                  <a:cubicBezTo>
                    <a:pt x="597" y="13"/>
                    <a:pt x="582" y="17"/>
                    <a:pt x="569" y="25"/>
                  </a:cubicBezTo>
                  <a:cubicBezTo>
                    <a:pt x="563" y="28"/>
                    <a:pt x="557" y="29"/>
                    <a:pt x="551" y="31"/>
                  </a:cubicBezTo>
                  <a:cubicBezTo>
                    <a:pt x="542" y="35"/>
                    <a:pt x="531" y="37"/>
                    <a:pt x="525" y="44"/>
                  </a:cubicBezTo>
                  <a:cubicBezTo>
                    <a:pt x="520" y="50"/>
                    <a:pt x="515" y="55"/>
                    <a:pt x="508" y="55"/>
                  </a:cubicBezTo>
                  <a:cubicBezTo>
                    <a:pt x="508" y="55"/>
                    <a:pt x="507" y="54"/>
                    <a:pt x="507" y="54"/>
                  </a:cubicBezTo>
                  <a:cubicBezTo>
                    <a:pt x="506" y="54"/>
                    <a:pt x="505" y="54"/>
                    <a:pt x="504" y="54"/>
                  </a:cubicBezTo>
                  <a:cubicBezTo>
                    <a:pt x="497" y="54"/>
                    <a:pt x="491" y="56"/>
                    <a:pt x="487" y="62"/>
                  </a:cubicBezTo>
                  <a:cubicBezTo>
                    <a:pt x="486" y="64"/>
                    <a:pt x="484" y="66"/>
                    <a:pt x="482" y="66"/>
                  </a:cubicBezTo>
                  <a:cubicBezTo>
                    <a:pt x="482" y="66"/>
                    <a:pt x="482" y="66"/>
                    <a:pt x="482" y="66"/>
                  </a:cubicBezTo>
                  <a:cubicBezTo>
                    <a:pt x="480" y="66"/>
                    <a:pt x="478" y="65"/>
                    <a:pt x="476" y="65"/>
                  </a:cubicBezTo>
                  <a:cubicBezTo>
                    <a:pt x="470" y="65"/>
                    <a:pt x="464" y="67"/>
                    <a:pt x="459" y="69"/>
                  </a:cubicBezTo>
                  <a:cubicBezTo>
                    <a:pt x="453" y="70"/>
                    <a:pt x="447" y="72"/>
                    <a:pt x="441" y="72"/>
                  </a:cubicBezTo>
                  <a:cubicBezTo>
                    <a:pt x="440" y="72"/>
                    <a:pt x="439" y="72"/>
                    <a:pt x="438" y="72"/>
                  </a:cubicBezTo>
                  <a:cubicBezTo>
                    <a:pt x="429" y="71"/>
                    <a:pt x="419" y="71"/>
                    <a:pt x="410" y="71"/>
                  </a:cubicBezTo>
                  <a:cubicBezTo>
                    <a:pt x="390" y="71"/>
                    <a:pt x="369" y="73"/>
                    <a:pt x="349" y="77"/>
                  </a:cubicBezTo>
                  <a:cubicBezTo>
                    <a:pt x="336" y="81"/>
                    <a:pt x="329" y="87"/>
                    <a:pt x="325" y="99"/>
                  </a:cubicBezTo>
                  <a:cubicBezTo>
                    <a:pt x="323" y="105"/>
                    <a:pt x="320" y="111"/>
                    <a:pt x="316" y="116"/>
                  </a:cubicBezTo>
                  <a:cubicBezTo>
                    <a:pt x="308" y="126"/>
                    <a:pt x="300" y="135"/>
                    <a:pt x="291" y="143"/>
                  </a:cubicBezTo>
                  <a:cubicBezTo>
                    <a:pt x="279" y="153"/>
                    <a:pt x="266" y="163"/>
                    <a:pt x="253" y="172"/>
                  </a:cubicBezTo>
                  <a:cubicBezTo>
                    <a:pt x="252" y="173"/>
                    <a:pt x="251" y="173"/>
                    <a:pt x="249" y="173"/>
                  </a:cubicBezTo>
                  <a:cubicBezTo>
                    <a:pt x="247" y="173"/>
                    <a:pt x="245" y="172"/>
                    <a:pt x="245" y="171"/>
                  </a:cubicBezTo>
                  <a:cubicBezTo>
                    <a:pt x="237" y="163"/>
                    <a:pt x="229" y="154"/>
                    <a:pt x="225" y="144"/>
                  </a:cubicBezTo>
                  <a:cubicBezTo>
                    <a:pt x="218" y="129"/>
                    <a:pt x="205" y="122"/>
                    <a:pt x="193" y="116"/>
                  </a:cubicBezTo>
                  <a:cubicBezTo>
                    <a:pt x="186" y="114"/>
                    <a:pt x="180" y="112"/>
                    <a:pt x="174" y="112"/>
                  </a:cubicBezTo>
                  <a:cubicBezTo>
                    <a:pt x="163" y="112"/>
                    <a:pt x="153" y="116"/>
                    <a:pt x="143" y="126"/>
                  </a:cubicBezTo>
                  <a:cubicBezTo>
                    <a:pt x="136" y="134"/>
                    <a:pt x="125" y="136"/>
                    <a:pt x="123" y="150"/>
                  </a:cubicBezTo>
                  <a:cubicBezTo>
                    <a:pt x="121" y="164"/>
                    <a:pt x="116" y="176"/>
                    <a:pt x="123" y="189"/>
                  </a:cubicBezTo>
                  <a:cubicBezTo>
                    <a:pt x="127" y="199"/>
                    <a:pt x="128" y="211"/>
                    <a:pt x="131" y="221"/>
                  </a:cubicBezTo>
                  <a:cubicBezTo>
                    <a:pt x="137" y="241"/>
                    <a:pt x="140" y="262"/>
                    <a:pt x="153" y="279"/>
                  </a:cubicBezTo>
                  <a:cubicBezTo>
                    <a:pt x="163" y="294"/>
                    <a:pt x="174" y="309"/>
                    <a:pt x="186" y="326"/>
                  </a:cubicBezTo>
                  <a:cubicBezTo>
                    <a:pt x="165" y="338"/>
                    <a:pt x="148" y="349"/>
                    <a:pt x="130" y="358"/>
                  </a:cubicBezTo>
                  <a:cubicBezTo>
                    <a:pt x="108" y="369"/>
                    <a:pt x="92" y="386"/>
                    <a:pt x="78" y="406"/>
                  </a:cubicBezTo>
                  <a:cubicBezTo>
                    <a:pt x="68" y="421"/>
                    <a:pt x="60" y="437"/>
                    <a:pt x="51" y="452"/>
                  </a:cubicBezTo>
                  <a:cubicBezTo>
                    <a:pt x="46" y="461"/>
                    <a:pt x="41" y="470"/>
                    <a:pt x="36" y="479"/>
                  </a:cubicBezTo>
                  <a:cubicBezTo>
                    <a:pt x="32" y="485"/>
                    <a:pt x="28" y="492"/>
                    <a:pt x="25" y="499"/>
                  </a:cubicBezTo>
                  <a:cubicBezTo>
                    <a:pt x="22" y="504"/>
                    <a:pt x="20" y="510"/>
                    <a:pt x="19" y="515"/>
                  </a:cubicBezTo>
                  <a:cubicBezTo>
                    <a:pt x="16" y="528"/>
                    <a:pt x="14" y="542"/>
                    <a:pt x="11" y="555"/>
                  </a:cubicBezTo>
                  <a:cubicBezTo>
                    <a:pt x="8" y="568"/>
                    <a:pt x="1" y="580"/>
                    <a:pt x="3" y="592"/>
                  </a:cubicBezTo>
                  <a:cubicBezTo>
                    <a:pt x="5" y="607"/>
                    <a:pt x="0" y="623"/>
                    <a:pt x="6" y="638"/>
                  </a:cubicBezTo>
                  <a:cubicBezTo>
                    <a:pt x="14" y="660"/>
                    <a:pt x="17" y="683"/>
                    <a:pt x="24" y="705"/>
                  </a:cubicBezTo>
                  <a:cubicBezTo>
                    <a:pt x="27" y="718"/>
                    <a:pt x="37" y="723"/>
                    <a:pt x="46" y="723"/>
                  </a:cubicBezTo>
                  <a:cubicBezTo>
                    <a:pt x="53" y="723"/>
                    <a:pt x="59" y="721"/>
                    <a:pt x="63" y="717"/>
                  </a:cubicBezTo>
                  <a:cubicBezTo>
                    <a:pt x="75" y="706"/>
                    <a:pt x="86" y="694"/>
                    <a:pt x="95" y="680"/>
                  </a:cubicBezTo>
                  <a:cubicBezTo>
                    <a:pt x="103" y="668"/>
                    <a:pt x="107" y="654"/>
                    <a:pt x="113" y="640"/>
                  </a:cubicBezTo>
                  <a:cubicBezTo>
                    <a:pt x="120" y="625"/>
                    <a:pt x="131" y="612"/>
                    <a:pt x="132" y="594"/>
                  </a:cubicBezTo>
                  <a:cubicBezTo>
                    <a:pt x="132" y="590"/>
                    <a:pt x="136" y="586"/>
                    <a:pt x="140" y="583"/>
                  </a:cubicBezTo>
                  <a:cubicBezTo>
                    <a:pt x="155" y="570"/>
                    <a:pt x="172" y="558"/>
                    <a:pt x="186" y="544"/>
                  </a:cubicBezTo>
                  <a:cubicBezTo>
                    <a:pt x="212" y="516"/>
                    <a:pt x="248" y="504"/>
                    <a:pt x="280" y="486"/>
                  </a:cubicBezTo>
                  <a:cubicBezTo>
                    <a:pt x="284" y="484"/>
                    <a:pt x="288" y="482"/>
                    <a:pt x="292" y="479"/>
                  </a:cubicBezTo>
                  <a:cubicBezTo>
                    <a:pt x="307" y="470"/>
                    <a:pt x="321" y="460"/>
                    <a:pt x="336" y="451"/>
                  </a:cubicBezTo>
                  <a:cubicBezTo>
                    <a:pt x="349" y="442"/>
                    <a:pt x="368" y="445"/>
                    <a:pt x="379" y="431"/>
                  </a:cubicBezTo>
                  <a:cubicBezTo>
                    <a:pt x="380" y="430"/>
                    <a:pt x="382" y="430"/>
                    <a:pt x="384" y="429"/>
                  </a:cubicBezTo>
                  <a:cubicBezTo>
                    <a:pt x="397" y="426"/>
                    <a:pt x="409" y="422"/>
                    <a:pt x="422" y="417"/>
                  </a:cubicBezTo>
                  <a:cubicBezTo>
                    <a:pt x="429" y="415"/>
                    <a:pt x="434" y="409"/>
                    <a:pt x="442" y="406"/>
                  </a:cubicBezTo>
                  <a:cubicBezTo>
                    <a:pt x="455" y="401"/>
                    <a:pt x="469" y="398"/>
                    <a:pt x="482" y="393"/>
                  </a:cubicBezTo>
                  <a:cubicBezTo>
                    <a:pt x="494" y="388"/>
                    <a:pt x="506" y="381"/>
                    <a:pt x="518" y="376"/>
                  </a:cubicBezTo>
                  <a:cubicBezTo>
                    <a:pt x="530" y="372"/>
                    <a:pt x="542" y="369"/>
                    <a:pt x="553" y="366"/>
                  </a:cubicBezTo>
                  <a:cubicBezTo>
                    <a:pt x="559" y="364"/>
                    <a:pt x="566" y="360"/>
                    <a:pt x="572" y="357"/>
                  </a:cubicBezTo>
                  <a:cubicBezTo>
                    <a:pt x="577" y="355"/>
                    <a:pt x="582" y="351"/>
                    <a:pt x="588" y="350"/>
                  </a:cubicBezTo>
                  <a:cubicBezTo>
                    <a:pt x="613" y="343"/>
                    <a:pt x="637" y="335"/>
                    <a:pt x="662" y="329"/>
                  </a:cubicBezTo>
                  <a:cubicBezTo>
                    <a:pt x="680" y="325"/>
                    <a:pt x="697" y="324"/>
                    <a:pt x="715" y="322"/>
                  </a:cubicBezTo>
                  <a:cubicBezTo>
                    <a:pt x="716" y="322"/>
                    <a:pt x="716" y="322"/>
                    <a:pt x="716" y="322"/>
                  </a:cubicBezTo>
                  <a:cubicBezTo>
                    <a:pt x="721" y="322"/>
                    <a:pt x="727" y="324"/>
                    <a:pt x="731" y="326"/>
                  </a:cubicBezTo>
                  <a:cubicBezTo>
                    <a:pt x="733" y="327"/>
                    <a:pt x="734" y="332"/>
                    <a:pt x="734" y="333"/>
                  </a:cubicBezTo>
                  <a:cubicBezTo>
                    <a:pt x="728" y="338"/>
                    <a:pt x="721" y="343"/>
                    <a:pt x="715" y="347"/>
                  </a:cubicBezTo>
                  <a:cubicBezTo>
                    <a:pt x="706" y="353"/>
                    <a:pt x="693" y="352"/>
                    <a:pt x="689" y="366"/>
                  </a:cubicBezTo>
                  <a:cubicBezTo>
                    <a:pt x="689" y="367"/>
                    <a:pt x="686" y="368"/>
                    <a:pt x="684" y="368"/>
                  </a:cubicBezTo>
                  <a:cubicBezTo>
                    <a:pt x="677" y="371"/>
                    <a:pt x="669" y="371"/>
                    <a:pt x="663" y="375"/>
                  </a:cubicBezTo>
                  <a:cubicBezTo>
                    <a:pt x="654" y="382"/>
                    <a:pt x="646" y="387"/>
                    <a:pt x="635" y="388"/>
                  </a:cubicBezTo>
                  <a:cubicBezTo>
                    <a:pt x="631" y="388"/>
                    <a:pt x="628" y="393"/>
                    <a:pt x="625" y="396"/>
                  </a:cubicBezTo>
                  <a:cubicBezTo>
                    <a:pt x="629" y="399"/>
                    <a:pt x="632" y="403"/>
                    <a:pt x="636" y="403"/>
                  </a:cubicBezTo>
                  <a:cubicBezTo>
                    <a:pt x="638" y="404"/>
                    <a:pt x="640" y="404"/>
                    <a:pt x="642" y="404"/>
                  </a:cubicBezTo>
                  <a:cubicBezTo>
                    <a:pt x="643" y="404"/>
                    <a:pt x="645" y="404"/>
                    <a:pt x="646" y="404"/>
                  </a:cubicBezTo>
                  <a:cubicBezTo>
                    <a:pt x="648" y="404"/>
                    <a:pt x="649" y="403"/>
                    <a:pt x="651" y="403"/>
                  </a:cubicBezTo>
                  <a:cubicBezTo>
                    <a:pt x="653" y="403"/>
                    <a:pt x="654" y="404"/>
                    <a:pt x="656" y="404"/>
                  </a:cubicBezTo>
                  <a:cubicBezTo>
                    <a:pt x="669" y="406"/>
                    <a:pt x="685" y="406"/>
                    <a:pt x="693" y="414"/>
                  </a:cubicBezTo>
                  <a:cubicBezTo>
                    <a:pt x="707" y="427"/>
                    <a:pt x="724" y="431"/>
                    <a:pt x="741" y="433"/>
                  </a:cubicBezTo>
                  <a:cubicBezTo>
                    <a:pt x="771" y="438"/>
                    <a:pt x="802" y="439"/>
                    <a:pt x="833" y="441"/>
                  </a:cubicBezTo>
                  <a:cubicBezTo>
                    <a:pt x="836" y="441"/>
                    <a:pt x="838" y="442"/>
                    <a:pt x="841" y="442"/>
                  </a:cubicBezTo>
                  <a:cubicBezTo>
                    <a:pt x="859" y="442"/>
                    <a:pt x="877" y="436"/>
                    <a:pt x="893" y="426"/>
                  </a:cubicBezTo>
                  <a:cubicBezTo>
                    <a:pt x="907" y="417"/>
                    <a:pt x="920" y="408"/>
                    <a:pt x="937" y="403"/>
                  </a:cubicBezTo>
                  <a:cubicBezTo>
                    <a:pt x="940" y="403"/>
                    <a:pt x="943" y="399"/>
                    <a:pt x="944" y="395"/>
                  </a:cubicBezTo>
                  <a:cubicBezTo>
                    <a:pt x="948" y="381"/>
                    <a:pt x="953" y="366"/>
                    <a:pt x="955" y="351"/>
                  </a:cubicBezTo>
                  <a:cubicBezTo>
                    <a:pt x="958" y="301"/>
                    <a:pt x="936" y="285"/>
                    <a:pt x="901" y="265"/>
                  </a:cubicBezTo>
                  <a:cubicBezTo>
                    <a:pt x="883" y="255"/>
                    <a:pt x="861" y="255"/>
                    <a:pt x="849" y="234"/>
                  </a:cubicBezTo>
                  <a:cubicBezTo>
                    <a:pt x="847" y="229"/>
                    <a:pt x="837" y="229"/>
                    <a:pt x="831" y="226"/>
                  </a:cubicBezTo>
                  <a:cubicBezTo>
                    <a:pt x="816" y="222"/>
                    <a:pt x="800" y="223"/>
                    <a:pt x="787" y="214"/>
                  </a:cubicBezTo>
                  <a:cubicBezTo>
                    <a:pt x="787" y="214"/>
                    <a:pt x="786" y="214"/>
                    <a:pt x="786" y="214"/>
                  </a:cubicBezTo>
                  <a:cubicBezTo>
                    <a:pt x="785" y="214"/>
                    <a:pt x="783" y="215"/>
                    <a:pt x="781" y="215"/>
                  </a:cubicBezTo>
                  <a:cubicBezTo>
                    <a:pt x="769" y="217"/>
                    <a:pt x="757" y="219"/>
                    <a:pt x="745" y="221"/>
                  </a:cubicBezTo>
                  <a:cubicBezTo>
                    <a:pt x="733" y="224"/>
                    <a:pt x="721" y="226"/>
                    <a:pt x="709" y="230"/>
                  </a:cubicBezTo>
                  <a:cubicBezTo>
                    <a:pt x="686" y="236"/>
                    <a:pt x="664" y="242"/>
                    <a:pt x="642" y="249"/>
                  </a:cubicBezTo>
                  <a:cubicBezTo>
                    <a:pt x="630" y="253"/>
                    <a:pt x="617" y="257"/>
                    <a:pt x="606" y="264"/>
                  </a:cubicBezTo>
                  <a:cubicBezTo>
                    <a:pt x="591" y="274"/>
                    <a:pt x="573" y="276"/>
                    <a:pt x="557" y="276"/>
                  </a:cubicBezTo>
                  <a:cubicBezTo>
                    <a:pt x="556" y="276"/>
                    <a:pt x="556" y="276"/>
                    <a:pt x="556" y="276"/>
                  </a:cubicBezTo>
                  <a:cubicBezTo>
                    <a:pt x="556" y="276"/>
                    <a:pt x="555" y="276"/>
                    <a:pt x="555" y="276"/>
                  </a:cubicBezTo>
                  <a:cubicBezTo>
                    <a:pt x="542" y="276"/>
                    <a:pt x="537" y="283"/>
                    <a:pt x="531" y="291"/>
                  </a:cubicBezTo>
                  <a:cubicBezTo>
                    <a:pt x="530" y="294"/>
                    <a:pt x="528" y="299"/>
                    <a:pt x="526" y="299"/>
                  </a:cubicBezTo>
                  <a:cubicBezTo>
                    <a:pt x="512" y="304"/>
                    <a:pt x="497" y="307"/>
                    <a:pt x="483" y="311"/>
                  </a:cubicBezTo>
                  <a:cubicBezTo>
                    <a:pt x="463" y="316"/>
                    <a:pt x="442" y="322"/>
                    <a:pt x="422" y="329"/>
                  </a:cubicBezTo>
                  <a:cubicBezTo>
                    <a:pt x="406" y="334"/>
                    <a:pt x="391" y="340"/>
                    <a:pt x="376" y="346"/>
                  </a:cubicBezTo>
                  <a:cubicBezTo>
                    <a:pt x="368" y="350"/>
                    <a:pt x="360" y="354"/>
                    <a:pt x="352" y="358"/>
                  </a:cubicBezTo>
                  <a:cubicBezTo>
                    <a:pt x="333" y="367"/>
                    <a:pt x="314" y="376"/>
                    <a:pt x="296" y="385"/>
                  </a:cubicBezTo>
                  <a:cubicBezTo>
                    <a:pt x="286" y="390"/>
                    <a:pt x="276" y="392"/>
                    <a:pt x="267" y="398"/>
                  </a:cubicBezTo>
                  <a:cubicBezTo>
                    <a:pt x="244" y="411"/>
                    <a:pt x="222" y="426"/>
                    <a:pt x="200" y="440"/>
                  </a:cubicBezTo>
                  <a:cubicBezTo>
                    <a:pt x="188" y="448"/>
                    <a:pt x="176" y="454"/>
                    <a:pt x="164" y="461"/>
                  </a:cubicBezTo>
                  <a:cubicBezTo>
                    <a:pt x="158" y="465"/>
                    <a:pt x="150" y="468"/>
                    <a:pt x="146" y="474"/>
                  </a:cubicBezTo>
                  <a:cubicBezTo>
                    <a:pt x="140" y="484"/>
                    <a:pt x="132" y="491"/>
                    <a:pt x="122" y="495"/>
                  </a:cubicBezTo>
                  <a:cubicBezTo>
                    <a:pt x="110" y="501"/>
                    <a:pt x="98" y="506"/>
                    <a:pt x="85" y="512"/>
                  </a:cubicBezTo>
                  <a:cubicBezTo>
                    <a:pt x="84" y="509"/>
                    <a:pt x="81" y="504"/>
                    <a:pt x="82" y="499"/>
                  </a:cubicBezTo>
                  <a:cubicBezTo>
                    <a:pt x="83" y="490"/>
                    <a:pt x="86" y="482"/>
                    <a:pt x="88" y="474"/>
                  </a:cubicBezTo>
                  <a:cubicBezTo>
                    <a:pt x="92" y="462"/>
                    <a:pt x="95" y="450"/>
                    <a:pt x="100" y="439"/>
                  </a:cubicBezTo>
                  <a:cubicBezTo>
                    <a:pt x="105" y="430"/>
                    <a:pt x="114" y="423"/>
                    <a:pt x="118" y="414"/>
                  </a:cubicBezTo>
                  <a:cubicBezTo>
                    <a:pt x="125" y="398"/>
                    <a:pt x="139" y="391"/>
                    <a:pt x="152" y="384"/>
                  </a:cubicBezTo>
                  <a:cubicBezTo>
                    <a:pt x="170" y="373"/>
                    <a:pt x="189" y="365"/>
                    <a:pt x="208" y="356"/>
                  </a:cubicBezTo>
                  <a:cubicBezTo>
                    <a:pt x="210" y="355"/>
                    <a:pt x="211" y="355"/>
                    <a:pt x="213" y="355"/>
                  </a:cubicBezTo>
                  <a:cubicBezTo>
                    <a:pt x="214" y="355"/>
                    <a:pt x="214" y="355"/>
                    <a:pt x="214" y="355"/>
                  </a:cubicBezTo>
                  <a:cubicBezTo>
                    <a:pt x="220" y="355"/>
                    <a:pt x="225" y="355"/>
                    <a:pt x="231" y="355"/>
                  </a:cubicBezTo>
                  <a:cubicBezTo>
                    <a:pt x="237" y="355"/>
                    <a:pt x="242" y="355"/>
                    <a:pt x="248" y="355"/>
                  </a:cubicBezTo>
                  <a:cubicBezTo>
                    <a:pt x="256" y="355"/>
                    <a:pt x="264" y="355"/>
                    <a:pt x="271" y="354"/>
                  </a:cubicBezTo>
                  <a:cubicBezTo>
                    <a:pt x="284" y="353"/>
                    <a:pt x="297" y="348"/>
                    <a:pt x="306" y="341"/>
                  </a:cubicBezTo>
                  <a:cubicBezTo>
                    <a:pt x="321" y="329"/>
                    <a:pt x="339" y="327"/>
                    <a:pt x="355" y="322"/>
                  </a:cubicBezTo>
                  <a:cubicBezTo>
                    <a:pt x="375" y="316"/>
                    <a:pt x="396" y="313"/>
                    <a:pt x="416" y="308"/>
                  </a:cubicBezTo>
                  <a:cubicBezTo>
                    <a:pt x="425" y="305"/>
                    <a:pt x="433" y="301"/>
                    <a:pt x="441" y="298"/>
                  </a:cubicBezTo>
                  <a:cubicBezTo>
                    <a:pt x="446" y="297"/>
                    <a:pt x="451" y="296"/>
                    <a:pt x="455" y="294"/>
                  </a:cubicBezTo>
                  <a:cubicBezTo>
                    <a:pt x="471" y="286"/>
                    <a:pt x="487" y="280"/>
                    <a:pt x="502" y="269"/>
                  </a:cubicBezTo>
                  <a:cubicBezTo>
                    <a:pt x="519" y="257"/>
                    <a:pt x="540" y="249"/>
                    <a:pt x="559" y="240"/>
                  </a:cubicBezTo>
                  <a:cubicBezTo>
                    <a:pt x="565" y="237"/>
                    <a:pt x="571" y="234"/>
                    <a:pt x="577" y="230"/>
                  </a:cubicBezTo>
                  <a:cubicBezTo>
                    <a:pt x="590" y="223"/>
                    <a:pt x="602" y="215"/>
                    <a:pt x="615" y="207"/>
                  </a:cubicBezTo>
                  <a:cubicBezTo>
                    <a:pt x="626" y="200"/>
                    <a:pt x="640" y="195"/>
                    <a:pt x="649" y="186"/>
                  </a:cubicBezTo>
                  <a:cubicBezTo>
                    <a:pt x="667" y="168"/>
                    <a:pt x="691" y="157"/>
                    <a:pt x="704" y="134"/>
                  </a:cubicBezTo>
                  <a:cubicBezTo>
                    <a:pt x="705" y="133"/>
                    <a:pt x="707" y="132"/>
                    <a:pt x="708" y="131"/>
                  </a:cubicBezTo>
                  <a:cubicBezTo>
                    <a:pt x="712" y="128"/>
                    <a:pt x="716" y="125"/>
                    <a:pt x="718" y="121"/>
                  </a:cubicBezTo>
                  <a:cubicBezTo>
                    <a:pt x="728" y="104"/>
                    <a:pt x="738" y="87"/>
                    <a:pt x="744" y="69"/>
                  </a:cubicBezTo>
                  <a:cubicBezTo>
                    <a:pt x="748" y="59"/>
                    <a:pt x="749" y="46"/>
                    <a:pt x="746" y="35"/>
                  </a:cubicBezTo>
                  <a:cubicBezTo>
                    <a:pt x="743" y="20"/>
                    <a:pt x="734" y="10"/>
                    <a:pt x="716" y="4"/>
                  </a:cubicBezTo>
                  <a:cubicBezTo>
                    <a:pt x="707" y="1"/>
                    <a:pt x="698" y="0"/>
                    <a:pt x="6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4" name="Freeform 274">
              <a:extLst>
                <a:ext uri="{FF2B5EF4-FFF2-40B4-BE49-F238E27FC236}">
                  <a16:creationId xmlns:a16="http://schemas.microsoft.com/office/drawing/2014/main" id="{5A522D38-B5C6-B30E-A40E-7B67368986F6}"/>
                </a:ext>
              </a:extLst>
            </p:cNvPr>
            <p:cNvSpPr>
              <a:spLocks noEditPoints="1"/>
            </p:cNvSpPr>
            <p:nvPr/>
          </p:nvSpPr>
          <p:spPr bwMode="auto">
            <a:xfrm>
              <a:off x="3534881" y="1712014"/>
              <a:ext cx="233019" cy="280192"/>
            </a:xfrm>
            <a:custGeom>
              <a:avLst/>
              <a:gdLst>
                <a:gd name="T0" fmla="*/ 381 w 640"/>
                <a:gd name="T1" fmla="*/ 108 h 768"/>
                <a:gd name="T2" fmla="*/ 381 w 640"/>
                <a:gd name="T3" fmla="*/ 108 h 768"/>
                <a:gd name="T4" fmla="*/ 351 w 640"/>
                <a:gd name="T5" fmla="*/ 14 h 768"/>
                <a:gd name="T6" fmla="*/ 251 w 640"/>
                <a:gd name="T7" fmla="*/ 63 h 768"/>
                <a:gd name="T8" fmla="*/ 185 w 640"/>
                <a:gd name="T9" fmla="*/ 136 h 768"/>
                <a:gd name="T10" fmla="*/ 238 w 640"/>
                <a:gd name="T11" fmla="*/ 153 h 768"/>
                <a:gd name="T12" fmla="*/ 260 w 640"/>
                <a:gd name="T13" fmla="*/ 133 h 768"/>
                <a:gd name="T14" fmla="*/ 326 w 640"/>
                <a:gd name="T15" fmla="*/ 96 h 768"/>
                <a:gd name="T16" fmla="*/ 439 w 640"/>
                <a:gd name="T17" fmla="*/ 58 h 768"/>
                <a:gd name="T18" fmla="*/ 453 w 640"/>
                <a:gd name="T19" fmla="*/ 62 h 768"/>
                <a:gd name="T20" fmla="*/ 408 w 640"/>
                <a:gd name="T21" fmla="*/ 96 h 768"/>
                <a:gd name="T22" fmla="*/ 383 w 640"/>
                <a:gd name="T23" fmla="*/ 109 h 768"/>
                <a:gd name="T24" fmla="*/ 381 w 640"/>
                <a:gd name="T25" fmla="*/ 108 h 768"/>
                <a:gd name="T26" fmla="*/ 326 w 640"/>
                <a:gd name="T27" fmla="*/ 160 h 768"/>
                <a:gd name="T28" fmla="*/ 321 w 640"/>
                <a:gd name="T29" fmla="*/ 218 h 768"/>
                <a:gd name="T30" fmla="*/ 328 w 640"/>
                <a:gd name="T31" fmla="*/ 254 h 768"/>
                <a:gd name="T32" fmla="*/ 199 w 640"/>
                <a:gd name="T33" fmla="*/ 293 h 768"/>
                <a:gd name="T34" fmla="*/ 163 w 640"/>
                <a:gd name="T35" fmla="*/ 306 h 768"/>
                <a:gd name="T36" fmla="*/ 149 w 640"/>
                <a:gd name="T37" fmla="*/ 320 h 768"/>
                <a:gd name="T38" fmla="*/ 199 w 640"/>
                <a:gd name="T39" fmla="*/ 375 h 768"/>
                <a:gd name="T40" fmla="*/ 272 w 640"/>
                <a:gd name="T41" fmla="*/ 397 h 768"/>
                <a:gd name="T42" fmla="*/ 316 w 640"/>
                <a:gd name="T43" fmla="*/ 397 h 768"/>
                <a:gd name="T44" fmla="*/ 337 w 640"/>
                <a:gd name="T45" fmla="*/ 397 h 768"/>
                <a:gd name="T46" fmla="*/ 350 w 640"/>
                <a:gd name="T47" fmla="*/ 458 h 768"/>
                <a:gd name="T48" fmla="*/ 343 w 640"/>
                <a:gd name="T49" fmla="*/ 545 h 768"/>
                <a:gd name="T50" fmla="*/ 337 w 640"/>
                <a:gd name="T51" fmla="*/ 581 h 768"/>
                <a:gd name="T52" fmla="*/ 260 w 640"/>
                <a:gd name="T53" fmla="*/ 630 h 768"/>
                <a:gd name="T54" fmla="*/ 249 w 640"/>
                <a:gd name="T55" fmla="*/ 629 h 768"/>
                <a:gd name="T56" fmla="*/ 214 w 640"/>
                <a:gd name="T57" fmla="*/ 636 h 768"/>
                <a:gd name="T58" fmla="*/ 175 w 640"/>
                <a:gd name="T59" fmla="*/ 636 h 768"/>
                <a:gd name="T60" fmla="*/ 48 w 640"/>
                <a:gd name="T61" fmla="*/ 636 h 768"/>
                <a:gd name="T62" fmla="*/ 0 w 640"/>
                <a:gd name="T63" fmla="*/ 651 h 768"/>
                <a:gd name="T64" fmla="*/ 51 w 640"/>
                <a:gd name="T65" fmla="*/ 683 h 768"/>
                <a:gd name="T66" fmla="*/ 131 w 640"/>
                <a:gd name="T67" fmla="*/ 716 h 768"/>
                <a:gd name="T68" fmla="*/ 150 w 640"/>
                <a:gd name="T69" fmla="*/ 730 h 768"/>
                <a:gd name="T70" fmla="*/ 279 w 640"/>
                <a:gd name="T71" fmla="*/ 768 h 768"/>
                <a:gd name="T72" fmla="*/ 331 w 640"/>
                <a:gd name="T73" fmla="*/ 762 h 768"/>
                <a:gd name="T74" fmla="*/ 420 w 640"/>
                <a:gd name="T75" fmla="*/ 722 h 768"/>
                <a:gd name="T76" fmla="*/ 452 w 640"/>
                <a:gd name="T77" fmla="*/ 691 h 768"/>
                <a:gd name="T78" fmla="*/ 465 w 640"/>
                <a:gd name="T79" fmla="*/ 637 h 768"/>
                <a:gd name="T80" fmla="*/ 451 w 640"/>
                <a:gd name="T81" fmla="*/ 563 h 768"/>
                <a:gd name="T82" fmla="*/ 445 w 640"/>
                <a:gd name="T83" fmla="*/ 483 h 768"/>
                <a:gd name="T84" fmla="*/ 439 w 640"/>
                <a:gd name="T85" fmla="*/ 400 h 768"/>
                <a:gd name="T86" fmla="*/ 481 w 640"/>
                <a:gd name="T87" fmla="*/ 373 h 768"/>
                <a:gd name="T88" fmla="*/ 623 w 640"/>
                <a:gd name="T89" fmla="*/ 310 h 768"/>
                <a:gd name="T90" fmla="*/ 610 w 640"/>
                <a:gd name="T91" fmla="*/ 228 h 768"/>
                <a:gd name="T92" fmla="*/ 546 w 640"/>
                <a:gd name="T93" fmla="*/ 198 h 768"/>
                <a:gd name="T94" fmla="*/ 494 w 640"/>
                <a:gd name="T95" fmla="*/ 198 h 768"/>
                <a:gd name="T96" fmla="*/ 485 w 640"/>
                <a:gd name="T97" fmla="*/ 198 h 768"/>
                <a:gd name="T98" fmla="*/ 410 w 640"/>
                <a:gd name="T99" fmla="*/ 202 h 768"/>
                <a:gd name="T100" fmla="*/ 418 w 640"/>
                <a:gd name="T101" fmla="*/ 166 h 768"/>
                <a:gd name="T102" fmla="*/ 536 w 640"/>
                <a:gd name="T103" fmla="*/ 88 h 768"/>
                <a:gd name="T104" fmla="*/ 555 w 640"/>
                <a:gd name="T105" fmla="*/ 34 h 768"/>
                <a:gd name="T106" fmla="*/ 519 w 640"/>
                <a:gd name="T107" fmla="*/ 6 h 768"/>
                <a:gd name="T108" fmla="*/ 511 w 640"/>
                <a:gd name="T109" fmla="*/ 6 h 768"/>
                <a:gd name="T110" fmla="*/ 503 w 640"/>
                <a:gd name="T111" fmla="*/ 7 h 768"/>
                <a:gd name="T112" fmla="*/ 418 w 640"/>
                <a:gd name="T113"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0" h="768">
                  <a:moveTo>
                    <a:pt x="381" y="108"/>
                  </a:moveTo>
                  <a:cubicBezTo>
                    <a:pt x="381" y="108"/>
                    <a:pt x="381" y="108"/>
                    <a:pt x="381" y="108"/>
                  </a:cubicBezTo>
                  <a:cubicBezTo>
                    <a:pt x="381" y="108"/>
                    <a:pt x="381" y="108"/>
                    <a:pt x="381" y="108"/>
                  </a:cubicBezTo>
                  <a:cubicBezTo>
                    <a:pt x="381" y="108"/>
                    <a:pt x="381" y="108"/>
                    <a:pt x="381" y="108"/>
                  </a:cubicBezTo>
                  <a:moveTo>
                    <a:pt x="418" y="0"/>
                  </a:moveTo>
                  <a:cubicBezTo>
                    <a:pt x="394" y="0"/>
                    <a:pt x="373" y="9"/>
                    <a:pt x="351" y="14"/>
                  </a:cubicBezTo>
                  <a:cubicBezTo>
                    <a:pt x="333" y="18"/>
                    <a:pt x="316" y="27"/>
                    <a:pt x="298" y="34"/>
                  </a:cubicBezTo>
                  <a:cubicBezTo>
                    <a:pt x="281" y="41"/>
                    <a:pt x="266" y="52"/>
                    <a:pt x="251" y="63"/>
                  </a:cubicBezTo>
                  <a:cubicBezTo>
                    <a:pt x="231" y="79"/>
                    <a:pt x="208" y="89"/>
                    <a:pt x="189" y="106"/>
                  </a:cubicBezTo>
                  <a:cubicBezTo>
                    <a:pt x="182" y="113"/>
                    <a:pt x="178" y="131"/>
                    <a:pt x="185" y="136"/>
                  </a:cubicBezTo>
                  <a:cubicBezTo>
                    <a:pt x="198" y="147"/>
                    <a:pt x="213" y="154"/>
                    <a:pt x="230" y="154"/>
                  </a:cubicBezTo>
                  <a:cubicBezTo>
                    <a:pt x="232" y="154"/>
                    <a:pt x="235" y="154"/>
                    <a:pt x="238" y="153"/>
                  </a:cubicBezTo>
                  <a:cubicBezTo>
                    <a:pt x="240" y="153"/>
                    <a:pt x="243" y="151"/>
                    <a:pt x="245" y="149"/>
                  </a:cubicBezTo>
                  <a:cubicBezTo>
                    <a:pt x="250" y="144"/>
                    <a:pt x="254" y="137"/>
                    <a:pt x="260" y="133"/>
                  </a:cubicBezTo>
                  <a:cubicBezTo>
                    <a:pt x="274" y="123"/>
                    <a:pt x="285" y="108"/>
                    <a:pt x="304" y="105"/>
                  </a:cubicBezTo>
                  <a:cubicBezTo>
                    <a:pt x="312" y="103"/>
                    <a:pt x="319" y="99"/>
                    <a:pt x="326" y="96"/>
                  </a:cubicBezTo>
                  <a:cubicBezTo>
                    <a:pt x="342" y="90"/>
                    <a:pt x="357" y="80"/>
                    <a:pt x="374" y="77"/>
                  </a:cubicBezTo>
                  <a:cubicBezTo>
                    <a:pt x="396" y="72"/>
                    <a:pt x="418" y="69"/>
                    <a:pt x="439" y="58"/>
                  </a:cubicBezTo>
                  <a:cubicBezTo>
                    <a:pt x="439" y="58"/>
                    <a:pt x="440" y="58"/>
                    <a:pt x="440" y="58"/>
                  </a:cubicBezTo>
                  <a:cubicBezTo>
                    <a:pt x="444" y="58"/>
                    <a:pt x="449" y="61"/>
                    <a:pt x="453" y="62"/>
                  </a:cubicBezTo>
                  <a:cubicBezTo>
                    <a:pt x="451" y="66"/>
                    <a:pt x="449" y="71"/>
                    <a:pt x="445" y="73"/>
                  </a:cubicBezTo>
                  <a:cubicBezTo>
                    <a:pt x="433" y="82"/>
                    <a:pt x="421" y="89"/>
                    <a:pt x="408" y="96"/>
                  </a:cubicBezTo>
                  <a:cubicBezTo>
                    <a:pt x="400" y="101"/>
                    <a:pt x="392" y="105"/>
                    <a:pt x="384" y="109"/>
                  </a:cubicBezTo>
                  <a:cubicBezTo>
                    <a:pt x="384" y="109"/>
                    <a:pt x="383" y="109"/>
                    <a:pt x="383" y="109"/>
                  </a:cubicBezTo>
                  <a:cubicBezTo>
                    <a:pt x="383" y="109"/>
                    <a:pt x="382" y="109"/>
                    <a:pt x="381" y="108"/>
                  </a:cubicBezTo>
                  <a:cubicBezTo>
                    <a:pt x="381" y="108"/>
                    <a:pt x="381" y="108"/>
                    <a:pt x="381" y="108"/>
                  </a:cubicBezTo>
                  <a:cubicBezTo>
                    <a:pt x="373" y="116"/>
                    <a:pt x="367" y="123"/>
                    <a:pt x="360" y="130"/>
                  </a:cubicBezTo>
                  <a:cubicBezTo>
                    <a:pt x="349" y="140"/>
                    <a:pt x="337" y="150"/>
                    <a:pt x="326" y="160"/>
                  </a:cubicBezTo>
                  <a:cubicBezTo>
                    <a:pt x="320" y="166"/>
                    <a:pt x="316" y="173"/>
                    <a:pt x="311" y="180"/>
                  </a:cubicBezTo>
                  <a:cubicBezTo>
                    <a:pt x="303" y="192"/>
                    <a:pt x="307" y="214"/>
                    <a:pt x="321" y="218"/>
                  </a:cubicBezTo>
                  <a:cubicBezTo>
                    <a:pt x="329" y="220"/>
                    <a:pt x="333" y="225"/>
                    <a:pt x="336" y="231"/>
                  </a:cubicBezTo>
                  <a:cubicBezTo>
                    <a:pt x="343" y="242"/>
                    <a:pt x="340" y="251"/>
                    <a:pt x="328" y="254"/>
                  </a:cubicBezTo>
                  <a:cubicBezTo>
                    <a:pt x="293" y="265"/>
                    <a:pt x="257" y="276"/>
                    <a:pt x="221" y="287"/>
                  </a:cubicBezTo>
                  <a:cubicBezTo>
                    <a:pt x="214" y="289"/>
                    <a:pt x="204" y="289"/>
                    <a:pt x="199" y="293"/>
                  </a:cubicBezTo>
                  <a:cubicBezTo>
                    <a:pt x="188" y="302"/>
                    <a:pt x="178" y="306"/>
                    <a:pt x="165" y="306"/>
                  </a:cubicBezTo>
                  <a:cubicBezTo>
                    <a:pt x="164" y="306"/>
                    <a:pt x="163" y="306"/>
                    <a:pt x="163" y="306"/>
                  </a:cubicBezTo>
                  <a:cubicBezTo>
                    <a:pt x="163" y="306"/>
                    <a:pt x="162" y="306"/>
                    <a:pt x="162" y="306"/>
                  </a:cubicBezTo>
                  <a:cubicBezTo>
                    <a:pt x="154" y="306"/>
                    <a:pt x="148" y="311"/>
                    <a:pt x="149" y="320"/>
                  </a:cubicBezTo>
                  <a:cubicBezTo>
                    <a:pt x="150" y="334"/>
                    <a:pt x="159" y="342"/>
                    <a:pt x="169" y="350"/>
                  </a:cubicBezTo>
                  <a:cubicBezTo>
                    <a:pt x="180" y="358"/>
                    <a:pt x="191" y="365"/>
                    <a:pt x="199" y="375"/>
                  </a:cubicBezTo>
                  <a:cubicBezTo>
                    <a:pt x="207" y="383"/>
                    <a:pt x="216" y="389"/>
                    <a:pt x="225" y="392"/>
                  </a:cubicBezTo>
                  <a:cubicBezTo>
                    <a:pt x="240" y="395"/>
                    <a:pt x="256" y="396"/>
                    <a:pt x="272" y="397"/>
                  </a:cubicBezTo>
                  <a:cubicBezTo>
                    <a:pt x="280" y="397"/>
                    <a:pt x="289" y="397"/>
                    <a:pt x="298" y="397"/>
                  </a:cubicBezTo>
                  <a:cubicBezTo>
                    <a:pt x="304" y="397"/>
                    <a:pt x="310" y="397"/>
                    <a:pt x="316" y="397"/>
                  </a:cubicBezTo>
                  <a:cubicBezTo>
                    <a:pt x="322" y="397"/>
                    <a:pt x="328" y="397"/>
                    <a:pt x="334" y="397"/>
                  </a:cubicBezTo>
                  <a:cubicBezTo>
                    <a:pt x="335" y="397"/>
                    <a:pt x="336" y="397"/>
                    <a:pt x="337" y="397"/>
                  </a:cubicBezTo>
                  <a:cubicBezTo>
                    <a:pt x="345" y="397"/>
                    <a:pt x="358" y="412"/>
                    <a:pt x="354" y="419"/>
                  </a:cubicBezTo>
                  <a:cubicBezTo>
                    <a:pt x="348" y="432"/>
                    <a:pt x="351" y="445"/>
                    <a:pt x="350" y="458"/>
                  </a:cubicBezTo>
                  <a:cubicBezTo>
                    <a:pt x="350" y="464"/>
                    <a:pt x="351" y="471"/>
                    <a:pt x="350" y="478"/>
                  </a:cubicBezTo>
                  <a:cubicBezTo>
                    <a:pt x="346" y="500"/>
                    <a:pt x="342" y="522"/>
                    <a:pt x="343" y="545"/>
                  </a:cubicBezTo>
                  <a:cubicBezTo>
                    <a:pt x="343" y="548"/>
                    <a:pt x="343" y="550"/>
                    <a:pt x="343" y="552"/>
                  </a:cubicBezTo>
                  <a:cubicBezTo>
                    <a:pt x="341" y="562"/>
                    <a:pt x="337" y="571"/>
                    <a:pt x="337" y="581"/>
                  </a:cubicBezTo>
                  <a:cubicBezTo>
                    <a:pt x="336" y="598"/>
                    <a:pt x="330" y="613"/>
                    <a:pt x="313" y="616"/>
                  </a:cubicBezTo>
                  <a:cubicBezTo>
                    <a:pt x="295" y="620"/>
                    <a:pt x="278" y="630"/>
                    <a:pt x="260" y="630"/>
                  </a:cubicBezTo>
                  <a:cubicBezTo>
                    <a:pt x="257" y="630"/>
                    <a:pt x="253" y="630"/>
                    <a:pt x="250" y="629"/>
                  </a:cubicBezTo>
                  <a:cubicBezTo>
                    <a:pt x="249" y="629"/>
                    <a:pt x="249" y="629"/>
                    <a:pt x="249" y="629"/>
                  </a:cubicBezTo>
                  <a:cubicBezTo>
                    <a:pt x="247" y="629"/>
                    <a:pt x="244" y="631"/>
                    <a:pt x="242" y="631"/>
                  </a:cubicBezTo>
                  <a:cubicBezTo>
                    <a:pt x="233" y="633"/>
                    <a:pt x="223" y="635"/>
                    <a:pt x="214" y="636"/>
                  </a:cubicBezTo>
                  <a:cubicBezTo>
                    <a:pt x="209" y="636"/>
                    <a:pt x="203" y="636"/>
                    <a:pt x="198" y="636"/>
                  </a:cubicBezTo>
                  <a:cubicBezTo>
                    <a:pt x="190" y="636"/>
                    <a:pt x="183" y="636"/>
                    <a:pt x="175" y="636"/>
                  </a:cubicBezTo>
                  <a:cubicBezTo>
                    <a:pt x="151" y="636"/>
                    <a:pt x="128" y="636"/>
                    <a:pt x="104" y="636"/>
                  </a:cubicBezTo>
                  <a:cubicBezTo>
                    <a:pt x="86" y="636"/>
                    <a:pt x="67" y="636"/>
                    <a:pt x="48" y="636"/>
                  </a:cubicBezTo>
                  <a:cubicBezTo>
                    <a:pt x="35" y="637"/>
                    <a:pt x="21" y="640"/>
                    <a:pt x="8" y="643"/>
                  </a:cubicBezTo>
                  <a:cubicBezTo>
                    <a:pt x="5" y="644"/>
                    <a:pt x="0" y="649"/>
                    <a:pt x="0" y="651"/>
                  </a:cubicBezTo>
                  <a:cubicBezTo>
                    <a:pt x="0" y="655"/>
                    <a:pt x="3" y="660"/>
                    <a:pt x="7" y="662"/>
                  </a:cubicBezTo>
                  <a:cubicBezTo>
                    <a:pt x="21" y="669"/>
                    <a:pt x="36" y="676"/>
                    <a:pt x="51" y="683"/>
                  </a:cubicBezTo>
                  <a:cubicBezTo>
                    <a:pt x="62" y="688"/>
                    <a:pt x="73" y="694"/>
                    <a:pt x="85" y="699"/>
                  </a:cubicBezTo>
                  <a:cubicBezTo>
                    <a:pt x="100" y="705"/>
                    <a:pt x="116" y="710"/>
                    <a:pt x="131" y="716"/>
                  </a:cubicBezTo>
                  <a:cubicBezTo>
                    <a:pt x="134" y="717"/>
                    <a:pt x="136" y="721"/>
                    <a:pt x="138" y="722"/>
                  </a:cubicBezTo>
                  <a:cubicBezTo>
                    <a:pt x="142" y="725"/>
                    <a:pt x="146" y="728"/>
                    <a:pt x="150" y="730"/>
                  </a:cubicBezTo>
                  <a:cubicBezTo>
                    <a:pt x="166" y="736"/>
                    <a:pt x="182" y="741"/>
                    <a:pt x="197" y="747"/>
                  </a:cubicBezTo>
                  <a:cubicBezTo>
                    <a:pt x="223" y="757"/>
                    <a:pt x="250" y="768"/>
                    <a:pt x="279" y="768"/>
                  </a:cubicBezTo>
                  <a:cubicBezTo>
                    <a:pt x="283" y="768"/>
                    <a:pt x="288" y="768"/>
                    <a:pt x="292" y="767"/>
                  </a:cubicBezTo>
                  <a:cubicBezTo>
                    <a:pt x="305" y="766"/>
                    <a:pt x="319" y="765"/>
                    <a:pt x="331" y="762"/>
                  </a:cubicBezTo>
                  <a:cubicBezTo>
                    <a:pt x="344" y="759"/>
                    <a:pt x="356" y="754"/>
                    <a:pt x="369" y="750"/>
                  </a:cubicBezTo>
                  <a:cubicBezTo>
                    <a:pt x="387" y="743"/>
                    <a:pt x="405" y="736"/>
                    <a:pt x="420" y="722"/>
                  </a:cubicBezTo>
                  <a:cubicBezTo>
                    <a:pt x="423" y="719"/>
                    <a:pt x="428" y="717"/>
                    <a:pt x="431" y="714"/>
                  </a:cubicBezTo>
                  <a:cubicBezTo>
                    <a:pt x="438" y="706"/>
                    <a:pt x="447" y="700"/>
                    <a:pt x="452" y="691"/>
                  </a:cubicBezTo>
                  <a:cubicBezTo>
                    <a:pt x="457" y="683"/>
                    <a:pt x="460" y="673"/>
                    <a:pt x="463" y="664"/>
                  </a:cubicBezTo>
                  <a:cubicBezTo>
                    <a:pt x="464" y="655"/>
                    <a:pt x="466" y="646"/>
                    <a:pt x="465" y="637"/>
                  </a:cubicBezTo>
                  <a:cubicBezTo>
                    <a:pt x="461" y="613"/>
                    <a:pt x="456" y="590"/>
                    <a:pt x="451" y="567"/>
                  </a:cubicBezTo>
                  <a:cubicBezTo>
                    <a:pt x="451" y="565"/>
                    <a:pt x="451" y="564"/>
                    <a:pt x="451" y="563"/>
                  </a:cubicBezTo>
                  <a:cubicBezTo>
                    <a:pt x="456" y="545"/>
                    <a:pt x="445" y="530"/>
                    <a:pt x="444" y="513"/>
                  </a:cubicBezTo>
                  <a:cubicBezTo>
                    <a:pt x="443" y="503"/>
                    <a:pt x="438" y="493"/>
                    <a:pt x="445" y="483"/>
                  </a:cubicBezTo>
                  <a:cubicBezTo>
                    <a:pt x="447" y="480"/>
                    <a:pt x="447" y="473"/>
                    <a:pt x="446" y="469"/>
                  </a:cubicBezTo>
                  <a:cubicBezTo>
                    <a:pt x="444" y="446"/>
                    <a:pt x="442" y="423"/>
                    <a:pt x="439" y="400"/>
                  </a:cubicBezTo>
                  <a:cubicBezTo>
                    <a:pt x="438" y="388"/>
                    <a:pt x="444" y="383"/>
                    <a:pt x="454" y="380"/>
                  </a:cubicBezTo>
                  <a:cubicBezTo>
                    <a:pt x="463" y="378"/>
                    <a:pt x="472" y="376"/>
                    <a:pt x="481" y="373"/>
                  </a:cubicBezTo>
                  <a:cubicBezTo>
                    <a:pt x="495" y="368"/>
                    <a:pt x="508" y="361"/>
                    <a:pt x="522" y="357"/>
                  </a:cubicBezTo>
                  <a:cubicBezTo>
                    <a:pt x="558" y="346"/>
                    <a:pt x="591" y="329"/>
                    <a:pt x="623" y="310"/>
                  </a:cubicBezTo>
                  <a:cubicBezTo>
                    <a:pt x="627" y="308"/>
                    <a:pt x="629" y="305"/>
                    <a:pt x="631" y="301"/>
                  </a:cubicBezTo>
                  <a:cubicBezTo>
                    <a:pt x="640" y="282"/>
                    <a:pt x="628" y="240"/>
                    <a:pt x="610" y="228"/>
                  </a:cubicBezTo>
                  <a:cubicBezTo>
                    <a:pt x="600" y="222"/>
                    <a:pt x="589" y="215"/>
                    <a:pt x="577" y="210"/>
                  </a:cubicBezTo>
                  <a:cubicBezTo>
                    <a:pt x="568" y="205"/>
                    <a:pt x="557" y="199"/>
                    <a:pt x="546" y="198"/>
                  </a:cubicBezTo>
                  <a:cubicBezTo>
                    <a:pt x="539" y="198"/>
                    <a:pt x="532" y="197"/>
                    <a:pt x="525" y="197"/>
                  </a:cubicBezTo>
                  <a:cubicBezTo>
                    <a:pt x="514" y="197"/>
                    <a:pt x="504" y="198"/>
                    <a:pt x="494" y="198"/>
                  </a:cubicBezTo>
                  <a:cubicBezTo>
                    <a:pt x="493" y="198"/>
                    <a:pt x="492" y="198"/>
                    <a:pt x="491" y="198"/>
                  </a:cubicBezTo>
                  <a:cubicBezTo>
                    <a:pt x="489" y="198"/>
                    <a:pt x="487" y="198"/>
                    <a:pt x="485" y="198"/>
                  </a:cubicBezTo>
                  <a:cubicBezTo>
                    <a:pt x="462" y="205"/>
                    <a:pt x="439" y="211"/>
                    <a:pt x="416" y="217"/>
                  </a:cubicBezTo>
                  <a:cubicBezTo>
                    <a:pt x="414" y="211"/>
                    <a:pt x="411" y="207"/>
                    <a:pt x="410" y="202"/>
                  </a:cubicBezTo>
                  <a:cubicBezTo>
                    <a:pt x="409" y="197"/>
                    <a:pt x="408" y="192"/>
                    <a:pt x="407" y="187"/>
                  </a:cubicBezTo>
                  <a:cubicBezTo>
                    <a:pt x="404" y="177"/>
                    <a:pt x="407" y="168"/>
                    <a:pt x="418" y="166"/>
                  </a:cubicBezTo>
                  <a:cubicBezTo>
                    <a:pt x="438" y="162"/>
                    <a:pt x="453" y="146"/>
                    <a:pt x="470" y="135"/>
                  </a:cubicBezTo>
                  <a:cubicBezTo>
                    <a:pt x="492" y="120"/>
                    <a:pt x="513" y="103"/>
                    <a:pt x="536" y="88"/>
                  </a:cubicBezTo>
                  <a:cubicBezTo>
                    <a:pt x="549" y="79"/>
                    <a:pt x="556" y="67"/>
                    <a:pt x="558" y="51"/>
                  </a:cubicBezTo>
                  <a:cubicBezTo>
                    <a:pt x="559" y="46"/>
                    <a:pt x="558" y="39"/>
                    <a:pt x="555" y="34"/>
                  </a:cubicBezTo>
                  <a:cubicBezTo>
                    <a:pt x="549" y="25"/>
                    <a:pt x="543" y="17"/>
                    <a:pt x="535" y="10"/>
                  </a:cubicBezTo>
                  <a:cubicBezTo>
                    <a:pt x="531" y="6"/>
                    <a:pt x="524" y="6"/>
                    <a:pt x="519" y="6"/>
                  </a:cubicBezTo>
                  <a:cubicBezTo>
                    <a:pt x="518" y="6"/>
                    <a:pt x="518" y="6"/>
                    <a:pt x="517" y="6"/>
                  </a:cubicBezTo>
                  <a:cubicBezTo>
                    <a:pt x="515" y="6"/>
                    <a:pt x="513" y="6"/>
                    <a:pt x="511" y="6"/>
                  </a:cubicBezTo>
                  <a:cubicBezTo>
                    <a:pt x="508" y="7"/>
                    <a:pt x="506" y="7"/>
                    <a:pt x="504" y="7"/>
                  </a:cubicBezTo>
                  <a:cubicBezTo>
                    <a:pt x="504" y="7"/>
                    <a:pt x="503" y="7"/>
                    <a:pt x="503" y="7"/>
                  </a:cubicBezTo>
                  <a:cubicBezTo>
                    <a:pt x="479" y="5"/>
                    <a:pt x="454" y="4"/>
                    <a:pt x="430" y="1"/>
                  </a:cubicBezTo>
                  <a:cubicBezTo>
                    <a:pt x="426" y="0"/>
                    <a:pt x="422" y="0"/>
                    <a:pt x="41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5" name="Freeform 275">
              <a:extLst>
                <a:ext uri="{FF2B5EF4-FFF2-40B4-BE49-F238E27FC236}">
                  <a16:creationId xmlns:a16="http://schemas.microsoft.com/office/drawing/2014/main" id="{2720303D-A7B7-45AD-2481-43EACC301357}"/>
                </a:ext>
              </a:extLst>
            </p:cNvPr>
            <p:cNvSpPr>
              <a:spLocks/>
            </p:cNvSpPr>
            <p:nvPr/>
          </p:nvSpPr>
          <p:spPr bwMode="auto">
            <a:xfrm>
              <a:off x="2726433" y="1550974"/>
              <a:ext cx="446518" cy="515244"/>
            </a:xfrm>
            <a:custGeom>
              <a:avLst/>
              <a:gdLst>
                <a:gd name="T0" fmla="*/ 848 w 1226"/>
                <a:gd name="T1" fmla="*/ 24 h 1411"/>
                <a:gd name="T2" fmla="*/ 876 w 1226"/>
                <a:gd name="T3" fmla="*/ 176 h 1411"/>
                <a:gd name="T4" fmla="*/ 862 w 1226"/>
                <a:gd name="T5" fmla="*/ 390 h 1411"/>
                <a:gd name="T6" fmla="*/ 779 w 1226"/>
                <a:gd name="T7" fmla="*/ 442 h 1411"/>
                <a:gd name="T8" fmla="*/ 748 w 1226"/>
                <a:gd name="T9" fmla="*/ 425 h 1411"/>
                <a:gd name="T10" fmla="*/ 770 w 1226"/>
                <a:gd name="T11" fmla="*/ 264 h 1411"/>
                <a:gd name="T12" fmla="*/ 574 w 1226"/>
                <a:gd name="T13" fmla="*/ 360 h 1411"/>
                <a:gd name="T14" fmla="*/ 440 w 1226"/>
                <a:gd name="T15" fmla="*/ 518 h 1411"/>
                <a:gd name="T16" fmla="*/ 488 w 1226"/>
                <a:gd name="T17" fmla="*/ 399 h 1411"/>
                <a:gd name="T18" fmla="*/ 397 w 1226"/>
                <a:gd name="T19" fmla="*/ 347 h 1411"/>
                <a:gd name="T20" fmla="*/ 354 w 1226"/>
                <a:gd name="T21" fmla="*/ 427 h 1411"/>
                <a:gd name="T22" fmla="*/ 199 w 1226"/>
                <a:gd name="T23" fmla="*/ 557 h 1411"/>
                <a:gd name="T24" fmla="*/ 70 w 1226"/>
                <a:gd name="T25" fmla="*/ 587 h 1411"/>
                <a:gd name="T26" fmla="*/ 26 w 1226"/>
                <a:gd name="T27" fmla="*/ 582 h 1411"/>
                <a:gd name="T28" fmla="*/ 3 w 1226"/>
                <a:gd name="T29" fmla="*/ 631 h 1411"/>
                <a:gd name="T30" fmla="*/ 113 w 1226"/>
                <a:gd name="T31" fmla="*/ 697 h 1411"/>
                <a:gd name="T32" fmla="*/ 268 w 1226"/>
                <a:gd name="T33" fmla="*/ 623 h 1411"/>
                <a:gd name="T34" fmla="*/ 234 w 1226"/>
                <a:gd name="T35" fmla="*/ 765 h 1411"/>
                <a:gd name="T36" fmla="*/ 179 w 1226"/>
                <a:gd name="T37" fmla="*/ 920 h 1411"/>
                <a:gd name="T38" fmla="*/ 255 w 1226"/>
                <a:gd name="T39" fmla="*/ 959 h 1411"/>
                <a:gd name="T40" fmla="*/ 354 w 1226"/>
                <a:gd name="T41" fmla="*/ 877 h 1411"/>
                <a:gd name="T42" fmla="*/ 358 w 1226"/>
                <a:gd name="T43" fmla="*/ 912 h 1411"/>
                <a:gd name="T44" fmla="*/ 353 w 1226"/>
                <a:gd name="T45" fmla="*/ 1060 h 1411"/>
                <a:gd name="T46" fmla="*/ 400 w 1226"/>
                <a:gd name="T47" fmla="*/ 1160 h 1411"/>
                <a:gd name="T48" fmla="*/ 443 w 1226"/>
                <a:gd name="T49" fmla="*/ 1051 h 1411"/>
                <a:gd name="T50" fmla="*/ 434 w 1226"/>
                <a:gd name="T51" fmla="*/ 962 h 1411"/>
                <a:gd name="T52" fmla="*/ 446 w 1226"/>
                <a:gd name="T53" fmla="*/ 814 h 1411"/>
                <a:gd name="T54" fmla="*/ 485 w 1226"/>
                <a:gd name="T55" fmla="*/ 624 h 1411"/>
                <a:gd name="T56" fmla="*/ 573 w 1226"/>
                <a:gd name="T57" fmla="*/ 486 h 1411"/>
                <a:gd name="T58" fmla="*/ 646 w 1226"/>
                <a:gd name="T59" fmla="*/ 401 h 1411"/>
                <a:gd name="T60" fmla="*/ 670 w 1226"/>
                <a:gd name="T61" fmla="*/ 560 h 1411"/>
                <a:gd name="T62" fmla="*/ 682 w 1226"/>
                <a:gd name="T63" fmla="*/ 613 h 1411"/>
                <a:gd name="T64" fmla="*/ 498 w 1226"/>
                <a:gd name="T65" fmla="*/ 776 h 1411"/>
                <a:gd name="T66" fmla="*/ 526 w 1226"/>
                <a:gd name="T67" fmla="*/ 859 h 1411"/>
                <a:gd name="T68" fmla="*/ 557 w 1226"/>
                <a:gd name="T69" fmla="*/ 855 h 1411"/>
                <a:gd name="T70" fmla="*/ 776 w 1226"/>
                <a:gd name="T71" fmla="*/ 713 h 1411"/>
                <a:gd name="T72" fmla="*/ 855 w 1226"/>
                <a:gd name="T73" fmla="*/ 703 h 1411"/>
                <a:gd name="T74" fmla="*/ 896 w 1226"/>
                <a:gd name="T75" fmla="*/ 1148 h 1411"/>
                <a:gd name="T76" fmla="*/ 931 w 1226"/>
                <a:gd name="T77" fmla="*/ 1406 h 1411"/>
                <a:gd name="T78" fmla="*/ 985 w 1226"/>
                <a:gd name="T79" fmla="*/ 1328 h 1411"/>
                <a:gd name="T80" fmla="*/ 1019 w 1226"/>
                <a:gd name="T81" fmla="*/ 1094 h 1411"/>
                <a:gd name="T82" fmla="*/ 1017 w 1226"/>
                <a:gd name="T83" fmla="*/ 973 h 1411"/>
                <a:gd name="T84" fmla="*/ 1007 w 1226"/>
                <a:gd name="T85" fmla="*/ 804 h 1411"/>
                <a:gd name="T86" fmla="*/ 1005 w 1226"/>
                <a:gd name="T87" fmla="*/ 693 h 1411"/>
                <a:gd name="T88" fmla="*/ 1006 w 1226"/>
                <a:gd name="T89" fmla="*/ 684 h 1411"/>
                <a:gd name="T90" fmla="*/ 1089 w 1226"/>
                <a:gd name="T91" fmla="*/ 592 h 1411"/>
                <a:gd name="T92" fmla="*/ 1179 w 1226"/>
                <a:gd name="T93" fmla="*/ 461 h 1411"/>
                <a:gd name="T94" fmla="*/ 1119 w 1226"/>
                <a:gd name="T95" fmla="*/ 453 h 1411"/>
                <a:gd name="T96" fmla="*/ 1054 w 1226"/>
                <a:gd name="T97" fmla="*/ 462 h 1411"/>
                <a:gd name="T98" fmla="*/ 989 w 1226"/>
                <a:gd name="T99" fmla="*/ 387 h 1411"/>
                <a:gd name="T100" fmla="*/ 995 w 1226"/>
                <a:gd name="T101" fmla="*/ 141 h 1411"/>
                <a:gd name="T102" fmla="*/ 911 w 1226"/>
                <a:gd name="T103" fmla="*/ 0 h 1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6" h="1411">
                  <a:moveTo>
                    <a:pt x="911" y="0"/>
                  </a:moveTo>
                  <a:cubicBezTo>
                    <a:pt x="905" y="0"/>
                    <a:pt x="899" y="0"/>
                    <a:pt x="893" y="1"/>
                  </a:cubicBezTo>
                  <a:cubicBezTo>
                    <a:pt x="880" y="3"/>
                    <a:pt x="867" y="9"/>
                    <a:pt x="854" y="13"/>
                  </a:cubicBezTo>
                  <a:cubicBezTo>
                    <a:pt x="851" y="15"/>
                    <a:pt x="848" y="21"/>
                    <a:pt x="848" y="24"/>
                  </a:cubicBezTo>
                  <a:cubicBezTo>
                    <a:pt x="852" y="40"/>
                    <a:pt x="855" y="56"/>
                    <a:pt x="860" y="72"/>
                  </a:cubicBezTo>
                  <a:cubicBezTo>
                    <a:pt x="863" y="82"/>
                    <a:pt x="869" y="92"/>
                    <a:pt x="871" y="103"/>
                  </a:cubicBezTo>
                  <a:cubicBezTo>
                    <a:pt x="874" y="118"/>
                    <a:pt x="873" y="134"/>
                    <a:pt x="874" y="150"/>
                  </a:cubicBezTo>
                  <a:cubicBezTo>
                    <a:pt x="875" y="159"/>
                    <a:pt x="878" y="168"/>
                    <a:pt x="876" y="176"/>
                  </a:cubicBezTo>
                  <a:cubicBezTo>
                    <a:pt x="869" y="200"/>
                    <a:pt x="872" y="223"/>
                    <a:pt x="873" y="247"/>
                  </a:cubicBezTo>
                  <a:cubicBezTo>
                    <a:pt x="873" y="262"/>
                    <a:pt x="873" y="276"/>
                    <a:pt x="871" y="290"/>
                  </a:cubicBezTo>
                  <a:cubicBezTo>
                    <a:pt x="870" y="304"/>
                    <a:pt x="863" y="316"/>
                    <a:pt x="867" y="331"/>
                  </a:cubicBezTo>
                  <a:cubicBezTo>
                    <a:pt x="872" y="350"/>
                    <a:pt x="856" y="367"/>
                    <a:pt x="862" y="390"/>
                  </a:cubicBezTo>
                  <a:cubicBezTo>
                    <a:pt x="868" y="418"/>
                    <a:pt x="862" y="450"/>
                    <a:pt x="861" y="480"/>
                  </a:cubicBezTo>
                  <a:cubicBezTo>
                    <a:pt x="861" y="491"/>
                    <a:pt x="856" y="498"/>
                    <a:pt x="843" y="500"/>
                  </a:cubicBezTo>
                  <a:cubicBezTo>
                    <a:pt x="839" y="469"/>
                    <a:pt x="823" y="450"/>
                    <a:pt x="794" y="443"/>
                  </a:cubicBezTo>
                  <a:cubicBezTo>
                    <a:pt x="789" y="442"/>
                    <a:pt x="784" y="442"/>
                    <a:pt x="779" y="442"/>
                  </a:cubicBezTo>
                  <a:cubicBezTo>
                    <a:pt x="776" y="442"/>
                    <a:pt x="773" y="442"/>
                    <a:pt x="770" y="442"/>
                  </a:cubicBezTo>
                  <a:cubicBezTo>
                    <a:pt x="767" y="442"/>
                    <a:pt x="764" y="442"/>
                    <a:pt x="762" y="442"/>
                  </a:cubicBezTo>
                  <a:cubicBezTo>
                    <a:pt x="760" y="442"/>
                    <a:pt x="758" y="442"/>
                    <a:pt x="757" y="442"/>
                  </a:cubicBezTo>
                  <a:cubicBezTo>
                    <a:pt x="745" y="441"/>
                    <a:pt x="742" y="435"/>
                    <a:pt x="748" y="425"/>
                  </a:cubicBezTo>
                  <a:cubicBezTo>
                    <a:pt x="764" y="399"/>
                    <a:pt x="787" y="379"/>
                    <a:pt x="810" y="360"/>
                  </a:cubicBezTo>
                  <a:cubicBezTo>
                    <a:pt x="831" y="342"/>
                    <a:pt x="839" y="322"/>
                    <a:pt x="831" y="296"/>
                  </a:cubicBezTo>
                  <a:cubicBezTo>
                    <a:pt x="827" y="281"/>
                    <a:pt x="797" y="263"/>
                    <a:pt x="777" y="263"/>
                  </a:cubicBezTo>
                  <a:cubicBezTo>
                    <a:pt x="774" y="263"/>
                    <a:pt x="772" y="264"/>
                    <a:pt x="770" y="264"/>
                  </a:cubicBezTo>
                  <a:cubicBezTo>
                    <a:pt x="748" y="270"/>
                    <a:pt x="727" y="275"/>
                    <a:pt x="707" y="283"/>
                  </a:cubicBezTo>
                  <a:cubicBezTo>
                    <a:pt x="687" y="290"/>
                    <a:pt x="668" y="301"/>
                    <a:pt x="649" y="310"/>
                  </a:cubicBezTo>
                  <a:cubicBezTo>
                    <a:pt x="640" y="315"/>
                    <a:pt x="631" y="319"/>
                    <a:pt x="623" y="324"/>
                  </a:cubicBezTo>
                  <a:cubicBezTo>
                    <a:pt x="606" y="336"/>
                    <a:pt x="590" y="347"/>
                    <a:pt x="574" y="360"/>
                  </a:cubicBezTo>
                  <a:cubicBezTo>
                    <a:pt x="566" y="365"/>
                    <a:pt x="559" y="371"/>
                    <a:pt x="554" y="378"/>
                  </a:cubicBezTo>
                  <a:cubicBezTo>
                    <a:pt x="545" y="389"/>
                    <a:pt x="539" y="402"/>
                    <a:pt x="531" y="413"/>
                  </a:cubicBezTo>
                  <a:cubicBezTo>
                    <a:pt x="508" y="440"/>
                    <a:pt x="487" y="467"/>
                    <a:pt x="471" y="498"/>
                  </a:cubicBezTo>
                  <a:cubicBezTo>
                    <a:pt x="466" y="509"/>
                    <a:pt x="456" y="517"/>
                    <a:pt x="440" y="518"/>
                  </a:cubicBezTo>
                  <a:cubicBezTo>
                    <a:pt x="441" y="512"/>
                    <a:pt x="440" y="506"/>
                    <a:pt x="442" y="502"/>
                  </a:cubicBezTo>
                  <a:cubicBezTo>
                    <a:pt x="446" y="493"/>
                    <a:pt x="451" y="484"/>
                    <a:pt x="455" y="475"/>
                  </a:cubicBezTo>
                  <a:cubicBezTo>
                    <a:pt x="457" y="469"/>
                    <a:pt x="470" y="449"/>
                    <a:pt x="472" y="445"/>
                  </a:cubicBezTo>
                  <a:cubicBezTo>
                    <a:pt x="480" y="431"/>
                    <a:pt x="500" y="422"/>
                    <a:pt x="488" y="399"/>
                  </a:cubicBezTo>
                  <a:cubicBezTo>
                    <a:pt x="478" y="383"/>
                    <a:pt x="474" y="363"/>
                    <a:pt x="465" y="346"/>
                  </a:cubicBezTo>
                  <a:cubicBezTo>
                    <a:pt x="460" y="338"/>
                    <a:pt x="451" y="331"/>
                    <a:pt x="442" y="327"/>
                  </a:cubicBezTo>
                  <a:cubicBezTo>
                    <a:pt x="437" y="325"/>
                    <a:pt x="433" y="324"/>
                    <a:pt x="429" y="324"/>
                  </a:cubicBezTo>
                  <a:cubicBezTo>
                    <a:pt x="414" y="324"/>
                    <a:pt x="403" y="336"/>
                    <a:pt x="397" y="347"/>
                  </a:cubicBezTo>
                  <a:cubicBezTo>
                    <a:pt x="384" y="367"/>
                    <a:pt x="377" y="391"/>
                    <a:pt x="369" y="414"/>
                  </a:cubicBezTo>
                  <a:cubicBezTo>
                    <a:pt x="366" y="421"/>
                    <a:pt x="364" y="427"/>
                    <a:pt x="355" y="427"/>
                  </a:cubicBezTo>
                  <a:cubicBezTo>
                    <a:pt x="355" y="427"/>
                    <a:pt x="355" y="427"/>
                    <a:pt x="355" y="427"/>
                  </a:cubicBezTo>
                  <a:cubicBezTo>
                    <a:pt x="354" y="427"/>
                    <a:pt x="354" y="427"/>
                    <a:pt x="354" y="427"/>
                  </a:cubicBezTo>
                  <a:cubicBezTo>
                    <a:pt x="350" y="427"/>
                    <a:pt x="342" y="429"/>
                    <a:pt x="341" y="433"/>
                  </a:cubicBezTo>
                  <a:cubicBezTo>
                    <a:pt x="334" y="454"/>
                    <a:pt x="315" y="465"/>
                    <a:pt x="301" y="480"/>
                  </a:cubicBezTo>
                  <a:cubicBezTo>
                    <a:pt x="286" y="493"/>
                    <a:pt x="270" y="504"/>
                    <a:pt x="254" y="516"/>
                  </a:cubicBezTo>
                  <a:cubicBezTo>
                    <a:pt x="236" y="530"/>
                    <a:pt x="218" y="544"/>
                    <a:pt x="199" y="557"/>
                  </a:cubicBezTo>
                  <a:cubicBezTo>
                    <a:pt x="185" y="566"/>
                    <a:pt x="171" y="575"/>
                    <a:pt x="156" y="581"/>
                  </a:cubicBezTo>
                  <a:cubicBezTo>
                    <a:pt x="140" y="588"/>
                    <a:pt x="123" y="592"/>
                    <a:pt x="106" y="595"/>
                  </a:cubicBezTo>
                  <a:cubicBezTo>
                    <a:pt x="101" y="597"/>
                    <a:pt x="95" y="598"/>
                    <a:pt x="89" y="598"/>
                  </a:cubicBezTo>
                  <a:cubicBezTo>
                    <a:pt x="82" y="598"/>
                    <a:pt x="75" y="596"/>
                    <a:pt x="70" y="587"/>
                  </a:cubicBezTo>
                  <a:cubicBezTo>
                    <a:pt x="69" y="586"/>
                    <a:pt x="66" y="585"/>
                    <a:pt x="64" y="584"/>
                  </a:cubicBezTo>
                  <a:cubicBezTo>
                    <a:pt x="58" y="581"/>
                    <a:pt x="52" y="580"/>
                    <a:pt x="47" y="580"/>
                  </a:cubicBezTo>
                  <a:cubicBezTo>
                    <a:pt x="43" y="580"/>
                    <a:pt x="40" y="581"/>
                    <a:pt x="36" y="581"/>
                  </a:cubicBezTo>
                  <a:cubicBezTo>
                    <a:pt x="33" y="581"/>
                    <a:pt x="29" y="582"/>
                    <a:pt x="26" y="582"/>
                  </a:cubicBezTo>
                  <a:cubicBezTo>
                    <a:pt x="25" y="582"/>
                    <a:pt x="24" y="581"/>
                    <a:pt x="23" y="581"/>
                  </a:cubicBezTo>
                  <a:cubicBezTo>
                    <a:pt x="22" y="581"/>
                    <a:pt x="22" y="581"/>
                    <a:pt x="21" y="581"/>
                  </a:cubicBezTo>
                  <a:cubicBezTo>
                    <a:pt x="8" y="581"/>
                    <a:pt x="4" y="590"/>
                    <a:pt x="3" y="601"/>
                  </a:cubicBezTo>
                  <a:cubicBezTo>
                    <a:pt x="3" y="611"/>
                    <a:pt x="4" y="621"/>
                    <a:pt x="3" y="631"/>
                  </a:cubicBezTo>
                  <a:cubicBezTo>
                    <a:pt x="0" y="652"/>
                    <a:pt x="7" y="669"/>
                    <a:pt x="26" y="680"/>
                  </a:cubicBezTo>
                  <a:cubicBezTo>
                    <a:pt x="37" y="685"/>
                    <a:pt x="47" y="693"/>
                    <a:pt x="58" y="695"/>
                  </a:cubicBezTo>
                  <a:cubicBezTo>
                    <a:pt x="70" y="698"/>
                    <a:pt x="81" y="702"/>
                    <a:pt x="93" y="702"/>
                  </a:cubicBezTo>
                  <a:cubicBezTo>
                    <a:pt x="100" y="702"/>
                    <a:pt x="106" y="701"/>
                    <a:pt x="113" y="697"/>
                  </a:cubicBezTo>
                  <a:cubicBezTo>
                    <a:pt x="129" y="689"/>
                    <a:pt x="146" y="689"/>
                    <a:pt x="162" y="677"/>
                  </a:cubicBezTo>
                  <a:cubicBezTo>
                    <a:pt x="183" y="661"/>
                    <a:pt x="209" y="652"/>
                    <a:pt x="233" y="640"/>
                  </a:cubicBezTo>
                  <a:cubicBezTo>
                    <a:pt x="242" y="635"/>
                    <a:pt x="251" y="629"/>
                    <a:pt x="262" y="625"/>
                  </a:cubicBezTo>
                  <a:cubicBezTo>
                    <a:pt x="264" y="624"/>
                    <a:pt x="266" y="623"/>
                    <a:pt x="268" y="623"/>
                  </a:cubicBezTo>
                  <a:cubicBezTo>
                    <a:pt x="275" y="623"/>
                    <a:pt x="281" y="629"/>
                    <a:pt x="279" y="635"/>
                  </a:cubicBezTo>
                  <a:cubicBezTo>
                    <a:pt x="276" y="645"/>
                    <a:pt x="271" y="655"/>
                    <a:pt x="268" y="666"/>
                  </a:cubicBezTo>
                  <a:cubicBezTo>
                    <a:pt x="260" y="692"/>
                    <a:pt x="243" y="716"/>
                    <a:pt x="241" y="744"/>
                  </a:cubicBezTo>
                  <a:cubicBezTo>
                    <a:pt x="241" y="751"/>
                    <a:pt x="237" y="758"/>
                    <a:pt x="234" y="765"/>
                  </a:cubicBezTo>
                  <a:cubicBezTo>
                    <a:pt x="225" y="787"/>
                    <a:pt x="206" y="803"/>
                    <a:pt x="193" y="824"/>
                  </a:cubicBezTo>
                  <a:cubicBezTo>
                    <a:pt x="181" y="844"/>
                    <a:pt x="175" y="862"/>
                    <a:pt x="177" y="884"/>
                  </a:cubicBezTo>
                  <a:cubicBezTo>
                    <a:pt x="177" y="894"/>
                    <a:pt x="177" y="903"/>
                    <a:pt x="177" y="913"/>
                  </a:cubicBezTo>
                  <a:cubicBezTo>
                    <a:pt x="177" y="915"/>
                    <a:pt x="178" y="918"/>
                    <a:pt x="179" y="920"/>
                  </a:cubicBezTo>
                  <a:cubicBezTo>
                    <a:pt x="186" y="934"/>
                    <a:pt x="193" y="948"/>
                    <a:pt x="201" y="961"/>
                  </a:cubicBezTo>
                  <a:cubicBezTo>
                    <a:pt x="204" y="966"/>
                    <a:pt x="207" y="971"/>
                    <a:pt x="213" y="971"/>
                  </a:cubicBezTo>
                  <a:cubicBezTo>
                    <a:pt x="214" y="971"/>
                    <a:pt x="215" y="971"/>
                    <a:pt x="217" y="971"/>
                  </a:cubicBezTo>
                  <a:cubicBezTo>
                    <a:pt x="230" y="967"/>
                    <a:pt x="245" y="966"/>
                    <a:pt x="255" y="959"/>
                  </a:cubicBezTo>
                  <a:cubicBezTo>
                    <a:pt x="266" y="948"/>
                    <a:pt x="280" y="945"/>
                    <a:pt x="292" y="939"/>
                  </a:cubicBezTo>
                  <a:cubicBezTo>
                    <a:pt x="301" y="935"/>
                    <a:pt x="314" y="929"/>
                    <a:pt x="314" y="922"/>
                  </a:cubicBezTo>
                  <a:cubicBezTo>
                    <a:pt x="317" y="898"/>
                    <a:pt x="337" y="891"/>
                    <a:pt x="351" y="877"/>
                  </a:cubicBezTo>
                  <a:cubicBezTo>
                    <a:pt x="351" y="877"/>
                    <a:pt x="353" y="877"/>
                    <a:pt x="354" y="877"/>
                  </a:cubicBezTo>
                  <a:cubicBezTo>
                    <a:pt x="354" y="877"/>
                    <a:pt x="355" y="877"/>
                    <a:pt x="355" y="877"/>
                  </a:cubicBezTo>
                  <a:cubicBezTo>
                    <a:pt x="356" y="877"/>
                    <a:pt x="356" y="877"/>
                    <a:pt x="357" y="877"/>
                  </a:cubicBezTo>
                  <a:cubicBezTo>
                    <a:pt x="357" y="877"/>
                    <a:pt x="358" y="877"/>
                    <a:pt x="358" y="877"/>
                  </a:cubicBezTo>
                  <a:cubicBezTo>
                    <a:pt x="358" y="889"/>
                    <a:pt x="358" y="901"/>
                    <a:pt x="358" y="912"/>
                  </a:cubicBezTo>
                  <a:cubicBezTo>
                    <a:pt x="358" y="925"/>
                    <a:pt x="359" y="938"/>
                    <a:pt x="358" y="951"/>
                  </a:cubicBezTo>
                  <a:cubicBezTo>
                    <a:pt x="358" y="956"/>
                    <a:pt x="354" y="960"/>
                    <a:pt x="353" y="965"/>
                  </a:cubicBezTo>
                  <a:cubicBezTo>
                    <a:pt x="352" y="985"/>
                    <a:pt x="351" y="1006"/>
                    <a:pt x="351" y="1026"/>
                  </a:cubicBezTo>
                  <a:cubicBezTo>
                    <a:pt x="351" y="1037"/>
                    <a:pt x="353" y="1049"/>
                    <a:pt x="353" y="1060"/>
                  </a:cubicBezTo>
                  <a:cubicBezTo>
                    <a:pt x="354" y="1074"/>
                    <a:pt x="353" y="1087"/>
                    <a:pt x="354" y="1100"/>
                  </a:cubicBezTo>
                  <a:cubicBezTo>
                    <a:pt x="354" y="1105"/>
                    <a:pt x="356" y="1111"/>
                    <a:pt x="359" y="1114"/>
                  </a:cubicBezTo>
                  <a:cubicBezTo>
                    <a:pt x="369" y="1128"/>
                    <a:pt x="380" y="1141"/>
                    <a:pt x="391" y="1154"/>
                  </a:cubicBezTo>
                  <a:cubicBezTo>
                    <a:pt x="394" y="1157"/>
                    <a:pt x="396" y="1160"/>
                    <a:pt x="400" y="1160"/>
                  </a:cubicBezTo>
                  <a:cubicBezTo>
                    <a:pt x="402" y="1160"/>
                    <a:pt x="406" y="1158"/>
                    <a:pt x="409" y="1154"/>
                  </a:cubicBezTo>
                  <a:cubicBezTo>
                    <a:pt x="427" y="1134"/>
                    <a:pt x="430" y="1109"/>
                    <a:pt x="441" y="1087"/>
                  </a:cubicBezTo>
                  <a:cubicBezTo>
                    <a:pt x="442" y="1085"/>
                    <a:pt x="441" y="1083"/>
                    <a:pt x="441" y="1081"/>
                  </a:cubicBezTo>
                  <a:cubicBezTo>
                    <a:pt x="441" y="1072"/>
                    <a:pt x="442" y="1063"/>
                    <a:pt x="443" y="1051"/>
                  </a:cubicBezTo>
                  <a:cubicBezTo>
                    <a:pt x="443" y="1051"/>
                    <a:pt x="438" y="1049"/>
                    <a:pt x="438" y="1047"/>
                  </a:cubicBezTo>
                  <a:cubicBezTo>
                    <a:pt x="438" y="1035"/>
                    <a:pt x="440" y="1024"/>
                    <a:pt x="440" y="1012"/>
                  </a:cubicBezTo>
                  <a:cubicBezTo>
                    <a:pt x="439" y="1003"/>
                    <a:pt x="437" y="994"/>
                    <a:pt x="436" y="986"/>
                  </a:cubicBezTo>
                  <a:cubicBezTo>
                    <a:pt x="435" y="978"/>
                    <a:pt x="434" y="970"/>
                    <a:pt x="434" y="962"/>
                  </a:cubicBezTo>
                  <a:cubicBezTo>
                    <a:pt x="434" y="941"/>
                    <a:pt x="443" y="921"/>
                    <a:pt x="433" y="900"/>
                  </a:cubicBezTo>
                  <a:cubicBezTo>
                    <a:pt x="432" y="898"/>
                    <a:pt x="432" y="895"/>
                    <a:pt x="432" y="892"/>
                  </a:cubicBezTo>
                  <a:cubicBezTo>
                    <a:pt x="433" y="877"/>
                    <a:pt x="433" y="863"/>
                    <a:pt x="434" y="848"/>
                  </a:cubicBezTo>
                  <a:cubicBezTo>
                    <a:pt x="436" y="837"/>
                    <a:pt x="422" y="820"/>
                    <a:pt x="446" y="814"/>
                  </a:cubicBezTo>
                  <a:cubicBezTo>
                    <a:pt x="432" y="811"/>
                    <a:pt x="428" y="801"/>
                    <a:pt x="428" y="791"/>
                  </a:cubicBezTo>
                  <a:cubicBezTo>
                    <a:pt x="427" y="770"/>
                    <a:pt x="431" y="748"/>
                    <a:pt x="429" y="727"/>
                  </a:cubicBezTo>
                  <a:cubicBezTo>
                    <a:pt x="427" y="710"/>
                    <a:pt x="434" y="696"/>
                    <a:pt x="442" y="683"/>
                  </a:cubicBezTo>
                  <a:cubicBezTo>
                    <a:pt x="456" y="663"/>
                    <a:pt x="471" y="644"/>
                    <a:pt x="485" y="624"/>
                  </a:cubicBezTo>
                  <a:cubicBezTo>
                    <a:pt x="492" y="613"/>
                    <a:pt x="497" y="600"/>
                    <a:pt x="504" y="590"/>
                  </a:cubicBezTo>
                  <a:cubicBezTo>
                    <a:pt x="512" y="579"/>
                    <a:pt x="521" y="569"/>
                    <a:pt x="529" y="559"/>
                  </a:cubicBezTo>
                  <a:cubicBezTo>
                    <a:pt x="536" y="549"/>
                    <a:pt x="543" y="539"/>
                    <a:pt x="549" y="529"/>
                  </a:cubicBezTo>
                  <a:cubicBezTo>
                    <a:pt x="556" y="514"/>
                    <a:pt x="570" y="504"/>
                    <a:pt x="573" y="486"/>
                  </a:cubicBezTo>
                  <a:cubicBezTo>
                    <a:pt x="575" y="473"/>
                    <a:pt x="582" y="460"/>
                    <a:pt x="590" y="449"/>
                  </a:cubicBezTo>
                  <a:cubicBezTo>
                    <a:pt x="602" y="433"/>
                    <a:pt x="617" y="419"/>
                    <a:pt x="631" y="405"/>
                  </a:cubicBezTo>
                  <a:cubicBezTo>
                    <a:pt x="634" y="403"/>
                    <a:pt x="639" y="401"/>
                    <a:pt x="643" y="401"/>
                  </a:cubicBezTo>
                  <a:cubicBezTo>
                    <a:pt x="644" y="401"/>
                    <a:pt x="645" y="401"/>
                    <a:pt x="646" y="401"/>
                  </a:cubicBezTo>
                  <a:cubicBezTo>
                    <a:pt x="650" y="403"/>
                    <a:pt x="657" y="411"/>
                    <a:pt x="656" y="413"/>
                  </a:cubicBezTo>
                  <a:cubicBezTo>
                    <a:pt x="652" y="424"/>
                    <a:pt x="646" y="434"/>
                    <a:pt x="641" y="445"/>
                  </a:cubicBezTo>
                  <a:cubicBezTo>
                    <a:pt x="628" y="469"/>
                    <a:pt x="620" y="494"/>
                    <a:pt x="625" y="522"/>
                  </a:cubicBezTo>
                  <a:cubicBezTo>
                    <a:pt x="630" y="547"/>
                    <a:pt x="645" y="560"/>
                    <a:pt x="670" y="560"/>
                  </a:cubicBezTo>
                  <a:cubicBezTo>
                    <a:pt x="670" y="560"/>
                    <a:pt x="671" y="560"/>
                    <a:pt x="671" y="560"/>
                  </a:cubicBezTo>
                  <a:cubicBezTo>
                    <a:pt x="682" y="560"/>
                    <a:pt x="692" y="558"/>
                    <a:pt x="702" y="557"/>
                  </a:cubicBezTo>
                  <a:cubicBezTo>
                    <a:pt x="702" y="566"/>
                    <a:pt x="704" y="574"/>
                    <a:pt x="702" y="581"/>
                  </a:cubicBezTo>
                  <a:cubicBezTo>
                    <a:pt x="697" y="592"/>
                    <a:pt x="688" y="602"/>
                    <a:pt x="682" y="613"/>
                  </a:cubicBezTo>
                  <a:cubicBezTo>
                    <a:pt x="671" y="634"/>
                    <a:pt x="650" y="645"/>
                    <a:pt x="632" y="658"/>
                  </a:cubicBezTo>
                  <a:cubicBezTo>
                    <a:pt x="609" y="674"/>
                    <a:pt x="587" y="693"/>
                    <a:pt x="562" y="707"/>
                  </a:cubicBezTo>
                  <a:cubicBezTo>
                    <a:pt x="541" y="720"/>
                    <a:pt x="525" y="742"/>
                    <a:pt x="508" y="760"/>
                  </a:cubicBezTo>
                  <a:cubicBezTo>
                    <a:pt x="503" y="765"/>
                    <a:pt x="501" y="771"/>
                    <a:pt x="498" y="776"/>
                  </a:cubicBezTo>
                  <a:cubicBezTo>
                    <a:pt x="497" y="781"/>
                    <a:pt x="496" y="786"/>
                    <a:pt x="495" y="791"/>
                  </a:cubicBezTo>
                  <a:cubicBezTo>
                    <a:pt x="494" y="797"/>
                    <a:pt x="495" y="804"/>
                    <a:pt x="493" y="809"/>
                  </a:cubicBezTo>
                  <a:cubicBezTo>
                    <a:pt x="489" y="820"/>
                    <a:pt x="490" y="844"/>
                    <a:pt x="498" y="848"/>
                  </a:cubicBezTo>
                  <a:cubicBezTo>
                    <a:pt x="507" y="853"/>
                    <a:pt x="516" y="859"/>
                    <a:pt x="526" y="859"/>
                  </a:cubicBezTo>
                  <a:cubicBezTo>
                    <a:pt x="532" y="859"/>
                    <a:pt x="537" y="858"/>
                    <a:pt x="543" y="854"/>
                  </a:cubicBezTo>
                  <a:cubicBezTo>
                    <a:pt x="544" y="853"/>
                    <a:pt x="545" y="853"/>
                    <a:pt x="547" y="853"/>
                  </a:cubicBezTo>
                  <a:cubicBezTo>
                    <a:pt x="548" y="853"/>
                    <a:pt x="549" y="853"/>
                    <a:pt x="549" y="853"/>
                  </a:cubicBezTo>
                  <a:cubicBezTo>
                    <a:pt x="552" y="855"/>
                    <a:pt x="554" y="855"/>
                    <a:pt x="557" y="855"/>
                  </a:cubicBezTo>
                  <a:cubicBezTo>
                    <a:pt x="562" y="855"/>
                    <a:pt x="567" y="852"/>
                    <a:pt x="572" y="849"/>
                  </a:cubicBezTo>
                  <a:cubicBezTo>
                    <a:pt x="605" y="828"/>
                    <a:pt x="638" y="808"/>
                    <a:pt x="671" y="787"/>
                  </a:cubicBezTo>
                  <a:cubicBezTo>
                    <a:pt x="689" y="775"/>
                    <a:pt x="706" y="764"/>
                    <a:pt x="723" y="752"/>
                  </a:cubicBezTo>
                  <a:cubicBezTo>
                    <a:pt x="741" y="739"/>
                    <a:pt x="758" y="725"/>
                    <a:pt x="776" y="713"/>
                  </a:cubicBezTo>
                  <a:cubicBezTo>
                    <a:pt x="790" y="704"/>
                    <a:pt x="806" y="697"/>
                    <a:pt x="821" y="690"/>
                  </a:cubicBezTo>
                  <a:cubicBezTo>
                    <a:pt x="823" y="688"/>
                    <a:pt x="825" y="688"/>
                    <a:pt x="828" y="687"/>
                  </a:cubicBezTo>
                  <a:cubicBezTo>
                    <a:pt x="833" y="683"/>
                    <a:pt x="838" y="681"/>
                    <a:pt x="842" y="681"/>
                  </a:cubicBezTo>
                  <a:cubicBezTo>
                    <a:pt x="851" y="681"/>
                    <a:pt x="855" y="690"/>
                    <a:pt x="855" y="703"/>
                  </a:cubicBezTo>
                  <a:cubicBezTo>
                    <a:pt x="856" y="724"/>
                    <a:pt x="855" y="746"/>
                    <a:pt x="857" y="768"/>
                  </a:cubicBezTo>
                  <a:cubicBezTo>
                    <a:pt x="860" y="795"/>
                    <a:pt x="876" y="957"/>
                    <a:pt x="884" y="987"/>
                  </a:cubicBezTo>
                  <a:cubicBezTo>
                    <a:pt x="889" y="1005"/>
                    <a:pt x="886" y="1024"/>
                    <a:pt x="889" y="1043"/>
                  </a:cubicBezTo>
                  <a:cubicBezTo>
                    <a:pt x="893" y="1078"/>
                    <a:pt x="892" y="1113"/>
                    <a:pt x="896" y="1148"/>
                  </a:cubicBezTo>
                  <a:cubicBezTo>
                    <a:pt x="899" y="1170"/>
                    <a:pt x="898" y="1194"/>
                    <a:pt x="902" y="1215"/>
                  </a:cubicBezTo>
                  <a:cubicBezTo>
                    <a:pt x="908" y="1241"/>
                    <a:pt x="902" y="1266"/>
                    <a:pt x="910" y="1292"/>
                  </a:cubicBezTo>
                  <a:cubicBezTo>
                    <a:pt x="917" y="1316"/>
                    <a:pt x="915" y="1342"/>
                    <a:pt x="916" y="1367"/>
                  </a:cubicBezTo>
                  <a:cubicBezTo>
                    <a:pt x="917" y="1382"/>
                    <a:pt x="920" y="1396"/>
                    <a:pt x="931" y="1406"/>
                  </a:cubicBezTo>
                  <a:cubicBezTo>
                    <a:pt x="935" y="1409"/>
                    <a:pt x="937" y="1411"/>
                    <a:pt x="940" y="1411"/>
                  </a:cubicBezTo>
                  <a:cubicBezTo>
                    <a:pt x="943" y="1411"/>
                    <a:pt x="946" y="1408"/>
                    <a:pt x="948" y="1402"/>
                  </a:cubicBezTo>
                  <a:cubicBezTo>
                    <a:pt x="951" y="1393"/>
                    <a:pt x="953" y="1381"/>
                    <a:pt x="959" y="1374"/>
                  </a:cubicBezTo>
                  <a:cubicBezTo>
                    <a:pt x="972" y="1361"/>
                    <a:pt x="981" y="1346"/>
                    <a:pt x="985" y="1328"/>
                  </a:cubicBezTo>
                  <a:cubicBezTo>
                    <a:pt x="989" y="1305"/>
                    <a:pt x="1000" y="1285"/>
                    <a:pt x="1009" y="1263"/>
                  </a:cubicBezTo>
                  <a:cubicBezTo>
                    <a:pt x="1014" y="1251"/>
                    <a:pt x="1017" y="1238"/>
                    <a:pt x="1018" y="1225"/>
                  </a:cubicBezTo>
                  <a:cubicBezTo>
                    <a:pt x="1019" y="1203"/>
                    <a:pt x="1013" y="1181"/>
                    <a:pt x="1017" y="1159"/>
                  </a:cubicBezTo>
                  <a:cubicBezTo>
                    <a:pt x="1021" y="1137"/>
                    <a:pt x="1018" y="1116"/>
                    <a:pt x="1019" y="1094"/>
                  </a:cubicBezTo>
                  <a:cubicBezTo>
                    <a:pt x="1019" y="1087"/>
                    <a:pt x="1022" y="1080"/>
                    <a:pt x="1021" y="1074"/>
                  </a:cubicBezTo>
                  <a:cubicBezTo>
                    <a:pt x="1019" y="1059"/>
                    <a:pt x="1017" y="1046"/>
                    <a:pt x="1021" y="1031"/>
                  </a:cubicBezTo>
                  <a:cubicBezTo>
                    <a:pt x="1023" y="1025"/>
                    <a:pt x="1021" y="1018"/>
                    <a:pt x="1020" y="1012"/>
                  </a:cubicBezTo>
                  <a:cubicBezTo>
                    <a:pt x="1019" y="999"/>
                    <a:pt x="1018" y="986"/>
                    <a:pt x="1017" y="973"/>
                  </a:cubicBezTo>
                  <a:cubicBezTo>
                    <a:pt x="1016" y="962"/>
                    <a:pt x="1014" y="950"/>
                    <a:pt x="1013" y="939"/>
                  </a:cubicBezTo>
                  <a:cubicBezTo>
                    <a:pt x="1013" y="933"/>
                    <a:pt x="1011" y="927"/>
                    <a:pt x="1011" y="921"/>
                  </a:cubicBezTo>
                  <a:cubicBezTo>
                    <a:pt x="1011" y="898"/>
                    <a:pt x="1012" y="875"/>
                    <a:pt x="1011" y="852"/>
                  </a:cubicBezTo>
                  <a:cubicBezTo>
                    <a:pt x="1011" y="836"/>
                    <a:pt x="1008" y="820"/>
                    <a:pt x="1007" y="804"/>
                  </a:cubicBezTo>
                  <a:cubicBezTo>
                    <a:pt x="1006" y="796"/>
                    <a:pt x="1007" y="787"/>
                    <a:pt x="1007" y="779"/>
                  </a:cubicBezTo>
                  <a:cubicBezTo>
                    <a:pt x="1007" y="773"/>
                    <a:pt x="1006" y="718"/>
                    <a:pt x="1006" y="695"/>
                  </a:cubicBezTo>
                  <a:cubicBezTo>
                    <a:pt x="1006" y="692"/>
                    <a:pt x="1006" y="690"/>
                    <a:pt x="1005" y="688"/>
                  </a:cubicBezTo>
                  <a:cubicBezTo>
                    <a:pt x="1005" y="692"/>
                    <a:pt x="1005" y="693"/>
                    <a:pt x="1005" y="693"/>
                  </a:cubicBezTo>
                  <a:cubicBezTo>
                    <a:pt x="1005" y="693"/>
                    <a:pt x="1005" y="691"/>
                    <a:pt x="1005" y="690"/>
                  </a:cubicBezTo>
                  <a:cubicBezTo>
                    <a:pt x="1005" y="688"/>
                    <a:pt x="1005" y="687"/>
                    <a:pt x="1005" y="687"/>
                  </a:cubicBezTo>
                  <a:cubicBezTo>
                    <a:pt x="1005" y="687"/>
                    <a:pt x="1005" y="687"/>
                    <a:pt x="1005" y="688"/>
                  </a:cubicBezTo>
                  <a:cubicBezTo>
                    <a:pt x="1006" y="687"/>
                    <a:pt x="1006" y="686"/>
                    <a:pt x="1006" y="684"/>
                  </a:cubicBezTo>
                  <a:cubicBezTo>
                    <a:pt x="1006" y="680"/>
                    <a:pt x="1008" y="675"/>
                    <a:pt x="1008" y="671"/>
                  </a:cubicBezTo>
                  <a:cubicBezTo>
                    <a:pt x="1007" y="654"/>
                    <a:pt x="1007" y="638"/>
                    <a:pt x="1006" y="622"/>
                  </a:cubicBezTo>
                  <a:cubicBezTo>
                    <a:pt x="1005" y="610"/>
                    <a:pt x="1010" y="604"/>
                    <a:pt x="1022" y="603"/>
                  </a:cubicBezTo>
                  <a:cubicBezTo>
                    <a:pt x="1044" y="599"/>
                    <a:pt x="1067" y="596"/>
                    <a:pt x="1089" y="592"/>
                  </a:cubicBezTo>
                  <a:cubicBezTo>
                    <a:pt x="1106" y="589"/>
                    <a:pt x="1123" y="587"/>
                    <a:pt x="1139" y="580"/>
                  </a:cubicBezTo>
                  <a:cubicBezTo>
                    <a:pt x="1159" y="571"/>
                    <a:pt x="1178" y="559"/>
                    <a:pt x="1196" y="547"/>
                  </a:cubicBezTo>
                  <a:cubicBezTo>
                    <a:pt x="1221" y="529"/>
                    <a:pt x="1226" y="518"/>
                    <a:pt x="1212" y="490"/>
                  </a:cubicBezTo>
                  <a:cubicBezTo>
                    <a:pt x="1206" y="476"/>
                    <a:pt x="1195" y="467"/>
                    <a:pt x="1179" y="461"/>
                  </a:cubicBezTo>
                  <a:cubicBezTo>
                    <a:pt x="1166" y="456"/>
                    <a:pt x="1153" y="450"/>
                    <a:pt x="1139" y="450"/>
                  </a:cubicBezTo>
                  <a:cubicBezTo>
                    <a:pt x="1134" y="450"/>
                    <a:pt x="1128" y="451"/>
                    <a:pt x="1123" y="453"/>
                  </a:cubicBezTo>
                  <a:cubicBezTo>
                    <a:pt x="1122" y="453"/>
                    <a:pt x="1121" y="454"/>
                    <a:pt x="1120" y="454"/>
                  </a:cubicBezTo>
                  <a:cubicBezTo>
                    <a:pt x="1119" y="454"/>
                    <a:pt x="1119" y="454"/>
                    <a:pt x="1119" y="453"/>
                  </a:cubicBezTo>
                  <a:cubicBezTo>
                    <a:pt x="1118" y="453"/>
                    <a:pt x="1118" y="453"/>
                    <a:pt x="1117" y="453"/>
                  </a:cubicBezTo>
                  <a:cubicBezTo>
                    <a:pt x="1117" y="453"/>
                    <a:pt x="1116" y="453"/>
                    <a:pt x="1116" y="454"/>
                  </a:cubicBezTo>
                  <a:cubicBezTo>
                    <a:pt x="1095" y="456"/>
                    <a:pt x="1075" y="459"/>
                    <a:pt x="1055" y="461"/>
                  </a:cubicBezTo>
                  <a:cubicBezTo>
                    <a:pt x="1054" y="461"/>
                    <a:pt x="1054" y="462"/>
                    <a:pt x="1054" y="462"/>
                  </a:cubicBezTo>
                  <a:cubicBezTo>
                    <a:pt x="1041" y="466"/>
                    <a:pt x="1028" y="470"/>
                    <a:pt x="1015" y="474"/>
                  </a:cubicBezTo>
                  <a:cubicBezTo>
                    <a:pt x="1008" y="476"/>
                    <a:pt x="1000" y="478"/>
                    <a:pt x="990" y="481"/>
                  </a:cubicBezTo>
                  <a:cubicBezTo>
                    <a:pt x="983" y="473"/>
                    <a:pt x="988" y="460"/>
                    <a:pt x="988" y="449"/>
                  </a:cubicBezTo>
                  <a:cubicBezTo>
                    <a:pt x="988" y="428"/>
                    <a:pt x="991" y="408"/>
                    <a:pt x="989" y="387"/>
                  </a:cubicBezTo>
                  <a:cubicBezTo>
                    <a:pt x="987" y="355"/>
                    <a:pt x="986" y="323"/>
                    <a:pt x="993" y="291"/>
                  </a:cubicBezTo>
                  <a:cubicBezTo>
                    <a:pt x="994" y="286"/>
                    <a:pt x="995" y="281"/>
                    <a:pt x="995" y="276"/>
                  </a:cubicBezTo>
                  <a:cubicBezTo>
                    <a:pt x="995" y="248"/>
                    <a:pt x="994" y="221"/>
                    <a:pt x="994" y="193"/>
                  </a:cubicBezTo>
                  <a:cubicBezTo>
                    <a:pt x="994" y="175"/>
                    <a:pt x="994" y="158"/>
                    <a:pt x="995" y="141"/>
                  </a:cubicBezTo>
                  <a:cubicBezTo>
                    <a:pt x="995" y="125"/>
                    <a:pt x="997" y="109"/>
                    <a:pt x="997" y="94"/>
                  </a:cubicBezTo>
                  <a:cubicBezTo>
                    <a:pt x="997" y="70"/>
                    <a:pt x="1007" y="43"/>
                    <a:pt x="975" y="30"/>
                  </a:cubicBezTo>
                  <a:cubicBezTo>
                    <a:pt x="974" y="30"/>
                    <a:pt x="973" y="29"/>
                    <a:pt x="973" y="29"/>
                  </a:cubicBezTo>
                  <a:cubicBezTo>
                    <a:pt x="956" y="9"/>
                    <a:pt x="934" y="0"/>
                    <a:pt x="911"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6" name="Freeform 276">
              <a:extLst>
                <a:ext uri="{FF2B5EF4-FFF2-40B4-BE49-F238E27FC236}">
                  <a16:creationId xmlns:a16="http://schemas.microsoft.com/office/drawing/2014/main" id="{ACF79CB3-A34A-B64A-A815-3C2FCDFDD981}"/>
                </a:ext>
              </a:extLst>
            </p:cNvPr>
            <p:cNvSpPr>
              <a:spLocks/>
            </p:cNvSpPr>
            <p:nvPr/>
          </p:nvSpPr>
          <p:spPr bwMode="auto">
            <a:xfrm>
              <a:off x="2801665" y="1569274"/>
              <a:ext cx="137860" cy="93126"/>
            </a:xfrm>
            <a:custGeom>
              <a:avLst/>
              <a:gdLst>
                <a:gd name="T0" fmla="*/ 183 w 379"/>
                <a:gd name="T1" fmla="*/ 0 h 255"/>
                <a:gd name="T2" fmla="*/ 172 w 379"/>
                <a:gd name="T3" fmla="*/ 9 h 255"/>
                <a:gd name="T4" fmla="*/ 159 w 379"/>
                <a:gd name="T5" fmla="*/ 25 h 255"/>
                <a:gd name="T6" fmla="*/ 142 w 379"/>
                <a:gd name="T7" fmla="*/ 42 h 255"/>
                <a:gd name="T8" fmla="*/ 92 w 379"/>
                <a:gd name="T9" fmla="*/ 94 h 255"/>
                <a:gd name="T10" fmla="*/ 48 w 379"/>
                <a:gd name="T11" fmla="*/ 142 h 255"/>
                <a:gd name="T12" fmla="*/ 20 w 379"/>
                <a:gd name="T13" fmla="*/ 186 h 255"/>
                <a:gd name="T14" fmla="*/ 12 w 379"/>
                <a:gd name="T15" fmla="*/ 199 h 255"/>
                <a:gd name="T16" fmla="*/ 1 w 379"/>
                <a:gd name="T17" fmla="*/ 236 h 255"/>
                <a:gd name="T18" fmla="*/ 3 w 379"/>
                <a:gd name="T19" fmla="*/ 252 h 255"/>
                <a:gd name="T20" fmla="*/ 14 w 379"/>
                <a:gd name="T21" fmla="*/ 255 h 255"/>
                <a:gd name="T22" fmla="*/ 18 w 379"/>
                <a:gd name="T23" fmla="*/ 255 h 255"/>
                <a:gd name="T24" fmla="*/ 57 w 379"/>
                <a:gd name="T25" fmla="*/ 246 h 255"/>
                <a:gd name="T26" fmla="*/ 60 w 379"/>
                <a:gd name="T27" fmla="*/ 246 h 255"/>
                <a:gd name="T28" fmla="*/ 64 w 379"/>
                <a:gd name="T29" fmla="*/ 246 h 255"/>
                <a:gd name="T30" fmla="*/ 69 w 379"/>
                <a:gd name="T31" fmla="*/ 247 h 255"/>
                <a:gd name="T32" fmla="*/ 72 w 379"/>
                <a:gd name="T33" fmla="*/ 246 h 255"/>
                <a:gd name="T34" fmla="*/ 102 w 379"/>
                <a:gd name="T35" fmla="*/ 244 h 255"/>
                <a:gd name="T36" fmla="*/ 139 w 379"/>
                <a:gd name="T37" fmla="*/ 250 h 255"/>
                <a:gd name="T38" fmla="*/ 152 w 379"/>
                <a:gd name="T39" fmla="*/ 253 h 255"/>
                <a:gd name="T40" fmla="*/ 167 w 379"/>
                <a:gd name="T41" fmla="*/ 250 h 255"/>
                <a:gd name="T42" fmla="*/ 181 w 379"/>
                <a:gd name="T43" fmla="*/ 245 h 255"/>
                <a:gd name="T44" fmla="*/ 277 w 379"/>
                <a:gd name="T45" fmla="*/ 217 h 255"/>
                <a:gd name="T46" fmla="*/ 358 w 379"/>
                <a:gd name="T47" fmla="*/ 162 h 255"/>
                <a:gd name="T48" fmla="*/ 344 w 379"/>
                <a:gd name="T49" fmla="*/ 103 h 255"/>
                <a:gd name="T50" fmla="*/ 322 w 379"/>
                <a:gd name="T51" fmla="*/ 92 h 255"/>
                <a:gd name="T52" fmla="*/ 287 w 379"/>
                <a:gd name="T53" fmla="*/ 69 h 255"/>
                <a:gd name="T54" fmla="*/ 261 w 379"/>
                <a:gd name="T55" fmla="*/ 46 h 255"/>
                <a:gd name="T56" fmla="*/ 217 w 379"/>
                <a:gd name="T57" fmla="*/ 20 h 255"/>
                <a:gd name="T58" fmla="*/ 183 w 379"/>
                <a:gd name="T5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9" h="255">
                  <a:moveTo>
                    <a:pt x="183" y="0"/>
                  </a:moveTo>
                  <a:cubicBezTo>
                    <a:pt x="178" y="4"/>
                    <a:pt x="175" y="6"/>
                    <a:pt x="172" y="9"/>
                  </a:cubicBezTo>
                  <a:cubicBezTo>
                    <a:pt x="167" y="14"/>
                    <a:pt x="164" y="20"/>
                    <a:pt x="159" y="25"/>
                  </a:cubicBezTo>
                  <a:cubicBezTo>
                    <a:pt x="154" y="31"/>
                    <a:pt x="148" y="36"/>
                    <a:pt x="142" y="42"/>
                  </a:cubicBezTo>
                  <a:cubicBezTo>
                    <a:pt x="126" y="59"/>
                    <a:pt x="110" y="78"/>
                    <a:pt x="92" y="94"/>
                  </a:cubicBezTo>
                  <a:cubicBezTo>
                    <a:pt x="76" y="108"/>
                    <a:pt x="60" y="124"/>
                    <a:pt x="48" y="142"/>
                  </a:cubicBezTo>
                  <a:cubicBezTo>
                    <a:pt x="37" y="156"/>
                    <a:pt x="27" y="170"/>
                    <a:pt x="20" y="186"/>
                  </a:cubicBezTo>
                  <a:cubicBezTo>
                    <a:pt x="18" y="190"/>
                    <a:pt x="14" y="194"/>
                    <a:pt x="12" y="199"/>
                  </a:cubicBezTo>
                  <a:cubicBezTo>
                    <a:pt x="8" y="211"/>
                    <a:pt x="4" y="223"/>
                    <a:pt x="1" y="236"/>
                  </a:cubicBezTo>
                  <a:cubicBezTo>
                    <a:pt x="0" y="241"/>
                    <a:pt x="0" y="248"/>
                    <a:pt x="3" y="252"/>
                  </a:cubicBezTo>
                  <a:cubicBezTo>
                    <a:pt x="5" y="254"/>
                    <a:pt x="9" y="255"/>
                    <a:pt x="14" y="255"/>
                  </a:cubicBezTo>
                  <a:cubicBezTo>
                    <a:pt x="15" y="255"/>
                    <a:pt x="17" y="255"/>
                    <a:pt x="18" y="255"/>
                  </a:cubicBezTo>
                  <a:cubicBezTo>
                    <a:pt x="31" y="253"/>
                    <a:pt x="44" y="249"/>
                    <a:pt x="57" y="246"/>
                  </a:cubicBezTo>
                  <a:cubicBezTo>
                    <a:pt x="58" y="246"/>
                    <a:pt x="59" y="246"/>
                    <a:pt x="60" y="246"/>
                  </a:cubicBezTo>
                  <a:cubicBezTo>
                    <a:pt x="62" y="246"/>
                    <a:pt x="63" y="246"/>
                    <a:pt x="64" y="246"/>
                  </a:cubicBezTo>
                  <a:cubicBezTo>
                    <a:pt x="66" y="246"/>
                    <a:pt x="67" y="247"/>
                    <a:pt x="69" y="247"/>
                  </a:cubicBezTo>
                  <a:cubicBezTo>
                    <a:pt x="70" y="247"/>
                    <a:pt x="71" y="247"/>
                    <a:pt x="72" y="246"/>
                  </a:cubicBezTo>
                  <a:cubicBezTo>
                    <a:pt x="82" y="245"/>
                    <a:pt x="92" y="244"/>
                    <a:pt x="102" y="244"/>
                  </a:cubicBezTo>
                  <a:cubicBezTo>
                    <a:pt x="115" y="244"/>
                    <a:pt x="127" y="246"/>
                    <a:pt x="139" y="250"/>
                  </a:cubicBezTo>
                  <a:cubicBezTo>
                    <a:pt x="144" y="252"/>
                    <a:pt x="148" y="253"/>
                    <a:pt x="152" y="253"/>
                  </a:cubicBezTo>
                  <a:cubicBezTo>
                    <a:pt x="157" y="253"/>
                    <a:pt x="162" y="252"/>
                    <a:pt x="167" y="250"/>
                  </a:cubicBezTo>
                  <a:cubicBezTo>
                    <a:pt x="171" y="248"/>
                    <a:pt x="176" y="246"/>
                    <a:pt x="181" y="245"/>
                  </a:cubicBezTo>
                  <a:cubicBezTo>
                    <a:pt x="214" y="240"/>
                    <a:pt x="246" y="230"/>
                    <a:pt x="277" y="217"/>
                  </a:cubicBezTo>
                  <a:cubicBezTo>
                    <a:pt x="308" y="203"/>
                    <a:pt x="337" y="190"/>
                    <a:pt x="358" y="162"/>
                  </a:cubicBezTo>
                  <a:cubicBezTo>
                    <a:pt x="379" y="134"/>
                    <a:pt x="368" y="118"/>
                    <a:pt x="344" y="103"/>
                  </a:cubicBezTo>
                  <a:cubicBezTo>
                    <a:pt x="337" y="99"/>
                    <a:pt x="329" y="96"/>
                    <a:pt x="322" y="92"/>
                  </a:cubicBezTo>
                  <a:cubicBezTo>
                    <a:pt x="310" y="85"/>
                    <a:pt x="299" y="77"/>
                    <a:pt x="287" y="69"/>
                  </a:cubicBezTo>
                  <a:cubicBezTo>
                    <a:pt x="278" y="62"/>
                    <a:pt x="270" y="52"/>
                    <a:pt x="261" y="46"/>
                  </a:cubicBezTo>
                  <a:cubicBezTo>
                    <a:pt x="247" y="36"/>
                    <a:pt x="232" y="28"/>
                    <a:pt x="217" y="20"/>
                  </a:cubicBezTo>
                  <a:cubicBezTo>
                    <a:pt x="206" y="13"/>
                    <a:pt x="195" y="7"/>
                    <a:pt x="18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7" name="Freeform 277">
              <a:extLst>
                <a:ext uri="{FF2B5EF4-FFF2-40B4-BE49-F238E27FC236}">
                  <a16:creationId xmlns:a16="http://schemas.microsoft.com/office/drawing/2014/main" id="{B167274A-7B61-E142-07DF-529FA82CC2B2}"/>
                </a:ext>
              </a:extLst>
            </p:cNvPr>
            <p:cNvSpPr>
              <a:spLocks/>
            </p:cNvSpPr>
            <p:nvPr/>
          </p:nvSpPr>
          <p:spPr bwMode="auto">
            <a:xfrm>
              <a:off x="2122129" y="1692494"/>
              <a:ext cx="190725" cy="290765"/>
            </a:xfrm>
            <a:custGeom>
              <a:avLst/>
              <a:gdLst>
                <a:gd name="T0" fmla="*/ 372 w 523"/>
                <a:gd name="T1" fmla="*/ 1 h 796"/>
                <a:gd name="T2" fmla="*/ 241 w 523"/>
                <a:gd name="T3" fmla="*/ 27 h 796"/>
                <a:gd name="T4" fmla="*/ 154 w 523"/>
                <a:gd name="T5" fmla="*/ 83 h 796"/>
                <a:gd name="T6" fmla="*/ 109 w 523"/>
                <a:gd name="T7" fmla="*/ 147 h 796"/>
                <a:gd name="T8" fmla="*/ 94 w 523"/>
                <a:gd name="T9" fmla="*/ 162 h 796"/>
                <a:gd name="T10" fmla="*/ 73 w 523"/>
                <a:gd name="T11" fmla="*/ 137 h 796"/>
                <a:gd name="T12" fmla="*/ 35 w 523"/>
                <a:gd name="T13" fmla="*/ 79 h 796"/>
                <a:gd name="T14" fmla="*/ 16 w 523"/>
                <a:gd name="T15" fmla="*/ 122 h 796"/>
                <a:gd name="T16" fmla="*/ 4 w 523"/>
                <a:gd name="T17" fmla="*/ 185 h 796"/>
                <a:gd name="T18" fmla="*/ 5 w 523"/>
                <a:gd name="T19" fmla="*/ 249 h 796"/>
                <a:gd name="T20" fmla="*/ 11 w 523"/>
                <a:gd name="T21" fmla="*/ 321 h 796"/>
                <a:gd name="T22" fmla="*/ 50 w 523"/>
                <a:gd name="T23" fmla="*/ 396 h 796"/>
                <a:gd name="T24" fmla="*/ 93 w 523"/>
                <a:gd name="T25" fmla="*/ 405 h 796"/>
                <a:gd name="T26" fmla="*/ 130 w 523"/>
                <a:gd name="T27" fmla="*/ 373 h 796"/>
                <a:gd name="T28" fmla="*/ 132 w 523"/>
                <a:gd name="T29" fmla="*/ 293 h 796"/>
                <a:gd name="T30" fmla="*/ 146 w 523"/>
                <a:gd name="T31" fmla="*/ 194 h 796"/>
                <a:gd name="T32" fmla="*/ 153 w 523"/>
                <a:gd name="T33" fmla="*/ 169 h 796"/>
                <a:gd name="T34" fmla="*/ 256 w 523"/>
                <a:gd name="T35" fmla="*/ 106 h 796"/>
                <a:gd name="T36" fmla="*/ 328 w 523"/>
                <a:gd name="T37" fmla="*/ 88 h 796"/>
                <a:gd name="T38" fmla="*/ 339 w 523"/>
                <a:gd name="T39" fmla="*/ 93 h 796"/>
                <a:gd name="T40" fmla="*/ 319 w 523"/>
                <a:gd name="T41" fmla="*/ 110 h 796"/>
                <a:gd name="T42" fmla="*/ 277 w 523"/>
                <a:gd name="T43" fmla="*/ 152 h 796"/>
                <a:gd name="T44" fmla="*/ 265 w 523"/>
                <a:gd name="T45" fmla="*/ 154 h 796"/>
                <a:gd name="T46" fmla="*/ 231 w 523"/>
                <a:gd name="T47" fmla="*/ 182 h 796"/>
                <a:gd name="T48" fmla="*/ 154 w 523"/>
                <a:gd name="T49" fmla="*/ 298 h 796"/>
                <a:gd name="T50" fmla="*/ 219 w 523"/>
                <a:gd name="T51" fmla="*/ 341 h 796"/>
                <a:gd name="T52" fmla="*/ 229 w 523"/>
                <a:gd name="T53" fmla="*/ 382 h 796"/>
                <a:gd name="T54" fmla="*/ 222 w 523"/>
                <a:gd name="T55" fmla="*/ 442 h 796"/>
                <a:gd name="T56" fmla="*/ 213 w 523"/>
                <a:gd name="T57" fmla="*/ 540 h 796"/>
                <a:gd name="T58" fmla="*/ 203 w 523"/>
                <a:gd name="T59" fmla="*/ 610 h 796"/>
                <a:gd name="T60" fmla="*/ 201 w 523"/>
                <a:gd name="T61" fmla="*/ 652 h 796"/>
                <a:gd name="T62" fmla="*/ 190 w 523"/>
                <a:gd name="T63" fmla="*/ 652 h 796"/>
                <a:gd name="T64" fmla="*/ 132 w 523"/>
                <a:gd name="T65" fmla="*/ 615 h 796"/>
                <a:gd name="T66" fmla="*/ 87 w 523"/>
                <a:gd name="T67" fmla="*/ 593 h 796"/>
                <a:gd name="T68" fmla="*/ 68 w 523"/>
                <a:gd name="T69" fmla="*/ 587 h 796"/>
                <a:gd name="T70" fmla="*/ 78 w 523"/>
                <a:gd name="T71" fmla="*/ 634 h 796"/>
                <a:gd name="T72" fmla="*/ 159 w 523"/>
                <a:gd name="T73" fmla="*/ 712 h 796"/>
                <a:gd name="T74" fmla="*/ 225 w 523"/>
                <a:gd name="T75" fmla="*/ 776 h 796"/>
                <a:gd name="T76" fmla="*/ 246 w 523"/>
                <a:gd name="T77" fmla="*/ 793 h 796"/>
                <a:gd name="T78" fmla="*/ 278 w 523"/>
                <a:gd name="T79" fmla="*/ 795 h 796"/>
                <a:gd name="T80" fmla="*/ 298 w 523"/>
                <a:gd name="T81" fmla="*/ 776 h 796"/>
                <a:gd name="T82" fmla="*/ 304 w 523"/>
                <a:gd name="T83" fmla="*/ 777 h 796"/>
                <a:gd name="T84" fmla="*/ 322 w 523"/>
                <a:gd name="T85" fmla="*/ 765 h 796"/>
                <a:gd name="T86" fmla="*/ 346 w 523"/>
                <a:gd name="T87" fmla="*/ 716 h 796"/>
                <a:gd name="T88" fmla="*/ 343 w 523"/>
                <a:gd name="T89" fmla="*/ 660 h 796"/>
                <a:gd name="T90" fmla="*/ 337 w 523"/>
                <a:gd name="T91" fmla="*/ 576 h 796"/>
                <a:gd name="T92" fmla="*/ 313 w 523"/>
                <a:gd name="T93" fmla="*/ 461 h 796"/>
                <a:gd name="T94" fmla="*/ 317 w 523"/>
                <a:gd name="T95" fmla="*/ 376 h 796"/>
                <a:gd name="T96" fmla="*/ 336 w 523"/>
                <a:gd name="T97" fmla="*/ 302 h 796"/>
                <a:gd name="T98" fmla="*/ 376 w 523"/>
                <a:gd name="T99" fmla="*/ 233 h 796"/>
                <a:gd name="T100" fmla="*/ 391 w 523"/>
                <a:gd name="T101" fmla="*/ 207 h 796"/>
                <a:gd name="T102" fmla="*/ 467 w 523"/>
                <a:gd name="T103" fmla="*/ 135 h 796"/>
                <a:gd name="T104" fmla="*/ 507 w 523"/>
                <a:gd name="T105" fmla="*/ 95 h 796"/>
                <a:gd name="T106" fmla="*/ 473 w 523"/>
                <a:gd name="T107" fmla="*/ 9 h 796"/>
                <a:gd name="T108" fmla="*/ 392 w 523"/>
                <a:gd name="T109" fmla="*/ 0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3" h="796">
                  <a:moveTo>
                    <a:pt x="392" y="0"/>
                  </a:moveTo>
                  <a:cubicBezTo>
                    <a:pt x="385" y="0"/>
                    <a:pt x="378" y="0"/>
                    <a:pt x="372" y="1"/>
                  </a:cubicBezTo>
                  <a:cubicBezTo>
                    <a:pt x="351" y="1"/>
                    <a:pt x="330" y="4"/>
                    <a:pt x="310" y="9"/>
                  </a:cubicBezTo>
                  <a:cubicBezTo>
                    <a:pt x="287" y="14"/>
                    <a:pt x="262" y="15"/>
                    <a:pt x="241" y="27"/>
                  </a:cubicBezTo>
                  <a:cubicBezTo>
                    <a:pt x="227" y="34"/>
                    <a:pt x="212" y="40"/>
                    <a:pt x="198" y="48"/>
                  </a:cubicBezTo>
                  <a:cubicBezTo>
                    <a:pt x="183" y="58"/>
                    <a:pt x="166" y="68"/>
                    <a:pt x="154" y="83"/>
                  </a:cubicBezTo>
                  <a:cubicBezTo>
                    <a:pt x="149" y="90"/>
                    <a:pt x="142" y="96"/>
                    <a:pt x="137" y="103"/>
                  </a:cubicBezTo>
                  <a:cubicBezTo>
                    <a:pt x="127" y="117"/>
                    <a:pt x="113" y="129"/>
                    <a:pt x="109" y="147"/>
                  </a:cubicBezTo>
                  <a:cubicBezTo>
                    <a:pt x="108" y="152"/>
                    <a:pt x="105" y="157"/>
                    <a:pt x="101" y="160"/>
                  </a:cubicBezTo>
                  <a:cubicBezTo>
                    <a:pt x="100" y="161"/>
                    <a:pt x="97" y="162"/>
                    <a:pt x="94" y="162"/>
                  </a:cubicBezTo>
                  <a:cubicBezTo>
                    <a:pt x="92" y="162"/>
                    <a:pt x="91" y="162"/>
                    <a:pt x="90" y="161"/>
                  </a:cubicBezTo>
                  <a:cubicBezTo>
                    <a:pt x="84" y="153"/>
                    <a:pt x="78" y="145"/>
                    <a:pt x="73" y="137"/>
                  </a:cubicBezTo>
                  <a:cubicBezTo>
                    <a:pt x="62" y="119"/>
                    <a:pt x="52" y="102"/>
                    <a:pt x="41" y="84"/>
                  </a:cubicBezTo>
                  <a:cubicBezTo>
                    <a:pt x="40" y="81"/>
                    <a:pt x="37" y="79"/>
                    <a:pt x="35" y="79"/>
                  </a:cubicBezTo>
                  <a:cubicBezTo>
                    <a:pt x="34" y="79"/>
                    <a:pt x="32" y="80"/>
                    <a:pt x="31" y="83"/>
                  </a:cubicBezTo>
                  <a:cubicBezTo>
                    <a:pt x="25" y="95"/>
                    <a:pt x="20" y="109"/>
                    <a:pt x="16" y="122"/>
                  </a:cubicBezTo>
                  <a:cubicBezTo>
                    <a:pt x="13" y="134"/>
                    <a:pt x="11" y="146"/>
                    <a:pt x="8" y="158"/>
                  </a:cubicBezTo>
                  <a:cubicBezTo>
                    <a:pt x="6" y="167"/>
                    <a:pt x="4" y="176"/>
                    <a:pt x="4" y="185"/>
                  </a:cubicBezTo>
                  <a:cubicBezTo>
                    <a:pt x="3" y="199"/>
                    <a:pt x="4" y="212"/>
                    <a:pt x="5" y="226"/>
                  </a:cubicBezTo>
                  <a:cubicBezTo>
                    <a:pt x="5" y="233"/>
                    <a:pt x="7" y="242"/>
                    <a:pt x="5" y="249"/>
                  </a:cubicBezTo>
                  <a:cubicBezTo>
                    <a:pt x="0" y="267"/>
                    <a:pt x="8" y="283"/>
                    <a:pt x="8" y="300"/>
                  </a:cubicBezTo>
                  <a:cubicBezTo>
                    <a:pt x="8" y="307"/>
                    <a:pt x="9" y="314"/>
                    <a:pt x="11" y="321"/>
                  </a:cubicBezTo>
                  <a:cubicBezTo>
                    <a:pt x="16" y="343"/>
                    <a:pt x="22" y="365"/>
                    <a:pt x="34" y="385"/>
                  </a:cubicBezTo>
                  <a:cubicBezTo>
                    <a:pt x="38" y="392"/>
                    <a:pt x="43" y="394"/>
                    <a:pt x="50" y="396"/>
                  </a:cubicBezTo>
                  <a:cubicBezTo>
                    <a:pt x="60" y="398"/>
                    <a:pt x="70" y="401"/>
                    <a:pt x="81" y="403"/>
                  </a:cubicBezTo>
                  <a:cubicBezTo>
                    <a:pt x="84" y="404"/>
                    <a:pt x="89" y="405"/>
                    <a:pt x="93" y="405"/>
                  </a:cubicBezTo>
                  <a:cubicBezTo>
                    <a:pt x="95" y="405"/>
                    <a:pt x="96" y="405"/>
                    <a:pt x="98" y="404"/>
                  </a:cubicBezTo>
                  <a:cubicBezTo>
                    <a:pt x="110" y="395"/>
                    <a:pt x="123" y="385"/>
                    <a:pt x="130" y="373"/>
                  </a:cubicBezTo>
                  <a:cubicBezTo>
                    <a:pt x="136" y="362"/>
                    <a:pt x="137" y="346"/>
                    <a:pt x="135" y="333"/>
                  </a:cubicBezTo>
                  <a:cubicBezTo>
                    <a:pt x="133" y="319"/>
                    <a:pt x="131" y="307"/>
                    <a:pt x="132" y="293"/>
                  </a:cubicBezTo>
                  <a:cubicBezTo>
                    <a:pt x="133" y="283"/>
                    <a:pt x="132" y="273"/>
                    <a:pt x="132" y="263"/>
                  </a:cubicBezTo>
                  <a:cubicBezTo>
                    <a:pt x="132" y="239"/>
                    <a:pt x="136" y="216"/>
                    <a:pt x="146" y="194"/>
                  </a:cubicBezTo>
                  <a:cubicBezTo>
                    <a:pt x="147" y="191"/>
                    <a:pt x="147" y="187"/>
                    <a:pt x="148" y="183"/>
                  </a:cubicBezTo>
                  <a:cubicBezTo>
                    <a:pt x="150" y="179"/>
                    <a:pt x="150" y="173"/>
                    <a:pt x="153" y="169"/>
                  </a:cubicBezTo>
                  <a:cubicBezTo>
                    <a:pt x="174" y="148"/>
                    <a:pt x="196" y="127"/>
                    <a:pt x="224" y="115"/>
                  </a:cubicBezTo>
                  <a:cubicBezTo>
                    <a:pt x="234" y="111"/>
                    <a:pt x="245" y="109"/>
                    <a:pt x="256" y="106"/>
                  </a:cubicBezTo>
                  <a:cubicBezTo>
                    <a:pt x="270" y="102"/>
                    <a:pt x="283" y="99"/>
                    <a:pt x="297" y="95"/>
                  </a:cubicBezTo>
                  <a:cubicBezTo>
                    <a:pt x="307" y="92"/>
                    <a:pt x="318" y="89"/>
                    <a:pt x="328" y="88"/>
                  </a:cubicBezTo>
                  <a:cubicBezTo>
                    <a:pt x="329" y="88"/>
                    <a:pt x="329" y="88"/>
                    <a:pt x="329" y="88"/>
                  </a:cubicBezTo>
                  <a:cubicBezTo>
                    <a:pt x="332" y="88"/>
                    <a:pt x="336" y="91"/>
                    <a:pt x="339" y="93"/>
                  </a:cubicBezTo>
                  <a:cubicBezTo>
                    <a:pt x="337" y="96"/>
                    <a:pt x="336" y="100"/>
                    <a:pt x="333" y="102"/>
                  </a:cubicBezTo>
                  <a:cubicBezTo>
                    <a:pt x="329" y="105"/>
                    <a:pt x="324" y="108"/>
                    <a:pt x="319" y="110"/>
                  </a:cubicBezTo>
                  <a:cubicBezTo>
                    <a:pt x="304" y="116"/>
                    <a:pt x="291" y="126"/>
                    <a:pt x="282" y="141"/>
                  </a:cubicBezTo>
                  <a:cubicBezTo>
                    <a:pt x="280" y="145"/>
                    <a:pt x="279" y="149"/>
                    <a:pt x="277" y="152"/>
                  </a:cubicBezTo>
                  <a:cubicBezTo>
                    <a:pt x="275" y="155"/>
                    <a:pt x="273" y="158"/>
                    <a:pt x="270" y="158"/>
                  </a:cubicBezTo>
                  <a:cubicBezTo>
                    <a:pt x="269" y="158"/>
                    <a:pt x="267" y="156"/>
                    <a:pt x="265" y="154"/>
                  </a:cubicBezTo>
                  <a:cubicBezTo>
                    <a:pt x="262" y="157"/>
                    <a:pt x="261" y="160"/>
                    <a:pt x="259" y="162"/>
                  </a:cubicBezTo>
                  <a:cubicBezTo>
                    <a:pt x="250" y="169"/>
                    <a:pt x="240" y="175"/>
                    <a:pt x="231" y="182"/>
                  </a:cubicBezTo>
                  <a:cubicBezTo>
                    <a:pt x="211" y="201"/>
                    <a:pt x="192" y="221"/>
                    <a:pt x="176" y="243"/>
                  </a:cubicBezTo>
                  <a:cubicBezTo>
                    <a:pt x="164" y="260"/>
                    <a:pt x="153" y="277"/>
                    <a:pt x="154" y="298"/>
                  </a:cubicBezTo>
                  <a:cubicBezTo>
                    <a:pt x="154" y="312"/>
                    <a:pt x="162" y="325"/>
                    <a:pt x="176" y="329"/>
                  </a:cubicBezTo>
                  <a:cubicBezTo>
                    <a:pt x="190" y="334"/>
                    <a:pt x="205" y="337"/>
                    <a:pt x="219" y="341"/>
                  </a:cubicBezTo>
                  <a:cubicBezTo>
                    <a:pt x="221" y="342"/>
                    <a:pt x="224" y="343"/>
                    <a:pt x="225" y="345"/>
                  </a:cubicBezTo>
                  <a:cubicBezTo>
                    <a:pt x="231" y="357"/>
                    <a:pt x="231" y="369"/>
                    <a:pt x="229" y="382"/>
                  </a:cubicBezTo>
                  <a:cubicBezTo>
                    <a:pt x="229" y="387"/>
                    <a:pt x="230" y="392"/>
                    <a:pt x="229" y="396"/>
                  </a:cubicBezTo>
                  <a:cubicBezTo>
                    <a:pt x="227" y="412"/>
                    <a:pt x="223" y="427"/>
                    <a:pt x="222" y="442"/>
                  </a:cubicBezTo>
                  <a:cubicBezTo>
                    <a:pt x="220" y="456"/>
                    <a:pt x="223" y="471"/>
                    <a:pt x="218" y="484"/>
                  </a:cubicBezTo>
                  <a:cubicBezTo>
                    <a:pt x="213" y="503"/>
                    <a:pt x="213" y="522"/>
                    <a:pt x="213" y="540"/>
                  </a:cubicBezTo>
                  <a:cubicBezTo>
                    <a:pt x="213" y="550"/>
                    <a:pt x="214" y="560"/>
                    <a:pt x="211" y="568"/>
                  </a:cubicBezTo>
                  <a:cubicBezTo>
                    <a:pt x="206" y="582"/>
                    <a:pt x="201" y="596"/>
                    <a:pt x="203" y="610"/>
                  </a:cubicBezTo>
                  <a:cubicBezTo>
                    <a:pt x="203" y="622"/>
                    <a:pt x="204" y="633"/>
                    <a:pt x="205" y="645"/>
                  </a:cubicBezTo>
                  <a:cubicBezTo>
                    <a:pt x="205" y="647"/>
                    <a:pt x="203" y="652"/>
                    <a:pt x="201" y="652"/>
                  </a:cubicBezTo>
                  <a:cubicBezTo>
                    <a:pt x="200" y="653"/>
                    <a:pt x="198" y="653"/>
                    <a:pt x="197" y="653"/>
                  </a:cubicBezTo>
                  <a:cubicBezTo>
                    <a:pt x="194" y="653"/>
                    <a:pt x="192" y="652"/>
                    <a:pt x="190" y="652"/>
                  </a:cubicBezTo>
                  <a:cubicBezTo>
                    <a:pt x="185" y="649"/>
                    <a:pt x="180" y="646"/>
                    <a:pt x="175" y="642"/>
                  </a:cubicBezTo>
                  <a:cubicBezTo>
                    <a:pt x="161" y="633"/>
                    <a:pt x="143" y="629"/>
                    <a:pt x="132" y="615"/>
                  </a:cubicBezTo>
                  <a:cubicBezTo>
                    <a:pt x="129" y="611"/>
                    <a:pt x="124" y="609"/>
                    <a:pt x="119" y="607"/>
                  </a:cubicBezTo>
                  <a:cubicBezTo>
                    <a:pt x="109" y="602"/>
                    <a:pt x="98" y="597"/>
                    <a:pt x="87" y="593"/>
                  </a:cubicBezTo>
                  <a:cubicBezTo>
                    <a:pt x="81" y="590"/>
                    <a:pt x="75" y="588"/>
                    <a:pt x="68" y="587"/>
                  </a:cubicBezTo>
                  <a:cubicBezTo>
                    <a:pt x="68" y="587"/>
                    <a:pt x="68" y="587"/>
                    <a:pt x="68" y="587"/>
                  </a:cubicBezTo>
                  <a:cubicBezTo>
                    <a:pt x="66" y="587"/>
                    <a:pt x="62" y="593"/>
                    <a:pt x="62" y="595"/>
                  </a:cubicBezTo>
                  <a:cubicBezTo>
                    <a:pt x="67" y="608"/>
                    <a:pt x="69" y="624"/>
                    <a:pt x="78" y="634"/>
                  </a:cubicBezTo>
                  <a:cubicBezTo>
                    <a:pt x="92" y="652"/>
                    <a:pt x="110" y="666"/>
                    <a:pt x="126" y="682"/>
                  </a:cubicBezTo>
                  <a:cubicBezTo>
                    <a:pt x="137" y="692"/>
                    <a:pt x="149" y="701"/>
                    <a:pt x="159" y="712"/>
                  </a:cubicBezTo>
                  <a:cubicBezTo>
                    <a:pt x="167" y="721"/>
                    <a:pt x="174" y="732"/>
                    <a:pt x="182" y="741"/>
                  </a:cubicBezTo>
                  <a:cubicBezTo>
                    <a:pt x="195" y="755"/>
                    <a:pt x="205" y="771"/>
                    <a:pt x="225" y="776"/>
                  </a:cubicBezTo>
                  <a:cubicBezTo>
                    <a:pt x="228" y="777"/>
                    <a:pt x="229" y="781"/>
                    <a:pt x="232" y="783"/>
                  </a:cubicBezTo>
                  <a:cubicBezTo>
                    <a:pt x="236" y="787"/>
                    <a:pt x="241" y="792"/>
                    <a:pt x="246" y="793"/>
                  </a:cubicBezTo>
                  <a:cubicBezTo>
                    <a:pt x="254" y="795"/>
                    <a:pt x="262" y="796"/>
                    <a:pt x="270" y="796"/>
                  </a:cubicBezTo>
                  <a:cubicBezTo>
                    <a:pt x="273" y="796"/>
                    <a:pt x="275" y="795"/>
                    <a:pt x="278" y="795"/>
                  </a:cubicBezTo>
                  <a:cubicBezTo>
                    <a:pt x="282" y="795"/>
                    <a:pt x="286" y="790"/>
                    <a:pt x="287" y="787"/>
                  </a:cubicBezTo>
                  <a:cubicBezTo>
                    <a:pt x="289" y="780"/>
                    <a:pt x="292" y="776"/>
                    <a:pt x="298" y="776"/>
                  </a:cubicBezTo>
                  <a:cubicBezTo>
                    <a:pt x="299" y="776"/>
                    <a:pt x="300" y="776"/>
                    <a:pt x="301" y="777"/>
                  </a:cubicBezTo>
                  <a:cubicBezTo>
                    <a:pt x="302" y="777"/>
                    <a:pt x="303" y="777"/>
                    <a:pt x="304" y="777"/>
                  </a:cubicBezTo>
                  <a:cubicBezTo>
                    <a:pt x="309" y="777"/>
                    <a:pt x="313" y="775"/>
                    <a:pt x="315" y="769"/>
                  </a:cubicBezTo>
                  <a:cubicBezTo>
                    <a:pt x="315" y="767"/>
                    <a:pt x="319" y="765"/>
                    <a:pt x="322" y="765"/>
                  </a:cubicBezTo>
                  <a:cubicBezTo>
                    <a:pt x="332" y="765"/>
                    <a:pt x="338" y="759"/>
                    <a:pt x="341" y="751"/>
                  </a:cubicBezTo>
                  <a:cubicBezTo>
                    <a:pt x="345" y="740"/>
                    <a:pt x="348" y="728"/>
                    <a:pt x="346" y="716"/>
                  </a:cubicBezTo>
                  <a:cubicBezTo>
                    <a:pt x="345" y="709"/>
                    <a:pt x="344" y="703"/>
                    <a:pt x="344" y="697"/>
                  </a:cubicBezTo>
                  <a:cubicBezTo>
                    <a:pt x="343" y="684"/>
                    <a:pt x="344" y="672"/>
                    <a:pt x="343" y="660"/>
                  </a:cubicBezTo>
                  <a:cubicBezTo>
                    <a:pt x="343" y="644"/>
                    <a:pt x="341" y="628"/>
                    <a:pt x="339" y="613"/>
                  </a:cubicBezTo>
                  <a:cubicBezTo>
                    <a:pt x="338" y="600"/>
                    <a:pt x="339" y="588"/>
                    <a:pt x="337" y="576"/>
                  </a:cubicBezTo>
                  <a:cubicBezTo>
                    <a:pt x="334" y="562"/>
                    <a:pt x="332" y="548"/>
                    <a:pt x="326" y="535"/>
                  </a:cubicBezTo>
                  <a:cubicBezTo>
                    <a:pt x="317" y="511"/>
                    <a:pt x="320" y="486"/>
                    <a:pt x="313" y="461"/>
                  </a:cubicBezTo>
                  <a:cubicBezTo>
                    <a:pt x="309" y="445"/>
                    <a:pt x="313" y="427"/>
                    <a:pt x="314" y="410"/>
                  </a:cubicBezTo>
                  <a:cubicBezTo>
                    <a:pt x="314" y="398"/>
                    <a:pt x="315" y="387"/>
                    <a:pt x="317" y="376"/>
                  </a:cubicBezTo>
                  <a:cubicBezTo>
                    <a:pt x="320" y="357"/>
                    <a:pt x="323" y="339"/>
                    <a:pt x="328" y="320"/>
                  </a:cubicBezTo>
                  <a:cubicBezTo>
                    <a:pt x="329" y="314"/>
                    <a:pt x="331" y="307"/>
                    <a:pt x="336" y="302"/>
                  </a:cubicBezTo>
                  <a:cubicBezTo>
                    <a:pt x="351" y="287"/>
                    <a:pt x="359" y="268"/>
                    <a:pt x="369" y="249"/>
                  </a:cubicBezTo>
                  <a:cubicBezTo>
                    <a:pt x="371" y="244"/>
                    <a:pt x="377" y="237"/>
                    <a:pt x="376" y="233"/>
                  </a:cubicBezTo>
                  <a:cubicBezTo>
                    <a:pt x="371" y="221"/>
                    <a:pt x="375" y="215"/>
                    <a:pt x="387" y="211"/>
                  </a:cubicBezTo>
                  <a:cubicBezTo>
                    <a:pt x="389" y="211"/>
                    <a:pt x="390" y="209"/>
                    <a:pt x="391" y="207"/>
                  </a:cubicBezTo>
                  <a:cubicBezTo>
                    <a:pt x="400" y="199"/>
                    <a:pt x="410" y="190"/>
                    <a:pt x="419" y="181"/>
                  </a:cubicBezTo>
                  <a:cubicBezTo>
                    <a:pt x="435" y="166"/>
                    <a:pt x="451" y="151"/>
                    <a:pt x="467" y="135"/>
                  </a:cubicBezTo>
                  <a:cubicBezTo>
                    <a:pt x="475" y="127"/>
                    <a:pt x="483" y="118"/>
                    <a:pt x="492" y="110"/>
                  </a:cubicBezTo>
                  <a:cubicBezTo>
                    <a:pt x="497" y="105"/>
                    <a:pt x="502" y="100"/>
                    <a:pt x="507" y="95"/>
                  </a:cubicBezTo>
                  <a:cubicBezTo>
                    <a:pt x="523" y="78"/>
                    <a:pt x="516" y="58"/>
                    <a:pt x="512" y="40"/>
                  </a:cubicBezTo>
                  <a:cubicBezTo>
                    <a:pt x="508" y="21"/>
                    <a:pt x="490" y="15"/>
                    <a:pt x="473" y="9"/>
                  </a:cubicBezTo>
                  <a:cubicBezTo>
                    <a:pt x="467" y="7"/>
                    <a:pt x="462" y="3"/>
                    <a:pt x="456" y="2"/>
                  </a:cubicBezTo>
                  <a:cubicBezTo>
                    <a:pt x="435" y="2"/>
                    <a:pt x="413" y="0"/>
                    <a:pt x="39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88" name="Freeform 278">
              <a:extLst>
                <a:ext uri="{FF2B5EF4-FFF2-40B4-BE49-F238E27FC236}">
                  <a16:creationId xmlns:a16="http://schemas.microsoft.com/office/drawing/2014/main" id="{2C12D985-E96A-DFFC-81D0-04B2B464A735}"/>
                </a:ext>
              </a:extLst>
            </p:cNvPr>
            <p:cNvSpPr>
              <a:spLocks/>
            </p:cNvSpPr>
            <p:nvPr/>
          </p:nvSpPr>
          <p:spPr bwMode="auto">
            <a:xfrm>
              <a:off x="2062349" y="1546094"/>
              <a:ext cx="306219" cy="148433"/>
            </a:xfrm>
            <a:custGeom>
              <a:avLst/>
              <a:gdLst>
                <a:gd name="T0" fmla="*/ 362 w 841"/>
                <a:gd name="T1" fmla="*/ 0 h 407"/>
                <a:gd name="T2" fmla="*/ 299 w 841"/>
                <a:gd name="T3" fmla="*/ 7 h 407"/>
                <a:gd name="T4" fmla="*/ 283 w 841"/>
                <a:gd name="T5" fmla="*/ 30 h 407"/>
                <a:gd name="T6" fmla="*/ 298 w 841"/>
                <a:gd name="T7" fmla="*/ 63 h 407"/>
                <a:gd name="T8" fmla="*/ 326 w 841"/>
                <a:gd name="T9" fmla="*/ 97 h 407"/>
                <a:gd name="T10" fmla="*/ 327 w 841"/>
                <a:gd name="T11" fmla="*/ 113 h 407"/>
                <a:gd name="T12" fmla="*/ 292 w 841"/>
                <a:gd name="T13" fmla="*/ 157 h 407"/>
                <a:gd name="T14" fmla="*/ 265 w 841"/>
                <a:gd name="T15" fmla="*/ 175 h 407"/>
                <a:gd name="T16" fmla="*/ 250 w 841"/>
                <a:gd name="T17" fmla="*/ 180 h 407"/>
                <a:gd name="T18" fmla="*/ 228 w 841"/>
                <a:gd name="T19" fmla="*/ 192 h 407"/>
                <a:gd name="T20" fmla="*/ 170 w 841"/>
                <a:gd name="T21" fmla="*/ 213 h 407"/>
                <a:gd name="T22" fmla="*/ 133 w 841"/>
                <a:gd name="T23" fmla="*/ 227 h 407"/>
                <a:gd name="T24" fmla="*/ 48 w 841"/>
                <a:gd name="T25" fmla="*/ 244 h 407"/>
                <a:gd name="T26" fmla="*/ 22 w 841"/>
                <a:gd name="T27" fmla="*/ 270 h 407"/>
                <a:gd name="T28" fmla="*/ 14 w 841"/>
                <a:gd name="T29" fmla="*/ 281 h 407"/>
                <a:gd name="T30" fmla="*/ 0 w 841"/>
                <a:gd name="T31" fmla="*/ 298 h 407"/>
                <a:gd name="T32" fmla="*/ 7 w 841"/>
                <a:gd name="T33" fmla="*/ 333 h 407"/>
                <a:gd name="T34" fmla="*/ 11 w 841"/>
                <a:gd name="T35" fmla="*/ 349 h 407"/>
                <a:gd name="T36" fmla="*/ 33 w 841"/>
                <a:gd name="T37" fmla="*/ 385 h 407"/>
                <a:gd name="T38" fmla="*/ 78 w 841"/>
                <a:gd name="T39" fmla="*/ 401 h 407"/>
                <a:gd name="T40" fmla="*/ 100 w 841"/>
                <a:gd name="T41" fmla="*/ 403 h 407"/>
                <a:gd name="T42" fmla="*/ 121 w 841"/>
                <a:gd name="T43" fmla="*/ 407 h 407"/>
                <a:gd name="T44" fmla="*/ 132 w 841"/>
                <a:gd name="T45" fmla="*/ 406 h 407"/>
                <a:gd name="T46" fmla="*/ 154 w 841"/>
                <a:gd name="T47" fmla="*/ 403 h 407"/>
                <a:gd name="T48" fmla="*/ 161 w 841"/>
                <a:gd name="T49" fmla="*/ 403 h 407"/>
                <a:gd name="T50" fmla="*/ 168 w 841"/>
                <a:gd name="T51" fmla="*/ 403 h 407"/>
                <a:gd name="T52" fmla="*/ 178 w 841"/>
                <a:gd name="T53" fmla="*/ 403 h 407"/>
                <a:gd name="T54" fmla="*/ 225 w 841"/>
                <a:gd name="T55" fmla="*/ 397 h 407"/>
                <a:gd name="T56" fmla="*/ 305 w 841"/>
                <a:gd name="T57" fmla="*/ 382 h 407"/>
                <a:gd name="T58" fmla="*/ 309 w 841"/>
                <a:gd name="T59" fmla="*/ 380 h 407"/>
                <a:gd name="T60" fmla="*/ 328 w 841"/>
                <a:gd name="T61" fmla="*/ 370 h 407"/>
                <a:gd name="T62" fmla="*/ 368 w 841"/>
                <a:gd name="T63" fmla="*/ 357 h 407"/>
                <a:gd name="T64" fmla="*/ 386 w 841"/>
                <a:gd name="T65" fmla="*/ 353 h 407"/>
                <a:gd name="T66" fmla="*/ 412 w 841"/>
                <a:gd name="T67" fmla="*/ 343 h 407"/>
                <a:gd name="T68" fmla="*/ 454 w 841"/>
                <a:gd name="T69" fmla="*/ 334 h 407"/>
                <a:gd name="T70" fmla="*/ 525 w 841"/>
                <a:gd name="T71" fmla="*/ 304 h 407"/>
                <a:gd name="T72" fmla="*/ 605 w 841"/>
                <a:gd name="T73" fmla="*/ 271 h 407"/>
                <a:gd name="T74" fmla="*/ 677 w 841"/>
                <a:gd name="T75" fmla="*/ 244 h 407"/>
                <a:gd name="T76" fmla="*/ 716 w 841"/>
                <a:gd name="T77" fmla="*/ 232 h 407"/>
                <a:gd name="T78" fmla="*/ 785 w 841"/>
                <a:gd name="T79" fmla="*/ 213 h 407"/>
                <a:gd name="T80" fmla="*/ 807 w 841"/>
                <a:gd name="T81" fmla="*/ 196 h 407"/>
                <a:gd name="T82" fmla="*/ 828 w 841"/>
                <a:gd name="T83" fmla="*/ 164 h 407"/>
                <a:gd name="T84" fmla="*/ 821 w 841"/>
                <a:gd name="T85" fmla="*/ 116 h 407"/>
                <a:gd name="T86" fmla="*/ 784 w 841"/>
                <a:gd name="T87" fmla="*/ 106 h 407"/>
                <a:gd name="T88" fmla="*/ 768 w 841"/>
                <a:gd name="T89" fmla="*/ 109 h 407"/>
                <a:gd name="T90" fmla="*/ 698 w 841"/>
                <a:gd name="T91" fmla="*/ 128 h 407"/>
                <a:gd name="T92" fmla="*/ 674 w 841"/>
                <a:gd name="T93" fmla="*/ 132 h 407"/>
                <a:gd name="T94" fmla="*/ 622 w 841"/>
                <a:gd name="T95" fmla="*/ 133 h 407"/>
                <a:gd name="T96" fmla="*/ 586 w 841"/>
                <a:gd name="T97" fmla="*/ 137 h 407"/>
                <a:gd name="T98" fmla="*/ 573 w 841"/>
                <a:gd name="T99" fmla="*/ 136 h 407"/>
                <a:gd name="T100" fmla="*/ 564 w 841"/>
                <a:gd name="T101" fmla="*/ 128 h 407"/>
                <a:gd name="T102" fmla="*/ 551 w 841"/>
                <a:gd name="T103" fmla="*/ 86 h 407"/>
                <a:gd name="T104" fmla="*/ 530 w 841"/>
                <a:gd name="T105" fmla="*/ 55 h 407"/>
                <a:gd name="T106" fmla="*/ 534 w 841"/>
                <a:gd name="T107" fmla="*/ 52 h 407"/>
                <a:gd name="T108" fmla="*/ 523 w 841"/>
                <a:gd name="T109" fmla="*/ 38 h 407"/>
                <a:gd name="T110" fmla="*/ 514 w 841"/>
                <a:gd name="T111" fmla="*/ 30 h 407"/>
                <a:gd name="T112" fmla="*/ 508 w 841"/>
                <a:gd name="T113" fmla="*/ 28 h 407"/>
                <a:gd name="T114" fmla="*/ 472 w 841"/>
                <a:gd name="T115" fmla="*/ 12 h 407"/>
                <a:gd name="T116" fmla="*/ 408 w 841"/>
                <a:gd name="T117" fmla="*/ 0 h 407"/>
                <a:gd name="T118" fmla="*/ 362 w 841"/>
                <a:gd name="T119"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41" h="407">
                  <a:moveTo>
                    <a:pt x="362" y="0"/>
                  </a:moveTo>
                  <a:cubicBezTo>
                    <a:pt x="341" y="0"/>
                    <a:pt x="320" y="1"/>
                    <a:pt x="299" y="7"/>
                  </a:cubicBezTo>
                  <a:cubicBezTo>
                    <a:pt x="287" y="11"/>
                    <a:pt x="280" y="19"/>
                    <a:pt x="283" y="30"/>
                  </a:cubicBezTo>
                  <a:cubicBezTo>
                    <a:pt x="286" y="41"/>
                    <a:pt x="292" y="52"/>
                    <a:pt x="298" y="63"/>
                  </a:cubicBezTo>
                  <a:cubicBezTo>
                    <a:pt x="305" y="76"/>
                    <a:pt x="321" y="82"/>
                    <a:pt x="326" y="97"/>
                  </a:cubicBezTo>
                  <a:cubicBezTo>
                    <a:pt x="327" y="102"/>
                    <a:pt x="329" y="109"/>
                    <a:pt x="327" y="113"/>
                  </a:cubicBezTo>
                  <a:cubicBezTo>
                    <a:pt x="319" y="130"/>
                    <a:pt x="308" y="146"/>
                    <a:pt x="292" y="157"/>
                  </a:cubicBezTo>
                  <a:cubicBezTo>
                    <a:pt x="283" y="163"/>
                    <a:pt x="274" y="169"/>
                    <a:pt x="265" y="175"/>
                  </a:cubicBezTo>
                  <a:cubicBezTo>
                    <a:pt x="260" y="178"/>
                    <a:pt x="254" y="178"/>
                    <a:pt x="250" y="180"/>
                  </a:cubicBezTo>
                  <a:cubicBezTo>
                    <a:pt x="242" y="184"/>
                    <a:pt x="236" y="189"/>
                    <a:pt x="228" y="192"/>
                  </a:cubicBezTo>
                  <a:cubicBezTo>
                    <a:pt x="209" y="199"/>
                    <a:pt x="190" y="205"/>
                    <a:pt x="170" y="213"/>
                  </a:cubicBezTo>
                  <a:cubicBezTo>
                    <a:pt x="158" y="217"/>
                    <a:pt x="146" y="224"/>
                    <a:pt x="133" y="227"/>
                  </a:cubicBezTo>
                  <a:cubicBezTo>
                    <a:pt x="105" y="233"/>
                    <a:pt x="77" y="238"/>
                    <a:pt x="48" y="244"/>
                  </a:cubicBezTo>
                  <a:cubicBezTo>
                    <a:pt x="35" y="246"/>
                    <a:pt x="23" y="257"/>
                    <a:pt x="22" y="270"/>
                  </a:cubicBezTo>
                  <a:cubicBezTo>
                    <a:pt x="21" y="276"/>
                    <a:pt x="18" y="278"/>
                    <a:pt x="14" y="281"/>
                  </a:cubicBezTo>
                  <a:cubicBezTo>
                    <a:pt x="8" y="286"/>
                    <a:pt x="0" y="292"/>
                    <a:pt x="0" y="298"/>
                  </a:cubicBezTo>
                  <a:cubicBezTo>
                    <a:pt x="0" y="310"/>
                    <a:pt x="4" y="321"/>
                    <a:pt x="7" y="333"/>
                  </a:cubicBezTo>
                  <a:cubicBezTo>
                    <a:pt x="8" y="338"/>
                    <a:pt x="9" y="344"/>
                    <a:pt x="11" y="349"/>
                  </a:cubicBezTo>
                  <a:cubicBezTo>
                    <a:pt x="16" y="363"/>
                    <a:pt x="20" y="378"/>
                    <a:pt x="33" y="385"/>
                  </a:cubicBezTo>
                  <a:cubicBezTo>
                    <a:pt x="46" y="393"/>
                    <a:pt x="62" y="396"/>
                    <a:pt x="78" y="401"/>
                  </a:cubicBezTo>
                  <a:cubicBezTo>
                    <a:pt x="85" y="403"/>
                    <a:pt x="93" y="401"/>
                    <a:pt x="100" y="403"/>
                  </a:cubicBezTo>
                  <a:cubicBezTo>
                    <a:pt x="107" y="406"/>
                    <a:pt x="114" y="407"/>
                    <a:pt x="121" y="407"/>
                  </a:cubicBezTo>
                  <a:cubicBezTo>
                    <a:pt x="125" y="407"/>
                    <a:pt x="128" y="407"/>
                    <a:pt x="132" y="406"/>
                  </a:cubicBezTo>
                  <a:cubicBezTo>
                    <a:pt x="140" y="404"/>
                    <a:pt x="147" y="403"/>
                    <a:pt x="154" y="403"/>
                  </a:cubicBezTo>
                  <a:cubicBezTo>
                    <a:pt x="157" y="403"/>
                    <a:pt x="159" y="403"/>
                    <a:pt x="161" y="403"/>
                  </a:cubicBezTo>
                  <a:cubicBezTo>
                    <a:pt x="164" y="403"/>
                    <a:pt x="166" y="403"/>
                    <a:pt x="168" y="403"/>
                  </a:cubicBezTo>
                  <a:cubicBezTo>
                    <a:pt x="171" y="403"/>
                    <a:pt x="174" y="403"/>
                    <a:pt x="178" y="403"/>
                  </a:cubicBezTo>
                  <a:cubicBezTo>
                    <a:pt x="193" y="402"/>
                    <a:pt x="209" y="400"/>
                    <a:pt x="225" y="397"/>
                  </a:cubicBezTo>
                  <a:cubicBezTo>
                    <a:pt x="252" y="392"/>
                    <a:pt x="278" y="387"/>
                    <a:pt x="305" y="382"/>
                  </a:cubicBezTo>
                  <a:cubicBezTo>
                    <a:pt x="307" y="382"/>
                    <a:pt x="308" y="380"/>
                    <a:pt x="309" y="380"/>
                  </a:cubicBezTo>
                  <a:cubicBezTo>
                    <a:pt x="316" y="376"/>
                    <a:pt x="322" y="373"/>
                    <a:pt x="328" y="370"/>
                  </a:cubicBezTo>
                  <a:cubicBezTo>
                    <a:pt x="341" y="366"/>
                    <a:pt x="355" y="362"/>
                    <a:pt x="368" y="357"/>
                  </a:cubicBezTo>
                  <a:cubicBezTo>
                    <a:pt x="374" y="356"/>
                    <a:pt x="380" y="355"/>
                    <a:pt x="386" y="353"/>
                  </a:cubicBezTo>
                  <a:cubicBezTo>
                    <a:pt x="395" y="350"/>
                    <a:pt x="403" y="346"/>
                    <a:pt x="412" y="343"/>
                  </a:cubicBezTo>
                  <a:cubicBezTo>
                    <a:pt x="426" y="340"/>
                    <a:pt x="441" y="339"/>
                    <a:pt x="454" y="334"/>
                  </a:cubicBezTo>
                  <a:cubicBezTo>
                    <a:pt x="478" y="325"/>
                    <a:pt x="501" y="314"/>
                    <a:pt x="525" y="304"/>
                  </a:cubicBezTo>
                  <a:cubicBezTo>
                    <a:pt x="552" y="292"/>
                    <a:pt x="579" y="281"/>
                    <a:pt x="605" y="271"/>
                  </a:cubicBezTo>
                  <a:cubicBezTo>
                    <a:pt x="629" y="261"/>
                    <a:pt x="653" y="252"/>
                    <a:pt x="677" y="244"/>
                  </a:cubicBezTo>
                  <a:cubicBezTo>
                    <a:pt x="690" y="239"/>
                    <a:pt x="703" y="236"/>
                    <a:pt x="716" y="232"/>
                  </a:cubicBezTo>
                  <a:cubicBezTo>
                    <a:pt x="739" y="225"/>
                    <a:pt x="762" y="218"/>
                    <a:pt x="785" y="213"/>
                  </a:cubicBezTo>
                  <a:cubicBezTo>
                    <a:pt x="796" y="210"/>
                    <a:pt x="801" y="204"/>
                    <a:pt x="807" y="196"/>
                  </a:cubicBezTo>
                  <a:cubicBezTo>
                    <a:pt x="814" y="185"/>
                    <a:pt x="820" y="173"/>
                    <a:pt x="828" y="164"/>
                  </a:cubicBezTo>
                  <a:cubicBezTo>
                    <a:pt x="841" y="149"/>
                    <a:pt x="838" y="124"/>
                    <a:pt x="821" y="116"/>
                  </a:cubicBezTo>
                  <a:cubicBezTo>
                    <a:pt x="809" y="111"/>
                    <a:pt x="797" y="106"/>
                    <a:pt x="784" y="106"/>
                  </a:cubicBezTo>
                  <a:cubicBezTo>
                    <a:pt x="779" y="106"/>
                    <a:pt x="774" y="107"/>
                    <a:pt x="768" y="109"/>
                  </a:cubicBezTo>
                  <a:cubicBezTo>
                    <a:pt x="745" y="116"/>
                    <a:pt x="721" y="122"/>
                    <a:pt x="698" y="128"/>
                  </a:cubicBezTo>
                  <a:cubicBezTo>
                    <a:pt x="690" y="130"/>
                    <a:pt x="682" y="131"/>
                    <a:pt x="674" y="132"/>
                  </a:cubicBezTo>
                  <a:cubicBezTo>
                    <a:pt x="657" y="132"/>
                    <a:pt x="639" y="131"/>
                    <a:pt x="622" y="133"/>
                  </a:cubicBezTo>
                  <a:cubicBezTo>
                    <a:pt x="610" y="135"/>
                    <a:pt x="598" y="137"/>
                    <a:pt x="586" y="137"/>
                  </a:cubicBezTo>
                  <a:cubicBezTo>
                    <a:pt x="582" y="137"/>
                    <a:pt x="578" y="137"/>
                    <a:pt x="573" y="136"/>
                  </a:cubicBezTo>
                  <a:cubicBezTo>
                    <a:pt x="568" y="135"/>
                    <a:pt x="566" y="135"/>
                    <a:pt x="564" y="128"/>
                  </a:cubicBezTo>
                  <a:cubicBezTo>
                    <a:pt x="561" y="114"/>
                    <a:pt x="557" y="100"/>
                    <a:pt x="551" y="86"/>
                  </a:cubicBezTo>
                  <a:cubicBezTo>
                    <a:pt x="545" y="75"/>
                    <a:pt x="537" y="66"/>
                    <a:pt x="530" y="55"/>
                  </a:cubicBezTo>
                  <a:cubicBezTo>
                    <a:pt x="531" y="54"/>
                    <a:pt x="533" y="53"/>
                    <a:pt x="534" y="52"/>
                  </a:cubicBezTo>
                  <a:cubicBezTo>
                    <a:pt x="529" y="49"/>
                    <a:pt x="522" y="48"/>
                    <a:pt x="523" y="38"/>
                  </a:cubicBezTo>
                  <a:cubicBezTo>
                    <a:pt x="524" y="36"/>
                    <a:pt x="518" y="33"/>
                    <a:pt x="514" y="30"/>
                  </a:cubicBezTo>
                  <a:cubicBezTo>
                    <a:pt x="512" y="29"/>
                    <a:pt x="510" y="29"/>
                    <a:pt x="508" y="28"/>
                  </a:cubicBezTo>
                  <a:cubicBezTo>
                    <a:pt x="496" y="23"/>
                    <a:pt x="484" y="15"/>
                    <a:pt x="472" y="12"/>
                  </a:cubicBezTo>
                  <a:cubicBezTo>
                    <a:pt x="451" y="7"/>
                    <a:pt x="430" y="1"/>
                    <a:pt x="408" y="0"/>
                  </a:cubicBezTo>
                  <a:cubicBezTo>
                    <a:pt x="393" y="0"/>
                    <a:pt x="377" y="0"/>
                    <a:pt x="36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9" name="Freeform 279">
              <a:extLst>
                <a:ext uri="{FF2B5EF4-FFF2-40B4-BE49-F238E27FC236}">
                  <a16:creationId xmlns:a16="http://schemas.microsoft.com/office/drawing/2014/main" id="{B471A47F-7E54-3A6A-B190-BA5490B40154}"/>
                </a:ext>
              </a:extLst>
            </p:cNvPr>
            <p:cNvSpPr>
              <a:spLocks/>
            </p:cNvSpPr>
            <p:nvPr/>
          </p:nvSpPr>
          <p:spPr bwMode="auto">
            <a:xfrm>
              <a:off x="2259580" y="1824254"/>
              <a:ext cx="101260" cy="94346"/>
            </a:xfrm>
            <a:custGeom>
              <a:avLst/>
              <a:gdLst>
                <a:gd name="T0" fmla="*/ 65 w 278"/>
                <a:gd name="T1" fmla="*/ 0 h 258"/>
                <a:gd name="T2" fmla="*/ 32 w 278"/>
                <a:gd name="T3" fmla="*/ 4 h 258"/>
                <a:gd name="T4" fmla="*/ 1 w 278"/>
                <a:gd name="T5" fmla="*/ 32 h 258"/>
                <a:gd name="T6" fmla="*/ 1 w 278"/>
                <a:gd name="T7" fmla="*/ 38 h 258"/>
                <a:gd name="T8" fmla="*/ 6 w 278"/>
                <a:gd name="T9" fmla="*/ 50 h 258"/>
                <a:gd name="T10" fmla="*/ 30 w 278"/>
                <a:gd name="T11" fmla="*/ 89 h 258"/>
                <a:gd name="T12" fmla="*/ 37 w 278"/>
                <a:gd name="T13" fmla="*/ 102 h 258"/>
                <a:gd name="T14" fmla="*/ 51 w 278"/>
                <a:gd name="T15" fmla="*/ 130 h 258"/>
                <a:gd name="T16" fmla="*/ 72 w 278"/>
                <a:gd name="T17" fmla="*/ 158 h 258"/>
                <a:gd name="T18" fmla="*/ 88 w 278"/>
                <a:gd name="T19" fmla="*/ 184 h 258"/>
                <a:gd name="T20" fmla="*/ 105 w 278"/>
                <a:gd name="T21" fmla="*/ 206 h 258"/>
                <a:gd name="T22" fmla="*/ 105 w 278"/>
                <a:gd name="T23" fmla="*/ 207 h 258"/>
                <a:gd name="T24" fmla="*/ 150 w 278"/>
                <a:gd name="T25" fmla="*/ 249 h 258"/>
                <a:gd name="T26" fmla="*/ 175 w 278"/>
                <a:gd name="T27" fmla="*/ 258 h 258"/>
                <a:gd name="T28" fmla="*/ 177 w 278"/>
                <a:gd name="T29" fmla="*/ 258 h 258"/>
                <a:gd name="T30" fmla="*/ 209 w 278"/>
                <a:gd name="T31" fmla="*/ 247 h 258"/>
                <a:gd name="T32" fmla="*/ 261 w 278"/>
                <a:gd name="T33" fmla="*/ 197 h 258"/>
                <a:gd name="T34" fmla="*/ 266 w 278"/>
                <a:gd name="T35" fmla="*/ 182 h 258"/>
                <a:gd name="T36" fmla="*/ 278 w 278"/>
                <a:gd name="T37" fmla="*/ 143 h 258"/>
                <a:gd name="T38" fmla="*/ 260 w 278"/>
                <a:gd name="T39" fmla="*/ 87 h 258"/>
                <a:gd name="T40" fmla="*/ 206 w 278"/>
                <a:gd name="T41" fmla="*/ 27 h 258"/>
                <a:gd name="T42" fmla="*/ 198 w 278"/>
                <a:gd name="T43" fmla="*/ 23 h 258"/>
                <a:gd name="T44" fmla="*/ 157 w 278"/>
                <a:gd name="T45" fmla="*/ 13 h 258"/>
                <a:gd name="T46" fmla="*/ 111 w 278"/>
                <a:gd name="T47" fmla="*/ 2 h 258"/>
                <a:gd name="T48" fmla="*/ 65 w 278"/>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8" h="258">
                  <a:moveTo>
                    <a:pt x="65" y="0"/>
                  </a:moveTo>
                  <a:cubicBezTo>
                    <a:pt x="54" y="0"/>
                    <a:pt x="43" y="1"/>
                    <a:pt x="32" y="4"/>
                  </a:cubicBezTo>
                  <a:cubicBezTo>
                    <a:pt x="16" y="7"/>
                    <a:pt x="8" y="19"/>
                    <a:pt x="1" y="32"/>
                  </a:cubicBezTo>
                  <a:cubicBezTo>
                    <a:pt x="0" y="33"/>
                    <a:pt x="1" y="36"/>
                    <a:pt x="1" y="38"/>
                  </a:cubicBezTo>
                  <a:cubicBezTo>
                    <a:pt x="3" y="42"/>
                    <a:pt x="4" y="46"/>
                    <a:pt x="6" y="50"/>
                  </a:cubicBezTo>
                  <a:cubicBezTo>
                    <a:pt x="11" y="65"/>
                    <a:pt x="17" y="79"/>
                    <a:pt x="30" y="89"/>
                  </a:cubicBezTo>
                  <a:cubicBezTo>
                    <a:pt x="33" y="92"/>
                    <a:pt x="35" y="97"/>
                    <a:pt x="37" y="102"/>
                  </a:cubicBezTo>
                  <a:cubicBezTo>
                    <a:pt x="41" y="111"/>
                    <a:pt x="45" y="121"/>
                    <a:pt x="51" y="130"/>
                  </a:cubicBezTo>
                  <a:cubicBezTo>
                    <a:pt x="57" y="140"/>
                    <a:pt x="65" y="148"/>
                    <a:pt x="72" y="158"/>
                  </a:cubicBezTo>
                  <a:cubicBezTo>
                    <a:pt x="77" y="166"/>
                    <a:pt x="82" y="176"/>
                    <a:pt x="88" y="184"/>
                  </a:cubicBezTo>
                  <a:cubicBezTo>
                    <a:pt x="93" y="192"/>
                    <a:pt x="92" y="205"/>
                    <a:pt x="105" y="206"/>
                  </a:cubicBezTo>
                  <a:cubicBezTo>
                    <a:pt x="105" y="207"/>
                    <a:pt x="105" y="207"/>
                    <a:pt x="105" y="207"/>
                  </a:cubicBezTo>
                  <a:cubicBezTo>
                    <a:pt x="120" y="221"/>
                    <a:pt x="134" y="237"/>
                    <a:pt x="150" y="249"/>
                  </a:cubicBezTo>
                  <a:cubicBezTo>
                    <a:pt x="156" y="254"/>
                    <a:pt x="167" y="258"/>
                    <a:pt x="175" y="258"/>
                  </a:cubicBezTo>
                  <a:cubicBezTo>
                    <a:pt x="176" y="258"/>
                    <a:pt x="177" y="258"/>
                    <a:pt x="177" y="258"/>
                  </a:cubicBezTo>
                  <a:cubicBezTo>
                    <a:pt x="188" y="257"/>
                    <a:pt x="199" y="252"/>
                    <a:pt x="209" y="247"/>
                  </a:cubicBezTo>
                  <a:cubicBezTo>
                    <a:pt x="231" y="236"/>
                    <a:pt x="250" y="220"/>
                    <a:pt x="261" y="197"/>
                  </a:cubicBezTo>
                  <a:cubicBezTo>
                    <a:pt x="264" y="192"/>
                    <a:pt x="265" y="187"/>
                    <a:pt x="266" y="182"/>
                  </a:cubicBezTo>
                  <a:cubicBezTo>
                    <a:pt x="271" y="167"/>
                    <a:pt x="275" y="152"/>
                    <a:pt x="278" y="143"/>
                  </a:cubicBezTo>
                  <a:cubicBezTo>
                    <a:pt x="277" y="118"/>
                    <a:pt x="268" y="103"/>
                    <a:pt x="260" y="87"/>
                  </a:cubicBezTo>
                  <a:cubicBezTo>
                    <a:pt x="247" y="63"/>
                    <a:pt x="227" y="45"/>
                    <a:pt x="206" y="27"/>
                  </a:cubicBezTo>
                  <a:cubicBezTo>
                    <a:pt x="204" y="25"/>
                    <a:pt x="201" y="23"/>
                    <a:pt x="198" y="23"/>
                  </a:cubicBezTo>
                  <a:cubicBezTo>
                    <a:pt x="184" y="19"/>
                    <a:pt x="171" y="17"/>
                    <a:pt x="157" y="13"/>
                  </a:cubicBezTo>
                  <a:cubicBezTo>
                    <a:pt x="142" y="10"/>
                    <a:pt x="127" y="3"/>
                    <a:pt x="111" y="2"/>
                  </a:cubicBezTo>
                  <a:cubicBezTo>
                    <a:pt x="96" y="2"/>
                    <a:pt x="81" y="0"/>
                    <a:pt x="6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0" name="Freeform 280">
              <a:extLst>
                <a:ext uri="{FF2B5EF4-FFF2-40B4-BE49-F238E27FC236}">
                  <a16:creationId xmlns:a16="http://schemas.microsoft.com/office/drawing/2014/main" id="{CCE74C05-4A75-43C6-7C91-AEDAAA344918}"/>
                </a:ext>
              </a:extLst>
            </p:cNvPr>
            <p:cNvSpPr>
              <a:spLocks/>
            </p:cNvSpPr>
            <p:nvPr/>
          </p:nvSpPr>
          <p:spPr bwMode="auto">
            <a:xfrm>
              <a:off x="2072922" y="1886473"/>
              <a:ext cx="75640" cy="54900"/>
            </a:xfrm>
            <a:custGeom>
              <a:avLst/>
              <a:gdLst>
                <a:gd name="T0" fmla="*/ 40 w 207"/>
                <a:gd name="T1" fmla="*/ 0 h 151"/>
                <a:gd name="T2" fmla="*/ 29 w 207"/>
                <a:gd name="T3" fmla="*/ 10 h 151"/>
                <a:gd name="T4" fmla="*/ 3 w 207"/>
                <a:gd name="T5" fmla="*/ 47 h 151"/>
                <a:gd name="T6" fmla="*/ 0 w 207"/>
                <a:gd name="T7" fmla="*/ 56 h 151"/>
                <a:gd name="T8" fmla="*/ 0 w 207"/>
                <a:gd name="T9" fmla="*/ 97 h 151"/>
                <a:gd name="T10" fmla="*/ 20 w 207"/>
                <a:gd name="T11" fmla="*/ 135 h 151"/>
                <a:gd name="T12" fmla="*/ 42 w 207"/>
                <a:gd name="T13" fmla="*/ 147 h 151"/>
                <a:gd name="T14" fmla="*/ 56 w 207"/>
                <a:gd name="T15" fmla="*/ 151 h 151"/>
                <a:gd name="T16" fmla="*/ 65 w 207"/>
                <a:gd name="T17" fmla="*/ 149 h 151"/>
                <a:gd name="T18" fmla="*/ 113 w 207"/>
                <a:gd name="T19" fmla="*/ 124 h 151"/>
                <a:gd name="T20" fmla="*/ 125 w 207"/>
                <a:gd name="T21" fmla="*/ 113 h 151"/>
                <a:gd name="T22" fmla="*/ 165 w 207"/>
                <a:gd name="T23" fmla="*/ 59 h 151"/>
                <a:gd name="T24" fmla="*/ 184 w 207"/>
                <a:gd name="T25" fmla="*/ 44 h 151"/>
                <a:gd name="T26" fmla="*/ 204 w 207"/>
                <a:gd name="T27" fmla="*/ 20 h 151"/>
                <a:gd name="T28" fmla="*/ 195 w 207"/>
                <a:gd name="T29" fmla="*/ 6 h 151"/>
                <a:gd name="T30" fmla="*/ 192 w 207"/>
                <a:gd name="T31" fmla="*/ 6 h 151"/>
                <a:gd name="T32" fmla="*/ 122 w 207"/>
                <a:gd name="T33" fmla="*/ 17 h 151"/>
                <a:gd name="T34" fmla="*/ 101 w 207"/>
                <a:gd name="T35" fmla="*/ 19 h 151"/>
                <a:gd name="T36" fmla="*/ 82 w 207"/>
                <a:gd name="T37" fmla="*/ 14 h 151"/>
                <a:gd name="T38" fmla="*/ 51 w 207"/>
                <a:gd name="T39" fmla="*/ 2 h 151"/>
                <a:gd name="T40" fmla="*/ 42 w 207"/>
                <a:gd name="T41" fmla="*/ 3 h 151"/>
                <a:gd name="T42" fmla="*/ 40 w 207"/>
                <a:gd name="T43"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 h="151">
                  <a:moveTo>
                    <a:pt x="40" y="0"/>
                  </a:moveTo>
                  <a:cubicBezTo>
                    <a:pt x="36" y="3"/>
                    <a:pt x="32" y="6"/>
                    <a:pt x="29" y="10"/>
                  </a:cubicBezTo>
                  <a:cubicBezTo>
                    <a:pt x="20" y="22"/>
                    <a:pt x="12" y="35"/>
                    <a:pt x="3" y="47"/>
                  </a:cubicBezTo>
                  <a:cubicBezTo>
                    <a:pt x="1" y="50"/>
                    <a:pt x="0" y="53"/>
                    <a:pt x="0" y="56"/>
                  </a:cubicBezTo>
                  <a:cubicBezTo>
                    <a:pt x="0" y="69"/>
                    <a:pt x="0" y="83"/>
                    <a:pt x="0" y="97"/>
                  </a:cubicBezTo>
                  <a:cubicBezTo>
                    <a:pt x="0" y="113"/>
                    <a:pt x="5" y="126"/>
                    <a:pt x="20" y="135"/>
                  </a:cubicBezTo>
                  <a:cubicBezTo>
                    <a:pt x="27" y="139"/>
                    <a:pt x="35" y="142"/>
                    <a:pt x="42" y="147"/>
                  </a:cubicBezTo>
                  <a:cubicBezTo>
                    <a:pt x="47" y="150"/>
                    <a:pt x="51" y="151"/>
                    <a:pt x="56" y="151"/>
                  </a:cubicBezTo>
                  <a:cubicBezTo>
                    <a:pt x="59" y="151"/>
                    <a:pt x="62" y="150"/>
                    <a:pt x="65" y="149"/>
                  </a:cubicBezTo>
                  <a:cubicBezTo>
                    <a:pt x="81" y="141"/>
                    <a:pt x="97" y="132"/>
                    <a:pt x="113" y="124"/>
                  </a:cubicBezTo>
                  <a:cubicBezTo>
                    <a:pt x="117" y="121"/>
                    <a:pt x="123" y="117"/>
                    <a:pt x="125" y="113"/>
                  </a:cubicBezTo>
                  <a:cubicBezTo>
                    <a:pt x="136" y="93"/>
                    <a:pt x="148" y="74"/>
                    <a:pt x="165" y="59"/>
                  </a:cubicBezTo>
                  <a:cubicBezTo>
                    <a:pt x="171" y="54"/>
                    <a:pt x="177" y="46"/>
                    <a:pt x="184" y="44"/>
                  </a:cubicBezTo>
                  <a:cubicBezTo>
                    <a:pt x="196" y="40"/>
                    <a:pt x="201" y="31"/>
                    <a:pt x="204" y="20"/>
                  </a:cubicBezTo>
                  <a:cubicBezTo>
                    <a:pt x="207" y="12"/>
                    <a:pt x="203" y="6"/>
                    <a:pt x="195" y="6"/>
                  </a:cubicBezTo>
                  <a:cubicBezTo>
                    <a:pt x="194" y="6"/>
                    <a:pt x="193" y="6"/>
                    <a:pt x="192" y="6"/>
                  </a:cubicBezTo>
                  <a:cubicBezTo>
                    <a:pt x="169" y="9"/>
                    <a:pt x="145" y="14"/>
                    <a:pt x="122" y="17"/>
                  </a:cubicBezTo>
                  <a:cubicBezTo>
                    <a:pt x="115" y="18"/>
                    <a:pt x="108" y="19"/>
                    <a:pt x="101" y="19"/>
                  </a:cubicBezTo>
                  <a:cubicBezTo>
                    <a:pt x="95" y="19"/>
                    <a:pt x="88" y="18"/>
                    <a:pt x="82" y="14"/>
                  </a:cubicBezTo>
                  <a:cubicBezTo>
                    <a:pt x="72" y="7"/>
                    <a:pt x="63" y="2"/>
                    <a:pt x="51" y="2"/>
                  </a:cubicBezTo>
                  <a:cubicBezTo>
                    <a:pt x="48" y="2"/>
                    <a:pt x="45" y="2"/>
                    <a:pt x="42" y="3"/>
                  </a:cubicBezTo>
                  <a:cubicBezTo>
                    <a:pt x="41" y="2"/>
                    <a:pt x="41" y="1"/>
                    <a:pt x="4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1" name="Freeform 281">
              <a:extLst>
                <a:ext uri="{FF2B5EF4-FFF2-40B4-BE49-F238E27FC236}">
                  <a16:creationId xmlns:a16="http://schemas.microsoft.com/office/drawing/2014/main" id="{E8FDA081-BA66-FDEF-BFC4-CBF02E27028C}"/>
                </a:ext>
              </a:extLst>
            </p:cNvPr>
            <p:cNvSpPr>
              <a:spLocks/>
            </p:cNvSpPr>
            <p:nvPr/>
          </p:nvSpPr>
          <p:spPr bwMode="auto">
            <a:xfrm>
              <a:off x="1626811" y="2122744"/>
              <a:ext cx="90280" cy="89467"/>
            </a:xfrm>
            <a:custGeom>
              <a:avLst/>
              <a:gdLst>
                <a:gd name="T0" fmla="*/ 248 w 248"/>
                <a:gd name="T1" fmla="*/ 0 h 245"/>
                <a:gd name="T2" fmla="*/ 171 w 248"/>
                <a:gd name="T3" fmla="*/ 0 h 245"/>
                <a:gd name="T4" fmla="*/ 171 w 248"/>
                <a:gd name="T5" fmla="*/ 9 h 245"/>
                <a:gd name="T6" fmla="*/ 185 w 248"/>
                <a:gd name="T7" fmla="*/ 13 h 245"/>
                <a:gd name="T8" fmla="*/ 191 w 248"/>
                <a:gd name="T9" fmla="*/ 18 h 245"/>
                <a:gd name="T10" fmla="*/ 194 w 248"/>
                <a:gd name="T11" fmla="*/ 27 h 245"/>
                <a:gd name="T12" fmla="*/ 195 w 248"/>
                <a:gd name="T13" fmla="*/ 45 h 245"/>
                <a:gd name="T14" fmla="*/ 195 w 248"/>
                <a:gd name="T15" fmla="*/ 82 h 245"/>
                <a:gd name="T16" fmla="*/ 196 w 248"/>
                <a:gd name="T17" fmla="*/ 141 h 245"/>
                <a:gd name="T18" fmla="*/ 198 w 248"/>
                <a:gd name="T19" fmla="*/ 184 h 245"/>
                <a:gd name="T20" fmla="*/ 195 w 248"/>
                <a:gd name="T21" fmla="*/ 184 h 245"/>
                <a:gd name="T22" fmla="*/ 184 w 248"/>
                <a:gd name="T23" fmla="*/ 166 h 245"/>
                <a:gd name="T24" fmla="*/ 171 w 248"/>
                <a:gd name="T25" fmla="*/ 147 h 245"/>
                <a:gd name="T26" fmla="*/ 67 w 248"/>
                <a:gd name="T27" fmla="*/ 0 h 245"/>
                <a:gd name="T28" fmla="*/ 0 w 248"/>
                <a:gd name="T29" fmla="*/ 0 h 245"/>
                <a:gd name="T30" fmla="*/ 0 w 248"/>
                <a:gd name="T31" fmla="*/ 9 h 245"/>
                <a:gd name="T32" fmla="*/ 14 w 248"/>
                <a:gd name="T33" fmla="*/ 13 h 245"/>
                <a:gd name="T34" fmla="*/ 21 w 248"/>
                <a:gd name="T35" fmla="*/ 18 h 245"/>
                <a:gd name="T36" fmla="*/ 24 w 248"/>
                <a:gd name="T37" fmla="*/ 27 h 245"/>
                <a:gd name="T38" fmla="*/ 25 w 248"/>
                <a:gd name="T39" fmla="*/ 45 h 245"/>
                <a:gd name="T40" fmla="*/ 25 w 248"/>
                <a:gd name="T41" fmla="*/ 199 h 245"/>
                <a:gd name="T42" fmla="*/ 24 w 248"/>
                <a:gd name="T43" fmla="*/ 219 h 245"/>
                <a:gd name="T44" fmla="*/ 18 w 248"/>
                <a:gd name="T45" fmla="*/ 229 h 245"/>
                <a:gd name="T46" fmla="*/ 0 w 248"/>
                <a:gd name="T47" fmla="*/ 235 h 245"/>
                <a:gd name="T48" fmla="*/ 0 w 248"/>
                <a:gd name="T49" fmla="*/ 244 h 245"/>
                <a:gd name="T50" fmla="*/ 78 w 248"/>
                <a:gd name="T51" fmla="*/ 244 h 245"/>
                <a:gd name="T52" fmla="*/ 78 w 248"/>
                <a:gd name="T53" fmla="*/ 235 h 245"/>
                <a:gd name="T54" fmla="*/ 64 w 248"/>
                <a:gd name="T55" fmla="*/ 231 h 245"/>
                <a:gd name="T56" fmla="*/ 57 w 248"/>
                <a:gd name="T57" fmla="*/ 226 h 245"/>
                <a:gd name="T58" fmla="*/ 54 w 248"/>
                <a:gd name="T59" fmla="*/ 217 h 245"/>
                <a:gd name="T60" fmla="*/ 53 w 248"/>
                <a:gd name="T61" fmla="*/ 199 h 245"/>
                <a:gd name="T62" fmla="*/ 53 w 248"/>
                <a:gd name="T63" fmla="*/ 163 h 245"/>
                <a:gd name="T64" fmla="*/ 52 w 248"/>
                <a:gd name="T65" fmla="*/ 91 h 245"/>
                <a:gd name="T66" fmla="*/ 50 w 248"/>
                <a:gd name="T67" fmla="*/ 41 h 245"/>
                <a:gd name="T68" fmla="*/ 54 w 248"/>
                <a:gd name="T69" fmla="*/ 41 h 245"/>
                <a:gd name="T70" fmla="*/ 62 w 248"/>
                <a:gd name="T71" fmla="*/ 56 h 245"/>
                <a:gd name="T72" fmla="*/ 78 w 248"/>
                <a:gd name="T73" fmla="*/ 78 h 245"/>
                <a:gd name="T74" fmla="*/ 196 w 248"/>
                <a:gd name="T75" fmla="*/ 245 h 245"/>
                <a:gd name="T76" fmla="*/ 222 w 248"/>
                <a:gd name="T77" fmla="*/ 245 h 245"/>
                <a:gd name="T78" fmla="*/ 222 w 248"/>
                <a:gd name="T79" fmla="*/ 45 h 245"/>
                <a:gd name="T80" fmla="*/ 224 w 248"/>
                <a:gd name="T81" fmla="*/ 26 h 245"/>
                <a:gd name="T82" fmla="*/ 228 w 248"/>
                <a:gd name="T83" fmla="*/ 18 h 245"/>
                <a:gd name="T84" fmla="*/ 234 w 248"/>
                <a:gd name="T85" fmla="*/ 13 h 245"/>
                <a:gd name="T86" fmla="*/ 248 w 248"/>
                <a:gd name="T87" fmla="*/ 9 h 245"/>
                <a:gd name="T88" fmla="*/ 248 w 248"/>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8" h="245">
                  <a:moveTo>
                    <a:pt x="248" y="0"/>
                  </a:moveTo>
                  <a:cubicBezTo>
                    <a:pt x="171" y="0"/>
                    <a:pt x="171" y="0"/>
                    <a:pt x="171" y="0"/>
                  </a:cubicBezTo>
                  <a:cubicBezTo>
                    <a:pt x="171" y="9"/>
                    <a:pt x="171" y="9"/>
                    <a:pt x="171" y="9"/>
                  </a:cubicBezTo>
                  <a:cubicBezTo>
                    <a:pt x="178" y="10"/>
                    <a:pt x="182" y="12"/>
                    <a:pt x="185" y="13"/>
                  </a:cubicBezTo>
                  <a:cubicBezTo>
                    <a:pt x="187" y="14"/>
                    <a:pt x="189" y="16"/>
                    <a:pt x="191" y="18"/>
                  </a:cubicBezTo>
                  <a:cubicBezTo>
                    <a:pt x="192" y="20"/>
                    <a:pt x="193" y="23"/>
                    <a:pt x="194" y="27"/>
                  </a:cubicBezTo>
                  <a:cubicBezTo>
                    <a:pt x="194" y="31"/>
                    <a:pt x="195" y="37"/>
                    <a:pt x="195" y="45"/>
                  </a:cubicBezTo>
                  <a:cubicBezTo>
                    <a:pt x="195" y="82"/>
                    <a:pt x="195" y="82"/>
                    <a:pt x="195" y="82"/>
                  </a:cubicBezTo>
                  <a:cubicBezTo>
                    <a:pt x="195" y="100"/>
                    <a:pt x="195" y="119"/>
                    <a:pt x="196" y="141"/>
                  </a:cubicBezTo>
                  <a:cubicBezTo>
                    <a:pt x="196" y="163"/>
                    <a:pt x="197" y="177"/>
                    <a:pt x="198" y="184"/>
                  </a:cubicBezTo>
                  <a:cubicBezTo>
                    <a:pt x="195" y="184"/>
                    <a:pt x="195" y="184"/>
                    <a:pt x="195" y="184"/>
                  </a:cubicBezTo>
                  <a:cubicBezTo>
                    <a:pt x="191" y="178"/>
                    <a:pt x="187" y="171"/>
                    <a:pt x="184" y="166"/>
                  </a:cubicBezTo>
                  <a:cubicBezTo>
                    <a:pt x="181" y="161"/>
                    <a:pt x="176" y="155"/>
                    <a:pt x="171" y="147"/>
                  </a:cubicBezTo>
                  <a:cubicBezTo>
                    <a:pt x="67" y="0"/>
                    <a:pt x="67" y="0"/>
                    <a:pt x="67"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8" y="244"/>
                    <a:pt x="78" y="244"/>
                    <a:pt x="78" y="244"/>
                  </a:cubicBezTo>
                  <a:cubicBezTo>
                    <a:pt x="78" y="235"/>
                    <a:pt x="78" y="235"/>
                    <a:pt x="78" y="235"/>
                  </a:cubicBezTo>
                  <a:cubicBezTo>
                    <a:pt x="71" y="234"/>
                    <a:pt x="67" y="232"/>
                    <a:pt x="64" y="231"/>
                  </a:cubicBezTo>
                  <a:cubicBezTo>
                    <a:pt x="61" y="230"/>
                    <a:pt x="58" y="228"/>
                    <a:pt x="57" y="226"/>
                  </a:cubicBezTo>
                  <a:cubicBezTo>
                    <a:pt x="56" y="223"/>
                    <a:pt x="54" y="221"/>
                    <a:pt x="54" y="217"/>
                  </a:cubicBezTo>
                  <a:cubicBezTo>
                    <a:pt x="53" y="213"/>
                    <a:pt x="53" y="207"/>
                    <a:pt x="53" y="199"/>
                  </a:cubicBezTo>
                  <a:cubicBezTo>
                    <a:pt x="53" y="163"/>
                    <a:pt x="53" y="163"/>
                    <a:pt x="53" y="163"/>
                  </a:cubicBezTo>
                  <a:cubicBezTo>
                    <a:pt x="53" y="139"/>
                    <a:pt x="53" y="115"/>
                    <a:pt x="52" y="91"/>
                  </a:cubicBezTo>
                  <a:cubicBezTo>
                    <a:pt x="52" y="67"/>
                    <a:pt x="51" y="51"/>
                    <a:pt x="50" y="41"/>
                  </a:cubicBezTo>
                  <a:cubicBezTo>
                    <a:pt x="54" y="41"/>
                    <a:pt x="54" y="41"/>
                    <a:pt x="54" y="41"/>
                  </a:cubicBezTo>
                  <a:cubicBezTo>
                    <a:pt x="56" y="46"/>
                    <a:pt x="59" y="51"/>
                    <a:pt x="62" y="56"/>
                  </a:cubicBezTo>
                  <a:cubicBezTo>
                    <a:pt x="66" y="60"/>
                    <a:pt x="71" y="68"/>
                    <a:pt x="78" y="78"/>
                  </a:cubicBezTo>
                  <a:cubicBezTo>
                    <a:pt x="196" y="245"/>
                    <a:pt x="196" y="245"/>
                    <a:pt x="196" y="245"/>
                  </a:cubicBezTo>
                  <a:cubicBezTo>
                    <a:pt x="222" y="245"/>
                    <a:pt x="222" y="245"/>
                    <a:pt x="222" y="245"/>
                  </a:cubicBezTo>
                  <a:cubicBezTo>
                    <a:pt x="222" y="45"/>
                    <a:pt x="222" y="45"/>
                    <a:pt x="222" y="45"/>
                  </a:cubicBezTo>
                  <a:cubicBezTo>
                    <a:pt x="222" y="36"/>
                    <a:pt x="223" y="30"/>
                    <a:pt x="224" y="26"/>
                  </a:cubicBezTo>
                  <a:cubicBezTo>
                    <a:pt x="225" y="22"/>
                    <a:pt x="226" y="19"/>
                    <a:pt x="228" y="18"/>
                  </a:cubicBezTo>
                  <a:cubicBezTo>
                    <a:pt x="229" y="16"/>
                    <a:pt x="231" y="14"/>
                    <a:pt x="234" y="13"/>
                  </a:cubicBezTo>
                  <a:cubicBezTo>
                    <a:pt x="237" y="12"/>
                    <a:pt x="241" y="10"/>
                    <a:pt x="248" y="9"/>
                  </a:cubicBezTo>
                  <a:cubicBezTo>
                    <a:pt x="248" y="0"/>
                    <a:pt x="248" y="0"/>
                    <a:pt x="24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2" name="Freeform 282">
              <a:extLst>
                <a:ext uri="{FF2B5EF4-FFF2-40B4-BE49-F238E27FC236}">
                  <a16:creationId xmlns:a16="http://schemas.microsoft.com/office/drawing/2014/main" id="{35F27EC7-8DC3-F3DE-D6FF-86C2336E74E2}"/>
                </a:ext>
              </a:extLst>
            </p:cNvPr>
            <p:cNvSpPr>
              <a:spLocks noEditPoints="1"/>
            </p:cNvSpPr>
            <p:nvPr/>
          </p:nvSpPr>
          <p:spPr bwMode="auto">
            <a:xfrm>
              <a:off x="1726038" y="2121525"/>
              <a:ext cx="96380" cy="90280"/>
            </a:xfrm>
            <a:custGeom>
              <a:avLst/>
              <a:gdLst>
                <a:gd name="T0" fmla="*/ 86 w 265"/>
                <a:gd name="T1" fmla="*/ 151 h 247"/>
                <a:gd name="T2" fmla="*/ 135 w 265"/>
                <a:gd name="T3" fmla="*/ 35 h 247"/>
                <a:gd name="T4" fmla="*/ 175 w 265"/>
                <a:gd name="T5" fmla="*/ 151 h 247"/>
                <a:gd name="T6" fmla="*/ 86 w 265"/>
                <a:gd name="T7" fmla="*/ 151 h 247"/>
                <a:gd name="T8" fmla="*/ 160 w 265"/>
                <a:gd name="T9" fmla="*/ 0 h 247"/>
                <a:gd name="T10" fmla="*/ 126 w 265"/>
                <a:gd name="T11" fmla="*/ 0 h 247"/>
                <a:gd name="T12" fmla="*/ 38 w 265"/>
                <a:gd name="T13" fmla="*/ 198 h 247"/>
                <a:gd name="T14" fmla="*/ 21 w 265"/>
                <a:gd name="T15" fmla="*/ 227 h 247"/>
                <a:gd name="T16" fmla="*/ 0 w 265"/>
                <a:gd name="T17" fmla="*/ 238 h 247"/>
                <a:gd name="T18" fmla="*/ 0 w 265"/>
                <a:gd name="T19" fmla="*/ 247 h 247"/>
                <a:gd name="T20" fmla="*/ 91 w 265"/>
                <a:gd name="T21" fmla="*/ 247 h 247"/>
                <a:gd name="T22" fmla="*/ 91 w 265"/>
                <a:gd name="T23" fmla="*/ 238 h 247"/>
                <a:gd name="T24" fmla="*/ 71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2 w 265"/>
                <a:gd name="T39" fmla="*/ 205 h 247"/>
                <a:gd name="T40" fmla="*/ 193 w 265"/>
                <a:gd name="T41" fmla="*/ 218 h 247"/>
                <a:gd name="T42" fmla="*/ 191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1 w 265"/>
                <a:gd name="T57" fmla="*/ 221 h 247"/>
                <a:gd name="T58" fmla="*/ 232 w 265"/>
                <a:gd name="T59" fmla="*/ 200 h 247"/>
                <a:gd name="T60" fmla="*/ 160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5" y="35"/>
                    <a:pt x="135" y="35"/>
                    <a:pt x="135" y="35"/>
                  </a:cubicBezTo>
                  <a:cubicBezTo>
                    <a:pt x="175" y="151"/>
                    <a:pt x="175" y="151"/>
                    <a:pt x="175" y="151"/>
                  </a:cubicBezTo>
                  <a:cubicBezTo>
                    <a:pt x="86" y="151"/>
                    <a:pt x="86" y="151"/>
                    <a:pt x="86" y="151"/>
                  </a:cubicBezTo>
                  <a:moveTo>
                    <a:pt x="160" y="0"/>
                  </a:moveTo>
                  <a:cubicBezTo>
                    <a:pt x="126" y="0"/>
                    <a:pt x="126" y="0"/>
                    <a:pt x="126" y="0"/>
                  </a:cubicBezTo>
                  <a:cubicBezTo>
                    <a:pt x="38" y="198"/>
                    <a:pt x="38" y="198"/>
                    <a:pt x="38" y="198"/>
                  </a:cubicBezTo>
                  <a:cubicBezTo>
                    <a:pt x="32" y="211"/>
                    <a:pt x="27" y="220"/>
                    <a:pt x="21" y="227"/>
                  </a:cubicBezTo>
                  <a:cubicBezTo>
                    <a:pt x="15" y="233"/>
                    <a:pt x="8" y="237"/>
                    <a:pt x="0" y="238"/>
                  </a:cubicBezTo>
                  <a:cubicBezTo>
                    <a:pt x="0" y="247"/>
                    <a:pt x="0" y="247"/>
                    <a:pt x="0" y="247"/>
                  </a:cubicBezTo>
                  <a:cubicBezTo>
                    <a:pt x="91" y="247"/>
                    <a:pt x="91" y="247"/>
                    <a:pt x="91" y="247"/>
                  </a:cubicBezTo>
                  <a:cubicBezTo>
                    <a:pt x="91" y="238"/>
                    <a:pt x="91" y="238"/>
                    <a:pt x="91" y="238"/>
                  </a:cubicBezTo>
                  <a:cubicBezTo>
                    <a:pt x="82" y="237"/>
                    <a:pt x="75" y="235"/>
                    <a:pt x="71" y="232"/>
                  </a:cubicBezTo>
                  <a:cubicBezTo>
                    <a:pt x="66" y="228"/>
                    <a:pt x="64" y="223"/>
                    <a:pt x="64" y="216"/>
                  </a:cubicBezTo>
                  <a:cubicBezTo>
                    <a:pt x="64" y="212"/>
                    <a:pt x="65"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1" y="200"/>
                    <a:pt x="192" y="205"/>
                  </a:cubicBezTo>
                  <a:cubicBezTo>
                    <a:pt x="193" y="210"/>
                    <a:pt x="193" y="214"/>
                    <a:pt x="193" y="218"/>
                  </a:cubicBezTo>
                  <a:cubicBezTo>
                    <a:pt x="193" y="222"/>
                    <a:pt x="193" y="226"/>
                    <a:pt x="191" y="228"/>
                  </a:cubicBezTo>
                  <a:cubicBezTo>
                    <a:pt x="189" y="231"/>
                    <a:pt x="187" y="233"/>
                    <a:pt x="183" y="234"/>
                  </a:cubicBezTo>
                  <a:cubicBezTo>
                    <a:pt x="180" y="236"/>
                    <a:pt x="174" y="237"/>
                    <a:pt x="167" y="238"/>
                  </a:cubicBezTo>
                  <a:cubicBezTo>
                    <a:pt x="167" y="247"/>
                    <a:pt x="167" y="247"/>
                    <a:pt x="167" y="247"/>
                  </a:cubicBezTo>
                  <a:cubicBezTo>
                    <a:pt x="265" y="247"/>
                    <a:pt x="265" y="247"/>
                    <a:pt x="265" y="247"/>
                  </a:cubicBezTo>
                  <a:cubicBezTo>
                    <a:pt x="265" y="238"/>
                    <a:pt x="265" y="238"/>
                    <a:pt x="265" y="238"/>
                  </a:cubicBezTo>
                  <a:cubicBezTo>
                    <a:pt x="259" y="237"/>
                    <a:pt x="254" y="235"/>
                    <a:pt x="250" y="232"/>
                  </a:cubicBezTo>
                  <a:cubicBezTo>
                    <a:pt x="246" y="230"/>
                    <a:pt x="243" y="226"/>
                    <a:pt x="241" y="221"/>
                  </a:cubicBezTo>
                  <a:cubicBezTo>
                    <a:pt x="238" y="216"/>
                    <a:pt x="235" y="209"/>
                    <a:pt x="232" y="200"/>
                  </a:cubicBezTo>
                  <a:cubicBezTo>
                    <a:pt x="160" y="0"/>
                    <a:pt x="160" y="0"/>
                    <a:pt x="16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3" name="Freeform 283">
              <a:extLst>
                <a:ext uri="{FF2B5EF4-FFF2-40B4-BE49-F238E27FC236}">
                  <a16:creationId xmlns:a16="http://schemas.microsoft.com/office/drawing/2014/main" id="{2CEC8607-FAB4-D6C8-4354-BA5CFC89A3D8}"/>
                </a:ext>
              </a:extLst>
            </p:cNvPr>
            <p:cNvSpPr>
              <a:spLocks/>
            </p:cNvSpPr>
            <p:nvPr/>
          </p:nvSpPr>
          <p:spPr bwMode="auto">
            <a:xfrm>
              <a:off x="1832989" y="2122744"/>
              <a:ext cx="89873" cy="89467"/>
            </a:xfrm>
            <a:custGeom>
              <a:avLst/>
              <a:gdLst>
                <a:gd name="T0" fmla="*/ 247 w 247"/>
                <a:gd name="T1" fmla="*/ 0 h 245"/>
                <a:gd name="T2" fmla="*/ 171 w 247"/>
                <a:gd name="T3" fmla="*/ 0 h 245"/>
                <a:gd name="T4" fmla="*/ 171 w 247"/>
                <a:gd name="T5" fmla="*/ 9 h 245"/>
                <a:gd name="T6" fmla="*/ 184 w 247"/>
                <a:gd name="T7" fmla="*/ 13 h 245"/>
                <a:gd name="T8" fmla="*/ 190 w 247"/>
                <a:gd name="T9" fmla="*/ 18 h 245"/>
                <a:gd name="T10" fmla="*/ 194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4 w 247"/>
                <a:gd name="T33" fmla="*/ 13 h 245"/>
                <a:gd name="T34" fmla="*/ 20 w 247"/>
                <a:gd name="T35" fmla="*/ 18 h 245"/>
                <a:gd name="T36" fmla="*/ 24 w 247"/>
                <a:gd name="T37" fmla="*/ 27 h 245"/>
                <a:gd name="T38" fmla="*/ 25 w 247"/>
                <a:gd name="T39" fmla="*/ 45 h 245"/>
                <a:gd name="T40" fmla="*/ 25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8 w 247"/>
                <a:gd name="T73" fmla="*/ 78 h 245"/>
                <a:gd name="T74" fmla="*/ 196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1" y="0"/>
                    <a:pt x="171" y="0"/>
                    <a:pt x="171" y="0"/>
                  </a:cubicBezTo>
                  <a:cubicBezTo>
                    <a:pt x="171" y="9"/>
                    <a:pt x="171" y="9"/>
                    <a:pt x="171" y="9"/>
                  </a:cubicBezTo>
                  <a:cubicBezTo>
                    <a:pt x="177" y="10"/>
                    <a:pt x="182" y="12"/>
                    <a:pt x="184" y="13"/>
                  </a:cubicBezTo>
                  <a:cubicBezTo>
                    <a:pt x="187" y="14"/>
                    <a:pt x="189" y="16"/>
                    <a:pt x="190" y="18"/>
                  </a:cubicBezTo>
                  <a:cubicBezTo>
                    <a:pt x="192" y="20"/>
                    <a:pt x="193" y="23"/>
                    <a:pt x="194"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0" y="227"/>
                    <a:pt x="17"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6"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1" y="51"/>
                    <a:pt x="50" y="41"/>
                  </a:cubicBezTo>
                  <a:cubicBezTo>
                    <a:pt x="53" y="41"/>
                    <a:pt x="53" y="41"/>
                    <a:pt x="53" y="41"/>
                  </a:cubicBezTo>
                  <a:cubicBezTo>
                    <a:pt x="56" y="46"/>
                    <a:pt x="59" y="51"/>
                    <a:pt x="62" y="56"/>
                  </a:cubicBezTo>
                  <a:cubicBezTo>
                    <a:pt x="65" y="60"/>
                    <a:pt x="70" y="68"/>
                    <a:pt x="78" y="78"/>
                  </a:cubicBezTo>
                  <a:cubicBezTo>
                    <a:pt x="196" y="245"/>
                    <a:pt x="196" y="245"/>
                    <a:pt x="196" y="245"/>
                  </a:cubicBezTo>
                  <a:cubicBezTo>
                    <a:pt x="222" y="245"/>
                    <a:pt x="222" y="245"/>
                    <a:pt x="222" y="245"/>
                  </a:cubicBezTo>
                  <a:cubicBezTo>
                    <a:pt x="222" y="45"/>
                    <a:pt x="222" y="45"/>
                    <a:pt x="222" y="45"/>
                  </a:cubicBezTo>
                  <a:cubicBezTo>
                    <a:pt x="222" y="36"/>
                    <a:pt x="222" y="30"/>
                    <a:pt x="223" y="26"/>
                  </a:cubicBezTo>
                  <a:cubicBezTo>
                    <a:pt x="224" y="22"/>
                    <a:pt x="226" y="19"/>
                    <a:pt x="227" y="18"/>
                  </a:cubicBezTo>
                  <a:cubicBezTo>
                    <a:pt x="229" y="16"/>
                    <a:pt x="231" y="14"/>
                    <a:pt x="233" y="13"/>
                  </a:cubicBezTo>
                  <a:cubicBezTo>
                    <a:pt x="236" y="12"/>
                    <a:pt x="241"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 name="Freeform 284">
              <a:extLst>
                <a:ext uri="{FF2B5EF4-FFF2-40B4-BE49-F238E27FC236}">
                  <a16:creationId xmlns:a16="http://schemas.microsoft.com/office/drawing/2014/main" id="{B4D02AB2-5C59-40C3-73E9-3BFB60BD3D14}"/>
                </a:ext>
              </a:extLst>
            </p:cNvPr>
            <p:cNvSpPr>
              <a:spLocks/>
            </p:cNvSpPr>
            <p:nvPr/>
          </p:nvSpPr>
          <p:spPr bwMode="auto">
            <a:xfrm>
              <a:off x="1933436" y="2122744"/>
              <a:ext cx="38226" cy="114679"/>
            </a:xfrm>
            <a:custGeom>
              <a:avLst/>
              <a:gdLst>
                <a:gd name="T0" fmla="*/ 105 w 105"/>
                <a:gd name="T1" fmla="*/ 0 h 314"/>
                <a:gd name="T2" fmla="*/ 16 w 105"/>
                <a:gd name="T3" fmla="*/ 0 h 314"/>
                <a:gd name="T4" fmla="*/ 16 w 105"/>
                <a:gd name="T5" fmla="*/ 9 h 314"/>
                <a:gd name="T6" fmla="*/ 33 w 105"/>
                <a:gd name="T7" fmla="*/ 15 h 314"/>
                <a:gd name="T8" fmla="*/ 39 w 105"/>
                <a:gd name="T9" fmla="*/ 24 h 314"/>
                <a:gd name="T10" fmla="*/ 41 w 105"/>
                <a:gd name="T11" fmla="*/ 45 h 314"/>
                <a:gd name="T12" fmla="*/ 41 w 105"/>
                <a:gd name="T13" fmla="*/ 246 h 314"/>
                <a:gd name="T14" fmla="*/ 38 w 105"/>
                <a:gd name="T15" fmla="*/ 271 h 314"/>
                <a:gd name="T16" fmla="*/ 27 w 105"/>
                <a:gd name="T17" fmla="*/ 286 h 314"/>
                <a:gd name="T18" fmla="*/ 0 w 105"/>
                <a:gd name="T19" fmla="*/ 298 h 314"/>
                <a:gd name="T20" fmla="*/ 7 w 105"/>
                <a:gd name="T21" fmla="*/ 314 h 314"/>
                <a:gd name="T22" fmla="*/ 52 w 105"/>
                <a:gd name="T23" fmla="*/ 296 h 314"/>
                <a:gd name="T24" fmla="*/ 74 w 105"/>
                <a:gd name="T25" fmla="*/ 271 h 314"/>
                <a:gd name="T26" fmla="*/ 81 w 105"/>
                <a:gd name="T27" fmla="*/ 232 h 314"/>
                <a:gd name="T28" fmla="*/ 81 w 105"/>
                <a:gd name="T29" fmla="*/ 45 h 314"/>
                <a:gd name="T30" fmla="*/ 82 w 105"/>
                <a:gd name="T31" fmla="*/ 27 h 314"/>
                <a:gd name="T32" fmla="*/ 86 w 105"/>
                <a:gd name="T33" fmla="*/ 18 h 314"/>
                <a:gd name="T34" fmla="*/ 92 w 105"/>
                <a:gd name="T35" fmla="*/ 13 h 314"/>
                <a:gd name="T36" fmla="*/ 105 w 105"/>
                <a:gd name="T37" fmla="*/ 9 h 314"/>
                <a:gd name="T38" fmla="*/ 105 w 105"/>
                <a:gd name="T3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 h="314">
                  <a:moveTo>
                    <a:pt x="105" y="0"/>
                  </a:moveTo>
                  <a:cubicBezTo>
                    <a:pt x="16" y="0"/>
                    <a:pt x="16" y="0"/>
                    <a:pt x="16" y="0"/>
                  </a:cubicBezTo>
                  <a:cubicBezTo>
                    <a:pt x="16" y="9"/>
                    <a:pt x="16" y="9"/>
                    <a:pt x="16" y="9"/>
                  </a:cubicBezTo>
                  <a:cubicBezTo>
                    <a:pt x="25" y="11"/>
                    <a:pt x="31" y="13"/>
                    <a:pt x="33" y="15"/>
                  </a:cubicBezTo>
                  <a:cubicBezTo>
                    <a:pt x="36" y="17"/>
                    <a:pt x="38" y="20"/>
                    <a:pt x="39" y="24"/>
                  </a:cubicBezTo>
                  <a:cubicBezTo>
                    <a:pt x="40" y="27"/>
                    <a:pt x="41" y="34"/>
                    <a:pt x="41" y="45"/>
                  </a:cubicBezTo>
                  <a:cubicBezTo>
                    <a:pt x="41" y="246"/>
                    <a:pt x="41" y="246"/>
                    <a:pt x="41" y="246"/>
                  </a:cubicBezTo>
                  <a:cubicBezTo>
                    <a:pt x="41" y="256"/>
                    <a:pt x="40" y="264"/>
                    <a:pt x="38" y="271"/>
                  </a:cubicBezTo>
                  <a:cubicBezTo>
                    <a:pt x="36" y="277"/>
                    <a:pt x="32" y="282"/>
                    <a:pt x="27" y="286"/>
                  </a:cubicBezTo>
                  <a:cubicBezTo>
                    <a:pt x="22" y="290"/>
                    <a:pt x="13" y="294"/>
                    <a:pt x="0" y="298"/>
                  </a:cubicBezTo>
                  <a:cubicBezTo>
                    <a:pt x="7" y="314"/>
                    <a:pt x="7" y="314"/>
                    <a:pt x="7" y="314"/>
                  </a:cubicBezTo>
                  <a:cubicBezTo>
                    <a:pt x="27" y="309"/>
                    <a:pt x="41" y="303"/>
                    <a:pt x="52" y="296"/>
                  </a:cubicBezTo>
                  <a:cubicBezTo>
                    <a:pt x="62" y="290"/>
                    <a:pt x="70" y="281"/>
                    <a:pt x="74" y="271"/>
                  </a:cubicBezTo>
                  <a:cubicBezTo>
                    <a:pt x="78" y="261"/>
                    <a:pt x="81" y="248"/>
                    <a:pt x="81" y="232"/>
                  </a:cubicBezTo>
                  <a:cubicBezTo>
                    <a:pt x="81" y="45"/>
                    <a:pt x="81" y="45"/>
                    <a:pt x="81" y="45"/>
                  </a:cubicBezTo>
                  <a:cubicBezTo>
                    <a:pt x="81" y="37"/>
                    <a:pt x="81" y="31"/>
                    <a:pt x="82" y="27"/>
                  </a:cubicBezTo>
                  <a:cubicBezTo>
                    <a:pt x="83" y="23"/>
                    <a:pt x="84" y="20"/>
                    <a:pt x="86" y="18"/>
                  </a:cubicBezTo>
                  <a:cubicBezTo>
                    <a:pt x="87" y="16"/>
                    <a:pt x="89" y="14"/>
                    <a:pt x="92" y="13"/>
                  </a:cubicBezTo>
                  <a:cubicBezTo>
                    <a:pt x="95" y="12"/>
                    <a:pt x="99" y="10"/>
                    <a:pt x="105" y="9"/>
                  </a:cubicBezTo>
                  <a:cubicBezTo>
                    <a:pt x="105" y="0"/>
                    <a:pt x="105" y="0"/>
                    <a:pt x="10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 name="Freeform 285">
              <a:extLst>
                <a:ext uri="{FF2B5EF4-FFF2-40B4-BE49-F238E27FC236}">
                  <a16:creationId xmlns:a16="http://schemas.microsoft.com/office/drawing/2014/main" id="{02243D1D-B040-6E7A-7F7B-BFAFEF8DEA51}"/>
                </a:ext>
              </a:extLst>
            </p:cNvPr>
            <p:cNvSpPr>
              <a:spLocks/>
            </p:cNvSpPr>
            <p:nvPr/>
          </p:nvSpPr>
          <p:spPr bwMode="auto">
            <a:xfrm>
              <a:off x="1989150" y="2122744"/>
              <a:ext cx="32533"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4 w 89"/>
                <a:gd name="T11" fmla="*/ 27 h 244"/>
                <a:gd name="T12" fmla="*/ 25 w 89"/>
                <a:gd name="T13" fmla="*/ 45 h 244"/>
                <a:gd name="T14" fmla="*/ 25 w 89"/>
                <a:gd name="T15" fmla="*/ 199 h 244"/>
                <a:gd name="T16" fmla="*/ 23 w 89"/>
                <a:gd name="T17" fmla="*/ 219 h 244"/>
                <a:gd name="T18" fmla="*/ 18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9 w 89"/>
                <a:gd name="T31" fmla="*/ 226 h 244"/>
                <a:gd name="T32" fmla="*/ 66 w 89"/>
                <a:gd name="T33" fmla="*/ 217 h 244"/>
                <a:gd name="T34" fmla="*/ 65 w 89"/>
                <a:gd name="T35" fmla="*/ 199 h 244"/>
                <a:gd name="T36" fmla="*/ 65 w 89"/>
                <a:gd name="T37" fmla="*/ 45 h 244"/>
                <a:gd name="T38" fmla="*/ 66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1" y="227"/>
                    <a:pt x="18" y="229"/>
                  </a:cubicBezTo>
                  <a:cubicBezTo>
                    <a:pt x="15" y="231"/>
                    <a:pt x="9"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69" y="18"/>
                  </a:cubicBezTo>
                  <a:cubicBezTo>
                    <a:pt x="71" y="16"/>
                    <a:pt x="73" y="14"/>
                    <a:pt x="76" y="13"/>
                  </a:cubicBezTo>
                  <a:cubicBezTo>
                    <a:pt x="79"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 name="Freeform 286">
              <a:extLst>
                <a:ext uri="{FF2B5EF4-FFF2-40B4-BE49-F238E27FC236}">
                  <a16:creationId xmlns:a16="http://schemas.microsoft.com/office/drawing/2014/main" id="{C85E974F-46D3-0911-8538-6F5ACA3C6ABD}"/>
                </a:ext>
              </a:extLst>
            </p:cNvPr>
            <p:cNvSpPr>
              <a:spLocks/>
            </p:cNvSpPr>
            <p:nvPr/>
          </p:nvSpPr>
          <p:spPr bwMode="auto">
            <a:xfrm>
              <a:off x="2040389"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7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2" y="12"/>
                    <a:pt x="184" y="13"/>
                  </a:cubicBezTo>
                  <a:cubicBezTo>
                    <a:pt x="187" y="14"/>
                    <a:pt x="189" y="16"/>
                    <a:pt x="190" y="18"/>
                  </a:cubicBezTo>
                  <a:cubicBezTo>
                    <a:pt x="192" y="20"/>
                    <a:pt x="193" y="23"/>
                    <a:pt x="193"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2"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7"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0" y="51"/>
                    <a:pt x="50"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9"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 name="Freeform 287">
              <a:extLst>
                <a:ext uri="{FF2B5EF4-FFF2-40B4-BE49-F238E27FC236}">
                  <a16:creationId xmlns:a16="http://schemas.microsoft.com/office/drawing/2014/main" id="{0DC75811-5E12-7DD9-85A8-80F6469B442F}"/>
                </a:ext>
              </a:extLst>
            </p:cNvPr>
            <p:cNvSpPr>
              <a:spLocks/>
            </p:cNvSpPr>
            <p:nvPr/>
          </p:nvSpPr>
          <p:spPr bwMode="auto">
            <a:xfrm>
              <a:off x="2147749" y="2121525"/>
              <a:ext cx="81740" cy="91499"/>
            </a:xfrm>
            <a:custGeom>
              <a:avLst/>
              <a:gdLst>
                <a:gd name="T0" fmla="*/ 123 w 224"/>
                <a:gd name="T1" fmla="*/ 0 h 250"/>
                <a:gd name="T2" fmla="*/ 58 w 224"/>
                <a:gd name="T3" fmla="*/ 16 h 250"/>
                <a:gd name="T4" fmla="*/ 15 w 224"/>
                <a:gd name="T5" fmla="*/ 60 h 250"/>
                <a:gd name="T6" fmla="*/ 0 w 224"/>
                <a:gd name="T7" fmla="*/ 127 h 250"/>
                <a:gd name="T8" fmla="*/ 28 w 224"/>
                <a:gd name="T9" fmla="*/ 219 h 250"/>
                <a:gd name="T10" fmla="*/ 108 w 224"/>
                <a:gd name="T11" fmla="*/ 250 h 250"/>
                <a:gd name="T12" fmla="*/ 143 w 224"/>
                <a:gd name="T13" fmla="*/ 246 h 250"/>
                <a:gd name="T14" fmla="*/ 172 w 224"/>
                <a:gd name="T15" fmla="*/ 236 h 250"/>
                <a:gd name="T16" fmla="*/ 187 w 224"/>
                <a:gd name="T17" fmla="*/ 250 h 250"/>
                <a:gd name="T18" fmla="*/ 204 w 224"/>
                <a:gd name="T19" fmla="*/ 246 h 250"/>
                <a:gd name="T20" fmla="*/ 204 w 224"/>
                <a:gd name="T21" fmla="*/ 184 h 250"/>
                <a:gd name="T22" fmla="*/ 204 w 224"/>
                <a:gd name="T23" fmla="*/ 167 h 250"/>
                <a:gd name="T24" fmla="*/ 207 w 224"/>
                <a:gd name="T25" fmla="*/ 157 h 250"/>
                <a:gd name="T26" fmla="*/ 213 w 224"/>
                <a:gd name="T27" fmla="*/ 150 h 250"/>
                <a:gd name="T28" fmla="*/ 224 w 224"/>
                <a:gd name="T29" fmla="*/ 145 h 250"/>
                <a:gd name="T30" fmla="*/ 224 w 224"/>
                <a:gd name="T31" fmla="*/ 136 h 250"/>
                <a:gd name="T32" fmla="*/ 139 w 224"/>
                <a:gd name="T33" fmla="*/ 136 h 250"/>
                <a:gd name="T34" fmla="*/ 139 w 224"/>
                <a:gd name="T35" fmla="*/ 145 h 250"/>
                <a:gd name="T36" fmla="*/ 155 w 224"/>
                <a:gd name="T37" fmla="*/ 152 h 250"/>
                <a:gd name="T38" fmla="*/ 163 w 224"/>
                <a:gd name="T39" fmla="*/ 163 h 250"/>
                <a:gd name="T40" fmla="*/ 165 w 224"/>
                <a:gd name="T41" fmla="*/ 186 h 250"/>
                <a:gd name="T42" fmla="*/ 165 w 224"/>
                <a:gd name="T43" fmla="*/ 197 h 250"/>
                <a:gd name="T44" fmla="*/ 153 w 224"/>
                <a:gd name="T45" fmla="*/ 225 h 250"/>
                <a:gd name="T46" fmla="*/ 115 w 224"/>
                <a:gd name="T47" fmla="*/ 234 h 250"/>
                <a:gd name="T48" fmla="*/ 76 w 224"/>
                <a:gd name="T49" fmla="*/ 222 h 250"/>
                <a:gd name="T50" fmla="*/ 52 w 224"/>
                <a:gd name="T51" fmla="*/ 184 h 250"/>
                <a:gd name="T52" fmla="*/ 43 w 224"/>
                <a:gd name="T53" fmla="*/ 124 h 250"/>
                <a:gd name="T54" fmla="*/ 53 w 224"/>
                <a:gd name="T55" fmla="*/ 65 h 250"/>
                <a:gd name="T56" fmla="*/ 80 w 224"/>
                <a:gd name="T57" fmla="*/ 29 h 250"/>
                <a:gd name="T58" fmla="*/ 121 w 224"/>
                <a:gd name="T59" fmla="*/ 16 h 250"/>
                <a:gd name="T60" fmla="*/ 148 w 224"/>
                <a:gd name="T61" fmla="*/ 20 h 250"/>
                <a:gd name="T62" fmla="*/ 167 w 224"/>
                <a:gd name="T63" fmla="*/ 33 h 250"/>
                <a:gd name="T64" fmla="*/ 181 w 224"/>
                <a:gd name="T65" fmla="*/ 58 h 250"/>
                <a:gd name="T66" fmla="*/ 201 w 224"/>
                <a:gd name="T67" fmla="*/ 58 h 250"/>
                <a:gd name="T68" fmla="*/ 201 w 224"/>
                <a:gd name="T69" fmla="*/ 9 h 250"/>
                <a:gd name="T70" fmla="*/ 161 w 224"/>
                <a:gd name="T71" fmla="*/ 2 h 250"/>
                <a:gd name="T72" fmla="*/ 123 w 224"/>
                <a:gd name="T73"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4" h="250">
                  <a:moveTo>
                    <a:pt x="123" y="0"/>
                  </a:moveTo>
                  <a:cubicBezTo>
                    <a:pt x="98" y="0"/>
                    <a:pt x="76" y="5"/>
                    <a:pt x="58" y="16"/>
                  </a:cubicBezTo>
                  <a:cubicBezTo>
                    <a:pt x="39" y="26"/>
                    <a:pt x="25" y="41"/>
                    <a:pt x="15" y="60"/>
                  </a:cubicBezTo>
                  <a:cubicBezTo>
                    <a:pt x="5" y="79"/>
                    <a:pt x="0" y="101"/>
                    <a:pt x="0" y="127"/>
                  </a:cubicBezTo>
                  <a:cubicBezTo>
                    <a:pt x="0" y="168"/>
                    <a:pt x="9" y="198"/>
                    <a:pt x="28" y="219"/>
                  </a:cubicBezTo>
                  <a:cubicBezTo>
                    <a:pt x="46" y="240"/>
                    <a:pt x="72" y="250"/>
                    <a:pt x="108" y="250"/>
                  </a:cubicBezTo>
                  <a:cubicBezTo>
                    <a:pt x="121" y="250"/>
                    <a:pt x="133" y="249"/>
                    <a:pt x="143" y="246"/>
                  </a:cubicBezTo>
                  <a:cubicBezTo>
                    <a:pt x="153" y="244"/>
                    <a:pt x="162" y="241"/>
                    <a:pt x="172" y="236"/>
                  </a:cubicBezTo>
                  <a:cubicBezTo>
                    <a:pt x="187" y="250"/>
                    <a:pt x="187" y="250"/>
                    <a:pt x="187" y="250"/>
                  </a:cubicBezTo>
                  <a:cubicBezTo>
                    <a:pt x="204" y="246"/>
                    <a:pt x="204" y="246"/>
                    <a:pt x="204" y="246"/>
                  </a:cubicBezTo>
                  <a:cubicBezTo>
                    <a:pt x="204" y="184"/>
                    <a:pt x="204" y="184"/>
                    <a:pt x="204" y="184"/>
                  </a:cubicBezTo>
                  <a:cubicBezTo>
                    <a:pt x="204" y="177"/>
                    <a:pt x="204" y="171"/>
                    <a:pt x="204" y="167"/>
                  </a:cubicBezTo>
                  <a:cubicBezTo>
                    <a:pt x="205" y="163"/>
                    <a:pt x="206" y="160"/>
                    <a:pt x="207" y="157"/>
                  </a:cubicBezTo>
                  <a:cubicBezTo>
                    <a:pt x="208" y="154"/>
                    <a:pt x="210" y="152"/>
                    <a:pt x="213" y="150"/>
                  </a:cubicBezTo>
                  <a:cubicBezTo>
                    <a:pt x="216" y="148"/>
                    <a:pt x="219" y="147"/>
                    <a:pt x="224" y="145"/>
                  </a:cubicBezTo>
                  <a:cubicBezTo>
                    <a:pt x="224" y="136"/>
                    <a:pt x="224" y="136"/>
                    <a:pt x="224" y="136"/>
                  </a:cubicBezTo>
                  <a:cubicBezTo>
                    <a:pt x="139" y="136"/>
                    <a:pt x="139" y="136"/>
                    <a:pt x="139" y="136"/>
                  </a:cubicBezTo>
                  <a:cubicBezTo>
                    <a:pt x="139" y="145"/>
                    <a:pt x="139" y="145"/>
                    <a:pt x="139" y="145"/>
                  </a:cubicBezTo>
                  <a:cubicBezTo>
                    <a:pt x="146" y="147"/>
                    <a:pt x="152" y="149"/>
                    <a:pt x="155" y="152"/>
                  </a:cubicBezTo>
                  <a:cubicBezTo>
                    <a:pt x="159" y="154"/>
                    <a:pt x="161" y="158"/>
                    <a:pt x="163" y="163"/>
                  </a:cubicBezTo>
                  <a:cubicBezTo>
                    <a:pt x="164" y="167"/>
                    <a:pt x="165" y="175"/>
                    <a:pt x="165" y="186"/>
                  </a:cubicBezTo>
                  <a:cubicBezTo>
                    <a:pt x="165" y="197"/>
                    <a:pt x="165" y="197"/>
                    <a:pt x="165" y="197"/>
                  </a:cubicBezTo>
                  <a:cubicBezTo>
                    <a:pt x="165" y="209"/>
                    <a:pt x="161" y="219"/>
                    <a:pt x="153" y="225"/>
                  </a:cubicBezTo>
                  <a:cubicBezTo>
                    <a:pt x="144" y="231"/>
                    <a:pt x="132" y="234"/>
                    <a:pt x="115" y="234"/>
                  </a:cubicBezTo>
                  <a:cubicBezTo>
                    <a:pt x="100" y="234"/>
                    <a:pt x="87" y="230"/>
                    <a:pt x="76" y="222"/>
                  </a:cubicBezTo>
                  <a:cubicBezTo>
                    <a:pt x="65" y="213"/>
                    <a:pt x="57" y="201"/>
                    <a:pt x="52" y="184"/>
                  </a:cubicBezTo>
                  <a:cubicBezTo>
                    <a:pt x="46" y="168"/>
                    <a:pt x="43" y="148"/>
                    <a:pt x="43" y="124"/>
                  </a:cubicBezTo>
                  <a:cubicBezTo>
                    <a:pt x="43" y="101"/>
                    <a:pt x="47" y="82"/>
                    <a:pt x="53" y="65"/>
                  </a:cubicBezTo>
                  <a:cubicBezTo>
                    <a:pt x="60" y="49"/>
                    <a:pt x="69" y="37"/>
                    <a:pt x="80" y="29"/>
                  </a:cubicBezTo>
                  <a:cubicBezTo>
                    <a:pt x="92" y="20"/>
                    <a:pt x="105" y="16"/>
                    <a:pt x="121" y="16"/>
                  </a:cubicBezTo>
                  <a:cubicBezTo>
                    <a:pt x="132" y="16"/>
                    <a:pt x="141" y="17"/>
                    <a:pt x="148" y="20"/>
                  </a:cubicBezTo>
                  <a:cubicBezTo>
                    <a:pt x="155" y="22"/>
                    <a:pt x="162" y="27"/>
                    <a:pt x="167" y="33"/>
                  </a:cubicBezTo>
                  <a:cubicBezTo>
                    <a:pt x="172" y="39"/>
                    <a:pt x="177" y="47"/>
                    <a:pt x="181" y="58"/>
                  </a:cubicBezTo>
                  <a:cubicBezTo>
                    <a:pt x="201" y="58"/>
                    <a:pt x="201" y="58"/>
                    <a:pt x="201" y="58"/>
                  </a:cubicBezTo>
                  <a:cubicBezTo>
                    <a:pt x="201" y="9"/>
                    <a:pt x="201" y="9"/>
                    <a:pt x="201" y="9"/>
                  </a:cubicBezTo>
                  <a:cubicBezTo>
                    <a:pt x="187" y="6"/>
                    <a:pt x="173" y="3"/>
                    <a:pt x="161" y="2"/>
                  </a:cubicBezTo>
                  <a:cubicBezTo>
                    <a:pt x="149" y="1"/>
                    <a:pt x="136" y="0"/>
                    <a:pt x="12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4" name="Freeform 288">
              <a:extLst>
                <a:ext uri="{FF2B5EF4-FFF2-40B4-BE49-F238E27FC236}">
                  <a16:creationId xmlns:a16="http://schemas.microsoft.com/office/drawing/2014/main" id="{2095961B-1D0F-273E-CC55-7996023BACC1}"/>
                </a:ext>
              </a:extLst>
            </p:cNvPr>
            <p:cNvSpPr>
              <a:spLocks/>
            </p:cNvSpPr>
            <p:nvPr/>
          </p:nvSpPr>
          <p:spPr bwMode="auto">
            <a:xfrm>
              <a:off x="2291708" y="2122744"/>
              <a:ext cx="110613" cy="89060"/>
            </a:xfrm>
            <a:custGeom>
              <a:avLst/>
              <a:gdLst>
                <a:gd name="T0" fmla="*/ 304 w 304"/>
                <a:gd name="T1" fmla="*/ 0 h 244"/>
                <a:gd name="T2" fmla="*/ 232 w 304"/>
                <a:gd name="T3" fmla="*/ 0 h 244"/>
                <a:gd name="T4" fmla="*/ 150 w 304"/>
                <a:gd name="T5" fmla="*/ 174 h 244"/>
                <a:gd name="T6" fmla="*/ 76 w 304"/>
                <a:gd name="T7" fmla="*/ 0 h 244"/>
                <a:gd name="T8" fmla="*/ 0 w 304"/>
                <a:gd name="T9" fmla="*/ 0 h 244"/>
                <a:gd name="T10" fmla="*/ 0 w 304"/>
                <a:gd name="T11" fmla="*/ 9 h 244"/>
                <a:gd name="T12" fmla="*/ 14 w 304"/>
                <a:gd name="T13" fmla="*/ 13 h 244"/>
                <a:gd name="T14" fmla="*/ 21 w 304"/>
                <a:gd name="T15" fmla="*/ 18 h 244"/>
                <a:gd name="T16" fmla="*/ 24 w 304"/>
                <a:gd name="T17" fmla="*/ 27 h 244"/>
                <a:gd name="T18" fmla="*/ 25 w 304"/>
                <a:gd name="T19" fmla="*/ 45 h 244"/>
                <a:gd name="T20" fmla="*/ 25 w 304"/>
                <a:gd name="T21" fmla="*/ 199 h 244"/>
                <a:gd name="T22" fmla="*/ 24 w 304"/>
                <a:gd name="T23" fmla="*/ 219 h 244"/>
                <a:gd name="T24" fmla="*/ 18 w 304"/>
                <a:gd name="T25" fmla="*/ 229 h 244"/>
                <a:gd name="T26" fmla="*/ 0 w 304"/>
                <a:gd name="T27" fmla="*/ 235 h 244"/>
                <a:gd name="T28" fmla="*/ 0 w 304"/>
                <a:gd name="T29" fmla="*/ 244 h 244"/>
                <a:gd name="T30" fmla="*/ 77 w 304"/>
                <a:gd name="T31" fmla="*/ 244 h 244"/>
                <a:gd name="T32" fmla="*/ 77 w 304"/>
                <a:gd name="T33" fmla="*/ 235 h 244"/>
                <a:gd name="T34" fmla="*/ 64 w 304"/>
                <a:gd name="T35" fmla="*/ 231 h 244"/>
                <a:gd name="T36" fmla="*/ 57 w 304"/>
                <a:gd name="T37" fmla="*/ 226 h 244"/>
                <a:gd name="T38" fmla="*/ 54 w 304"/>
                <a:gd name="T39" fmla="*/ 217 h 244"/>
                <a:gd name="T40" fmla="*/ 53 w 304"/>
                <a:gd name="T41" fmla="*/ 199 h 244"/>
                <a:gd name="T42" fmla="*/ 53 w 304"/>
                <a:gd name="T43" fmla="*/ 134 h 244"/>
                <a:gd name="T44" fmla="*/ 52 w 304"/>
                <a:gd name="T45" fmla="*/ 75 h 244"/>
                <a:gd name="T46" fmla="*/ 50 w 304"/>
                <a:gd name="T47" fmla="*/ 36 h 244"/>
                <a:gd name="T48" fmla="*/ 53 w 304"/>
                <a:gd name="T49" fmla="*/ 36 h 244"/>
                <a:gd name="T50" fmla="*/ 131 w 304"/>
                <a:gd name="T51" fmla="*/ 216 h 244"/>
                <a:gd name="T52" fmla="*/ 156 w 304"/>
                <a:gd name="T53" fmla="*/ 216 h 244"/>
                <a:gd name="T54" fmla="*/ 240 w 304"/>
                <a:gd name="T55" fmla="*/ 39 h 244"/>
                <a:gd name="T56" fmla="*/ 243 w 304"/>
                <a:gd name="T57" fmla="*/ 39 h 244"/>
                <a:gd name="T58" fmla="*/ 241 w 304"/>
                <a:gd name="T59" fmla="*/ 76 h 244"/>
                <a:gd name="T60" fmla="*/ 240 w 304"/>
                <a:gd name="T61" fmla="*/ 131 h 244"/>
                <a:gd name="T62" fmla="*/ 240 w 304"/>
                <a:gd name="T63" fmla="*/ 199 h 244"/>
                <a:gd name="T64" fmla="*/ 239 w 304"/>
                <a:gd name="T65" fmla="*/ 220 h 244"/>
                <a:gd name="T66" fmla="*/ 232 w 304"/>
                <a:gd name="T67" fmla="*/ 230 h 244"/>
                <a:gd name="T68" fmla="*/ 215 w 304"/>
                <a:gd name="T69" fmla="*/ 235 h 244"/>
                <a:gd name="T70" fmla="*/ 215 w 304"/>
                <a:gd name="T71" fmla="*/ 244 h 244"/>
                <a:gd name="T72" fmla="*/ 304 w 304"/>
                <a:gd name="T73" fmla="*/ 244 h 244"/>
                <a:gd name="T74" fmla="*/ 304 w 304"/>
                <a:gd name="T75" fmla="*/ 235 h 244"/>
                <a:gd name="T76" fmla="*/ 289 w 304"/>
                <a:gd name="T77" fmla="*/ 231 h 244"/>
                <a:gd name="T78" fmla="*/ 283 w 304"/>
                <a:gd name="T79" fmla="*/ 226 h 244"/>
                <a:gd name="T80" fmla="*/ 280 w 304"/>
                <a:gd name="T81" fmla="*/ 217 h 244"/>
                <a:gd name="T82" fmla="*/ 279 w 304"/>
                <a:gd name="T83" fmla="*/ 199 h 244"/>
                <a:gd name="T84" fmla="*/ 279 w 304"/>
                <a:gd name="T85" fmla="*/ 45 h 244"/>
                <a:gd name="T86" fmla="*/ 280 w 304"/>
                <a:gd name="T87" fmla="*/ 27 h 244"/>
                <a:gd name="T88" fmla="*/ 284 w 304"/>
                <a:gd name="T89" fmla="*/ 18 h 244"/>
                <a:gd name="T90" fmla="*/ 290 w 304"/>
                <a:gd name="T91" fmla="*/ 13 h 244"/>
                <a:gd name="T92" fmla="*/ 304 w 304"/>
                <a:gd name="T93" fmla="*/ 9 h 244"/>
                <a:gd name="T94" fmla="*/ 304 w 304"/>
                <a:gd name="T9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4" h="244">
                  <a:moveTo>
                    <a:pt x="304" y="0"/>
                  </a:moveTo>
                  <a:cubicBezTo>
                    <a:pt x="232" y="0"/>
                    <a:pt x="232" y="0"/>
                    <a:pt x="232" y="0"/>
                  </a:cubicBezTo>
                  <a:cubicBezTo>
                    <a:pt x="150" y="174"/>
                    <a:pt x="150" y="174"/>
                    <a:pt x="150" y="174"/>
                  </a:cubicBezTo>
                  <a:cubicBezTo>
                    <a:pt x="76" y="0"/>
                    <a:pt x="76" y="0"/>
                    <a:pt x="76"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4" y="231"/>
                  </a:cubicBezTo>
                  <a:cubicBezTo>
                    <a:pt x="61" y="230"/>
                    <a:pt x="58" y="228"/>
                    <a:pt x="57" y="226"/>
                  </a:cubicBezTo>
                  <a:cubicBezTo>
                    <a:pt x="56" y="223"/>
                    <a:pt x="54" y="221"/>
                    <a:pt x="54" y="217"/>
                  </a:cubicBezTo>
                  <a:cubicBezTo>
                    <a:pt x="53" y="213"/>
                    <a:pt x="53" y="207"/>
                    <a:pt x="53" y="199"/>
                  </a:cubicBezTo>
                  <a:cubicBezTo>
                    <a:pt x="53" y="134"/>
                    <a:pt x="53" y="134"/>
                    <a:pt x="53" y="134"/>
                  </a:cubicBezTo>
                  <a:cubicBezTo>
                    <a:pt x="53" y="114"/>
                    <a:pt x="52" y="94"/>
                    <a:pt x="52" y="75"/>
                  </a:cubicBezTo>
                  <a:cubicBezTo>
                    <a:pt x="51" y="56"/>
                    <a:pt x="51" y="43"/>
                    <a:pt x="50" y="36"/>
                  </a:cubicBezTo>
                  <a:cubicBezTo>
                    <a:pt x="53" y="36"/>
                    <a:pt x="53" y="36"/>
                    <a:pt x="53" y="36"/>
                  </a:cubicBezTo>
                  <a:cubicBezTo>
                    <a:pt x="131" y="216"/>
                    <a:pt x="131" y="216"/>
                    <a:pt x="131" y="216"/>
                  </a:cubicBezTo>
                  <a:cubicBezTo>
                    <a:pt x="156" y="216"/>
                    <a:pt x="156" y="216"/>
                    <a:pt x="156" y="216"/>
                  </a:cubicBezTo>
                  <a:cubicBezTo>
                    <a:pt x="240" y="39"/>
                    <a:pt x="240" y="39"/>
                    <a:pt x="240" y="39"/>
                  </a:cubicBezTo>
                  <a:cubicBezTo>
                    <a:pt x="243" y="39"/>
                    <a:pt x="243" y="39"/>
                    <a:pt x="243" y="39"/>
                  </a:cubicBezTo>
                  <a:cubicBezTo>
                    <a:pt x="242" y="45"/>
                    <a:pt x="242" y="58"/>
                    <a:pt x="241" y="76"/>
                  </a:cubicBezTo>
                  <a:cubicBezTo>
                    <a:pt x="240" y="95"/>
                    <a:pt x="240" y="113"/>
                    <a:pt x="240" y="131"/>
                  </a:cubicBezTo>
                  <a:cubicBezTo>
                    <a:pt x="240" y="199"/>
                    <a:pt x="240" y="199"/>
                    <a:pt x="240" y="199"/>
                  </a:cubicBezTo>
                  <a:cubicBezTo>
                    <a:pt x="240" y="209"/>
                    <a:pt x="239" y="216"/>
                    <a:pt x="239" y="220"/>
                  </a:cubicBezTo>
                  <a:cubicBezTo>
                    <a:pt x="237" y="224"/>
                    <a:pt x="235" y="227"/>
                    <a:pt x="232" y="230"/>
                  </a:cubicBezTo>
                  <a:cubicBezTo>
                    <a:pt x="229" y="232"/>
                    <a:pt x="223" y="234"/>
                    <a:pt x="215" y="235"/>
                  </a:cubicBezTo>
                  <a:cubicBezTo>
                    <a:pt x="215" y="244"/>
                    <a:pt x="215" y="244"/>
                    <a:pt x="215" y="244"/>
                  </a:cubicBezTo>
                  <a:cubicBezTo>
                    <a:pt x="304" y="244"/>
                    <a:pt x="304" y="244"/>
                    <a:pt x="304" y="244"/>
                  </a:cubicBezTo>
                  <a:cubicBezTo>
                    <a:pt x="304" y="235"/>
                    <a:pt x="304" y="235"/>
                    <a:pt x="304" y="235"/>
                  </a:cubicBezTo>
                  <a:cubicBezTo>
                    <a:pt x="297" y="234"/>
                    <a:pt x="292" y="232"/>
                    <a:pt x="289" y="231"/>
                  </a:cubicBezTo>
                  <a:cubicBezTo>
                    <a:pt x="287" y="230"/>
                    <a:pt x="284" y="228"/>
                    <a:pt x="283" y="226"/>
                  </a:cubicBezTo>
                  <a:cubicBezTo>
                    <a:pt x="282" y="223"/>
                    <a:pt x="280" y="221"/>
                    <a:pt x="280" y="217"/>
                  </a:cubicBezTo>
                  <a:cubicBezTo>
                    <a:pt x="279" y="213"/>
                    <a:pt x="279" y="207"/>
                    <a:pt x="279" y="199"/>
                  </a:cubicBezTo>
                  <a:cubicBezTo>
                    <a:pt x="279" y="45"/>
                    <a:pt x="279" y="45"/>
                    <a:pt x="279" y="45"/>
                  </a:cubicBezTo>
                  <a:cubicBezTo>
                    <a:pt x="279" y="37"/>
                    <a:pt x="279" y="31"/>
                    <a:pt x="280" y="27"/>
                  </a:cubicBezTo>
                  <a:cubicBezTo>
                    <a:pt x="281" y="23"/>
                    <a:pt x="282" y="20"/>
                    <a:pt x="284" y="18"/>
                  </a:cubicBezTo>
                  <a:cubicBezTo>
                    <a:pt x="285" y="16"/>
                    <a:pt x="287" y="14"/>
                    <a:pt x="290" y="13"/>
                  </a:cubicBezTo>
                  <a:cubicBezTo>
                    <a:pt x="293" y="12"/>
                    <a:pt x="297" y="10"/>
                    <a:pt x="304" y="9"/>
                  </a:cubicBezTo>
                  <a:cubicBezTo>
                    <a:pt x="304" y="0"/>
                    <a:pt x="304" y="0"/>
                    <a:pt x="3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6" name="Freeform 289">
              <a:extLst>
                <a:ext uri="{FF2B5EF4-FFF2-40B4-BE49-F238E27FC236}">
                  <a16:creationId xmlns:a16="http://schemas.microsoft.com/office/drawing/2014/main" id="{BCF31A0C-0E05-C638-45F8-D97AC8F86669}"/>
                </a:ext>
              </a:extLst>
            </p:cNvPr>
            <p:cNvSpPr>
              <a:spLocks/>
            </p:cNvSpPr>
            <p:nvPr/>
          </p:nvSpPr>
          <p:spPr bwMode="auto">
            <a:xfrm>
              <a:off x="2421027"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3 w 200"/>
                <a:gd name="T17" fmla="*/ 219 h 244"/>
                <a:gd name="T18" fmla="*/ 17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2 w 200"/>
                <a:gd name="T31" fmla="*/ 200 h 244"/>
                <a:gd name="T32" fmla="*/ 166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5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6" y="189"/>
                    <a:pt x="174" y="196"/>
                    <a:pt x="172" y="200"/>
                  </a:cubicBezTo>
                  <a:cubicBezTo>
                    <a:pt x="171" y="204"/>
                    <a:pt x="169" y="208"/>
                    <a:pt x="166" y="212"/>
                  </a:cubicBezTo>
                  <a:cubicBezTo>
                    <a:pt x="164" y="216"/>
                    <a:pt x="161" y="219"/>
                    <a:pt x="158" y="222"/>
                  </a:cubicBezTo>
                  <a:cubicBezTo>
                    <a:pt x="155" y="224"/>
                    <a:pt x="151"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6" y="125"/>
                    <a:pt x="121"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5" y="17"/>
                  </a:cubicBezTo>
                  <a:cubicBezTo>
                    <a:pt x="149" y="18"/>
                    <a:pt x="153" y="19"/>
                    <a:pt x="156" y="21"/>
                  </a:cubicBezTo>
                  <a:cubicBezTo>
                    <a:pt x="159" y="22"/>
                    <a:pt x="161" y="25"/>
                    <a:pt x="164" y="28"/>
                  </a:cubicBezTo>
                  <a:cubicBezTo>
                    <a:pt x="166" y="31"/>
                    <a:pt x="168"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7" name="Freeform 290">
              <a:extLst>
                <a:ext uri="{FF2B5EF4-FFF2-40B4-BE49-F238E27FC236}">
                  <a16:creationId xmlns:a16="http://schemas.microsoft.com/office/drawing/2014/main" id="{58B675CE-7B0B-F3D1-1342-7ADFC39C9ADB}"/>
                </a:ext>
              </a:extLst>
            </p:cNvPr>
            <p:cNvSpPr>
              <a:spLocks noEditPoints="1"/>
            </p:cNvSpPr>
            <p:nvPr/>
          </p:nvSpPr>
          <p:spPr bwMode="auto">
            <a:xfrm>
              <a:off x="2511713" y="2122744"/>
              <a:ext cx="86213" cy="89060"/>
            </a:xfrm>
            <a:custGeom>
              <a:avLst/>
              <a:gdLst>
                <a:gd name="T0" fmla="*/ 90 w 237"/>
                <a:gd name="T1" fmla="*/ 228 h 244"/>
                <a:gd name="T2" fmla="*/ 65 w 237"/>
                <a:gd name="T3" fmla="*/ 227 h 244"/>
                <a:gd name="T4" fmla="*/ 65 w 237"/>
                <a:gd name="T5" fmla="*/ 16 h 244"/>
                <a:gd name="T6" fmla="*/ 92 w 237"/>
                <a:gd name="T7" fmla="*/ 16 h 244"/>
                <a:gd name="T8" fmla="*/ 146 w 237"/>
                <a:gd name="T9" fmla="*/ 26 h 244"/>
                <a:gd name="T10" fmla="*/ 181 w 237"/>
                <a:gd name="T11" fmla="*/ 60 h 244"/>
                <a:gd name="T12" fmla="*/ 193 w 237"/>
                <a:gd name="T13" fmla="*/ 120 h 244"/>
                <a:gd name="T14" fmla="*/ 191 w 237"/>
                <a:gd name="T15" fmla="*/ 153 h 244"/>
                <a:gd name="T16" fmla="*/ 182 w 237"/>
                <a:gd name="T17" fmla="*/ 181 h 244"/>
                <a:gd name="T18" fmla="*/ 168 w 237"/>
                <a:gd name="T19" fmla="*/ 203 h 244"/>
                <a:gd name="T20" fmla="*/ 147 w 237"/>
                <a:gd name="T21" fmla="*/ 218 h 244"/>
                <a:gd name="T22" fmla="*/ 122 w 237"/>
                <a:gd name="T23" fmla="*/ 226 h 244"/>
                <a:gd name="T24" fmla="*/ 90 w 237"/>
                <a:gd name="T25" fmla="*/ 228 h 244"/>
                <a:gd name="T26" fmla="*/ 93 w 237"/>
                <a:gd name="T27" fmla="*/ 0 h 244"/>
                <a:gd name="T28" fmla="*/ 0 w 237"/>
                <a:gd name="T29" fmla="*/ 0 h 244"/>
                <a:gd name="T30" fmla="*/ 0 w 237"/>
                <a:gd name="T31" fmla="*/ 9 h 244"/>
                <a:gd name="T32" fmla="*/ 14 w 237"/>
                <a:gd name="T33" fmla="*/ 13 h 244"/>
                <a:gd name="T34" fmla="*/ 21 w 237"/>
                <a:gd name="T35" fmla="*/ 18 h 244"/>
                <a:gd name="T36" fmla="*/ 24 w 237"/>
                <a:gd name="T37" fmla="*/ 27 h 244"/>
                <a:gd name="T38" fmla="*/ 25 w 237"/>
                <a:gd name="T39" fmla="*/ 45 h 244"/>
                <a:gd name="T40" fmla="*/ 25 w 237"/>
                <a:gd name="T41" fmla="*/ 199 h 244"/>
                <a:gd name="T42" fmla="*/ 24 w 237"/>
                <a:gd name="T43" fmla="*/ 217 h 244"/>
                <a:gd name="T44" fmla="*/ 21 w 237"/>
                <a:gd name="T45" fmla="*/ 226 h 244"/>
                <a:gd name="T46" fmla="*/ 14 w 237"/>
                <a:gd name="T47" fmla="*/ 231 h 244"/>
                <a:gd name="T48" fmla="*/ 0 w 237"/>
                <a:gd name="T49" fmla="*/ 235 h 244"/>
                <a:gd name="T50" fmla="*/ 0 w 237"/>
                <a:gd name="T51" fmla="*/ 244 h 244"/>
                <a:gd name="T52" fmla="*/ 77 w 237"/>
                <a:gd name="T53" fmla="*/ 244 h 244"/>
                <a:gd name="T54" fmla="*/ 134 w 237"/>
                <a:gd name="T55" fmla="*/ 241 h 244"/>
                <a:gd name="T56" fmla="*/ 171 w 237"/>
                <a:gd name="T57" fmla="*/ 231 h 244"/>
                <a:gd name="T58" fmla="*/ 205 w 237"/>
                <a:gd name="T59" fmla="*/ 208 h 244"/>
                <a:gd name="T60" fmla="*/ 228 w 237"/>
                <a:gd name="T61" fmla="*/ 170 h 244"/>
                <a:gd name="T62" fmla="*/ 237 w 237"/>
                <a:gd name="T63" fmla="*/ 117 h 244"/>
                <a:gd name="T64" fmla="*/ 228 w 237"/>
                <a:gd name="T65" fmla="*/ 65 h 244"/>
                <a:gd name="T66" fmla="*/ 202 w 237"/>
                <a:gd name="T67" fmla="*/ 29 h 244"/>
                <a:gd name="T68" fmla="*/ 158 w 237"/>
                <a:gd name="T69" fmla="*/ 8 h 244"/>
                <a:gd name="T70" fmla="*/ 93 w 237"/>
                <a:gd name="T7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244">
                  <a:moveTo>
                    <a:pt x="90" y="228"/>
                  </a:moveTo>
                  <a:cubicBezTo>
                    <a:pt x="79" y="228"/>
                    <a:pt x="70" y="228"/>
                    <a:pt x="65" y="227"/>
                  </a:cubicBezTo>
                  <a:cubicBezTo>
                    <a:pt x="65" y="16"/>
                    <a:pt x="65" y="16"/>
                    <a:pt x="65" y="16"/>
                  </a:cubicBezTo>
                  <a:cubicBezTo>
                    <a:pt x="73" y="16"/>
                    <a:pt x="83" y="16"/>
                    <a:pt x="92" y="16"/>
                  </a:cubicBezTo>
                  <a:cubicBezTo>
                    <a:pt x="113" y="16"/>
                    <a:pt x="131" y="19"/>
                    <a:pt x="146" y="26"/>
                  </a:cubicBezTo>
                  <a:cubicBezTo>
                    <a:pt x="161" y="34"/>
                    <a:pt x="173" y="45"/>
                    <a:pt x="181" y="60"/>
                  </a:cubicBezTo>
                  <a:cubicBezTo>
                    <a:pt x="189" y="76"/>
                    <a:pt x="193" y="96"/>
                    <a:pt x="193" y="120"/>
                  </a:cubicBezTo>
                  <a:cubicBezTo>
                    <a:pt x="193" y="132"/>
                    <a:pt x="192" y="143"/>
                    <a:pt x="191" y="153"/>
                  </a:cubicBezTo>
                  <a:cubicBezTo>
                    <a:pt x="189" y="163"/>
                    <a:pt x="186" y="173"/>
                    <a:pt x="182" y="181"/>
                  </a:cubicBezTo>
                  <a:cubicBezTo>
                    <a:pt x="179" y="189"/>
                    <a:pt x="174" y="196"/>
                    <a:pt x="168" y="203"/>
                  </a:cubicBezTo>
                  <a:cubicBezTo>
                    <a:pt x="162" y="209"/>
                    <a:pt x="155" y="214"/>
                    <a:pt x="147" y="218"/>
                  </a:cubicBezTo>
                  <a:cubicBezTo>
                    <a:pt x="139" y="221"/>
                    <a:pt x="131" y="224"/>
                    <a:pt x="122" y="226"/>
                  </a:cubicBezTo>
                  <a:cubicBezTo>
                    <a:pt x="112" y="227"/>
                    <a:pt x="102" y="228"/>
                    <a:pt x="90" y="228"/>
                  </a:cubicBezTo>
                  <a:moveTo>
                    <a:pt x="93"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0"/>
                    <a:pt x="25" y="36"/>
                    <a:pt x="25" y="45"/>
                  </a:cubicBezTo>
                  <a:cubicBezTo>
                    <a:pt x="25" y="199"/>
                    <a:pt x="25" y="199"/>
                    <a:pt x="25" y="199"/>
                  </a:cubicBezTo>
                  <a:cubicBezTo>
                    <a:pt x="25" y="208"/>
                    <a:pt x="25" y="214"/>
                    <a:pt x="24" y="217"/>
                  </a:cubicBezTo>
                  <a:cubicBezTo>
                    <a:pt x="23" y="221"/>
                    <a:pt x="22" y="224"/>
                    <a:pt x="21" y="226"/>
                  </a:cubicBezTo>
                  <a:cubicBezTo>
                    <a:pt x="19" y="228"/>
                    <a:pt x="17" y="230"/>
                    <a:pt x="14" y="231"/>
                  </a:cubicBezTo>
                  <a:cubicBezTo>
                    <a:pt x="11" y="233"/>
                    <a:pt x="7" y="234"/>
                    <a:pt x="0" y="235"/>
                  </a:cubicBezTo>
                  <a:cubicBezTo>
                    <a:pt x="0" y="244"/>
                    <a:pt x="0" y="244"/>
                    <a:pt x="0" y="244"/>
                  </a:cubicBezTo>
                  <a:cubicBezTo>
                    <a:pt x="77" y="244"/>
                    <a:pt x="77" y="244"/>
                    <a:pt x="77" y="244"/>
                  </a:cubicBezTo>
                  <a:cubicBezTo>
                    <a:pt x="100" y="244"/>
                    <a:pt x="119" y="243"/>
                    <a:pt x="134" y="241"/>
                  </a:cubicBezTo>
                  <a:cubicBezTo>
                    <a:pt x="148" y="239"/>
                    <a:pt x="160" y="236"/>
                    <a:pt x="171" y="231"/>
                  </a:cubicBezTo>
                  <a:cubicBezTo>
                    <a:pt x="185" y="225"/>
                    <a:pt x="195" y="218"/>
                    <a:pt x="205" y="208"/>
                  </a:cubicBezTo>
                  <a:cubicBezTo>
                    <a:pt x="215" y="198"/>
                    <a:pt x="223" y="185"/>
                    <a:pt x="228" y="170"/>
                  </a:cubicBezTo>
                  <a:cubicBezTo>
                    <a:pt x="234" y="155"/>
                    <a:pt x="237" y="137"/>
                    <a:pt x="237" y="117"/>
                  </a:cubicBezTo>
                  <a:cubicBezTo>
                    <a:pt x="237" y="97"/>
                    <a:pt x="234" y="80"/>
                    <a:pt x="228" y="65"/>
                  </a:cubicBezTo>
                  <a:cubicBezTo>
                    <a:pt x="222" y="51"/>
                    <a:pt x="213" y="39"/>
                    <a:pt x="202" y="29"/>
                  </a:cubicBezTo>
                  <a:cubicBezTo>
                    <a:pt x="190" y="20"/>
                    <a:pt x="175" y="13"/>
                    <a:pt x="158" y="8"/>
                  </a:cubicBezTo>
                  <a:cubicBezTo>
                    <a:pt x="141" y="3"/>
                    <a:pt x="120" y="0"/>
                    <a:pt x="9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8" name="Freeform 291">
              <a:extLst>
                <a:ext uri="{FF2B5EF4-FFF2-40B4-BE49-F238E27FC236}">
                  <a16:creationId xmlns:a16="http://schemas.microsoft.com/office/drawing/2014/main" id="{C45381C6-8BB3-7237-2C0F-A4A096F7EB25}"/>
                </a:ext>
              </a:extLst>
            </p:cNvPr>
            <p:cNvSpPr>
              <a:spLocks/>
            </p:cNvSpPr>
            <p:nvPr/>
          </p:nvSpPr>
          <p:spPr bwMode="auto">
            <a:xfrm>
              <a:off x="2616632" y="2122744"/>
              <a:ext cx="32533" cy="89060"/>
            </a:xfrm>
            <a:custGeom>
              <a:avLst/>
              <a:gdLst>
                <a:gd name="T0" fmla="*/ 89 w 89"/>
                <a:gd name="T1" fmla="*/ 0 h 244"/>
                <a:gd name="T2" fmla="*/ 0 w 89"/>
                <a:gd name="T3" fmla="*/ 0 h 244"/>
                <a:gd name="T4" fmla="*/ 0 w 89"/>
                <a:gd name="T5" fmla="*/ 9 h 244"/>
                <a:gd name="T6" fmla="*/ 13 w 89"/>
                <a:gd name="T7" fmla="*/ 13 h 244"/>
                <a:gd name="T8" fmla="*/ 20 w 89"/>
                <a:gd name="T9" fmla="*/ 18 h 244"/>
                <a:gd name="T10" fmla="*/ 23 w 89"/>
                <a:gd name="T11" fmla="*/ 27 h 244"/>
                <a:gd name="T12" fmla="*/ 24 w 89"/>
                <a:gd name="T13" fmla="*/ 45 h 244"/>
                <a:gd name="T14" fmla="*/ 24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5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3" y="13"/>
                  </a:cubicBezTo>
                  <a:cubicBezTo>
                    <a:pt x="16" y="14"/>
                    <a:pt x="18" y="16"/>
                    <a:pt x="20" y="18"/>
                  </a:cubicBezTo>
                  <a:cubicBezTo>
                    <a:pt x="21" y="20"/>
                    <a:pt x="22"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2" y="234"/>
                    <a:pt x="78" y="232"/>
                    <a:pt x="75" y="231"/>
                  </a:cubicBezTo>
                  <a:cubicBezTo>
                    <a:pt x="72" y="230"/>
                    <a:pt x="70" y="228"/>
                    <a:pt x="68" y="226"/>
                  </a:cubicBezTo>
                  <a:cubicBezTo>
                    <a:pt x="67" y="223"/>
                    <a:pt x="66" y="221"/>
                    <a:pt x="65" y="217"/>
                  </a:cubicBezTo>
                  <a:cubicBezTo>
                    <a:pt x="64" y="213"/>
                    <a:pt x="64" y="207"/>
                    <a:pt x="64" y="199"/>
                  </a:cubicBezTo>
                  <a:cubicBezTo>
                    <a:pt x="64" y="45"/>
                    <a:pt x="64" y="45"/>
                    <a:pt x="64" y="45"/>
                  </a:cubicBezTo>
                  <a:cubicBezTo>
                    <a:pt x="64" y="37"/>
                    <a:pt x="64" y="31"/>
                    <a:pt x="65" y="27"/>
                  </a:cubicBezTo>
                  <a:cubicBezTo>
                    <a:pt x="66" y="23"/>
                    <a:pt x="67" y="20"/>
                    <a:pt x="69" y="18"/>
                  </a:cubicBezTo>
                  <a:cubicBezTo>
                    <a:pt x="71" y="16"/>
                    <a:pt x="73" y="14"/>
                    <a:pt x="75"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9" name="Freeform 292">
              <a:extLst>
                <a:ext uri="{FF2B5EF4-FFF2-40B4-BE49-F238E27FC236}">
                  <a16:creationId xmlns:a16="http://schemas.microsoft.com/office/drawing/2014/main" id="{B43B09A5-3852-BA81-5846-1A3A8E3380E0}"/>
                </a:ext>
              </a:extLst>
            </p:cNvPr>
            <p:cNvSpPr>
              <a:spLocks/>
            </p:cNvSpPr>
            <p:nvPr/>
          </p:nvSpPr>
          <p:spPr bwMode="auto">
            <a:xfrm>
              <a:off x="2667466" y="2121525"/>
              <a:ext cx="71167" cy="91499"/>
            </a:xfrm>
            <a:custGeom>
              <a:avLst/>
              <a:gdLst>
                <a:gd name="T0" fmla="*/ 122 w 195"/>
                <a:gd name="T1" fmla="*/ 0 h 250"/>
                <a:gd name="T2" fmla="*/ 56 w 195"/>
                <a:gd name="T3" fmla="*/ 16 h 250"/>
                <a:gd name="T4" fmla="*/ 14 w 195"/>
                <a:gd name="T5" fmla="*/ 60 h 250"/>
                <a:gd name="T6" fmla="*/ 0 w 195"/>
                <a:gd name="T7" fmla="*/ 128 h 250"/>
                <a:gd name="T8" fmla="*/ 27 w 195"/>
                <a:gd name="T9" fmla="*/ 219 h 250"/>
                <a:gd name="T10" fmla="*/ 109 w 195"/>
                <a:gd name="T11" fmla="*/ 250 h 250"/>
                <a:gd name="T12" fmla="*/ 155 w 195"/>
                <a:gd name="T13" fmla="*/ 248 h 250"/>
                <a:gd name="T14" fmla="*/ 195 w 195"/>
                <a:gd name="T15" fmla="*/ 241 h 250"/>
                <a:gd name="T16" fmla="*/ 195 w 195"/>
                <a:gd name="T17" fmla="*/ 190 h 250"/>
                <a:gd name="T18" fmla="*/ 174 w 195"/>
                <a:gd name="T19" fmla="*/ 190 h 250"/>
                <a:gd name="T20" fmla="*/ 160 w 195"/>
                <a:gd name="T21" fmla="*/ 217 h 250"/>
                <a:gd name="T22" fmla="*/ 141 w 195"/>
                <a:gd name="T23" fmla="*/ 230 h 250"/>
                <a:gd name="T24" fmla="*/ 113 w 195"/>
                <a:gd name="T25" fmla="*/ 234 h 250"/>
                <a:gd name="T26" fmla="*/ 74 w 195"/>
                <a:gd name="T27" fmla="*/ 222 h 250"/>
                <a:gd name="T28" fmla="*/ 51 w 195"/>
                <a:gd name="T29" fmla="*/ 184 h 250"/>
                <a:gd name="T30" fmla="*/ 42 w 195"/>
                <a:gd name="T31" fmla="*/ 124 h 250"/>
                <a:gd name="T32" fmla="*/ 52 w 195"/>
                <a:gd name="T33" fmla="*/ 65 h 250"/>
                <a:gd name="T34" fmla="*/ 79 w 195"/>
                <a:gd name="T35" fmla="*/ 28 h 250"/>
                <a:gd name="T36" fmla="*/ 118 w 195"/>
                <a:gd name="T37" fmla="*/ 16 h 250"/>
                <a:gd name="T38" fmla="*/ 143 w 195"/>
                <a:gd name="T39" fmla="*/ 20 h 250"/>
                <a:gd name="T40" fmla="*/ 161 w 195"/>
                <a:gd name="T41" fmla="*/ 33 h 250"/>
                <a:gd name="T42" fmla="*/ 174 w 195"/>
                <a:gd name="T43" fmla="*/ 58 h 250"/>
                <a:gd name="T44" fmla="*/ 195 w 195"/>
                <a:gd name="T45" fmla="*/ 58 h 250"/>
                <a:gd name="T46" fmla="*/ 195 w 195"/>
                <a:gd name="T47" fmla="*/ 8 h 250"/>
                <a:gd name="T48" fmla="*/ 158 w 195"/>
                <a:gd name="T49" fmla="*/ 2 h 250"/>
                <a:gd name="T50" fmla="*/ 122 w 195"/>
                <a:gd name="T51"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5" h="250">
                  <a:moveTo>
                    <a:pt x="122" y="0"/>
                  </a:moveTo>
                  <a:cubicBezTo>
                    <a:pt x="97" y="0"/>
                    <a:pt x="75" y="6"/>
                    <a:pt x="56" y="16"/>
                  </a:cubicBezTo>
                  <a:cubicBezTo>
                    <a:pt x="37" y="27"/>
                    <a:pt x="23" y="41"/>
                    <a:pt x="14" y="60"/>
                  </a:cubicBezTo>
                  <a:cubicBezTo>
                    <a:pt x="4" y="80"/>
                    <a:pt x="0" y="102"/>
                    <a:pt x="0" y="128"/>
                  </a:cubicBezTo>
                  <a:cubicBezTo>
                    <a:pt x="0" y="168"/>
                    <a:pt x="9" y="199"/>
                    <a:pt x="27" y="219"/>
                  </a:cubicBezTo>
                  <a:cubicBezTo>
                    <a:pt x="45" y="240"/>
                    <a:pt x="73" y="250"/>
                    <a:pt x="109" y="250"/>
                  </a:cubicBezTo>
                  <a:cubicBezTo>
                    <a:pt x="125" y="250"/>
                    <a:pt x="140" y="249"/>
                    <a:pt x="155" y="248"/>
                  </a:cubicBezTo>
                  <a:cubicBezTo>
                    <a:pt x="168" y="246"/>
                    <a:pt x="182" y="244"/>
                    <a:pt x="195" y="241"/>
                  </a:cubicBezTo>
                  <a:cubicBezTo>
                    <a:pt x="195" y="190"/>
                    <a:pt x="195" y="190"/>
                    <a:pt x="195" y="190"/>
                  </a:cubicBezTo>
                  <a:cubicBezTo>
                    <a:pt x="174" y="190"/>
                    <a:pt x="174" y="190"/>
                    <a:pt x="174" y="190"/>
                  </a:cubicBezTo>
                  <a:cubicBezTo>
                    <a:pt x="170" y="202"/>
                    <a:pt x="165" y="211"/>
                    <a:pt x="160" y="217"/>
                  </a:cubicBezTo>
                  <a:cubicBezTo>
                    <a:pt x="155" y="223"/>
                    <a:pt x="149" y="227"/>
                    <a:pt x="141" y="230"/>
                  </a:cubicBezTo>
                  <a:cubicBezTo>
                    <a:pt x="134" y="233"/>
                    <a:pt x="124" y="234"/>
                    <a:pt x="113" y="234"/>
                  </a:cubicBezTo>
                  <a:cubicBezTo>
                    <a:pt x="98" y="234"/>
                    <a:pt x="85" y="230"/>
                    <a:pt x="74" y="222"/>
                  </a:cubicBezTo>
                  <a:cubicBezTo>
                    <a:pt x="64" y="213"/>
                    <a:pt x="56" y="201"/>
                    <a:pt x="51" y="184"/>
                  </a:cubicBezTo>
                  <a:cubicBezTo>
                    <a:pt x="45" y="168"/>
                    <a:pt x="42" y="148"/>
                    <a:pt x="42" y="124"/>
                  </a:cubicBezTo>
                  <a:cubicBezTo>
                    <a:pt x="42" y="101"/>
                    <a:pt x="46" y="81"/>
                    <a:pt x="52" y="65"/>
                  </a:cubicBezTo>
                  <a:cubicBezTo>
                    <a:pt x="59" y="49"/>
                    <a:pt x="68" y="36"/>
                    <a:pt x="79" y="28"/>
                  </a:cubicBezTo>
                  <a:cubicBezTo>
                    <a:pt x="90" y="20"/>
                    <a:pt x="104" y="16"/>
                    <a:pt x="118" y="16"/>
                  </a:cubicBezTo>
                  <a:cubicBezTo>
                    <a:pt x="128" y="16"/>
                    <a:pt x="136" y="17"/>
                    <a:pt x="143" y="20"/>
                  </a:cubicBezTo>
                  <a:cubicBezTo>
                    <a:pt x="150" y="23"/>
                    <a:pt x="156" y="27"/>
                    <a:pt x="161" y="33"/>
                  </a:cubicBezTo>
                  <a:cubicBezTo>
                    <a:pt x="166" y="39"/>
                    <a:pt x="171" y="47"/>
                    <a:pt x="174" y="58"/>
                  </a:cubicBezTo>
                  <a:cubicBezTo>
                    <a:pt x="195" y="58"/>
                    <a:pt x="195" y="58"/>
                    <a:pt x="195" y="58"/>
                  </a:cubicBezTo>
                  <a:cubicBezTo>
                    <a:pt x="195" y="8"/>
                    <a:pt x="195" y="8"/>
                    <a:pt x="195" y="8"/>
                  </a:cubicBezTo>
                  <a:cubicBezTo>
                    <a:pt x="181" y="5"/>
                    <a:pt x="169" y="3"/>
                    <a:pt x="158" y="2"/>
                  </a:cubicBezTo>
                  <a:cubicBezTo>
                    <a:pt x="147" y="1"/>
                    <a:pt x="135" y="0"/>
                    <a:pt x="12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0" name="Freeform 293">
              <a:extLst>
                <a:ext uri="{FF2B5EF4-FFF2-40B4-BE49-F238E27FC236}">
                  <a16:creationId xmlns:a16="http://schemas.microsoft.com/office/drawing/2014/main" id="{19B9288C-D3DA-3376-6C98-49D2CB1955DD}"/>
                </a:ext>
              </a:extLst>
            </p:cNvPr>
            <p:cNvSpPr>
              <a:spLocks noEditPoints="1"/>
            </p:cNvSpPr>
            <p:nvPr/>
          </p:nvSpPr>
          <p:spPr bwMode="auto">
            <a:xfrm>
              <a:off x="2747579" y="2121525"/>
              <a:ext cx="96786" cy="90280"/>
            </a:xfrm>
            <a:custGeom>
              <a:avLst/>
              <a:gdLst>
                <a:gd name="T0" fmla="*/ 86 w 265"/>
                <a:gd name="T1" fmla="*/ 151 h 247"/>
                <a:gd name="T2" fmla="*/ 134 w 265"/>
                <a:gd name="T3" fmla="*/ 35 h 247"/>
                <a:gd name="T4" fmla="*/ 174 w 265"/>
                <a:gd name="T5" fmla="*/ 151 h 247"/>
                <a:gd name="T6" fmla="*/ 86 w 265"/>
                <a:gd name="T7" fmla="*/ 151 h 247"/>
                <a:gd name="T8" fmla="*/ 159 w 265"/>
                <a:gd name="T9" fmla="*/ 0 h 247"/>
                <a:gd name="T10" fmla="*/ 126 w 265"/>
                <a:gd name="T11" fmla="*/ 0 h 247"/>
                <a:gd name="T12" fmla="*/ 37 w 265"/>
                <a:gd name="T13" fmla="*/ 198 h 247"/>
                <a:gd name="T14" fmla="*/ 20 w 265"/>
                <a:gd name="T15" fmla="*/ 227 h 247"/>
                <a:gd name="T16" fmla="*/ 0 w 265"/>
                <a:gd name="T17" fmla="*/ 238 h 247"/>
                <a:gd name="T18" fmla="*/ 0 w 265"/>
                <a:gd name="T19" fmla="*/ 247 h 247"/>
                <a:gd name="T20" fmla="*/ 90 w 265"/>
                <a:gd name="T21" fmla="*/ 247 h 247"/>
                <a:gd name="T22" fmla="*/ 90 w 265"/>
                <a:gd name="T23" fmla="*/ 238 h 247"/>
                <a:gd name="T24" fmla="*/ 70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1 w 265"/>
                <a:gd name="T39" fmla="*/ 205 h 247"/>
                <a:gd name="T40" fmla="*/ 193 w 265"/>
                <a:gd name="T41" fmla="*/ 218 h 247"/>
                <a:gd name="T42" fmla="*/ 190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0 w 265"/>
                <a:gd name="T57" fmla="*/ 221 h 247"/>
                <a:gd name="T58" fmla="*/ 231 w 265"/>
                <a:gd name="T59" fmla="*/ 200 h 247"/>
                <a:gd name="T60" fmla="*/ 159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4" y="35"/>
                    <a:pt x="134" y="35"/>
                    <a:pt x="134" y="35"/>
                  </a:cubicBezTo>
                  <a:cubicBezTo>
                    <a:pt x="174" y="151"/>
                    <a:pt x="174" y="151"/>
                    <a:pt x="174" y="151"/>
                  </a:cubicBezTo>
                  <a:cubicBezTo>
                    <a:pt x="86" y="151"/>
                    <a:pt x="86" y="151"/>
                    <a:pt x="86" y="151"/>
                  </a:cubicBezTo>
                  <a:moveTo>
                    <a:pt x="159" y="0"/>
                  </a:moveTo>
                  <a:cubicBezTo>
                    <a:pt x="126" y="0"/>
                    <a:pt x="126" y="0"/>
                    <a:pt x="126" y="0"/>
                  </a:cubicBezTo>
                  <a:cubicBezTo>
                    <a:pt x="37" y="198"/>
                    <a:pt x="37" y="198"/>
                    <a:pt x="37" y="198"/>
                  </a:cubicBezTo>
                  <a:cubicBezTo>
                    <a:pt x="32" y="211"/>
                    <a:pt x="26" y="220"/>
                    <a:pt x="20" y="227"/>
                  </a:cubicBezTo>
                  <a:cubicBezTo>
                    <a:pt x="15" y="233"/>
                    <a:pt x="8" y="237"/>
                    <a:pt x="0" y="238"/>
                  </a:cubicBezTo>
                  <a:cubicBezTo>
                    <a:pt x="0" y="247"/>
                    <a:pt x="0" y="247"/>
                    <a:pt x="0" y="247"/>
                  </a:cubicBezTo>
                  <a:cubicBezTo>
                    <a:pt x="90" y="247"/>
                    <a:pt x="90" y="247"/>
                    <a:pt x="90" y="247"/>
                  </a:cubicBezTo>
                  <a:cubicBezTo>
                    <a:pt x="90" y="238"/>
                    <a:pt x="90" y="238"/>
                    <a:pt x="90" y="238"/>
                  </a:cubicBezTo>
                  <a:cubicBezTo>
                    <a:pt x="81" y="237"/>
                    <a:pt x="75" y="235"/>
                    <a:pt x="70" y="232"/>
                  </a:cubicBezTo>
                  <a:cubicBezTo>
                    <a:pt x="66" y="228"/>
                    <a:pt x="64" y="223"/>
                    <a:pt x="64" y="216"/>
                  </a:cubicBezTo>
                  <a:cubicBezTo>
                    <a:pt x="64" y="212"/>
                    <a:pt x="64"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0" y="200"/>
                    <a:pt x="191" y="205"/>
                  </a:cubicBezTo>
                  <a:cubicBezTo>
                    <a:pt x="193" y="210"/>
                    <a:pt x="193" y="214"/>
                    <a:pt x="193" y="218"/>
                  </a:cubicBezTo>
                  <a:cubicBezTo>
                    <a:pt x="193" y="222"/>
                    <a:pt x="192" y="226"/>
                    <a:pt x="190" y="228"/>
                  </a:cubicBezTo>
                  <a:cubicBezTo>
                    <a:pt x="189" y="231"/>
                    <a:pt x="186" y="233"/>
                    <a:pt x="183" y="234"/>
                  </a:cubicBezTo>
                  <a:cubicBezTo>
                    <a:pt x="179" y="236"/>
                    <a:pt x="174" y="237"/>
                    <a:pt x="167" y="238"/>
                  </a:cubicBezTo>
                  <a:cubicBezTo>
                    <a:pt x="167" y="247"/>
                    <a:pt x="167" y="247"/>
                    <a:pt x="167" y="247"/>
                  </a:cubicBezTo>
                  <a:cubicBezTo>
                    <a:pt x="265" y="247"/>
                    <a:pt x="265" y="247"/>
                    <a:pt x="265" y="247"/>
                  </a:cubicBezTo>
                  <a:cubicBezTo>
                    <a:pt x="265" y="238"/>
                    <a:pt x="265" y="238"/>
                    <a:pt x="265" y="238"/>
                  </a:cubicBezTo>
                  <a:cubicBezTo>
                    <a:pt x="258" y="237"/>
                    <a:pt x="253" y="235"/>
                    <a:pt x="250" y="232"/>
                  </a:cubicBezTo>
                  <a:cubicBezTo>
                    <a:pt x="246" y="230"/>
                    <a:pt x="243" y="226"/>
                    <a:pt x="240" y="221"/>
                  </a:cubicBezTo>
                  <a:cubicBezTo>
                    <a:pt x="238" y="216"/>
                    <a:pt x="235" y="209"/>
                    <a:pt x="231" y="200"/>
                  </a:cubicBezTo>
                  <a:cubicBezTo>
                    <a:pt x="159" y="0"/>
                    <a:pt x="159" y="0"/>
                    <a:pt x="1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1" name="Freeform 294">
              <a:extLst>
                <a:ext uri="{FF2B5EF4-FFF2-40B4-BE49-F238E27FC236}">
                  <a16:creationId xmlns:a16="http://schemas.microsoft.com/office/drawing/2014/main" id="{DDABEF77-C94B-D11A-1A7E-A21C49349AB4}"/>
                </a:ext>
              </a:extLst>
            </p:cNvPr>
            <p:cNvSpPr>
              <a:spLocks/>
            </p:cNvSpPr>
            <p:nvPr/>
          </p:nvSpPr>
          <p:spPr bwMode="auto">
            <a:xfrm>
              <a:off x="2854939" y="2122744"/>
              <a:ext cx="70760" cy="89060"/>
            </a:xfrm>
            <a:custGeom>
              <a:avLst/>
              <a:gdLst>
                <a:gd name="T0" fmla="*/ 90 w 195"/>
                <a:gd name="T1" fmla="*/ 0 h 244"/>
                <a:gd name="T2" fmla="*/ 0 w 195"/>
                <a:gd name="T3" fmla="*/ 0 h 244"/>
                <a:gd name="T4" fmla="*/ 0 w 195"/>
                <a:gd name="T5" fmla="*/ 9 h 244"/>
                <a:gd name="T6" fmla="*/ 14 w 195"/>
                <a:gd name="T7" fmla="*/ 13 h 244"/>
                <a:gd name="T8" fmla="*/ 21 w 195"/>
                <a:gd name="T9" fmla="*/ 18 h 244"/>
                <a:gd name="T10" fmla="*/ 24 w 195"/>
                <a:gd name="T11" fmla="*/ 27 h 244"/>
                <a:gd name="T12" fmla="*/ 25 w 195"/>
                <a:gd name="T13" fmla="*/ 45 h 244"/>
                <a:gd name="T14" fmla="*/ 25 w 195"/>
                <a:gd name="T15" fmla="*/ 199 h 244"/>
                <a:gd name="T16" fmla="*/ 24 w 195"/>
                <a:gd name="T17" fmla="*/ 219 h 244"/>
                <a:gd name="T18" fmla="*/ 18 w 195"/>
                <a:gd name="T19" fmla="*/ 229 h 244"/>
                <a:gd name="T20" fmla="*/ 0 w 195"/>
                <a:gd name="T21" fmla="*/ 235 h 244"/>
                <a:gd name="T22" fmla="*/ 0 w 195"/>
                <a:gd name="T23" fmla="*/ 244 h 244"/>
                <a:gd name="T24" fmla="*/ 191 w 195"/>
                <a:gd name="T25" fmla="*/ 244 h 244"/>
                <a:gd name="T26" fmla="*/ 195 w 195"/>
                <a:gd name="T27" fmla="*/ 172 h 244"/>
                <a:gd name="T28" fmla="*/ 174 w 195"/>
                <a:gd name="T29" fmla="*/ 172 h 244"/>
                <a:gd name="T30" fmla="*/ 167 w 195"/>
                <a:gd name="T31" fmla="*/ 197 h 244"/>
                <a:gd name="T32" fmla="*/ 160 w 195"/>
                <a:gd name="T33" fmla="*/ 210 h 244"/>
                <a:gd name="T34" fmla="*/ 154 w 195"/>
                <a:gd name="T35" fmla="*/ 219 h 244"/>
                <a:gd name="T36" fmla="*/ 146 w 195"/>
                <a:gd name="T37" fmla="*/ 224 h 244"/>
                <a:gd name="T38" fmla="*/ 135 w 195"/>
                <a:gd name="T39" fmla="*/ 227 h 244"/>
                <a:gd name="T40" fmla="*/ 120 w 195"/>
                <a:gd name="T41" fmla="*/ 228 h 244"/>
                <a:gd name="T42" fmla="*/ 65 w 195"/>
                <a:gd name="T43" fmla="*/ 228 h 244"/>
                <a:gd name="T44" fmla="*/ 65 w 195"/>
                <a:gd name="T45" fmla="*/ 45 h 244"/>
                <a:gd name="T46" fmla="*/ 66 w 195"/>
                <a:gd name="T47" fmla="*/ 26 h 244"/>
                <a:gd name="T48" fmla="*/ 70 w 195"/>
                <a:gd name="T49" fmla="*/ 17 h 244"/>
                <a:gd name="T50" fmla="*/ 76 w 195"/>
                <a:gd name="T51" fmla="*/ 13 h 244"/>
                <a:gd name="T52" fmla="*/ 90 w 195"/>
                <a:gd name="T53" fmla="*/ 9 h 244"/>
                <a:gd name="T54" fmla="*/ 90 w 195"/>
                <a:gd name="T5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5" h="244">
                  <a:moveTo>
                    <a:pt x="90"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1" y="244"/>
                    <a:pt x="191" y="244"/>
                    <a:pt x="191" y="244"/>
                  </a:cubicBezTo>
                  <a:cubicBezTo>
                    <a:pt x="195" y="172"/>
                    <a:pt x="195" y="172"/>
                    <a:pt x="195" y="172"/>
                  </a:cubicBezTo>
                  <a:cubicBezTo>
                    <a:pt x="174" y="172"/>
                    <a:pt x="174" y="172"/>
                    <a:pt x="174" y="172"/>
                  </a:cubicBezTo>
                  <a:cubicBezTo>
                    <a:pt x="171" y="183"/>
                    <a:pt x="169" y="191"/>
                    <a:pt x="167" y="197"/>
                  </a:cubicBezTo>
                  <a:cubicBezTo>
                    <a:pt x="165" y="202"/>
                    <a:pt x="163" y="207"/>
                    <a:pt x="160" y="210"/>
                  </a:cubicBezTo>
                  <a:cubicBezTo>
                    <a:pt x="159" y="214"/>
                    <a:pt x="156" y="217"/>
                    <a:pt x="154" y="219"/>
                  </a:cubicBezTo>
                  <a:cubicBezTo>
                    <a:pt x="152" y="221"/>
                    <a:pt x="149" y="223"/>
                    <a:pt x="146" y="224"/>
                  </a:cubicBezTo>
                  <a:cubicBezTo>
                    <a:pt x="143" y="225"/>
                    <a:pt x="140" y="226"/>
                    <a:pt x="135" y="227"/>
                  </a:cubicBezTo>
                  <a:cubicBezTo>
                    <a:pt x="131" y="227"/>
                    <a:pt x="126" y="228"/>
                    <a:pt x="120" y="228"/>
                  </a:cubicBezTo>
                  <a:cubicBezTo>
                    <a:pt x="65" y="228"/>
                    <a:pt x="65" y="228"/>
                    <a:pt x="65" y="228"/>
                  </a:cubicBezTo>
                  <a:cubicBezTo>
                    <a:pt x="65" y="45"/>
                    <a:pt x="65" y="45"/>
                    <a:pt x="65" y="45"/>
                  </a:cubicBezTo>
                  <a:cubicBezTo>
                    <a:pt x="65" y="36"/>
                    <a:pt x="65" y="30"/>
                    <a:pt x="66" y="26"/>
                  </a:cubicBezTo>
                  <a:cubicBezTo>
                    <a:pt x="67" y="22"/>
                    <a:pt x="68" y="19"/>
                    <a:pt x="70" y="17"/>
                  </a:cubicBezTo>
                  <a:cubicBezTo>
                    <a:pt x="72" y="15"/>
                    <a:pt x="74"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2" name="Freeform 295">
              <a:extLst>
                <a:ext uri="{FF2B5EF4-FFF2-40B4-BE49-F238E27FC236}">
                  <a16:creationId xmlns:a16="http://schemas.microsoft.com/office/drawing/2014/main" id="{0D954ABF-AF2A-CA2A-8C0A-F510A92B8AD3}"/>
                </a:ext>
              </a:extLst>
            </p:cNvPr>
            <p:cNvSpPr>
              <a:spLocks/>
            </p:cNvSpPr>
            <p:nvPr/>
          </p:nvSpPr>
          <p:spPr bwMode="auto">
            <a:xfrm>
              <a:off x="2984663" y="2122744"/>
              <a:ext cx="89060" cy="90280"/>
            </a:xfrm>
            <a:custGeom>
              <a:avLst/>
              <a:gdLst>
                <a:gd name="T0" fmla="*/ 244 w 244"/>
                <a:gd name="T1" fmla="*/ 0 h 247"/>
                <a:gd name="T2" fmla="*/ 159 w 244"/>
                <a:gd name="T3" fmla="*/ 0 h 247"/>
                <a:gd name="T4" fmla="*/ 159 w 244"/>
                <a:gd name="T5" fmla="*/ 9 h 247"/>
                <a:gd name="T6" fmla="*/ 176 w 244"/>
                <a:gd name="T7" fmla="*/ 15 h 247"/>
                <a:gd name="T8" fmla="*/ 182 w 244"/>
                <a:gd name="T9" fmla="*/ 24 h 247"/>
                <a:gd name="T10" fmla="*/ 184 w 244"/>
                <a:gd name="T11" fmla="*/ 45 h 247"/>
                <a:gd name="T12" fmla="*/ 184 w 244"/>
                <a:gd name="T13" fmla="*/ 157 h 247"/>
                <a:gd name="T14" fmla="*/ 181 w 244"/>
                <a:gd name="T15" fmla="*/ 191 h 247"/>
                <a:gd name="T16" fmla="*/ 171 w 244"/>
                <a:gd name="T17" fmla="*/ 214 h 247"/>
                <a:gd name="T18" fmla="*/ 152 w 244"/>
                <a:gd name="T19" fmla="*/ 227 h 247"/>
                <a:gd name="T20" fmla="*/ 126 w 244"/>
                <a:gd name="T21" fmla="*/ 231 h 247"/>
                <a:gd name="T22" fmla="*/ 99 w 244"/>
                <a:gd name="T23" fmla="*/ 228 h 247"/>
                <a:gd name="T24" fmla="*/ 81 w 244"/>
                <a:gd name="T25" fmla="*/ 219 h 247"/>
                <a:gd name="T26" fmla="*/ 68 w 244"/>
                <a:gd name="T27" fmla="*/ 200 h 247"/>
                <a:gd name="T28" fmla="*/ 64 w 244"/>
                <a:gd name="T29" fmla="*/ 171 h 247"/>
                <a:gd name="T30" fmla="*/ 64 w 244"/>
                <a:gd name="T31" fmla="*/ 45 h 247"/>
                <a:gd name="T32" fmla="*/ 66 w 244"/>
                <a:gd name="T33" fmla="*/ 24 h 247"/>
                <a:gd name="T34" fmla="*/ 72 w 244"/>
                <a:gd name="T35" fmla="*/ 15 h 247"/>
                <a:gd name="T36" fmla="*/ 89 w 244"/>
                <a:gd name="T37" fmla="*/ 9 h 247"/>
                <a:gd name="T38" fmla="*/ 89 w 244"/>
                <a:gd name="T39" fmla="*/ 0 h 247"/>
                <a:gd name="T40" fmla="*/ 0 w 244"/>
                <a:gd name="T41" fmla="*/ 0 h 247"/>
                <a:gd name="T42" fmla="*/ 0 w 244"/>
                <a:gd name="T43" fmla="*/ 9 h 247"/>
                <a:gd name="T44" fmla="*/ 14 w 244"/>
                <a:gd name="T45" fmla="*/ 13 h 247"/>
                <a:gd name="T46" fmla="*/ 20 w 244"/>
                <a:gd name="T47" fmla="*/ 18 h 247"/>
                <a:gd name="T48" fmla="*/ 23 w 244"/>
                <a:gd name="T49" fmla="*/ 26 h 247"/>
                <a:gd name="T50" fmla="*/ 24 w 244"/>
                <a:gd name="T51" fmla="*/ 45 h 247"/>
                <a:gd name="T52" fmla="*/ 24 w 244"/>
                <a:gd name="T53" fmla="*/ 162 h 247"/>
                <a:gd name="T54" fmla="*/ 29 w 244"/>
                <a:gd name="T55" fmla="*/ 200 h 247"/>
                <a:gd name="T56" fmla="*/ 46 w 244"/>
                <a:gd name="T57" fmla="*/ 226 h 247"/>
                <a:gd name="T58" fmla="*/ 77 w 244"/>
                <a:gd name="T59" fmla="*/ 242 h 247"/>
                <a:gd name="T60" fmla="*/ 121 w 244"/>
                <a:gd name="T61" fmla="*/ 247 h 247"/>
                <a:gd name="T62" fmla="*/ 158 w 244"/>
                <a:gd name="T63" fmla="*/ 243 h 247"/>
                <a:gd name="T64" fmla="*/ 184 w 244"/>
                <a:gd name="T65" fmla="*/ 233 h 247"/>
                <a:gd name="T66" fmla="*/ 203 w 244"/>
                <a:gd name="T67" fmla="*/ 217 h 247"/>
                <a:gd name="T68" fmla="*/ 215 w 244"/>
                <a:gd name="T69" fmla="*/ 193 h 247"/>
                <a:gd name="T70" fmla="*/ 219 w 244"/>
                <a:gd name="T71" fmla="*/ 160 h 247"/>
                <a:gd name="T72" fmla="*/ 219 w 244"/>
                <a:gd name="T73" fmla="*/ 45 h 247"/>
                <a:gd name="T74" fmla="*/ 221 w 244"/>
                <a:gd name="T75" fmla="*/ 24 h 247"/>
                <a:gd name="T76" fmla="*/ 227 w 244"/>
                <a:gd name="T77" fmla="*/ 15 h 247"/>
                <a:gd name="T78" fmla="*/ 244 w 244"/>
                <a:gd name="T79" fmla="*/ 9 h 247"/>
                <a:gd name="T80" fmla="*/ 244 w 244"/>
                <a:gd name="T8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4" h="247">
                  <a:moveTo>
                    <a:pt x="244" y="0"/>
                  </a:moveTo>
                  <a:cubicBezTo>
                    <a:pt x="159" y="0"/>
                    <a:pt x="159" y="0"/>
                    <a:pt x="159" y="0"/>
                  </a:cubicBezTo>
                  <a:cubicBezTo>
                    <a:pt x="159" y="9"/>
                    <a:pt x="159" y="9"/>
                    <a:pt x="159" y="9"/>
                  </a:cubicBezTo>
                  <a:cubicBezTo>
                    <a:pt x="168" y="11"/>
                    <a:pt x="174" y="13"/>
                    <a:pt x="176" y="15"/>
                  </a:cubicBezTo>
                  <a:cubicBezTo>
                    <a:pt x="179" y="17"/>
                    <a:pt x="181" y="20"/>
                    <a:pt x="182" y="24"/>
                  </a:cubicBezTo>
                  <a:cubicBezTo>
                    <a:pt x="183" y="27"/>
                    <a:pt x="184" y="34"/>
                    <a:pt x="184" y="45"/>
                  </a:cubicBezTo>
                  <a:cubicBezTo>
                    <a:pt x="184" y="157"/>
                    <a:pt x="184" y="157"/>
                    <a:pt x="184" y="157"/>
                  </a:cubicBezTo>
                  <a:cubicBezTo>
                    <a:pt x="184" y="171"/>
                    <a:pt x="183" y="183"/>
                    <a:pt x="181" y="191"/>
                  </a:cubicBezTo>
                  <a:cubicBezTo>
                    <a:pt x="180" y="200"/>
                    <a:pt x="176" y="208"/>
                    <a:pt x="171" y="214"/>
                  </a:cubicBezTo>
                  <a:cubicBezTo>
                    <a:pt x="166" y="219"/>
                    <a:pt x="160" y="224"/>
                    <a:pt x="152" y="227"/>
                  </a:cubicBezTo>
                  <a:cubicBezTo>
                    <a:pt x="145" y="230"/>
                    <a:pt x="136" y="231"/>
                    <a:pt x="126" y="231"/>
                  </a:cubicBezTo>
                  <a:cubicBezTo>
                    <a:pt x="116" y="231"/>
                    <a:pt x="107" y="230"/>
                    <a:pt x="99" y="228"/>
                  </a:cubicBezTo>
                  <a:cubicBezTo>
                    <a:pt x="92" y="226"/>
                    <a:pt x="86" y="223"/>
                    <a:pt x="81" y="219"/>
                  </a:cubicBezTo>
                  <a:cubicBezTo>
                    <a:pt x="75" y="214"/>
                    <a:pt x="71" y="208"/>
                    <a:pt x="68" y="200"/>
                  </a:cubicBezTo>
                  <a:cubicBezTo>
                    <a:pt x="66" y="193"/>
                    <a:pt x="64" y="183"/>
                    <a:pt x="64" y="171"/>
                  </a:cubicBezTo>
                  <a:cubicBezTo>
                    <a:pt x="64" y="45"/>
                    <a:pt x="64" y="45"/>
                    <a:pt x="64" y="45"/>
                  </a:cubicBezTo>
                  <a:cubicBezTo>
                    <a:pt x="64" y="35"/>
                    <a:pt x="65" y="28"/>
                    <a:pt x="66" y="24"/>
                  </a:cubicBezTo>
                  <a:cubicBezTo>
                    <a:pt x="67" y="20"/>
                    <a:pt x="69" y="17"/>
                    <a:pt x="72" y="15"/>
                  </a:cubicBezTo>
                  <a:cubicBezTo>
                    <a:pt x="75" y="12"/>
                    <a:pt x="81" y="11"/>
                    <a:pt x="89" y="9"/>
                  </a:cubicBezTo>
                  <a:cubicBezTo>
                    <a:pt x="89" y="0"/>
                    <a:pt x="89" y="0"/>
                    <a:pt x="89" y="0"/>
                  </a:cubicBezTo>
                  <a:cubicBezTo>
                    <a:pt x="0" y="0"/>
                    <a:pt x="0" y="0"/>
                    <a:pt x="0" y="0"/>
                  </a:cubicBezTo>
                  <a:cubicBezTo>
                    <a:pt x="0" y="9"/>
                    <a:pt x="0" y="9"/>
                    <a:pt x="0" y="9"/>
                  </a:cubicBezTo>
                  <a:cubicBezTo>
                    <a:pt x="7" y="10"/>
                    <a:pt x="11" y="12"/>
                    <a:pt x="14" y="13"/>
                  </a:cubicBezTo>
                  <a:cubicBezTo>
                    <a:pt x="17" y="15"/>
                    <a:pt x="18" y="16"/>
                    <a:pt x="20" y="18"/>
                  </a:cubicBezTo>
                  <a:cubicBezTo>
                    <a:pt x="21" y="20"/>
                    <a:pt x="22" y="23"/>
                    <a:pt x="23" y="26"/>
                  </a:cubicBezTo>
                  <a:cubicBezTo>
                    <a:pt x="24" y="29"/>
                    <a:pt x="24" y="36"/>
                    <a:pt x="24" y="45"/>
                  </a:cubicBezTo>
                  <a:cubicBezTo>
                    <a:pt x="24" y="162"/>
                    <a:pt x="24" y="162"/>
                    <a:pt x="24" y="162"/>
                  </a:cubicBezTo>
                  <a:cubicBezTo>
                    <a:pt x="24" y="178"/>
                    <a:pt x="26" y="190"/>
                    <a:pt x="29" y="200"/>
                  </a:cubicBezTo>
                  <a:cubicBezTo>
                    <a:pt x="33" y="210"/>
                    <a:pt x="38" y="219"/>
                    <a:pt x="46" y="226"/>
                  </a:cubicBezTo>
                  <a:cubicBezTo>
                    <a:pt x="54" y="234"/>
                    <a:pt x="64" y="239"/>
                    <a:pt x="77" y="242"/>
                  </a:cubicBezTo>
                  <a:cubicBezTo>
                    <a:pt x="89" y="245"/>
                    <a:pt x="104" y="247"/>
                    <a:pt x="121" y="247"/>
                  </a:cubicBezTo>
                  <a:cubicBezTo>
                    <a:pt x="135" y="247"/>
                    <a:pt x="147" y="246"/>
                    <a:pt x="158" y="243"/>
                  </a:cubicBezTo>
                  <a:cubicBezTo>
                    <a:pt x="168" y="241"/>
                    <a:pt x="177" y="237"/>
                    <a:pt x="184" y="233"/>
                  </a:cubicBezTo>
                  <a:cubicBezTo>
                    <a:pt x="192" y="229"/>
                    <a:pt x="198" y="223"/>
                    <a:pt x="203" y="217"/>
                  </a:cubicBezTo>
                  <a:cubicBezTo>
                    <a:pt x="208" y="210"/>
                    <a:pt x="212" y="202"/>
                    <a:pt x="215" y="193"/>
                  </a:cubicBezTo>
                  <a:cubicBezTo>
                    <a:pt x="218" y="184"/>
                    <a:pt x="219" y="173"/>
                    <a:pt x="219" y="160"/>
                  </a:cubicBezTo>
                  <a:cubicBezTo>
                    <a:pt x="219" y="45"/>
                    <a:pt x="219" y="45"/>
                    <a:pt x="219" y="45"/>
                  </a:cubicBezTo>
                  <a:cubicBezTo>
                    <a:pt x="219" y="35"/>
                    <a:pt x="220" y="28"/>
                    <a:pt x="221" y="24"/>
                  </a:cubicBezTo>
                  <a:cubicBezTo>
                    <a:pt x="222" y="20"/>
                    <a:pt x="224" y="17"/>
                    <a:pt x="227" y="15"/>
                  </a:cubicBezTo>
                  <a:cubicBezTo>
                    <a:pt x="230" y="13"/>
                    <a:pt x="236" y="11"/>
                    <a:pt x="244" y="9"/>
                  </a:cubicBezTo>
                  <a:cubicBezTo>
                    <a:pt x="244" y="0"/>
                    <a:pt x="244" y="0"/>
                    <a:pt x="24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3" name="Freeform 296">
              <a:extLst>
                <a:ext uri="{FF2B5EF4-FFF2-40B4-BE49-F238E27FC236}">
                  <a16:creationId xmlns:a16="http://schemas.microsoft.com/office/drawing/2014/main" id="{1D1B6380-05EF-7A42-B137-52C47105021F}"/>
                </a:ext>
              </a:extLst>
            </p:cNvPr>
            <p:cNvSpPr>
              <a:spLocks/>
            </p:cNvSpPr>
            <p:nvPr/>
          </p:nvSpPr>
          <p:spPr bwMode="auto">
            <a:xfrm>
              <a:off x="3089583"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3 w 247"/>
                <a:gd name="T23" fmla="*/ 166 h 245"/>
                <a:gd name="T24" fmla="*/ 170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1 w 247"/>
                <a:gd name="T65" fmla="*/ 91 h 245"/>
                <a:gd name="T66" fmla="*/ 49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1" y="12"/>
                    <a:pt x="184" y="13"/>
                  </a:cubicBezTo>
                  <a:cubicBezTo>
                    <a:pt x="186" y="14"/>
                    <a:pt x="189" y="16"/>
                    <a:pt x="190" y="18"/>
                  </a:cubicBezTo>
                  <a:cubicBezTo>
                    <a:pt x="192" y="20"/>
                    <a:pt x="193" y="23"/>
                    <a:pt x="193" y="27"/>
                  </a:cubicBezTo>
                  <a:cubicBezTo>
                    <a:pt x="194" y="31"/>
                    <a:pt x="194" y="37"/>
                    <a:pt x="194" y="45"/>
                  </a:cubicBezTo>
                  <a:cubicBezTo>
                    <a:pt x="194" y="82"/>
                    <a:pt x="194" y="82"/>
                    <a:pt x="194" y="82"/>
                  </a:cubicBezTo>
                  <a:cubicBezTo>
                    <a:pt x="194" y="100"/>
                    <a:pt x="194" y="119"/>
                    <a:pt x="195" y="141"/>
                  </a:cubicBezTo>
                  <a:cubicBezTo>
                    <a:pt x="195" y="163"/>
                    <a:pt x="196" y="177"/>
                    <a:pt x="197" y="184"/>
                  </a:cubicBezTo>
                  <a:cubicBezTo>
                    <a:pt x="194" y="184"/>
                    <a:pt x="194" y="184"/>
                    <a:pt x="194" y="184"/>
                  </a:cubicBezTo>
                  <a:cubicBezTo>
                    <a:pt x="190" y="178"/>
                    <a:pt x="187" y="171"/>
                    <a:pt x="183" y="166"/>
                  </a:cubicBezTo>
                  <a:cubicBezTo>
                    <a:pt x="180" y="161"/>
                    <a:pt x="176" y="155"/>
                    <a:pt x="170"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77" y="244"/>
                    <a:pt x="77" y="244"/>
                    <a:pt x="77" y="244"/>
                  </a:cubicBezTo>
                  <a:cubicBezTo>
                    <a:pt x="77" y="235"/>
                    <a:pt x="77" y="235"/>
                    <a:pt x="77" y="235"/>
                  </a:cubicBezTo>
                  <a:cubicBezTo>
                    <a:pt x="70" y="234"/>
                    <a:pt x="66" y="232"/>
                    <a:pt x="63" y="231"/>
                  </a:cubicBezTo>
                  <a:cubicBezTo>
                    <a:pt x="60" y="230"/>
                    <a:pt x="58" y="228"/>
                    <a:pt x="56" y="226"/>
                  </a:cubicBezTo>
                  <a:cubicBezTo>
                    <a:pt x="55" y="223"/>
                    <a:pt x="54" y="221"/>
                    <a:pt x="53" y="217"/>
                  </a:cubicBezTo>
                  <a:cubicBezTo>
                    <a:pt x="52" y="213"/>
                    <a:pt x="52" y="207"/>
                    <a:pt x="52" y="199"/>
                  </a:cubicBezTo>
                  <a:cubicBezTo>
                    <a:pt x="52" y="163"/>
                    <a:pt x="52" y="163"/>
                    <a:pt x="52" y="163"/>
                  </a:cubicBezTo>
                  <a:cubicBezTo>
                    <a:pt x="52" y="139"/>
                    <a:pt x="52" y="115"/>
                    <a:pt x="51" y="91"/>
                  </a:cubicBezTo>
                  <a:cubicBezTo>
                    <a:pt x="51" y="67"/>
                    <a:pt x="50" y="51"/>
                    <a:pt x="49"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8"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4" name="Freeform 297">
              <a:extLst>
                <a:ext uri="{FF2B5EF4-FFF2-40B4-BE49-F238E27FC236}">
                  <a16:creationId xmlns:a16="http://schemas.microsoft.com/office/drawing/2014/main" id="{D6C196A5-AF44-B8CF-C645-66533D28ACFC}"/>
                </a:ext>
              </a:extLst>
            </p:cNvPr>
            <p:cNvSpPr>
              <a:spLocks/>
            </p:cNvSpPr>
            <p:nvPr/>
          </p:nvSpPr>
          <p:spPr bwMode="auto">
            <a:xfrm>
              <a:off x="3197349" y="2122744"/>
              <a:ext cx="32127"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3 w 89"/>
                <a:gd name="T11" fmla="*/ 27 h 244"/>
                <a:gd name="T12" fmla="*/ 25 w 89"/>
                <a:gd name="T13" fmla="*/ 45 h 244"/>
                <a:gd name="T14" fmla="*/ 25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8" y="16"/>
                    <a:pt x="20" y="18"/>
                  </a:cubicBezTo>
                  <a:cubicBezTo>
                    <a:pt x="22" y="20"/>
                    <a:pt x="23" y="23"/>
                    <a:pt x="23"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8" y="226"/>
                  </a:cubicBezTo>
                  <a:cubicBezTo>
                    <a:pt x="67" y="223"/>
                    <a:pt x="66" y="221"/>
                    <a:pt x="65" y="217"/>
                  </a:cubicBezTo>
                  <a:cubicBezTo>
                    <a:pt x="65" y="213"/>
                    <a:pt x="64" y="207"/>
                    <a:pt x="64" y="199"/>
                  </a:cubicBezTo>
                  <a:cubicBezTo>
                    <a:pt x="64" y="45"/>
                    <a:pt x="64" y="45"/>
                    <a:pt x="64" y="45"/>
                  </a:cubicBezTo>
                  <a:cubicBezTo>
                    <a:pt x="64" y="37"/>
                    <a:pt x="65" y="31"/>
                    <a:pt x="65" y="27"/>
                  </a:cubicBezTo>
                  <a:cubicBezTo>
                    <a:pt x="66" y="23"/>
                    <a:pt x="67" y="20"/>
                    <a:pt x="69" y="18"/>
                  </a:cubicBezTo>
                  <a:cubicBezTo>
                    <a:pt x="71" y="16"/>
                    <a:pt x="73" y="14"/>
                    <a:pt x="76"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5" name="Freeform 298">
              <a:extLst>
                <a:ext uri="{FF2B5EF4-FFF2-40B4-BE49-F238E27FC236}">
                  <a16:creationId xmlns:a16="http://schemas.microsoft.com/office/drawing/2014/main" id="{6F53074A-5F3E-048D-4809-E5BF31E45012}"/>
                </a:ext>
              </a:extLst>
            </p:cNvPr>
            <p:cNvSpPr>
              <a:spLocks/>
            </p:cNvSpPr>
            <p:nvPr/>
          </p:nvSpPr>
          <p:spPr bwMode="auto">
            <a:xfrm>
              <a:off x="3240456" y="2122744"/>
              <a:ext cx="93940" cy="90280"/>
            </a:xfrm>
            <a:custGeom>
              <a:avLst/>
              <a:gdLst>
                <a:gd name="T0" fmla="*/ 258 w 258"/>
                <a:gd name="T1" fmla="*/ 0 h 247"/>
                <a:gd name="T2" fmla="*/ 169 w 258"/>
                <a:gd name="T3" fmla="*/ 0 h 247"/>
                <a:gd name="T4" fmla="*/ 169 w 258"/>
                <a:gd name="T5" fmla="*/ 9 h 247"/>
                <a:gd name="T6" fmla="*/ 189 w 258"/>
                <a:gd name="T7" fmla="*/ 16 h 247"/>
                <a:gd name="T8" fmla="*/ 194 w 258"/>
                <a:gd name="T9" fmla="*/ 31 h 247"/>
                <a:gd name="T10" fmla="*/ 194 w 258"/>
                <a:gd name="T11" fmla="*/ 36 h 247"/>
                <a:gd name="T12" fmla="*/ 193 w 258"/>
                <a:gd name="T13" fmla="*/ 42 h 247"/>
                <a:gd name="T14" fmla="*/ 190 w 258"/>
                <a:gd name="T15" fmla="*/ 50 h 247"/>
                <a:gd name="T16" fmla="*/ 188 w 258"/>
                <a:gd name="T17" fmla="*/ 57 h 247"/>
                <a:gd name="T18" fmla="*/ 127 w 258"/>
                <a:gd name="T19" fmla="*/ 204 h 247"/>
                <a:gd name="T20" fmla="*/ 78 w 258"/>
                <a:gd name="T21" fmla="*/ 58 h 247"/>
                <a:gd name="T22" fmla="*/ 73 w 258"/>
                <a:gd name="T23" fmla="*/ 42 h 247"/>
                <a:gd name="T24" fmla="*/ 71 w 258"/>
                <a:gd name="T25" fmla="*/ 29 h 247"/>
                <a:gd name="T26" fmla="*/ 74 w 258"/>
                <a:gd name="T27" fmla="*/ 19 h 247"/>
                <a:gd name="T28" fmla="*/ 81 w 258"/>
                <a:gd name="T29" fmla="*/ 12 h 247"/>
                <a:gd name="T30" fmla="*/ 96 w 258"/>
                <a:gd name="T31" fmla="*/ 9 h 247"/>
                <a:gd name="T32" fmla="*/ 96 w 258"/>
                <a:gd name="T33" fmla="*/ 0 h 247"/>
                <a:gd name="T34" fmla="*/ 0 w 258"/>
                <a:gd name="T35" fmla="*/ 0 h 247"/>
                <a:gd name="T36" fmla="*/ 0 w 258"/>
                <a:gd name="T37" fmla="*/ 9 h 247"/>
                <a:gd name="T38" fmla="*/ 14 w 258"/>
                <a:gd name="T39" fmla="*/ 14 h 247"/>
                <a:gd name="T40" fmla="*/ 24 w 258"/>
                <a:gd name="T41" fmla="*/ 25 h 247"/>
                <a:gd name="T42" fmla="*/ 34 w 258"/>
                <a:gd name="T43" fmla="*/ 48 h 247"/>
                <a:gd name="T44" fmla="*/ 105 w 258"/>
                <a:gd name="T45" fmla="*/ 247 h 247"/>
                <a:gd name="T46" fmla="*/ 133 w 258"/>
                <a:gd name="T47" fmla="*/ 247 h 247"/>
                <a:gd name="T48" fmla="*/ 221 w 258"/>
                <a:gd name="T49" fmla="*/ 49 h 247"/>
                <a:gd name="T50" fmla="*/ 233 w 258"/>
                <a:gd name="T51" fmla="*/ 25 h 247"/>
                <a:gd name="T52" fmla="*/ 244 w 258"/>
                <a:gd name="T53" fmla="*/ 14 h 247"/>
                <a:gd name="T54" fmla="*/ 258 w 258"/>
                <a:gd name="T55" fmla="*/ 9 h 247"/>
                <a:gd name="T56" fmla="*/ 258 w 258"/>
                <a:gd name="T57"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8" h="247">
                  <a:moveTo>
                    <a:pt x="258" y="0"/>
                  </a:moveTo>
                  <a:cubicBezTo>
                    <a:pt x="169" y="0"/>
                    <a:pt x="169" y="0"/>
                    <a:pt x="169" y="0"/>
                  </a:cubicBezTo>
                  <a:cubicBezTo>
                    <a:pt x="169" y="9"/>
                    <a:pt x="169" y="9"/>
                    <a:pt x="169" y="9"/>
                  </a:cubicBezTo>
                  <a:cubicBezTo>
                    <a:pt x="178" y="10"/>
                    <a:pt x="185" y="12"/>
                    <a:pt x="189" y="16"/>
                  </a:cubicBezTo>
                  <a:cubicBezTo>
                    <a:pt x="192" y="19"/>
                    <a:pt x="194" y="24"/>
                    <a:pt x="194" y="31"/>
                  </a:cubicBezTo>
                  <a:cubicBezTo>
                    <a:pt x="194" y="33"/>
                    <a:pt x="194" y="34"/>
                    <a:pt x="194" y="36"/>
                  </a:cubicBezTo>
                  <a:cubicBezTo>
                    <a:pt x="194" y="38"/>
                    <a:pt x="193" y="40"/>
                    <a:pt x="193" y="42"/>
                  </a:cubicBezTo>
                  <a:cubicBezTo>
                    <a:pt x="192" y="45"/>
                    <a:pt x="191" y="47"/>
                    <a:pt x="190" y="50"/>
                  </a:cubicBezTo>
                  <a:cubicBezTo>
                    <a:pt x="190" y="52"/>
                    <a:pt x="189" y="55"/>
                    <a:pt x="188" y="57"/>
                  </a:cubicBezTo>
                  <a:cubicBezTo>
                    <a:pt x="127" y="204"/>
                    <a:pt x="127" y="204"/>
                    <a:pt x="127" y="204"/>
                  </a:cubicBezTo>
                  <a:cubicBezTo>
                    <a:pt x="78" y="58"/>
                    <a:pt x="78" y="58"/>
                    <a:pt x="78" y="58"/>
                  </a:cubicBezTo>
                  <a:cubicBezTo>
                    <a:pt x="75" y="52"/>
                    <a:pt x="74" y="47"/>
                    <a:pt x="73" y="42"/>
                  </a:cubicBezTo>
                  <a:cubicBezTo>
                    <a:pt x="72" y="38"/>
                    <a:pt x="71" y="33"/>
                    <a:pt x="71" y="29"/>
                  </a:cubicBezTo>
                  <a:cubicBezTo>
                    <a:pt x="71" y="25"/>
                    <a:pt x="72" y="21"/>
                    <a:pt x="74" y="19"/>
                  </a:cubicBezTo>
                  <a:cubicBezTo>
                    <a:pt x="75" y="16"/>
                    <a:pt x="78" y="14"/>
                    <a:pt x="81" y="12"/>
                  </a:cubicBezTo>
                  <a:cubicBezTo>
                    <a:pt x="85" y="11"/>
                    <a:pt x="90" y="10"/>
                    <a:pt x="96" y="9"/>
                  </a:cubicBezTo>
                  <a:cubicBezTo>
                    <a:pt x="96" y="0"/>
                    <a:pt x="96" y="0"/>
                    <a:pt x="96" y="0"/>
                  </a:cubicBezTo>
                  <a:cubicBezTo>
                    <a:pt x="0" y="0"/>
                    <a:pt x="0" y="0"/>
                    <a:pt x="0" y="0"/>
                  </a:cubicBezTo>
                  <a:cubicBezTo>
                    <a:pt x="0" y="9"/>
                    <a:pt x="0" y="9"/>
                    <a:pt x="0" y="9"/>
                  </a:cubicBezTo>
                  <a:cubicBezTo>
                    <a:pt x="6" y="10"/>
                    <a:pt x="11" y="12"/>
                    <a:pt x="14" y="14"/>
                  </a:cubicBezTo>
                  <a:cubicBezTo>
                    <a:pt x="18" y="16"/>
                    <a:pt x="21" y="20"/>
                    <a:pt x="24" y="25"/>
                  </a:cubicBezTo>
                  <a:cubicBezTo>
                    <a:pt x="26" y="29"/>
                    <a:pt x="30" y="37"/>
                    <a:pt x="34" y="48"/>
                  </a:cubicBezTo>
                  <a:cubicBezTo>
                    <a:pt x="105" y="247"/>
                    <a:pt x="105" y="247"/>
                    <a:pt x="105" y="247"/>
                  </a:cubicBezTo>
                  <a:cubicBezTo>
                    <a:pt x="133" y="247"/>
                    <a:pt x="133" y="247"/>
                    <a:pt x="133" y="247"/>
                  </a:cubicBezTo>
                  <a:cubicBezTo>
                    <a:pt x="221" y="49"/>
                    <a:pt x="221" y="49"/>
                    <a:pt x="221" y="49"/>
                  </a:cubicBezTo>
                  <a:cubicBezTo>
                    <a:pt x="226" y="38"/>
                    <a:pt x="230" y="30"/>
                    <a:pt x="233" y="25"/>
                  </a:cubicBezTo>
                  <a:cubicBezTo>
                    <a:pt x="237" y="20"/>
                    <a:pt x="240" y="16"/>
                    <a:pt x="244" y="14"/>
                  </a:cubicBezTo>
                  <a:cubicBezTo>
                    <a:pt x="247" y="12"/>
                    <a:pt x="252" y="10"/>
                    <a:pt x="258" y="9"/>
                  </a:cubicBezTo>
                  <a:cubicBezTo>
                    <a:pt x="258" y="0"/>
                    <a:pt x="258" y="0"/>
                    <a:pt x="25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6" name="Freeform 299">
              <a:extLst>
                <a:ext uri="{FF2B5EF4-FFF2-40B4-BE49-F238E27FC236}">
                  <a16:creationId xmlns:a16="http://schemas.microsoft.com/office/drawing/2014/main" id="{8EAF5CE4-0FF4-54A7-223B-C53436EAE423}"/>
                </a:ext>
              </a:extLst>
            </p:cNvPr>
            <p:cNvSpPr>
              <a:spLocks/>
            </p:cNvSpPr>
            <p:nvPr/>
          </p:nvSpPr>
          <p:spPr bwMode="auto">
            <a:xfrm>
              <a:off x="3343749"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4 w 200"/>
                <a:gd name="T17" fmla="*/ 219 h 244"/>
                <a:gd name="T18" fmla="*/ 18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3 w 200"/>
                <a:gd name="T31" fmla="*/ 200 h 244"/>
                <a:gd name="T32" fmla="*/ 167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6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7" y="189"/>
                    <a:pt x="174" y="196"/>
                    <a:pt x="173" y="200"/>
                  </a:cubicBezTo>
                  <a:cubicBezTo>
                    <a:pt x="171" y="204"/>
                    <a:pt x="169" y="208"/>
                    <a:pt x="167" y="212"/>
                  </a:cubicBezTo>
                  <a:cubicBezTo>
                    <a:pt x="164" y="216"/>
                    <a:pt x="162" y="219"/>
                    <a:pt x="158" y="222"/>
                  </a:cubicBezTo>
                  <a:cubicBezTo>
                    <a:pt x="155" y="224"/>
                    <a:pt x="152"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7" y="125"/>
                    <a:pt x="122"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6" y="17"/>
                  </a:cubicBezTo>
                  <a:cubicBezTo>
                    <a:pt x="150" y="18"/>
                    <a:pt x="153" y="19"/>
                    <a:pt x="156" y="21"/>
                  </a:cubicBezTo>
                  <a:cubicBezTo>
                    <a:pt x="159" y="22"/>
                    <a:pt x="162" y="25"/>
                    <a:pt x="164" y="28"/>
                  </a:cubicBezTo>
                  <a:cubicBezTo>
                    <a:pt x="166" y="31"/>
                    <a:pt x="169"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7" name="Freeform 300">
              <a:extLst>
                <a:ext uri="{FF2B5EF4-FFF2-40B4-BE49-F238E27FC236}">
                  <a16:creationId xmlns:a16="http://schemas.microsoft.com/office/drawing/2014/main" id="{CBFF80D1-6958-C22C-0823-583C9EDA2FF8}"/>
                </a:ext>
              </a:extLst>
            </p:cNvPr>
            <p:cNvSpPr>
              <a:spLocks noEditPoints="1"/>
            </p:cNvSpPr>
            <p:nvPr/>
          </p:nvSpPr>
          <p:spPr bwMode="auto">
            <a:xfrm>
              <a:off x="3434842" y="2122744"/>
              <a:ext cx="88246" cy="89060"/>
            </a:xfrm>
            <a:custGeom>
              <a:avLst/>
              <a:gdLst>
                <a:gd name="T0" fmla="*/ 64 w 243"/>
                <a:gd name="T1" fmla="*/ 123 h 244"/>
                <a:gd name="T2" fmla="*/ 64 w 243"/>
                <a:gd name="T3" fmla="*/ 17 h 244"/>
                <a:gd name="T4" fmla="*/ 95 w 243"/>
                <a:gd name="T5" fmla="*/ 16 h 244"/>
                <a:gd name="T6" fmla="*/ 133 w 243"/>
                <a:gd name="T7" fmla="*/ 22 h 244"/>
                <a:gd name="T8" fmla="*/ 154 w 243"/>
                <a:gd name="T9" fmla="*/ 39 h 244"/>
                <a:gd name="T10" fmla="*/ 161 w 243"/>
                <a:gd name="T11" fmla="*/ 67 h 244"/>
                <a:gd name="T12" fmla="*/ 155 w 243"/>
                <a:gd name="T13" fmla="*/ 95 h 244"/>
                <a:gd name="T14" fmla="*/ 139 w 243"/>
                <a:gd name="T15" fmla="*/ 112 h 244"/>
                <a:gd name="T16" fmla="*/ 118 w 243"/>
                <a:gd name="T17" fmla="*/ 120 h 244"/>
                <a:gd name="T18" fmla="*/ 88 w 243"/>
                <a:gd name="T19" fmla="*/ 123 h 244"/>
                <a:gd name="T20" fmla="*/ 64 w 243"/>
                <a:gd name="T21" fmla="*/ 123 h 244"/>
                <a:gd name="T22" fmla="*/ 104 w 243"/>
                <a:gd name="T23" fmla="*/ 0 h 244"/>
                <a:gd name="T24" fmla="*/ 0 w 243"/>
                <a:gd name="T25" fmla="*/ 0 h 244"/>
                <a:gd name="T26" fmla="*/ 0 w 243"/>
                <a:gd name="T27" fmla="*/ 9 h 244"/>
                <a:gd name="T28" fmla="*/ 13 w 243"/>
                <a:gd name="T29" fmla="*/ 13 h 244"/>
                <a:gd name="T30" fmla="*/ 20 w 243"/>
                <a:gd name="T31" fmla="*/ 18 h 244"/>
                <a:gd name="T32" fmla="*/ 23 w 243"/>
                <a:gd name="T33" fmla="*/ 27 h 244"/>
                <a:gd name="T34" fmla="*/ 24 w 243"/>
                <a:gd name="T35" fmla="*/ 45 h 244"/>
                <a:gd name="T36" fmla="*/ 24 w 243"/>
                <a:gd name="T37" fmla="*/ 199 h 244"/>
                <a:gd name="T38" fmla="*/ 23 w 243"/>
                <a:gd name="T39" fmla="*/ 219 h 244"/>
                <a:gd name="T40" fmla="*/ 17 w 243"/>
                <a:gd name="T41" fmla="*/ 229 h 244"/>
                <a:gd name="T42" fmla="*/ 0 w 243"/>
                <a:gd name="T43" fmla="*/ 235 h 244"/>
                <a:gd name="T44" fmla="*/ 0 w 243"/>
                <a:gd name="T45" fmla="*/ 244 h 244"/>
                <a:gd name="T46" fmla="*/ 89 w 243"/>
                <a:gd name="T47" fmla="*/ 244 h 244"/>
                <a:gd name="T48" fmla="*/ 89 w 243"/>
                <a:gd name="T49" fmla="*/ 235 h 244"/>
                <a:gd name="T50" fmla="*/ 75 w 243"/>
                <a:gd name="T51" fmla="*/ 231 h 244"/>
                <a:gd name="T52" fmla="*/ 69 w 243"/>
                <a:gd name="T53" fmla="*/ 226 h 244"/>
                <a:gd name="T54" fmla="*/ 66 w 243"/>
                <a:gd name="T55" fmla="*/ 218 h 244"/>
                <a:gd name="T56" fmla="*/ 64 w 243"/>
                <a:gd name="T57" fmla="*/ 199 h 244"/>
                <a:gd name="T58" fmla="*/ 64 w 243"/>
                <a:gd name="T59" fmla="*/ 138 h 244"/>
                <a:gd name="T60" fmla="*/ 87 w 243"/>
                <a:gd name="T61" fmla="*/ 138 h 244"/>
                <a:gd name="T62" fmla="*/ 103 w 243"/>
                <a:gd name="T63" fmla="*/ 139 h 244"/>
                <a:gd name="T64" fmla="*/ 113 w 243"/>
                <a:gd name="T65" fmla="*/ 143 h 244"/>
                <a:gd name="T66" fmla="*/ 123 w 243"/>
                <a:gd name="T67" fmla="*/ 152 h 244"/>
                <a:gd name="T68" fmla="*/ 137 w 243"/>
                <a:gd name="T69" fmla="*/ 172 h 244"/>
                <a:gd name="T70" fmla="*/ 155 w 243"/>
                <a:gd name="T71" fmla="*/ 201 h 244"/>
                <a:gd name="T72" fmla="*/ 169 w 243"/>
                <a:gd name="T73" fmla="*/ 224 h 244"/>
                <a:gd name="T74" fmla="*/ 185 w 243"/>
                <a:gd name="T75" fmla="*/ 244 h 244"/>
                <a:gd name="T76" fmla="*/ 243 w 243"/>
                <a:gd name="T77" fmla="*/ 244 h 244"/>
                <a:gd name="T78" fmla="*/ 243 w 243"/>
                <a:gd name="T79" fmla="*/ 235 h 244"/>
                <a:gd name="T80" fmla="*/ 227 w 243"/>
                <a:gd name="T81" fmla="*/ 230 h 244"/>
                <a:gd name="T82" fmla="*/ 215 w 243"/>
                <a:gd name="T83" fmla="*/ 220 h 244"/>
                <a:gd name="T84" fmla="*/ 201 w 243"/>
                <a:gd name="T85" fmla="*/ 200 h 244"/>
                <a:gd name="T86" fmla="*/ 182 w 243"/>
                <a:gd name="T87" fmla="*/ 171 h 244"/>
                <a:gd name="T88" fmla="*/ 161 w 243"/>
                <a:gd name="T89" fmla="*/ 145 h 244"/>
                <a:gd name="T90" fmla="*/ 139 w 243"/>
                <a:gd name="T91" fmla="*/ 132 h 244"/>
                <a:gd name="T92" fmla="*/ 139 w 243"/>
                <a:gd name="T93" fmla="*/ 131 h 244"/>
                <a:gd name="T94" fmla="*/ 187 w 243"/>
                <a:gd name="T95" fmla="*/ 104 h 244"/>
                <a:gd name="T96" fmla="*/ 203 w 243"/>
                <a:gd name="T97" fmla="*/ 63 h 244"/>
                <a:gd name="T98" fmla="*/ 178 w 243"/>
                <a:gd name="T99" fmla="*/ 15 h 244"/>
                <a:gd name="T100" fmla="*/ 104 w 243"/>
                <a:gd name="T10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244">
                  <a:moveTo>
                    <a:pt x="64" y="123"/>
                  </a:moveTo>
                  <a:cubicBezTo>
                    <a:pt x="64" y="17"/>
                    <a:pt x="64" y="17"/>
                    <a:pt x="64" y="17"/>
                  </a:cubicBezTo>
                  <a:cubicBezTo>
                    <a:pt x="72" y="16"/>
                    <a:pt x="82" y="16"/>
                    <a:pt x="95" y="16"/>
                  </a:cubicBezTo>
                  <a:cubicBezTo>
                    <a:pt x="111" y="16"/>
                    <a:pt x="123" y="18"/>
                    <a:pt x="133" y="22"/>
                  </a:cubicBezTo>
                  <a:cubicBezTo>
                    <a:pt x="142" y="26"/>
                    <a:pt x="149" y="31"/>
                    <a:pt x="154" y="39"/>
                  </a:cubicBezTo>
                  <a:cubicBezTo>
                    <a:pt x="158" y="46"/>
                    <a:pt x="161" y="56"/>
                    <a:pt x="161" y="67"/>
                  </a:cubicBezTo>
                  <a:cubicBezTo>
                    <a:pt x="161" y="78"/>
                    <a:pt x="159" y="87"/>
                    <a:pt x="155" y="95"/>
                  </a:cubicBezTo>
                  <a:cubicBezTo>
                    <a:pt x="151" y="102"/>
                    <a:pt x="146" y="108"/>
                    <a:pt x="139" y="112"/>
                  </a:cubicBezTo>
                  <a:cubicBezTo>
                    <a:pt x="133" y="116"/>
                    <a:pt x="126" y="119"/>
                    <a:pt x="118" y="120"/>
                  </a:cubicBezTo>
                  <a:cubicBezTo>
                    <a:pt x="111" y="122"/>
                    <a:pt x="100" y="123"/>
                    <a:pt x="88" y="123"/>
                  </a:cubicBezTo>
                  <a:cubicBezTo>
                    <a:pt x="64" y="123"/>
                    <a:pt x="64" y="123"/>
                    <a:pt x="64" y="123"/>
                  </a:cubicBezTo>
                  <a:moveTo>
                    <a:pt x="104" y="0"/>
                  </a:move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3" y="230"/>
                    <a:pt x="70" y="228"/>
                    <a:pt x="69" y="226"/>
                  </a:cubicBezTo>
                  <a:cubicBezTo>
                    <a:pt x="67" y="224"/>
                    <a:pt x="66" y="221"/>
                    <a:pt x="66" y="218"/>
                  </a:cubicBezTo>
                  <a:cubicBezTo>
                    <a:pt x="65" y="214"/>
                    <a:pt x="64" y="207"/>
                    <a:pt x="64" y="199"/>
                  </a:cubicBezTo>
                  <a:cubicBezTo>
                    <a:pt x="64" y="138"/>
                    <a:pt x="64" y="138"/>
                    <a:pt x="64" y="138"/>
                  </a:cubicBezTo>
                  <a:cubicBezTo>
                    <a:pt x="87" y="138"/>
                    <a:pt x="87" y="138"/>
                    <a:pt x="87" y="138"/>
                  </a:cubicBezTo>
                  <a:cubicBezTo>
                    <a:pt x="94" y="138"/>
                    <a:pt x="100" y="138"/>
                    <a:pt x="103" y="139"/>
                  </a:cubicBezTo>
                  <a:cubicBezTo>
                    <a:pt x="107" y="140"/>
                    <a:pt x="110" y="141"/>
                    <a:pt x="113" y="143"/>
                  </a:cubicBezTo>
                  <a:cubicBezTo>
                    <a:pt x="116" y="144"/>
                    <a:pt x="119" y="147"/>
                    <a:pt x="123" y="152"/>
                  </a:cubicBezTo>
                  <a:cubicBezTo>
                    <a:pt x="126" y="156"/>
                    <a:pt x="131" y="163"/>
                    <a:pt x="137" y="172"/>
                  </a:cubicBezTo>
                  <a:cubicBezTo>
                    <a:pt x="155" y="201"/>
                    <a:pt x="155" y="201"/>
                    <a:pt x="155" y="201"/>
                  </a:cubicBezTo>
                  <a:cubicBezTo>
                    <a:pt x="160" y="209"/>
                    <a:pt x="165" y="216"/>
                    <a:pt x="169" y="224"/>
                  </a:cubicBezTo>
                  <a:cubicBezTo>
                    <a:pt x="174" y="231"/>
                    <a:pt x="179" y="238"/>
                    <a:pt x="185" y="244"/>
                  </a:cubicBezTo>
                  <a:cubicBezTo>
                    <a:pt x="243" y="244"/>
                    <a:pt x="243" y="244"/>
                    <a:pt x="243" y="244"/>
                  </a:cubicBezTo>
                  <a:cubicBezTo>
                    <a:pt x="243" y="235"/>
                    <a:pt x="243" y="235"/>
                    <a:pt x="243" y="235"/>
                  </a:cubicBezTo>
                  <a:cubicBezTo>
                    <a:pt x="237" y="234"/>
                    <a:pt x="231" y="233"/>
                    <a:pt x="227" y="230"/>
                  </a:cubicBezTo>
                  <a:cubicBezTo>
                    <a:pt x="223" y="228"/>
                    <a:pt x="219" y="224"/>
                    <a:pt x="215" y="220"/>
                  </a:cubicBezTo>
                  <a:cubicBezTo>
                    <a:pt x="211" y="215"/>
                    <a:pt x="206" y="209"/>
                    <a:pt x="201" y="200"/>
                  </a:cubicBezTo>
                  <a:cubicBezTo>
                    <a:pt x="182" y="171"/>
                    <a:pt x="182" y="171"/>
                    <a:pt x="182" y="171"/>
                  </a:cubicBezTo>
                  <a:cubicBezTo>
                    <a:pt x="174" y="159"/>
                    <a:pt x="167" y="151"/>
                    <a:pt x="161" y="145"/>
                  </a:cubicBezTo>
                  <a:cubicBezTo>
                    <a:pt x="155" y="140"/>
                    <a:pt x="148" y="135"/>
                    <a:pt x="139" y="132"/>
                  </a:cubicBezTo>
                  <a:cubicBezTo>
                    <a:pt x="139" y="131"/>
                    <a:pt x="139" y="131"/>
                    <a:pt x="139" y="131"/>
                  </a:cubicBezTo>
                  <a:cubicBezTo>
                    <a:pt x="161" y="125"/>
                    <a:pt x="176" y="116"/>
                    <a:pt x="187" y="104"/>
                  </a:cubicBezTo>
                  <a:cubicBezTo>
                    <a:pt x="198" y="93"/>
                    <a:pt x="203" y="79"/>
                    <a:pt x="203" y="63"/>
                  </a:cubicBezTo>
                  <a:cubicBezTo>
                    <a:pt x="203" y="41"/>
                    <a:pt x="195" y="25"/>
                    <a:pt x="178" y="15"/>
                  </a:cubicBezTo>
                  <a:cubicBezTo>
                    <a:pt x="162" y="5"/>
                    <a:pt x="138" y="0"/>
                    <a:pt x="1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8" name="Freeform 301">
              <a:extLst>
                <a:ext uri="{FF2B5EF4-FFF2-40B4-BE49-F238E27FC236}">
                  <a16:creationId xmlns:a16="http://schemas.microsoft.com/office/drawing/2014/main" id="{63A4CC34-6E8D-8545-5BA8-DE1811BC8EAE}"/>
                </a:ext>
              </a:extLst>
            </p:cNvPr>
            <p:cNvSpPr>
              <a:spLocks/>
            </p:cNvSpPr>
            <p:nvPr/>
          </p:nvSpPr>
          <p:spPr bwMode="auto">
            <a:xfrm>
              <a:off x="3532035" y="2121525"/>
              <a:ext cx="62219" cy="91499"/>
            </a:xfrm>
            <a:custGeom>
              <a:avLst/>
              <a:gdLst>
                <a:gd name="T0" fmla="*/ 96 w 171"/>
                <a:gd name="T1" fmla="*/ 0 h 250"/>
                <a:gd name="T2" fmla="*/ 46 w 171"/>
                <a:gd name="T3" fmla="*/ 8 h 250"/>
                <a:gd name="T4" fmla="*/ 14 w 171"/>
                <a:gd name="T5" fmla="*/ 31 h 250"/>
                <a:gd name="T6" fmla="*/ 3 w 171"/>
                <a:gd name="T7" fmla="*/ 66 h 250"/>
                <a:gd name="T8" fmla="*/ 10 w 171"/>
                <a:gd name="T9" fmla="*/ 91 h 250"/>
                <a:gd name="T10" fmla="*/ 31 w 171"/>
                <a:gd name="T11" fmla="*/ 113 h 250"/>
                <a:gd name="T12" fmla="*/ 71 w 171"/>
                <a:gd name="T13" fmla="*/ 133 h 250"/>
                <a:gd name="T14" fmla="*/ 109 w 171"/>
                <a:gd name="T15" fmla="*/ 152 h 250"/>
                <a:gd name="T16" fmla="*/ 126 w 171"/>
                <a:gd name="T17" fmla="*/ 169 h 250"/>
                <a:gd name="T18" fmla="*/ 132 w 171"/>
                <a:gd name="T19" fmla="*/ 192 h 250"/>
                <a:gd name="T20" fmla="*/ 119 w 171"/>
                <a:gd name="T21" fmla="*/ 223 h 250"/>
                <a:gd name="T22" fmla="*/ 81 w 171"/>
                <a:gd name="T23" fmla="*/ 234 h 250"/>
                <a:gd name="T24" fmla="*/ 51 w 171"/>
                <a:gd name="T25" fmla="*/ 230 h 250"/>
                <a:gd name="T26" fmla="*/ 33 w 171"/>
                <a:gd name="T27" fmla="*/ 216 h 250"/>
                <a:gd name="T28" fmla="*/ 21 w 171"/>
                <a:gd name="T29" fmla="*/ 192 h 250"/>
                <a:gd name="T30" fmla="*/ 0 w 171"/>
                <a:gd name="T31" fmla="*/ 192 h 250"/>
                <a:gd name="T32" fmla="*/ 0 w 171"/>
                <a:gd name="T33" fmla="*/ 241 h 250"/>
                <a:gd name="T34" fmla="*/ 77 w 171"/>
                <a:gd name="T35" fmla="*/ 250 h 250"/>
                <a:gd name="T36" fmla="*/ 115 w 171"/>
                <a:gd name="T37" fmla="*/ 246 h 250"/>
                <a:gd name="T38" fmla="*/ 144 w 171"/>
                <a:gd name="T39" fmla="*/ 234 h 250"/>
                <a:gd name="T40" fmla="*/ 164 w 171"/>
                <a:gd name="T41" fmla="*/ 213 h 250"/>
                <a:gd name="T42" fmla="*/ 171 w 171"/>
                <a:gd name="T43" fmla="*/ 182 h 250"/>
                <a:gd name="T44" fmla="*/ 162 w 171"/>
                <a:gd name="T45" fmla="*/ 152 h 250"/>
                <a:gd name="T46" fmla="*/ 139 w 171"/>
                <a:gd name="T47" fmla="*/ 130 h 250"/>
                <a:gd name="T48" fmla="*/ 97 w 171"/>
                <a:gd name="T49" fmla="*/ 109 h 250"/>
                <a:gd name="T50" fmla="*/ 63 w 171"/>
                <a:gd name="T51" fmla="*/ 92 h 250"/>
                <a:gd name="T52" fmla="*/ 46 w 171"/>
                <a:gd name="T53" fmla="*/ 75 h 250"/>
                <a:gd name="T54" fmla="*/ 41 w 171"/>
                <a:gd name="T55" fmla="*/ 54 h 250"/>
                <a:gd name="T56" fmla="*/ 47 w 171"/>
                <a:gd name="T57" fmla="*/ 33 h 250"/>
                <a:gd name="T58" fmla="*/ 64 w 171"/>
                <a:gd name="T59" fmla="*/ 21 h 250"/>
                <a:gd name="T60" fmla="*/ 89 w 171"/>
                <a:gd name="T61" fmla="*/ 16 h 250"/>
                <a:gd name="T62" fmla="*/ 115 w 171"/>
                <a:gd name="T63" fmla="*/ 20 h 250"/>
                <a:gd name="T64" fmla="*/ 132 w 171"/>
                <a:gd name="T65" fmla="*/ 32 h 250"/>
                <a:gd name="T66" fmla="*/ 144 w 171"/>
                <a:gd name="T67" fmla="*/ 56 h 250"/>
                <a:gd name="T68" fmla="*/ 166 w 171"/>
                <a:gd name="T69" fmla="*/ 56 h 250"/>
                <a:gd name="T70" fmla="*/ 166 w 171"/>
                <a:gd name="T71" fmla="*/ 8 h 250"/>
                <a:gd name="T72" fmla="*/ 127 w 171"/>
                <a:gd name="T73" fmla="*/ 2 h 250"/>
                <a:gd name="T74" fmla="*/ 96 w 171"/>
                <a:gd name="T7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1" h="250">
                  <a:moveTo>
                    <a:pt x="96" y="0"/>
                  </a:moveTo>
                  <a:cubicBezTo>
                    <a:pt x="77" y="0"/>
                    <a:pt x="61" y="3"/>
                    <a:pt x="46" y="8"/>
                  </a:cubicBezTo>
                  <a:cubicBezTo>
                    <a:pt x="32" y="14"/>
                    <a:pt x="21" y="21"/>
                    <a:pt x="14" y="31"/>
                  </a:cubicBezTo>
                  <a:cubicBezTo>
                    <a:pt x="6" y="41"/>
                    <a:pt x="3" y="52"/>
                    <a:pt x="3" y="66"/>
                  </a:cubicBezTo>
                  <a:cubicBezTo>
                    <a:pt x="3" y="75"/>
                    <a:pt x="5" y="84"/>
                    <a:pt x="10" y="91"/>
                  </a:cubicBezTo>
                  <a:cubicBezTo>
                    <a:pt x="15" y="99"/>
                    <a:pt x="22" y="106"/>
                    <a:pt x="31" y="113"/>
                  </a:cubicBezTo>
                  <a:cubicBezTo>
                    <a:pt x="41" y="119"/>
                    <a:pt x="54" y="126"/>
                    <a:pt x="71" y="133"/>
                  </a:cubicBezTo>
                  <a:cubicBezTo>
                    <a:pt x="88" y="140"/>
                    <a:pt x="100" y="147"/>
                    <a:pt x="109" y="152"/>
                  </a:cubicBezTo>
                  <a:cubicBezTo>
                    <a:pt x="117" y="157"/>
                    <a:pt x="123" y="163"/>
                    <a:pt x="126" y="169"/>
                  </a:cubicBezTo>
                  <a:cubicBezTo>
                    <a:pt x="130" y="175"/>
                    <a:pt x="132" y="182"/>
                    <a:pt x="132" y="192"/>
                  </a:cubicBezTo>
                  <a:cubicBezTo>
                    <a:pt x="132" y="205"/>
                    <a:pt x="128" y="216"/>
                    <a:pt x="119" y="223"/>
                  </a:cubicBezTo>
                  <a:cubicBezTo>
                    <a:pt x="110" y="231"/>
                    <a:pt x="97" y="234"/>
                    <a:pt x="81" y="234"/>
                  </a:cubicBezTo>
                  <a:cubicBezTo>
                    <a:pt x="69" y="234"/>
                    <a:pt x="59" y="233"/>
                    <a:pt x="51" y="230"/>
                  </a:cubicBezTo>
                  <a:cubicBezTo>
                    <a:pt x="44" y="227"/>
                    <a:pt x="38" y="222"/>
                    <a:pt x="33" y="216"/>
                  </a:cubicBezTo>
                  <a:cubicBezTo>
                    <a:pt x="28" y="210"/>
                    <a:pt x="24" y="202"/>
                    <a:pt x="21" y="192"/>
                  </a:cubicBezTo>
                  <a:cubicBezTo>
                    <a:pt x="0" y="192"/>
                    <a:pt x="0" y="192"/>
                    <a:pt x="0" y="192"/>
                  </a:cubicBezTo>
                  <a:cubicBezTo>
                    <a:pt x="0" y="241"/>
                    <a:pt x="0" y="241"/>
                    <a:pt x="0" y="241"/>
                  </a:cubicBezTo>
                  <a:cubicBezTo>
                    <a:pt x="29" y="247"/>
                    <a:pt x="55" y="250"/>
                    <a:pt x="77" y="250"/>
                  </a:cubicBezTo>
                  <a:cubicBezTo>
                    <a:pt x="91" y="250"/>
                    <a:pt x="103" y="249"/>
                    <a:pt x="115" y="246"/>
                  </a:cubicBezTo>
                  <a:cubicBezTo>
                    <a:pt x="126" y="244"/>
                    <a:pt x="136" y="240"/>
                    <a:pt x="144" y="234"/>
                  </a:cubicBezTo>
                  <a:cubicBezTo>
                    <a:pt x="153" y="229"/>
                    <a:pt x="159" y="222"/>
                    <a:pt x="164" y="213"/>
                  </a:cubicBezTo>
                  <a:cubicBezTo>
                    <a:pt x="168" y="205"/>
                    <a:pt x="171" y="194"/>
                    <a:pt x="171" y="182"/>
                  </a:cubicBezTo>
                  <a:cubicBezTo>
                    <a:pt x="171" y="170"/>
                    <a:pt x="168" y="161"/>
                    <a:pt x="162" y="152"/>
                  </a:cubicBezTo>
                  <a:cubicBezTo>
                    <a:pt x="157" y="144"/>
                    <a:pt x="149" y="136"/>
                    <a:pt x="139" y="130"/>
                  </a:cubicBezTo>
                  <a:cubicBezTo>
                    <a:pt x="129" y="123"/>
                    <a:pt x="115" y="116"/>
                    <a:pt x="97" y="109"/>
                  </a:cubicBezTo>
                  <a:cubicBezTo>
                    <a:pt x="82" y="102"/>
                    <a:pt x="71" y="97"/>
                    <a:pt x="63" y="92"/>
                  </a:cubicBezTo>
                  <a:cubicBezTo>
                    <a:pt x="55" y="87"/>
                    <a:pt x="50" y="81"/>
                    <a:pt x="46" y="75"/>
                  </a:cubicBezTo>
                  <a:cubicBezTo>
                    <a:pt x="43" y="70"/>
                    <a:pt x="41" y="62"/>
                    <a:pt x="41" y="54"/>
                  </a:cubicBezTo>
                  <a:cubicBezTo>
                    <a:pt x="41" y="46"/>
                    <a:pt x="43" y="39"/>
                    <a:pt x="47" y="33"/>
                  </a:cubicBezTo>
                  <a:cubicBezTo>
                    <a:pt x="51" y="28"/>
                    <a:pt x="57" y="23"/>
                    <a:pt x="64" y="21"/>
                  </a:cubicBezTo>
                  <a:cubicBezTo>
                    <a:pt x="72" y="18"/>
                    <a:pt x="80" y="16"/>
                    <a:pt x="89" y="16"/>
                  </a:cubicBezTo>
                  <a:cubicBezTo>
                    <a:pt x="100" y="16"/>
                    <a:pt x="108" y="17"/>
                    <a:pt x="115" y="20"/>
                  </a:cubicBezTo>
                  <a:cubicBezTo>
                    <a:pt x="122" y="22"/>
                    <a:pt x="127" y="26"/>
                    <a:pt x="132" y="32"/>
                  </a:cubicBezTo>
                  <a:cubicBezTo>
                    <a:pt x="137" y="38"/>
                    <a:pt x="141" y="46"/>
                    <a:pt x="144" y="56"/>
                  </a:cubicBezTo>
                  <a:cubicBezTo>
                    <a:pt x="166" y="56"/>
                    <a:pt x="166" y="56"/>
                    <a:pt x="166" y="56"/>
                  </a:cubicBezTo>
                  <a:cubicBezTo>
                    <a:pt x="166" y="8"/>
                    <a:pt x="166" y="8"/>
                    <a:pt x="166" y="8"/>
                  </a:cubicBezTo>
                  <a:cubicBezTo>
                    <a:pt x="150" y="5"/>
                    <a:pt x="137" y="3"/>
                    <a:pt x="127" y="2"/>
                  </a:cubicBezTo>
                  <a:cubicBezTo>
                    <a:pt x="117" y="1"/>
                    <a:pt x="106" y="0"/>
                    <a:pt x="9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9" name="Freeform 302">
              <a:extLst>
                <a:ext uri="{FF2B5EF4-FFF2-40B4-BE49-F238E27FC236}">
                  <a16:creationId xmlns:a16="http://schemas.microsoft.com/office/drawing/2014/main" id="{A0044AF7-2E68-D238-0FCF-60B05DB51499}"/>
                </a:ext>
              </a:extLst>
            </p:cNvPr>
            <p:cNvSpPr>
              <a:spLocks/>
            </p:cNvSpPr>
            <p:nvPr/>
          </p:nvSpPr>
          <p:spPr bwMode="auto">
            <a:xfrm>
              <a:off x="3610927" y="2122744"/>
              <a:ext cx="32939" cy="89060"/>
            </a:xfrm>
            <a:custGeom>
              <a:avLst/>
              <a:gdLst>
                <a:gd name="T0" fmla="*/ 90 w 90"/>
                <a:gd name="T1" fmla="*/ 0 h 244"/>
                <a:gd name="T2" fmla="*/ 0 w 90"/>
                <a:gd name="T3" fmla="*/ 0 h 244"/>
                <a:gd name="T4" fmla="*/ 0 w 90"/>
                <a:gd name="T5" fmla="*/ 9 h 244"/>
                <a:gd name="T6" fmla="*/ 14 w 90"/>
                <a:gd name="T7" fmla="*/ 13 h 244"/>
                <a:gd name="T8" fmla="*/ 20 w 90"/>
                <a:gd name="T9" fmla="*/ 18 h 244"/>
                <a:gd name="T10" fmla="*/ 24 w 90"/>
                <a:gd name="T11" fmla="*/ 27 h 244"/>
                <a:gd name="T12" fmla="*/ 25 w 90"/>
                <a:gd name="T13" fmla="*/ 45 h 244"/>
                <a:gd name="T14" fmla="*/ 25 w 90"/>
                <a:gd name="T15" fmla="*/ 199 h 244"/>
                <a:gd name="T16" fmla="*/ 24 w 90"/>
                <a:gd name="T17" fmla="*/ 219 h 244"/>
                <a:gd name="T18" fmla="*/ 18 w 90"/>
                <a:gd name="T19" fmla="*/ 229 h 244"/>
                <a:gd name="T20" fmla="*/ 0 w 90"/>
                <a:gd name="T21" fmla="*/ 235 h 244"/>
                <a:gd name="T22" fmla="*/ 0 w 90"/>
                <a:gd name="T23" fmla="*/ 244 h 244"/>
                <a:gd name="T24" fmla="*/ 90 w 90"/>
                <a:gd name="T25" fmla="*/ 244 h 244"/>
                <a:gd name="T26" fmla="*/ 90 w 90"/>
                <a:gd name="T27" fmla="*/ 235 h 244"/>
                <a:gd name="T28" fmla="*/ 75 w 90"/>
                <a:gd name="T29" fmla="*/ 231 h 244"/>
                <a:gd name="T30" fmla="*/ 69 w 90"/>
                <a:gd name="T31" fmla="*/ 226 h 244"/>
                <a:gd name="T32" fmla="*/ 66 w 90"/>
                <a:gd name="T33" fmla="*/ 217 h 244"/>
                <a:gd name="T34" fmla="*/ 65 w 90"/>
                <a:gd name="T35" fmla="*/ 199 h 244"/>
                <a:gd name="T36" fmla="*/ 65 w 90"/>
                <a:gd name="T37" fmla="*/ 45 h 244"/>
                <a:gd name="T38" fmla="*/ 66 w 90"/>
                <a:gd name="T39" fmla="*/ 27 h 244"/>
                <a:gd name="T40" fmla="*/ 70 w 90"/>
                <a:gd name="T41" fmla="*/ 18 h 244"/>
                <a:gd name="T42" fmla="*/ 76 w 90"/>
                <a:gd name="T43" fmla="*/ 13 h 244"/>
                <a:gd name="T44" fmla="*/ 90 w 90"/>
                <a:gd name="T45" fmla="*/ 9 h 244"/>
                <a:gd name="T46" fmla="*/ 90 w 90"/>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0" h="244">
                  <a:moveTo>
                    <a:pt x="90"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90" y="244"/>
                    <a:pt x="90" y="244"/>
                    <a:pt x="90" y="244"/>
                  </a:cubicBezTo>
                  <a:cubicBezTo>
                    <a:pt x="90" y="235"/>
                    <a:pt x="90" y="235"/>
                    <a:pt x="90" y="235"/>
                  </a:cubicBezTo>
                  <a:cubicBezTo>
                    <a:pt x="83" y="234"/>
                    <a:pt x="78" y="232"/>
                    <a:pt x="75" y="231"/>
                  </a:cubicBezTo>
                  <a:cubicBezTo>
                    <a:pt x="73" y="230"/>
                    <a:pt x="71"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70" y="18"/>
                  </a:cubicBezTo>
                  <a:cubicBezTo>
                    <a:pt x="71" y="16"/>
                    <a:pt x="73"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0" name="Freeform 303">
              <a:extLst>
                <a:ext uri="{FF2B5EF4-FFF2-40B4-BE49-F238E27FC236}">
                  <a16:creationId xmlns:a16="http://schemas.microsoft.com/office/drawing/2014/main" id="{1A7BD690-A19D-2519-60DD-9FF9ED0D3A82}"/>
                </a:ext>
              </a:extLst>
            </p:cNvPr>
            <p:cNvSpPr>
              <a:spLocks/>
            </p:cNvSpPr>
            <p:nvPr/>
          </p:nvSpPr>
          <p:spPr bwMode="auto">
            <a:xfrm>
              <a:off x="3658100" y="2122744"/>
              <a:ext cx="83367" cy="89060"/>
            </a:xfrm>
            <a:custGeom>
              <a:avLst/>
              <a:gdLst>
                <a:gd name="T0" fmla="*/ 229 w 229"/>
                <a:gd name="T1" fmla="*/ 0 h 244"/>
                <a:gd name="T2" fmla="*/ 0 w 229"/>
                <a:gd name="T3" fmla="*/ 0 h 244"/>
                <a:gd name="T4" fmla="*/ 0 w 229"/>
                <a:gd name="T5" fmla="*/ 62 h 244"/>
                <a:gd name="T6" fmla="*/ 21 w 229"/>
                <a:gd name="T7" fmla="*/ 62 h 244"/>
                <a:gd name="T8" fmla="*/ 30 w 229"/>
                <a:gd name="T9" fmla="*/ 39 h 244"/>
                <a:gd name="T10" fmla="*/ 40 w 229"/>
                <a:gd name="T11" fmla="*/ 24 h 244"/>
                <a:gd name="T12" fmla="*/ 52 w 229"/>
                <a:gd name="T13" fmla="*/ 18 h 244"/>
                <a:gd name="T14" fmla="*/ 68 w 229"/>
                <a:gd name="T15" fmla="*/ 16 h 244"/>
                <a:gd name="T16" fmla="*/ 95 w 229"/>
                <a:gd name="T17" fmla="*/ 16 h 244"/>
                <a:gd name="T18" fmla="*/ 95 w 229"/>
                <a:gd name="T19" fmla="*/ 199 h 244"/>
                <a:gd name="T20" fmla="*/ 94 w 229"/>
                <a:gd name="T21" fmla="*/ 215 h 244"/>
                <a:gd name="T22" fmla="*/ 91 w 229"/>
                <a:gd name="T23" fmla="*/ 224 h 244"/>
                <a:gd name="T24" fmla="*/ 85 w 229"/>
                <a:gd name="T25" fmla="*/ 229 h 244"/>
                <a:gd name="T26" fmla="*/ 78 w 229"/>
                <a:gd name="T27" fmla="*/ 233 h 244"/>
                <a:gd name="T28" fmla="*/ 66 w 229"/>
                <a:gd name="T29" fmla="*/ 235 h 244"/>
                <a:gd name="T30" fmla="*/ 66 w 229"/>
                <a:gd name="T31" fmla="*/ 244 h 244"/>
                <a:gd name="T32" fmla="*/ 163 w 229"/>
                <a:gd name="T33" fmla="*/ 244 h 244"/>
                <a:gd name="T34" fmla="*/ 163 w 229"/>
                <a:gd name="T35" fmla="*/ 235 h 244"/>
                <a:gd name="T36" fmla="*/ 148 w 229"/>
                <a:gd name="T37" fmla="*/ 231 h 244"/>
                <a:gd name="T38" fmla="*/ 140 w 229"/>
                <a:gd name="T39" fmla="*/ 226 h 244"/>
                <a:gd name="T40" fmla="*/ 136 w 229"/>
                <a:gd name="T41" fmla="*/ 216 h 244"/>
                <a:gd name="T42" fmla="*/ 135 w 229"/>
                <a:gd name="T43" fmla="*/ 199 h 244"/>
                <a:gd name="T44" fmla="*/ 135 w 229"/>
                <a:gd name="T45" fmla="*/ 16 h 244"/>
                <a:gd name="T46" fmla="*/ 161 w 229"/>
                <a:gd name="T47" fmla="*/ 16 h 244"/>
                <a:gd name="T48" fmla="*/ 179 w 229"/>
                <a:gd name="T49" fmla="*/ 18 h 244"/>
                <a:gd name="T50" fmla="*/ 190 w 229"/>
                <a:gd name="T51" fmla="*/ 25 h 244"/>
                <a:gd name="T52" fmla="*/ 199 w 229"/>
                <a:gd name="T53" fmla="*/ 38 h 244"/>
                <a:gd name="T54" fmla="*/ 208 w 229"/>
                <a:gd name="T55" fmla="*/ 62 h 244"/>
                <a:gd name="T56" fmla="*/ 229 w 229"/>
                <a:gd name="T57" fmla="*/ 62 h 244"/>
                <a:gd name="T58" fmla="*/ 229 w 229"/>
                <a:gd name="T5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9" h="244">
                  <a:moveTo>
                    <a:pt x="229" y="0"/>
                  </a:moveTo>
                  <a:cubicBezTo>
                    <a:pt x="0" y="0"/>
                    <a:pt x="0" y="0"/>
                    <a:pt x="0" y="0"/>
                  </a:cubicBezTo>
                  <a:cubicBezTo>
                    <a:pt x="0" y="62"/>
                    <a:pt x="0" y="62"/>
                    <a:pt x="0" y="62"/>
                  </a:cubicBezTo>
                  <a:cubicBezTo>
                    <a:pt x="21" y="62"/>
                    <a:pt x="21" y="62"/>
                    <a:pt x="21" y="62"/>
                  </a:cubicBezTo>
                  <a:cubicBezTo>
                    <a:pt x="24" y="53"/>
                    <a:pt x="27" y="45"/>
                    <a:pt x="30" y="39"/>
                  </a:cubicBezTo>
                  <a:cubicBezTo>
                    <a:pt x="33" y="32"/>
                    <a:pt x="36" y="28"/>
                    <a:pt x="40" y="24"/>
                  </a:cubicBezTo>
                  <a:cubicBezTo>
                    <a:pt x="44" y="21"/>
                    <a:pt x="47" y="19"/>
                    <a:pt x="52" y="18"/>
                  </a:cubicBezTo>
                  <a:cubicBezTo>
                    <a:pt x="56" y="16"/>
                    <a:pt x="62" y="16"/>
                    <a:pt x="68" y="16"/>
                  </a:cubicBezTo>
                  <a:cubicBezTo>
                    <a:pt x="95" y="16"/>
                    <a:pt x="95" y="16"/>
                    <a:pt x="95" y="16"/>
                  </a:cubicBezTo>
                  <a:cubicBezTo>
                    <a:pt x="95" y="199"/>
                    <a:pt x="95" y="199"/>
                    <a:pt x="95" y="199"/>
                  </a:cubicBezTo>
                  <a:cubicBezTo>
                    <a:pt x="95" y="206"/>
                    <a:pt x="94" y="211"/>
                    <a:pt x="94" y="215"/>
                  </a:cubicBezTo>
                  <a:cubicBezTo>
                    <a:pt x="93" y="219"/>
                    <a:pt x="92" y="222"/>
                    <a:pt x="91" y="224"/>
                  </a:cubicBezTo>
                  <a:cubicBezTo>
                    <a:pt x="89" y="226"/>
                    <a:pt x="88" y="228"/>
                    <a:pt x="85" y="229"/>
                  </a:cubicBezTo>
                  <a:cubicBezTo>
                    <a:pt x="83" y="231"/>
                    <a:pt x="81" y="232"/>
                    <a:pt x="78" y="233"/>
                  </a:cubicBezTo>
                  <a:cubicBezTo>
                    <a:pt x="74" y="234"/>
                    <a:pt x="71" y="234"/>
                    <a:pt x="66" y="235"/>
                  </a:cubicBezTo>
                  <a:cubicBezTo>
                    <a:pt x="66" y="244"/>
                    <a:pt x="66" y="244"/>
                    <a:pt x="66" y="244"/>
                  </a:cubicBezTo>
                  <a:cubicBezTo>
                    <a:pt x="163" y="244"/>
                    <a:pt x="163" y="244"/>
                    <a:pt x="163" y="244"/>
                  </a:cubicBezTo>
                  <a:cubicBezTo>
                    <a:pt x="163" y="235"/>
                    <a:pt x="163" y="235"/>
                    <a:pt x="163" y="235"/>
                  </a:cubicBezTo>
                  <a:cubicBezTo>
                    <a:pt x="156" y="234"/>
                    <a:pt x="151" y="233"/>
                    <a:pt x="148" y="231"/>
                  </a:cubicBezTo>
                  <a:cubicBezTo>
                    <a:pt x="145" y="230"/>
                    <a:pt x="142" y="228"/>
                    <a:pt x="140" y="226"/>
                  </a:cubicBezTo>
                  <a:cubicBezTo>
                    <a:pt x="138" y="223"/>
                    <a:pt x="137" y="220"/>
                    <a:pt x="136" y="216"/>
                  </a:cubicBezTo>
                  <a:cubicBezTo>
                    <a:pt x="135" y="211"/>
                    <a:pt x="135" y="206"/>
                    <a:pt x="135" y="199"/>
                  </a:cubicBezTo>
                  <a:cubicBezTo>
                    <a:pt x="135" y="16"/>
                    <a:pt x="135" y="16"/>
                    <a:pt x="135" y="16"/>
                  </a:cubicBezTo>
                  <a:cubicBezTo>
                    <a:pt x="161" y="16"/>
                    <a:pt x="161" y="16"/>
                    <a:pt x="161" y="16"/>
                  </a:cubicBezTo>
                  <a:cubicBezTo>
                    <a:pt x="169" y="16"/>
                    <a:pt x="175" y="16"/>
                    <a:pt x="179" y="18"/>
                  </a:cubicBezTo>
                  <a:cubicBezTo>
                    <a:pt x="183" y="19"/>
                    <a:pt x="186" y="21"/>
                    <a:pt x="190" y="25"/>
                  </a:cubicBezTo>
                  <a:cubicBezTo>
                    <a:pt x="193" y="28"/>
                    <a:pt x="196" y="32"/>
                    <a:pt x="199" y="38"/>
                  </a:cubicBezTo>
                  <a:cubicBezTo>
                    <a:pt x="202" y="44"/>
                    <a:pt x="205" y="52"/>
                    <a:pt x="208" y="62"/>
                  </a:cubicBezTo>
                  <a:cubicBezTo>
                    <a:pt x="229" y="62"/>
                    <a:pt x="229" y="62"/>
                    <a:pt x="229" y="62"/>
                  </a:cubicBezTo>
                  <a:cubicBezTo>
                    <a:pt x="229" y="0"/>
                    <a:pt x="229" y="0"/>
                    <a:pt x="22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1" name="Freeform 304">
              <a:extLst>
                <a:ext uri="{FF2B5EF4-FFF2-40B4-BE49-F238E27FC236}">
                  <a16:creationId xmlns:a16="http://schemas.microsoft.com/office/drawing/2014/main" id="{2687B596-6A41-E687-225C-7BF8D00E0202}"/>
                </a:ext>
              </a:extLst>
            </p:cNvPr>
            <p:cNvSpPr>
              <a:spLocks/>
            </p:cNvSpPr>
            <p:nvPr/>
          </p:nvSpPr>
          <p:spPr bwMode="auto">
            <a:xfrm>
              <a:off x="3747974" y="2122744"/>
              <a:ext cx="89467" cy="89060"/>
            </a:xfrm>
            <a:custGeom>
              <a:avLst/>
              <a:gdLst>
                <a:gd name="T0" fmla="*/ 245 w 245"/>
                <a:gd name="T1" fmla="*/ 0 h 244"/>
                <a:gd name="T2" fmla="*/ 165 w 245"/>
                <a:gd name="T3" fmla="*/ 0 h 244"/>
                <a:gd name="T4" fmla="*/ 165 w 245"/>
                <a:gd name="T5" fmla="*/ 9 h 244"/>
                <a:gd name="T6" fmla="*/ 179 w 245"/>
                <a:gd name="T7" fmla="*/ 13 h 244"/>
                <a:gd name="T8" fmla="*/ 183 w 245"/>
                <a:gd name="T9" fmla="*/ 23 h 244"/>
                <a:gd name="T10" fmla="*/ 180 w 245"/>
                <a:gd name="T11" fmla="*/ 38 h 244"/>
                <a:gd name="T12" fmla="*/ 168 w 245"/>
                <a:gd name="T13" fmla="*/ 59 h 244"/>
                <a:gd name="T14" fmla="*/ 126 w 245"/>
                <a:gd name="T15" fmla="*/ 121 h 244"/>
                <a:gd name="T16" fmla="*/ 83 w 245"/>
                <a:gd name="T17" fmla="*/ 53 h 244"/>
                <a:gd name="T18" fmla="*/ 73 w 245"/>
                <a:gd name="T19" fmla="*/ 35 h 244"/>
                <a:gd name="T20" fmla="*/ 70 w 245"/>
                <a:gd name="T21" fmla="*/ 23 h 244"/>
                <a:gd name="T22" fmla="*/ 90 w 245"/>
                <a:gd name="T23" fmla="*/ 9 h 244"/>
                <a:gd name="T24" fmla="*/ 90 w 245"/>
                <a:gd name="T25" fmla="*/ 0 h 244"/>
                <a:gd name="T26" fmla="*/ 0 w 245"/>
                <a:gd name="T27" fmla="*/ 0 h 244"/>
                <a:gd name="T28" fmla="*/ 0 w 245"/>
                <a:gd name="T29" fmla="*/ 9 h 244"/>
                <a:gd name="T30" fmla="*/ 13 w 245"/>
                <a:gd name="T31" fmla="*/ 15 h 244"/>
                <a:gd name="T32" fmla="*/ 24 w 245"/>
                <a:gd name="T33" fmla="*/ 26 h 244"/>
                <a:gd name="T34" fmla="*/ 40 w 245"/>
                <a:gd name="T35" fmla="*/ 50 h 244"/>
                <a:gd name="T36" fmla="*/ 98 w 245"/>
                <a:gd name="T37" fmla="*/ 142 h 244"/>
                <a:gd name="T38" fmla="*/ 98 w 245"/>
                <a:gd name="T39" fmla="*/ 199 h 244"/>
                <a:gd name="T40" fmla="*/ 97 w 245"/>
                <a:gd name="T41" fmla="*/ 216 h 244"/>
                <a:gd name="T42" fmla="*/ 93 w 245"/>
                <a:gd name="T43" fmla="*/ 226 h 244"/>
                <a:gd name="T44" fmla="*/ 85 w 245"/>
                <a:gd name="T45" fmla="*/ 231 h 244"/>
                <a:gd name="T46" fmla="*/ 70 w 245"/>
                <a:gd name="T47" fmla="*/ 235 h 244"/>
                <a:gd name="T48" fmla="*/ 70 w 245"/>
                <a:gd name="T49" fmla="*/ 244 h 244"/>
                <a:gd name="T50" fmla="*/ 167 w 245"/>
                <a:gd name="T51" fmla="*/ 244 h 244"/>
                <a:gd name="T52" fmla="*/ 167 w 245"/>
                <a:gd name="T53" fmla="*/ 235 h 244"/>
                <a:gd name="T54" fmla="*/ 151 w 245"/>
                <a:gd name="T55" fmla="*/ 231 h 244"/>
                <a:gd name="T56" fmla="*/ 144 w 245"/>
                <a:gd name="T57" fmla="*/ 225 h 244"/>
                <a:gd name="T58" fmla="*/ 139 w 245"/>
                <a:gd name="T59" fmla="*/ 215 h 244"/>
                <a:gd name="T60" fmla="*/ 138 w 245"/>
                <a:gd name="T61" fmla="*/ 199 h 244"/>
                <a:gd name="T62" fmla="*/ 138 w 245"/>
                <a:gd name="T63" fmla="*/ 141 h 244"/>
                <a:gd name="T64" fmla="*/ 197 w 245"/>
                <a:gd name="T65" fmla="*/ 56 h 244"/>
                <a:gd name="T66" fmla="*/ 217 w 245"/>
                <a:gd name="T67" fmla="*/ 29 h 244"/>
                <a:gd name="T68" fmla="*/ 230 w 245"/>
                <a:gd name="T69" fmla="*/ 16 h 244"/>
                <a:gd name="T70" fmla="*/ 245 w 245"/>
                <a:gd name="T71" fmla="*/ 9 h 244"/>
                <a:gd name="T72" fmla="*/ 245 w 245"/>
                <a:gd name="T7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244">
                  <a:moveTo>
                    <a:pt x="245" y="0"/>
                  </a:moveTo>
                  <a:cubicBezTo>
                    <a:pt x="165" y="0"/>
                    <a:pt x="165" y="0"/>
                    <a:pt x="165" y="0"/>
                  </a:cubicBezTo>
                  <a:cubicBezTo>
                    <a:pt x="165" y="9"/>
                    <a:pt x="165" y="9"/>
                    <a:pt x="165" y="9"/>
                  </a:cubicBezTo>
                  <a:cubicBezTo>
                    <a:pt x="171" y="9"/>
                    <a:pt x="176" y="11"/>
                    <a:pt x="179" y="13"/>
                  </a:cubicBezTo>
                  <a:cubicBezTo>
                    <a:pt x="182" y="16"/>
                    <a:pt x="183" y="19"/>
                    <a:pt x="183" y="23"/>
                  </a:cubicBezTo>
                  <a:cubicBezTo>
                    <a:pt x="183" y="28"/>
                    <a:pt x="182" y="33"/>
                    <a:pt x="180" y="38"/>
                  </a:cubicBezTo>
                  <a:cubicBezTo>
                    <a:pt x="177" y="44"/>
                    <a:pt x="173" y="51"/>
                    <a:pt x="168" y="59"/>
                  </a:cubicBezTo>
                  <a:cubicBezTo>
                    <a:pt x="126" y="121"/>
                    <a:pt x="126" y="121"/>
                    <a:pt x="126" y="121"/>
                  </a:cubicBezTo>
                  <a:cubicBezTo>
                    <a:pt x="83" y="53"/>
                    <a:pt x="83" y="53"/>
                    <a:pt x="83" y="53"/>
                  </a:cubicBezTo>
                  <a:cubicBezTo>
                    <a:pt x="78" y="45"/>
                    <a:pt x="75" y="39"/>
                    <a:pt x="73" y="35"/>
                  </a:cubicBezTo>
                  <a:cubicBezTo>
                    <a:pt x="71" y="31"/>
                    <a:pt x="70" y="27"/>
                    <a:pt x="70" y="23"/>
                  </a:cubicBezTo>
                  <a:cubicBezTo>
                    <a:pt x="70" y="15"/>
                    <a:pt x="77" y="10"/>
                    <a:pt x="90" y="9"/>
                  </a:cubicBezTo>
                  <a:cubicBezTo>
                    <a:pt x="90" y="0"/>
                    <a:pt x="90" y="0"/>
                    <a:pt x="90" y="0"/>
                  </a:cubicBezTo>
                  <a:cubicBezTo>
                    <a:pt x="0" y="0"/>
                    <a:pt x="0" y="0"/>
                    <a:pt x="0" y="0"/>
                  </a:cubicBezTo>
                  <a:cubicBezTo>
                    <a:pt x="0" y="9"/>
                    <a:pt x="0" y="9"/>
                    <a:pt x="0" y="9"/>
                  </a:cubicBezTo>
                  <a:cubicBezTo>
                    <a:pt x="5" y="10"/>
                    <a:pt x="9" y="12"/>
                    <a:pt x="13" y="15"/>
                  </a:cubicBezTo>
                  <a:cubicBezTo>
                    <a:pt x="16" y="18"/>
                    <a:pt x="20" y="21"/>
                    <a:pt x="24" y="26"/>
                  </a:cubicBezTo>
                  <a:cubicBezTo>
                    <a:pt x="28" y="31"/>
                    <a:pt x="33" y="39"/>
                    <a:pt x="40" y="50"/>
                  </a:cubicBezTo>
                  <a:cubicBezTo>
                    <a:pt x="98" y="142"/>
                    <a:pt x="98" y="142"/>
                    <a:pt x="98" y="142"/>
                  </a:cubicBezTo>
                  <a:cubicBezTo>
                    <a:pt x="98" y="199"/>
                    <a:pt x="98" y="199"/>
                    <a:pt x="98" y="199"/>
                  </a:cubicBezTo>
                  <a:cubicBezTo>
                    <a:pt x="98" y="206"/>
                    <a:pt x="98" y="211"/>
                    <a:pt x="97" y="216"/>
                  </a:cubicBezTo>
                  <a:cubicBezTo>
                    <a:pt x="96" y="220"/>
                    <a:pt x="95" y="223"/>
                    <a:pt x="93" y="226"/>
                  </a:cubicBezTo>
                  <a:cubicBezTo>
                    <a:pt x="91" y="228"/>
                    <a:pt x="88" y="230"/>
                    <a:pt x="85" y="231"/>
                  </a:cubicBezTo>
                  <a:cubicBezTo>
                    <a:pt x="82" y="233"/>
                    <a:pt x="77" y="234"/>
                    <a:pt x="70" y="235"/>
                  </a:cubicBezTo>
                  <a:cubicBezTo>
                    <a:pt x="70" y="244"/>
                    <a:pt x="70" y="244"/>
                    <a:pt x="70" y="244"/>
                  </a:cubicBezTo>
                  <a:cubicBezTo>
                    <a:pt x="167" y="244"/>
                    <a:pt x="167" y="244"/>
                    <a:pt x="167" y="244"/>
                  </a:cubicBezTo>
                  <a:cubicBezTo>
                    <a:pt x="167" y="235"/>
                    <a:pt x="167" y="235"/>
                    <a:pt x="167" y="235"/>
                  </a:cubicBezTo>
                  <a:cubicBezTo>
                    <a:pt x="160" y="234"/>
                    <a:pt x="155" y="233"/>
                    <a:pt x="151" y="231"/>
                  </a:cubicBezTo>
                  <a:cubicBezTo>
                    <a:pt x="148" y="230"/>
                    <a:pt x="145" y="228"/>
                    <a:pt x="144" y="225"/>
                  </a:cubicBezTo>
                  <a:cubicBezTo>
                    <a:pt x="142" y="223"/>
                    <a:pt x="140" y="219"/>
                    <a:pt x="139" y="215"/>
                  </a:cubicBezTo>
                  <a:cubicBezTo>
                    <a:pt x="139" y="211"/>
                    <a:pt x="138" y="206"/>
                    <a:pt x="138" y="199"/>
                  </a:cubicBezTo>
                  <a:cubicBezTo>
                    <a:pt x="138" y="141"/>
                    <a:pt x="138" y="141"/>
                    <a:pt x="138" y="141"/>
                  </a:cubicBezTo>
                  <a:cubicBezTo>
                    <a:pt x="197" y="56"/>
                    <a:pt x="197" y="56"/>
                    <a:pt x="197" y="56"/>
                  </a:cubicBezTo>
                  <a:cubicBezTo>
                    <a:pt x="206" y="43"/>
                    <a:pt x="212" y="34"/>
                    <a:pt x="217" y="29"/>
                  </a:cubicBezTo>
                  <a:cubicBezTo>
                    <a:pt x="221" y="24"/>
                    <a:pt x="226" y="20"/>
                    <a:pt x="230" y="16"/>
                  </a:cubicBezTo>
                  <a:cubicBezTo>
                    <a:pt x="235" y="13"/>
                    <a:pt x="240" y="11"/>
                    <a:pt x="245" y="9"/>
                  </a:cubicBezTo>
                  <a:cubicBezTo>
                    <a:pt x="245" y="0"/>
                    <a:pt x="245" y="0"/>
                    <a:pt x="24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pic>
          <p:nvPicPr>
            <p:cNvPr id="122" name="图片 121">
              <a:extLst>
                <a:ext uri="{FF2B5EF4-FFF2-40B4-BE49-F238E27FC236}">
                  <a16:creationId xmlns:a16="http://schemas.microsoft.com/office/drawing/2014/main" id="{F4B9F054-F360-293F-03FA-2204C743B3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386" y="1446438"/>
              <a:ext cx="630731" cy="835719"/>
            </a:xfrm>
            <a:prstGeom prst="rect">
              <a:avLst/>
            </a:prstGeom>
          </p:spPr>
        </p:pic>
      </p:grpSp>
    </p:spTree>
    <p:extLst>
      <p:ext uri="{BB962C8B-B14F-4D97-AF65-F5344CB8AC3E}">
        <p14:creationId xmlns:p14="http://schemas.microsoft.com/office/powerpoint/2010/main" val="2225106967"/>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1E5B6-F3D4-5930-BE9F-F79C4C13077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B1F1366-7F14-6F54-56D8-F32F9DD45951}"/>
              </a:ext>
            </a:extLst>
          </p:cNvPr>
          <p:cNvSpPr>
            <a:spLocks noGrp="1"/>
          </p:cNvSpPr>
          <p:nvPr>
            <p:ph type="title"/>
          </p:nvPr>
        </p:nvSpPr>
        <p:spPr>
          <a:xfrm>
            <a:off x="666750" y="298297"/>
            <a:ext cx="10858500" cy="825807"/>
          </a:xfrm>
        </p:spPr>
        <p:txBody>
          <a:bodyPr/>
          <a:lstStyle/>
          <a:p>
            <a:r>
              <a:rPr lang="zh-CN" altLang="en-US" dirty="0"/>
              <a:t>研究计划</a:t>
            </a:r>
          </a:p>
        </p:txBody>
      </p:sp>
      <p:sp>
        <p:nvSpPr>
          <p:cNvPr id="3" name="日期占位符 2">
            <a:extLst>
              <a:ext uri="{FF2B5EF4-FFF2-40B4-BE49-F238E27FC236}">
                <a16:creationId xmlns:a16="http://schemas.microsoft.com/office/drawing/2014/main" id="{CACCDA41-0C5D-671F-FD3F-092F314F259E}"/>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2025/11/24</a:t>
            </a:fld>
            <a:endParaRPr lang="zh-CN" altLang="en-US" dirty="0"/>
          </a:p>
        </p:txBody>
      </p:sp>
      <p:sp>
        <p:nvSpPr>
          <p:cNvPr id="4" name="页脚占位符 3">
            <a:extLst>
              <a:ext uri="{FF2B5EF4-FFF2-40B4-BE49-F238E27FC236}">
                <a16:creationId xmlns:a16="http://schemas.microsoft.com/office/drawing/2014/main" id="{6B4E36A5-F762-D066-A72C-BD0D212AA0E5}"/>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19463630-6B34-E829-55AA-6407CD8AA54A}"/>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23</a:t>
            </a:fld>
            <a:endParaRPr lang="zh-CN" altLang="en-US"/>
          </a:p>
        </p:txBody>
      </p:sp>
      <p:sp>
        <p:nvSpPr>
          <p:cNvPr id="11" name="文本占位符 10">
            <a:extLst>
              <a:ext uri="{FF2B5EF4-FFF2-40B4-BE49-F238E27FC236}">
                <a16:creationId xmlns:a16="http://schemas.microsoft.com/office/drawing/2014/main" id="{64370DFB-5EA8-9E3B-79CB-732A6733C2F1}"/>
              </a:ext>
            </a:extLst>
          </p:cNvPr>
          <p:cNvSpPr>
            <a:spLocks noGrp="1"/>
          </p:cNvSpPr>
          <p:nvPr>
            <p:ph type="body" sz="quarter" idx="13"/>
          </p:nvPr>
        </p:nvSpPr>
        <p:spPr/>
        <p:txBody>
          <a:bodyPr/>
          <a:lstStyle/>
          <a:p>
            <a:r>
              <a:rPr lang="zh-CN" altLang="en-US" dirty="0"/>
              <a:t>研究计划</a:t>
            </a:r>
          </a:p>
        </p:txBody>
      </p:sp>
      <p:graphicFrame>
        <p:nvGraphicFramePr>
          <p:cNvPr id="6" name="图示 5">
            <a:extLst>
              <a:ext uri="{FF2B5EF4-FFF2-40B4-BE49-F238E27FC236}">
                <a16:creationId xmlns:a16="http://schemas.microsoft.com/office/drawing/2014/main" id="{D1F50A87-26AD-F2C6-B718-748FB6CBC8A9}"/>
              </a:ext>
            </a:extLst>
          </p:cNvPr>
          <p:cNvGraphicFramePr/>
          <p:nvPr>
            <p:extLst>
              <p:ext uri="{D42A27DB-BD31-4B8C-83A1-F6EECF244321}">
                <p14:modId xmlns:p14="http://schemas.microsoft.com/office/powerpoint/2010/main" val="3419280055"/>
              </p:ext>
            </p:extLst>
          </p:nvPr>
        </p:nvGraphicFramePr>
        <p:xfrm>
          <a:off x="309526" y="1141036"/>
          <a:ext cx="11577674"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9157810"/>
      </p:ext>
    </p:extLst>
  </p:cSld>
  <p:clrMapOvr>
    <a:masterClrMapping/>
  </p:clrMapOvr>
  <p:transition>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68DA7-C2FF-BA19-FE23-8EDFE743CC7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72F52E0-6245-C006-E7E2-87E3516D4E50}"/>
              </a:ext>
            </a:extLst>
          </p:cNvPr>
          <p:cNvSpPr>
            <a:spLocks noGrp="1"/>
          </p:cNvSpPr>
          <p:nvPr>
            <p:ph type="title"/>
          </p:nvPr>
        </p:nvSpPr>
        <p:spPr>
          <a:xfrm>
            <a:off x="666750" y="298297"/>
            <a:ext cx="10858500" cy="825807"/>
          </a:xfrm>
        </p:spPr>
        <p:txBody>
          <a:bodyPr/>
          <a:lstStyle/>
          <a:p>
            <a:r>
              <a:rPr lang="zh-CN" altLang="en-US" dirty="0"/>
              <a:t>研究计划</a:t>
            </a:r>
          </a:p>
        </p:txBody>
      </p:sp>
      <p:sp>
        <p:nvSpPr>
          <p:cNvPr id="3" name="日期占位符 2">
            <a:extLst>
              <a:ext uri="{FF2B5EF4-FFF2-40B4-BE49-F238E27FC236}">
                <a16:creationId xmlns:a16="http://schemas.microsoft.com/office/drawing/2014/main" id="{8F5573CC-F658-548C-20F4-1B1BFD349072}"/>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2025/11/24</a:t>
            </a:fld>
            <a:endParaRPr lang="zh-CN" altLang="en-US" dirty="0"/>
          </a:p>
        </p:txBody>
      </p:sp>
      <p:sp>
        <p:nvSpPr>
          <p:cNvPr id="4" name="页脚占位符 3">
            <a:extLst>
              <a:ext uri="{FF2B5EF4-FFF2-40B4-BE49-F238E27FC236}">
                <a16:creationId xmlns:a16="http://schemas.microsoft.com/office/drawing/2014/main" id="{61B1BC0B-D2EB-1078-964B-AEDFE66488C0}"/>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1B8F7AF5-CF86-52BC-B3A7-50F8D5AB5F8D}"/>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24</a:t>
            </a:fld>
            <a:endParaRPr lang="zh-CN" altLang="en-US"/>
          </a:p>
        </p:txBody>
      </p:sp>
      <p:sp>
        <p:nvSpPr>
          <p:cNvPr id="11" name="文本占位符 10">
            <a:extLst>
              <a:ext uri="{FF2B5EF4-FFF2-40B4-BE49-F238E27FC236}">
                <a16:creationId xmlns:a16="http://schemas.microsoft.com/office/drawing/2014/main" id="{8C64ABE6-9827-2258-A8FA-9B00193723CC}"/>
              </a:ext>
            </a:extLst>
          </p:cNvPr>
          <p:cNvSpPr>
            <a:spLocks noGrp="1"/>
          </p:cNvSpPr>
          <p:nvPr>
            <p:ph type="body" sz="quarter" idx="13"/>
          </p:nvPr>
        </p:nvSpPr>
        <p:spPr/>
        <p:txBody>
          <a:bodyPr/>
          <a:lstStyle/>
          <a:p>
            <a:r>
              <a:rPr lang="zh-CN" altLang="en-US" dirty="0"/>
              <a:t>研究计划</a:t>
            </a:r>
          </a:p>
        </p:txBody>
      </p:sp>
      <p:graphicFrame>
        <p:nvGraphicFramePr>
          <p:cNvPr id="6" name="图示 5">
            <a:extLst>
              <a:ext uri="{FF2B5EF4-FFF2-40B4-BE49-F238E27FC236}">
                <a16:creationId xmlns:a16="http://schemas.microsoft.com/office/drawing/2014/main" id="{CA3F2047-89CD-4A4F-759F-C575F62BE8D9}"/>
              </a:ext>
            </a:extLst>
          </p:cNvPr>
          <p:cNvGraphicFramePr/>
          <p:nvPr>
            <p:extLst>
              <p:ext uri="{D42A27DB-BD31-4B8C-83A1-F6EECF244321}">
                <p14:modId xmlns:p14="http://schemas.microsoft.com/office/powerpoint/2010/main" val="3933931320"/>
              </p:ext>
            </p:extLst>
          </p:nvPr>
        </p:nvGraphicFramePr>
        <p:xfrm>
          <a:off x="307163" y="981548"/>
          <a:ext cx="11577674"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96666881"/>
      </p:ext>
    </p:extLst>
  </p:cSld>
  <p:clrMapOvr>
    <a:masterClrMapping/>
  </p:clrMapOvr>
  <p:transition>
    <p:pull/>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4EFF0407-06D8-4C23-8B46-35116B4CA561}"/>
              </a:ext>
            </a:extLst>
          </p:cNvPr>
          <p:cNvSpPr/>
          <p:nvPr/>
        </p:nvSpPr>
        <p:spPr>
          <a:xfrm>
            <a:off x="0" y="2321736"/>
            <a:ext cx="1767840" cy="1676379"/>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8" name="文本框 187">
            <a:extLst>
              <a:ext uri="{FF2B5EF4-FFF2-40B4-BE49-F238E27FC236}">
                <a16:creationId xmlns:a16="http://schemas.microsoft.com/office/drawing/2014/main" id="{9AB48168-9664-43D7-B268-F65D3F8F3773}"/>
              </a:ext>
            </a:extLst>
          </p:cNvPr>
          <p:cNvSpPr txBox="1"/>
          <p:nvPr/>
        </p:nvSpPr>
        <p:spPr>
          <a:xfrm>
            <a:off x="3014804" y="3378079"/>
            <a:ext cx="8504096" cy="338554"/>
          </a:xfrm>
          <a:prstGeom prst="rect">
            <a:avLst/>
          </a:prstGeom>
          <a:noFill/>
        </p:spPr>
        <p:txBody>
          <a:bodyPr wrap="square" rtlCol="0">
            <a:spAutoFit/>
          </a:bodyPr>
          <a:lstStyle/>
          <a:p>
            <a:pPr algn="dist"/>
            <a:r>
              <a:rPr lang="en-US" altLang="zh-CN" sz="1600" dirty="0">
                <a:solidFill>
                  <a:schemeClr val="bg1">
                    <a:alpha val="50000"/>
                  </a:schemeClr>
                </a:solidFill>
              </a:rPr>
              <a:t>Research on the Development History of Nanjing Medical University</a:t>
            </a:r>
            <a:endParaRPr lang="zh-CN" altLang="en-US" sz="1600" dirty="0">
              <a:solidFill>
                <a:schemeClr val="bg1">
                  <a:alpha val="50000"/>
                </a:schemeClr>
              </a:solidFill>
            </a:endParaRPr>
          </a:p>
        </p:txBody>
      </p:sp>
      <p:sp>
        <p:nvSpPr>
          <p:cNvPr id="13" name="矩形 12">
            <a:extLst>
              <a:ext uri="{FF2B5EF4-FFF2-40B4-BE49-F238E27FC236}">
                <a16:creationId xmlns:a16="http://schemas.microsoft.com/office/drawing/2014/main" id="{7C163D62-1A2E-4BCE-B8BD-8D4D73D41FDB}"/>
              </a:ext>
            </a:extLst>
          </p:cNvPr>
          <p:cNvSpPr/>
          <p:nvPr/>
        </p:nvSpPr>
        <p:spPr>
          <a:xfrm>
            <a:off x="10424160" y="2321736"/>
            <a:ext cx="1767840" cy="1676379"/>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hidden="1">
            <a:extLst>
              <a:ext uri="{FF2B5EF4-FFF2-40B4-BE49-F238E27FC236}">
                <a16:creationId xmlns:a16="http://schemas.microsoft.com/office/drawing/2014/main" id="{F5CE5ED4-88CD-4ECE-8B47-2E3F000202EB}"/>
              </a:ext>
            </a:extLst>
          </p:cNvPr>
          <p:cNvSpPr/>
          <p:nvPr/>
        </p:nvSpPr>
        <p:spPr>
          <a:xfrm>
            <a:off x="3940789" y="385378"/>
            <a:ext cx="4519411" cy="5946592"/>
          </a:xfrm>
          <a:prstGeom prst="rect">
            <a:avLst/>
          </a:prstGeom>
          <a:blipFill dpi="0" rotWithShape="1">
            <a:blip r:embed="rId3">
              <a:alphaModFix amt="8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a:extLst>
              <a:ext uri="{FF2B5EF4-FFF2-40B4-BE49-F238E27FC236}">
                <a16:creationId xmlns:a16="http://schemas.microsoft.com/office/drawing/2014/main" id="{2C7AD8C4-F5E6-4F82-85CF-7049979C8881}"/>
              </a:ext>
            </a:extLst>
          </p:cNvPr>
          <p:cNvGrpSpPr/>
          <p:nvPr/>
        </p:nvGrpSpPr>
        <p:grpSpPr>
          <a:xfrm>
            <a:off x="4111891" y="3692472"/>
            <a:ext cx="3968218" cy="400110"/>
            <a:chOff x="5354955" y="4169576"/>
            <a:chExt cx="3968218" cy="400110"/>
          </a:xfrm>
        </p:grpSpPr>
        <p:grpSp>
          <p:nvGrpSpPr>
            <p:cNvPr id="855" name="组合 854">
              <a:extLst>
                <a:ext uri="{FF2B5EF4-FFF2-40B4-BE49-F238E27FC236}">
                  <a16:creationId xmlns:a16="http://schemas.microsoft.com/office/drawing/2014/main" id="{1FB8DCDB-9D66-469C-B4A9-401B0C8B7C41}"/>
                </a:ext>
              </a:extLst>
            </p:cNvPr>
            <p:cNvGrpSpPr/>
            <p:nvPr/>
          </p:nvGrpSpPr>
          <p:grpSpPr>
            <a:xfrm>
              <a:off x="5354955" y="4169576"/>
              <a:ext cx="3968218" cy="400110"/>
              <a:chOff x="3825884" y="3951339"/>
              <a:chExt cx="3968218" cy="400110"/>
            </a:xfrm>
          </p:grpSpPr>
          <p:sp>
            <p:nvSpPr>
              <p:cNvPr id="853" name="文本框 852">
                <a:extLst>
                  <a:ext uri="{FF2B5EF4-FFF2-40B4-BE49-F238E27FC236}">
                    <a16:creationId xmlns:a16="http://schemas.microsoft.com/office/drawing/2014/main" id="{F7416D5D-8DE2-4E3B-AAAB-76C1B7C6D11F}"/>
                  </a:ext>
                </a:extLst>
              </p:cNvPr>
              <p:cNvSpPr txBox="1"/>
              <p:nvPr/>
            </p:nvSpPr>
            <p:spPr>
              <a:xfrm>
                <a:off x="3825884" y="3951339"/>
                <a:ext cx="1980029" cy="400110"/>
              </a:xfrm>
              <a:prstGeom prst="rect">
                <a:avLst/>
              </a:prstGeom>
              <a:noFill/>
            </p:spPr>
            <p:txBody>
              <a:bodyPr wrap="none" rtlCol="0">
                <a:spAutoFit/>
              </a:bodyPr>
              <a:lstStyle/>
              <a:p>
                <a:r>
                  <a:rPr lang="zh-CN" altLang="en-US" sz="2000" dirty="0">
                    <a:solidFill>
                      <a:schemeClr val="accent1"/>
                    </a:solidFill>
                  </a:rPr>
                  <a:t>汇报人：周子轩</a:t>
                </a:r>
              </a:p>
            </p:txBody>
          </p:sp>
          <p:sp>
            <p:nvSpPr>
              <p:cNvPr id="854" name="文本框 853">
                <a:extLst>
                  <a:ext uri="{FF2B5EF4-FFF2-40B4-BE49-F238E27FC236}">
                    <a16:creationId xmlns:a16="http://schemas.microsoft.com/office/drawing/2014/main" id="{2EA87474-B562-404B-8D65-D041246708A5}"/>
                  </a:ext>
                </a:extLst>
              </p:cNvPr>
              <p:cNvSpPr txBox="1"/>
              <p:nvPr/>
            </p:nvSpPr>
            <p:spPr>
              <a:xfrm>
                <a:off x="6070553" y="3951339"/>
                <a:ext cx="1723549" cy="400110"/>
              </a:xfrm>
              <a:prstGeom prst="rect">
                <a:avLst/>
              </a:prstGeom>
              <a:noFill/>
            </p:spPr>
            <p:txBody>
              <a:bodyPr wrap="none" rtlCol="0">
                <a:spAutoFit/>
              </a:bodyPr>
              <a:lstStyle/>
              <a:p>
                <a:r>
                  <a:rPr lang="zh-CN" altLang="en-US" sz="2000" dirty="0">
                    <a:solidFill>
                      <a:schemeClr val="accent1"/>
                    </a:solidFill>
                  </a:rPr>
                  <a:t>导师：黄若尘</a:t>
                </a:r>
              </a:p>
            </p:txBody>
          </p:sp>
        </p:grpSp>
        <p:cxnSp>
          <p:nvCxnSpPr>
            <p:cNvPr id="9" name="直接连接符 8">
              <a:extLst>
                <a:ext uri="{FF2B5EF4-FFF2-40B4-BE49-F238E27FC236}">
                  <a16:creationId xmlns:a16="http://schemas.microsoft.com/office/drawing/2014/main" id="{2ACED1BA-F8D2-49F6-B077-F09B8C99DD6B}"/>
                </a:ext>
              </a:extLst>
            </p:cNvPr>
            <p:cNvCxnSpPr>
              <a:cxnSpLocks/>
            </p:cNvCxnSpPr>
            <p:nvPr/>
          </p:nvCxnSpPr>
          <p:spPr>
            <a:xfrm>
              <a:off x="7458073" y="4257674"/>
              <a:ext cx="0" cy="247650"/>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7" name="文本框 6">
            <a:extLst>
              <a:ext uri="{FF2B5EF4-FFF2-40B4-BE49-F238E27FC236}">
                <a16:creationId xmlns:a16="http://schemas.microsoft.com/office/drawing/2014/main" id="{BC1A1158-91C4-4124-923B-BD5C7D95C2CD}"/>
              </a:ext>
            </a:extLst>
          </p:cNvPr>
          <p:cNvSpPr txBox="1"/>
          <p:nvPr/>
        </p:nvSpPr>
        <p:spPr>
          <a:xfrm>
            <a:off x="3233678" y="2321736"/>
            <a:ext cx="5724644" cy="923330"/>
          </a:xfrm>
          <a:prstGeom prst="rect">
            <a:avLst/>
          </a:prstGeom>
          <a:noFill/>
        </p:spPr>
        <p:txBody>
          <a:bodyPr wrap="none" rtlCol="0">
            <a:spAutoFit/>
          </a:bodyPr>
          <a:lstStyle/>
          <a:p>
            <a:pPr algn="ctr"/>
            <a:r>
              <a:rPr lang="zh-CN" altLang="en-US" sz="5400" b="1" dirty="0">
                <a:solidFill>
                  <a:schemeClr val="accent1"/>
                </a:solidFill>
                <a:latin typeface="+mj-ea"/>
                <a:ea typeface="+mj-ea"/>
              </a:rPr>
              <a:t>敬请老师批评指正</a:t>
            </a:r>
          </a:p>
        </p:txBody>
      </p:sp>
      <p:cxnSp>
        <p:nvCxnSpPr>
          <p:cNvPr id="8" name="直接连接符 7">
            <a:extLst>
              <a:ext uri="{FF2B5EF4-FFF2-40B4-BE49-F238E27FC236}">
                <a16:creationId xmlns:a16="http://schemas.microsoft.com/office/drawing/2014/main" id="{ABA4F529-5649-4D4B-8A89-2317D4C1CD86}"/>
              </a:ext>
            </a:extLst>
          </p:cNvPr>
          <p:cNvCxnSpPr/>
          <p:nvPr/>
        </p:nvCxnSpPr>
        <p:spPr>
          <a:xfrm>
            <a:off x="3383280" y="3485150"/>
            <a:ext cx="542544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EF84A6B9-9D8A-4B0C-BAAE-82B2732D494E}"/>
              </a:ext>
            </a:extLst>
          </p:cNvPr>
          <p:cNvCxnSpPr>
            <a:cxnSpLocks/>
          </p:cNvCxnSpPr>
          <p:nvPr/>
        </p:nvCxnSpPr>
        <p:spPr>
          <a:xfrm>
            <a:off x="5537835" y="3485150"/>
            <a:ext cx="111633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1430587"/>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正常&quot;,&quot;HeaderHeight&quot;:15.0,&quot;FooterHeight&quot;:9.0,&quot;SideMargin&quot;:5.5,&quot;TopMargin&quot;:0.0,&quot;BottomMargin&quot;:0.0,&quot;IntervalMargin&quot;:1.5,&quot;SettingType&quot;:&quot;System&quot;}"/>
</p:tagLst>
</file>

<file path=ppt/theme/theme1.xml><?xml version="1.0" encoding="utf-8"?>
<a:theme xmlns:a="http://schemas.openxmlformats.org/drawingml/2006/main" name="Office 主题​​">
  <a:themeElements>
    <a:clrScheme name="蓝色暖调">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标准">
      <a:majorFont>
        <a:latin typeface="Arial"/>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15910</TotalTime>
  <Words>2998</Words>
  <Application>Microsoft Office PowerPoint</Application>
  <PresentationFormat>宽屏</PresentationFormat>
  <Paragraphs>257</Paragraphs>
  <Slides>25</Slides>
  <Notes>22</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25</vt:i4>
      </vt:variant>
    </vt:vector>
  </HeadingPairs>
  <TitlesOfParts>
    <vt:vector size="32" baseType="lpstr">
      <vt:lpstr>华文中宋</vt:lpstr>
      <vt:lpstr>微软雅黑</vt:lpstr>
      <vt:lpstr>Arial</vt:lpstr>
      <vt:lpstr>Impact</vt:lpstr>
      <vt:lpstr>Times New Roman</vt:lpstr>
      <vt:lpstr>Wingdings</vt:lpstr>
      <vt:lpstr>Office 主题​​</vt:lpstr>
      <vt:lpstr>PowerPoint 演示文稿</vt:lpstr>
      <vt:lpstr>PowerPoint 演示文稿</vt:lpstr>
      <vt:lpstr>PowerPoint 演示文稿</vt:lpstr>
      <vt:lpstr>研究背景 - 严峻的现实挑战</vt:lpstr>
      <vt:lpstr>研究背景 - 传统教育的局限与新渠道的兴起</vt:lpstr>
      <vt:lpstr>研究意义 - 从“真实需求”到“智能服务”</vt:lpstr>
      <vt:lpstr>研究空白与本研究切入点</vt:lpstr>
      <vt:lpstr>PowerPoint 演示文稿</vt:lpstr>
      <vt:lpstr>研究目标</vt:lpstr>
      <vt:lpstr>研究内容</vt:lpstr>
      <vt:lpstr>研究进展：数据源、采集策略与预处理</vt:lpstr>
      <vt:lpstr>研究进展：数据源、采集策略与预处理</vt:lpstr>
      <vt:lpstr>研究进展：青少年生殖健康问题分类框架与分布特征</vt:lpstr>
      <vt:lpstr>研究进展：青少年生殖健康问题分类框架与分布特征</vt:lpstr>
      <vt:lpstr>研究进展：高质量问答数据集(Q&amp;A)构建与示例</vt:lpstr>
      <vt:lpstr>研究进展：高质量问答数据集(Q&amp;A)构建与示例</vt:lpstr>
      <vt:lpstr>研究进展：高质量问答数据集(Q&amp;A)构建与示例</vt:lpstr>
      <vt:lpstr>PowerPoint 演示文稿</vt:lpstr>
      <vt:lpstr>问题</vt:lpstr>
      <vt:lpstr>问题</vt:lpstr>
      <vt:lpstr>问题</vt:lpstr>
      <vt:lpstr>PowerPoint 演示文稿</vt:lpstr>
      <vt:lpstr>研究计划</vt:lpstr>
      <vt:lpstr>研究计划</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冰棍 ruoruo</dc:creator>
  <cp:lastModifiedBy>Zixuan Zhou</cp:lastModifiedBy>
  <cp:revision>916</cp:revision>
  <dcterms:created xsi:type="dcterms:W3CDTF">2018-12-19T06:50:31Z</dcterms:created>
  <dcterms:modified xsi:type="dcterms:W3CDTF">2025-11-25T12:00:04Z</dcterms:modified>
</cp:coreProperties>
</file>